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63" r:id="rId10"/>
    <p:sldId id="265" r:id="rId11"/>
    <p:sldId id="266" r:id="rId12"/>
    <p:sldId id="268" r:id="rId13"/>
    <p:sldId id="269" r:id="rId14"/>
    <p:sldId id="267" r:id="rId15"/>
    <p:sldId id="270" r:id="rId16"/>
    <p:sldId id="272" r:id="rId17"/>
    <p:sldId id="271" r:id="rId18"/>
    <p:sldId id="273" r:id="rId19"/>
    <p:sldId id="274" r:id="rId20"/>
    <p:sldId id="276" r:id="rId21"/>
    <p:sldId id="277" r:id="rId22"/>
    <p:sldId id="279" r:id="rId23"/>
    <p:sldId id="281" r:id="rId24"/>
    <p:sldId id="280" r:id="rId25"/>
    <p:sldId id="283" r:id="rId26"/>
    <p:sldId id="284" r:id="rId27"/>
    <p:sldId id="282" r:id="rId28"/>
    <p:sldId id="285" r:id="rId29"/>
    <p:sldId id="286" r:id="rId30"/>
    <p:sldId id="287" r:id="rId31"/>
    <p:sldId id="290" r:id="rId32"/>
    <p:sldId id="289" r:id="rId33"/>
    <p:sldId id="288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298" r:id="rId44"/>
    <p:sldId id="301" r:id="rId45"/>
    <p:sldId id="303" r:id="rId46"/>
    <p:sldId id="304" r:id="rId47"/>
    <p:sldId id="302" r:id="rId48"/>
    <p:sldId id="305" r:id="rId49"/>
    <p:sldId id="307" r:id="rId50"/>
    <p:sldId id="308" r:id="rId51"/>
    <p:sldId id="312" r:id="rId52"/>
    <p:sldId id="311" r:id="rId53"/>
    <p:sldId id="313" r:id="rId54"/>
    <p:sldId id="315" r:id="rId55"/>
    <p:sldId id="316" r:id="rId56"/>
    <p:sldId id="309" r:id="rId57"/>
    <p:sldId id="314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10" r:id="rId66"/>
    <p:sldId id="324" r:id="rId67"/>
    <p:sldId id="326" r:id="rId68"/>
    <p:sldId id="325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5" r:id="rId77"/>
    <p:sldId id="336" r:id="rId78"/>
    <p:sldId id="334" r:id="rId79"/>
    <p:sldId id="337" r:id="rId80"/>
    <p:sldId id="338" r:id="rId81"/>
    <p:sldId id="339" r:id="rId82"/>
    <p:sldId id="340" r:id="rId83"/>
    <p:sldId id="341" r:id="rId84"/>
    <p:sldId id="342" r:id="rId85"/>
    <p:sldId id="344" r:id="rId86"/>
    <p:sldId id="343" r:id="rId87"/>
    <p:sldId id="345" r:id="rId88"/>
    <p:sldId id="346" r:id="rId89"/>
    <p:sldId id="347" r:id="rId90"/>
    <p:sldId id="348" r:id="rId91"/>
    <p:sldId id="349" r:id="rId92"/>
    <p:sldId id="352" r:id="rId93"/>
    <p:sldId id="353" r:id="rId94"/>
    <p:sldId id="354" r:id="rId95"/>
    <p:sldId id="350" r:id="rId96"/>
    <p:sldId id="351" r:id="rId97"/>
    <p:sldId id="355" r:id="rId98"/>
    <p:sldId id="356" r:id="rId99"/>
    <p:sldId id="357" r:id="rId100"/>
    <p:sldId id="358" r:id="rId101"/>
    <p:sldId id="359" r:id="rId102"/>
    <p:sldId id="360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6:12:28.1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1350 24575,'4'-6'0,"0"-1"0,-1 1 0,0-1 0,1 1 0,-2-1 0,1 0 0,-1 0 0,2-14 0,4-8 0,112-290 0,-83 221 0,63-115 0,-32 74 0,-42 92 0,1 1 0,3 2 0,1 1 0,39-40 0,-16 18 0,-44 52 0,1 1 0,0 0 0,1 1 0,0 0 0,1 1 0,0 0 0,0 1 0,1 1 0,0 0 0,1 0 0,0 2 0,0 0 0,1 1 0,-1 0 0,1 1 0,0 1 0,0 1 0,28-2 0,382 2 0,-226 4 0,373 40 0,-207-7 0,-97-14 0,252 10 0,-209-18 0,-17-1 0,-68 0 0,-1 1 0,510-14 0,-670 4 0,111 20 0,-109-11 0,100 3 0,109-1 0,-26 4 0,-116-11 0,585 5 0,-457-14 0,-226 4 0,64 12 0,-39-5 0,-38-3 0,0 0 0,0 1 0,-1 1 0,0 2 0,0 0 0,-1 1 0,0 1 0,27 21 0,-28-16 0,0 1 0,-2 0 0,0 2 0,17 22 0,19 20 0,174 150 0,-229-212 0,0 0 0,0 0 0,0 0 0,0 0 0,0 0 0,0 0 0,0 0 0,0-1 0,0 1 0,0 0 0,0 0 0,0 0 0,0 0 0,0 0 0,0 0 0,0 0 0,0 0 0,0 0 0,0 0 0,1 0 0,-1 0 0,0 0 0,0 0 0,0 0 0,0 0 0,0-1 0,0 1 0,0 0 0,0 0 0,0 0 0,0 0 0,0 0 0,1 0 0,-1 0 0,0 0 0,0 0 0,0 0 0,0 0 0,0 0 0,0 0 0,0 0 0,0 0 0,0 1 0,0-1 0,0 0 0,1 0 0,-1 0 0,0 0 0,0 0 0,0 0 0,0 0 0,-5-15 0,-9-18 0,-3 6 0,2-1 0,-23-55 0,34 69 0,0 1 0,0-1 0,2 0 0,0 0 0,0-1 0,1 1 0,1 0 0,2-25 0,-2 38 0,0 1 0,0-1 0,0 0 0,0 1 0,0-1 0,0 0 0,0 0 0,0 1 0,0-1 0,0 0 0,0 1 0,0-1 0,0 1 0,1-1 0,-1 0 0,0 1 0,0-1 0,1 0 0,-1 1 0,0-1 0,1 1 0,-1-1 0,1 1 0,-1-1 0,1 1 0,-1-1 0,1 1 0,-1-1 0,1 1 0,-1 0 0,1-1 0,-1 1 0,1 0 0,0 0 0,-1-1 0,2 1 0,0 1 0,-1 0 0,1 0 0,-1 0 0,1 0 0,-1 0 0,0 1 0,1-1 0,-1 0 0,0 1 0,0-1 0,0 1 0,1 2 0,28 55 0,-16-25 0,-4-13 0,-1 1 0,-1 0 0,-1 0 0,0 1 0,-2 0 0,-1 0 0,2 33 0,-5-49 0,-1 1 0,0-1 0,-1 0 0,0 0 0,0 0 0,0 0 0,-1 0 0,-4 11 0,5-16 0,-1 0 0,1 0 0,-1 1 0,0-1 0,0 0 0,0-1 0,0 1 0,0 0 0,0 0 0,0-1 0,0 1 0,-1-1 0,1 0 0,-1 0 0,1 0 0,-1 0 0,1 0 0,-1-1 0,0 1 0,1-1 0,-1 1 0,0-1 0,1 0 0,-1 0 0,0 0 0,-2-1 0,-17-1 0,1-1 0,-27-6 0,26 3 0,0 2 0,-25-1 0,-130 5-1365,155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6:12:38.1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1350 24575,'4'-6'0,"0"-1"0,-1 1 0,0-1 0,1 1 0,-2-1 0,1 0 0,-1 0 0,2-14 0,4-8 0,112-290 0,-83 221 0,63-115 0,-32 74 0,-42 92 0,1 1 0,3 2 0,1 1 0,39-40 0,-16 18 0,-44 52 0,1 1 0,0 0 0,1 1 0,0 0 0,1 1 0,0 0 0,0 1 0,1 1 0,0 0 0,1 0 0,0 2 0,0 0 0,1 1 0,-1 0 0,1 1 0,0 1 0,0 1 0,28-2 0,382 2 0,-226 4 0,373 40 0,-207-7 0,-97-14 0,252 10 0,-209-18 0,-17-1 0,-68 0 0,-1 1 0,510-14 0,-670 4 0,111 20 0,-109-11 0,100 3 0,109-1 0,-26 4 0,-116-11 0,585 5 0,-457-14 0,-226 4 0,64 12 0,-39-5 0,-38-3 0,0 0 0,0 1 0,-1 1 0,0 2 0,0 0 0,-1 1 0,0 1 0,27 21 0,-28-16 0,0 1 0,-2 0 0,0 2 0,17 22 0,19 20 0,174 150 0,-229-212 0,0 0 0,0 0 0,0 0 0,0 0 0,0 0 0,0 0 0,0 0 0,0-1 0,0 1 0,0 0 0,0 0 0,0 0 0,0 0 0,0 0 0,0 0 0,0 0 0,0 0 0,0 0 0,0 0 0,1 0 0,-1 0 0,0 0 0,0 0 0,0 0 0,0 0 0,0-1 0,0 1 0,0 0 0,0 0 0,0 0 0,0 0 0,0 0 0,1 0 0,-1 0 0,0 0 0,0 0 0,0 0 0,0 0 0,0 0 0,0 0 0,0 0 0,0 0 0,0 1 0,0-1 0,0 0 0,1 0 0,-1 0 0,0 0 0,0 0 0,0 0 0,0 0 0,-5-15 0,-9-18 0,-3 6 0,2-1 0,-23-55 0,34 69 0,0 1 0,0-1 0,2 0 0,0 0 0,0-1 0,1 1 0,1 0 0,2-25 0,-2 38 0,0 1 0,0-1 0,0 0 0,0 1 0,0-1 0,0 0 0,0 0 0,0 1 0,0-1 0,0 0 0,0 1 0,0-1 0,0 1 0,1-1 0,-1 0 0,0 1 0,0-1 0,1 0 0,-1 1 0,0-1 0,1 1 0,-1-1 0,1 1 0,-1-1 0,1 1 0,-1-1 0,1 1 0,-1-1 0,1 1 0,-1 0 0,1-1 0,-1 1 0,1 0 0,0 0 0,-1-1 0,2 1 0,0 1 0,-1 0 0,1 0 0,-1 0 0,1 0 0,-1 0 0,0 1 0,1-1 0,-1 0 0,0 1 0,0-1 0,0 1 0,1 2 0,28 55 0,-16-25 0,-4-13 0,-1 1 0,-1 0 0,-1 0 0,0 1 0,-2 0 0,-1 0 0,2 33 0,-5-49 0,-1 1 0,0-1 0,-1 0 0,0 0 0,0 0 0,0 0 0,-1 0 0,-4 11 0,5-16 0,-1 0 0,1 0 0,-1 1 0,0-1 0,0 0 0,0-1 0,0 1 0,0 0 0,0 0 0,0-1 0,0 1 0,-1-1 0,1 0 0,-1 0 0,1 0 0,-1 0 0,1 0 0,-1-1 0,0 1 0,1-1 0,-1 1 0,0-1 0,1 0 0,-1 0 0,0 0 0,-2-1 0,-17-1 0,1-1 0,-27-6 0,26 3 0,0 2 0,-25-1 0,-130 5-1365,155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6:12:4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1 217 24575,'1'14'0,"2"1"0,0-1 0,1-1 0,1 1 0,0 0 0,1-1 0,0 0 0,9 12 0,5 13 0,22 50 0,5-1 0,4-3 0,4-2 0,4-1 0,122 125 0,-138-162 0,3-3 0,1-1 0,60 38 0,-95-70 0,34 21 0,2-2 0,95 41 0,-132-64 0,490 163 0,-277-125 0,-113-24 0,115 11 0,-70-10 0,183 19 0,152-32 0,-268-8 0,-128 0 0,1-3 0,-1-4 0,0-3 0,-2-5 0,1-3 0,-2-4 0,133-52 0,-51 11 0,-70 29 0,113-58 0,35-21 0,-101 48 0,212-119 0,48-48 0,-29 8 0,-322 190 0,60-35 0,115-73 0,-109 56 0,-101 68 0,30-18 0,-35 27 0,0-1 0,-2-1 0,19-15 0,-36 28 0,-1-1 0,1 1 0,0 0 0,-1-1 0,1 1 0,-1-1 0,1 1 0,-1-1 0,0 1 0,1-1 0,-1 1 0,0-1 0,1 1 0,-1-1 0,0 0 0,1 1 0,-1-1 0,0 1 0,0-1 0,0 0 0,0 1 0,0-1 0,0 0 0,0 1 0,0-1 0,0 1 0,0-2 0,-1 1 0,1 1 0,-1-1 0,0 0 0,0 1 0,0-1 0,1 1 0,-1-1 0,0 1 0,0-1 0,0 1 0,0 0 0,0-1 0,0 1 0,0 0 0,0 0 0,-2-1 0,-48 0 0,45 2 0,-227 2 0,311-4 0,117 2 0,-193 0 0,1-1 0,-1 1 0,1-1 0,-1 1 0,1 0 0,-1 0 0,0 0 0,0 0 0,0 0 0,1 1 0,-1-1 0,0 0 0,-1 1 0,1-1 0,0 1 0,0 0 0,-1 0 0,1-1 0,-1 1 0,0 0 0,1 0 0,-1 0 0,0 1 0,0-1 0,-1 0 0,1 0 0,0 0 0,-1 1 0,1-1 0,-1 5 0,2 8 0,-2 1 0,0 0 0,-3 25 0,0-11 0,2 6-455,-1 1 0,-10 40 0,8-59-6371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6:12:38.1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1350 24575,'4'-6'0,"0"-1"0,-1 1 0,0-1 0,1 1 0,-2-1 0,1 0 0,-1 0 0,2-14 0,4-8 0,112-290 0,-83 221 0,63-115 0,-32 74 0,-42 92 0,1 1 0,3 2 0,1 1 0,39-40 0,-16 18 0,-44 52 0,1 1 0,0 0 0,1 1 0,0 0 0,1 1 0,0 0 0,0 1 0,1 1 0,0 0 0,1 0 0,0 2 0,0 0 0,1 1 0,-1 0 0,1 1 0,0 1 0,0 1 0,28-2 0,382 2 0,-226 4 0,373 40 0,-207-7 0,-97-14 0,252 10 0,-209-18 0,-17-1 0,-68 0 0,-1 1 0,510-14 0,-670 4 0,111 20 0,-109-11 0,100 3 0,109-1 0,-26 4 0,-116-11 0,585 5 0,-457-14 0,-226 4 0,64 12 0,-39-5 0,-38-3 0,0 0 0,0 1 0,-1 1 0,0 2 0,0 0 0,-1 1 0,0 1 0,27 21 0,-28-16 0,0 1 0,-2 0 0,0 2 0,17 22 0,19 20 0,174 150 0,-229-212 0,0 0 0,0 0 0,0 0 0,0 0 0,0 0 0,0 0 0,0 0 0,0-1 0,0 1 0,0 0 0,0 0 0,0 0 0,0 0 0,0 0 0,0 0 0,0 0 0,0 0 0,0 0 0,0 0 0,1 0 0,-1 0 0,0 0 0,0 0 0,0 0 0,0 0 0,0-1 0,0 1 0,0 0 0,0 0 0,0 0 0,0 0 0,0 0 0,1 0 0,-1 0 0,0 0 0,0 0 0,0 0 0,0 0 0,0 0 0,0 0 0,0 0 0,0 0 0,0 1 0,0-1 0,0 0 0,1 0 0,-1 0 0,0 0 0,0 0 0,0 0 0,0 0 0,-5-15 0,-9-18 0,-3 6 0,2-1 0,-23-55 0,34 69 0,0 1 0,0-1 0,2 0 0,0 0 0,0-1 0,1 1 0,1 0 0,2-25 0,-2 38 0,0 1 0,0-1 0,0 0 0,0 1 0,0-1 0,0 0 0,0 0 0,0 1 0,0-1 0,0 0 0,0 1 0,0-1 0,0 1 0,1-1 0,-1 0 0,0 1 0,0-1 0,1 0 0,-1 1 0,0-1 0,1 1 0,-1-1 0,1 1 0,-1-1 0,1 1 0,-1-1 0,1 1 0,-1-1 0,1 1 0,-1 0 0,1-1 0,-1 1 0,1 0 0,0 0 0,-1-1 0,2 1 0,0 1 0,-1 0 0,1 0 0,-1 0 0,1 0 0,-1 0 0,0 1 0,1-1 0,-1 0 0,0 1 0,0-1 0,0 1 0,1 2 0,28 55 0,-16-25 0,-4-13 0,-1 1 0,-1 0 0,-1 0 0,0 1 0,-2 0 0,-1 0 0,2 33 0,-5-49 0,-1 1 0,0-1 0,-1 0 0,0 0 0,0 0 0,0 0 0,-1 0 0,-4 11 0,5-16 0,-1 0 0,1 0 0,-1 1 0,0-1 0,0 0 0,0-1 0,0 1 0,0 0 0,0 0 0,0-1 0,0 1 0,-1-1 0,1 0 0,-1 0 0,1 0 0,-1 0 0,1 0 0,-1-1 0,0 1 0,1-1 0,-1 1 0,0-1 0,1 0 0,-1 0 0,0 0 0,-2-1 0,-17-1 0,1-1 0,-27-6 0,26 3 0,0 2 0,-25-1 0,-130 5-1365,155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6:12:4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1 217 24575,'1'14'0,"2"1"0,0-1 0,1-1 0,1 1 0,0 0 0,1-1 0,0 0 0,9 12 0,5 13 0,22 50 0,5-1 0,4-3 0,4-2 0,4-1 0,122 125 0,-138-162 0,3-3 0,1-1 0,60 38 0,-95-70 0,34 21 0,2-2 0,95 41 0,-132-64 0,490 163 0,-277-125 0,-113-24 0,115 11 0,-70-10 0,183 19 0,152-32 0,-268-8 0,-128 0 0,1-3 0,-1-4 0,0-3 0,-2-5 0,1-3 0,-2-4 0,133-52 0,-51 11 0,-70 29 0,113-58 0,35-21 0,-101 48 0,212-119 0,48-48 0,-29 8 0,-322 190 0,60-35 0,115-73 0,-109 56 0,-101 68 0,30-18 0,-35 27 0,0-1 0,-2-1 0,19-15 0,-36 28 0,-1-1 0,1 1 0,0 0 0,-1-1 0,1 1 0,-1-1 0,1 1 0,-1-1 0,0 1 0,1-1 0,-1 1 0,0-1 0,1 1 0,-1-1 0,0 0 0,1 1 0,-1-1 0,0 1 0,0-1 0,0 0 0,0 1 0,0-1 0,0 0 0,0 1 0,0-1 0,0 1 0,0-2 0,-1 1 0,1 1 0,-1-1 0,0 0 0,0 1 0,0-1 0,1 1 0,-1-1 0,0 1 0,0-1 0,0 1 0,0 0 0,0-1 0,0 1 0,0 0 0,0 0 0,-2-1 0,-48 0 0,45 2 0,-227 2 0,311-4 0,117 2 0,-193 0 0,1-1 0,-1 1 0,1-1 0,-1 1 0,1 0 0,-1 0 0,0 0 0,0 0 0,0 0 0,1 1 0,-1-1 0,0 0 0,-1 1 0,1-1 0,0 1 0,0 0 0,-1 0 0,1-1 0,-1 1 0,0 0 0,1 0 0,-1 0 0,0 1 0,0-1 0,-1 0 0,1 0 0,0 0 0,-1 1 0,1-1 0,-1 5 0,2 8 0,-2 1 0,0 0 0,-3 25 0,0-11 0,2 6-455,-1 1 0,-10 40 0,8-59-6371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0:26.133"/>
    </inkml:context>
    <inkml:brush xml:id="br0">
      <inkml:brushProperty name="width" value="0.13229" units="cm"/>
      <inkml:brushProperty name="height" value="0.13229" units="cm"/>
      <inkml:brushProperty name="color" value="#E71224"/>
    </inkml:brush>
  </inkml:definitions>
  <inkml:trace contextRef="#ctx0" brushRef="#br0">0 3883 24575,'640'0'0,"-614"-2"0,0 0 0,48-12 0,-46 8 0,0 1 0,34-2 0,-19 4 0,54-11 0,-54 6 0,57-2 0,385 9 0,-229 3 0,-227-4 0,0-1 0,-1-2 0,0 0 0,44-16 0,-41 12 0,0 0 0,1 3 0,41-5 0,-32 6 0,0-1 0,75-23 0,1-1 0,-103 27 0,0-2 0,-1 1 0,1-2 0,18-10 0,-21 10 0,0 0 0,1 1 0,0 0 0,0 1 0,25-5 0,-3 3 0,66-22 0,-69 18 0,0 1 0,54-8 0,-34 9 0,-1-3 0,0-2 0,50-20 0,-2 1 0,14-8 0,166-83 0,-186 68 0,-4 1 0,169-100 0,17-42 0,-240 171 0,0-2 0,35-37 0,-24 22 0,160-158 0,-132 128 0,-41 39 0,-13 12 0,2 1 0,42-31 0,-48 39 0,-1-1 0,0 0 0,0-1 0,-2-1 0,14-18 0,32-35 0,266-232 0,-238 218 0,-31 28 0,86-88 0,-62 69 0,170-168 0,-148 144 0,-18 19 0,181-178 0,-53 53 0,-176 167 0,-10 10 0,0 2 0,53-40 0,-22 24 0,-27 19 0,1 1 0,38-19 0,28-9 0,-30 13 0,3 3 0,109-35 0,-81 32 0,-68 23 0,58-15 0,-41 16 0,-15 3 0,1 1 0,0 2 0,39-2 0,962 6 0,-477 4 0,-317-3-1365,-216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0:54.71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72 24575,'102'2'0,"-56"0"0,1-1 0,-1-2 0,1-2 0,87-19 0,-74 7 0,1 2 0,0 3 0,1 3 0,0 2 0,81 5 0,-143 0 0,0 1 0,0 0 0,-1 0 0,1 0 0,0 0 0,-1-1 0,1 1 0,0 0 0,-1-1 0,1 1 0,-1 0 0,0 0 0,1-1 0,-1 1 0,1-1 0,-1 1 0,0-1 0,0 1 0,1-1 0,-1 1 0,0-1 0,0 0 0,1 1 0,-1-1 0,0 0 0,-1 1 0,-30 20 0,-55 31 0,3 4 0,3 4 0,2 3 0,-90 95 0,142-133 0,-1 0 0,-1-2 0,-1-1 0,-36 19 0,56-34 0,8-6 0,0 0 0,0 0 0,0 0 0,0 0 0,0 1 0,1-1 0,-1 1 0,0-1 0,1 1 0,-1 0 0,1-1 0,0 1 0,-1 0 0,1 0 0,0 0 0,0 0 0,0 0 0,0 0 0,1 1 0,-2 3 0,3-4 0,-1-1 0,1 1 0,0-1 0,0 1 0,0-1 0,0 1 0,0-1 0,0 0 0,0 0 0,0 1 0,1-1 0,-1 0 0,0 0 0,1 0 0,-1 0 0,1 0 0,-1-1 0,1 1 0,-1 0 0,1-1 0,-1 1 0,1-1 0,0 0 0,-1 1 0,1-1 0,0 0 0,0 0 0,2 0 0,74 6 0,0-2 0,80-9 0,-11 1 0,167 5-1365,-284-1-5461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0:58.42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396 181 24575,'0'-7'0,"0"0"0,0 0 0,-1 1 0,1-1 0,-2 0 0,1 0 0,-1 1 0,0-1 0,0 1 0,-1-1 0,0 1 0,0 0 0,-6-9 0,3 10 0,1-1 0,-1 1 0,0 0 0,0 0 0,0 1 0,0 0 0,-1 0 0,0 0 0,0 1 0,0 0 0,-14-4 0,0 1 0,1 1 0,0 0 0,-1 2 0,0 0 0,-30 1 0,44 2 0,0 0 0,0 1 0,1 0 0,-1 0 0,0 1 0,1 0 0,-1 0 0,1 1 0,-7 3 0,9-4 0,1 0 0,0 1 0,0-1 0,0 1 0,0 0 0,1-1 0,-1 1 0,1 0 0,-1 1 0,1-1 0,0 0 0,0 1 0,1-1 0,-1 1 0,1-1 0,-1 1 0,0 4 0,0 1 0,0 0 0,0 1 0,1-1 0,1 1 0,-1-1 0,1 1 0,1-1 0,0 0 0,0 1 0,1-1 0,0 0 0,1 0 0,-1 0 0,2 0 0,0 0 0,0 0 0,0-1 0,1 0 0,0 0 0,1 0 0,-1-1 0,2 0 0,-1 0 0,9 7 0,12 13 0,-11-10 0,1 0 0,33 24 0,-46-38 0,0 0 0,0 0 0,1-1 0,-1 0 0,0 0 0,1 0 0,0 0 0,-1-1 0,1 1 0,0-1 0,-1 0 0,1-1 0,0 1 0,0-1 0,0 0 0,0 0 0,0-1 0,0 0 0,5-1 0,-8 1 3,1 0 0,-1 0 0,1 0 0,-1-1 0,0 1 0,0-1 0,0 1 0,0-1 0,0 0-1,0 0 1,0 0 0,-1 0 0,1 0 0,-1 0 0,1-1 0,-1 1 0,0 0 0,0-1 0,0 1 0,0-1 0,1-2-1,6-59-424,-7 42-585,4-5-5819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1:03.77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259 1 24575,'2'6'0,"-1"0"0,2 0 0,-1 0 0,1-1 0,-1 1 0,1-1 0,7 10 0,-2-3 0,4 9 0,2 2 0,0 0 0,-1 1 0,-2 0 0,0 1 0,-2 0 0,-1 1 0,7 32 0,2 52 0,6 49 0,-22-141 0,-1-1 0,-1 1 0,0 0 0,-1-1 0,-1 0 0,-9 34 0,8-44 0,0 0 0,0 0 0,0 0 0,-1 0 0,0-1 0,0 0 0,-1 0 0,0 0 0,0-1 0,0 1 0,-1-1 0,1-1 0,-1 0 0,0 0 0,-1 0 0,-12 5 0,-4 0 0,0-1 0,-1-1 0,0-1 0,-26 3 0,44-8 0,1 0 0,0 0 0,-1-1 0,1 0 0,-1-1 0,1 1 0,-1-1 0,1 0 0,0-1 0,0 1 0,-1-1 0,-5-3 0,8 2 0,0 1 0,0-1 0,0 0 0,1 0 0,-1 0 0,1-1 0,0 1 0,-1-1 0,2 0 0,-1 0 0,0 0 0,1 0 0,0 0 0,0-1 0,0 1 0,-2-9 0,-3-22 0,1 1 0,2-1 0,2 0 0,1 0 0,1 0 0,6-36 0,-1-31 0,-5 83-100,-1 6 2,1-1 1,0 1 0,1 0 0,0 0-1,1 0 1,0 1 0,1-1-1,1 0 1,0 1 0,1 0 0,0 0-1,11-18 1,-4 12-6729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1:05.15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72 1 24575,'-2'28'0,"-1"1"0,-1 0 0,-2-1 0,-14 41 0,11-38 0,0 0 0,3 1 0,-5 43 0,10 159 0,3-113 0,-2-109 0,1 1 0,1-1 0,1 1 0,0-1 0,0 1 0,1-1 0,0 0 0,1-1 0,1 1 0,0-1 0,13 19 0,9 6 0,62 65 0,-58-69 0,10 11-1365,-26-24-5461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1:07.46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24575,'635'0'0,"-613"3"0,-22-3 0,0 0 0,1 1 0,-1-1 0,0 0 0,0 0 0,0 0 0,0 0 0,1 0 0,-1 1 0,0-1 0,0 0 0,0 0 0,0 0 0,0 1 0,1-1 0,-1 0 0,0 0 0,0 1 0,0-1 0,0 0 0,0 0 0,0 1 0,0-1 0,0 0 0,0 0 0,0 1 0,0-1 0,0 0 0,0 0 0,0 1 0,0-1 0,0 0 0,0 0 0,0 0 0,-1 1 0,1-1 0,0 0 0,0 0 0,0 1 0,-28 24 0,12-13 0,-320 313 0,326-315 0,5-5 0,0 0 0,0 0 0,1 0 0,0 0 0,-6 10 0,9-14 0,1 0 0,-1 0 0,1-1 0,0 1 0,0 0 0,-1 0 0,1 0 0,0 0 0,0-1 0,0 1 0,0 0 0,0 0 0,0 0 0,0 0 0,0-1 0,1 1 0,-1 0 0,0 0 0,0 0 0,1-1 0,-1 2 0,1-1 0,0 0 0,0 0 0,1 0 0,-1 0 0,0 0 0,0 0 0,1 0 0,-1 0 0,0-1 0,1 1 0,-1-1 0,1 1 0,-1-1 0,1 1 0,2-1 0,38 6 0,0-2 0,1-2 0,81-6 0,-17-1 0,-71 4-92,-18 0-162,0 1-1,0 1 0,0 0 1,28 6-1,-22 1-6571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11:09.79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24575,'134'118'0,"-119"-105"0,0 0 0,0-1 0,20 12 0,-21-16 0,-1 1 0,0 0 0,0 1 0,-1 1 0,-1 0 0,12 13 0,8 23 0,-2 1 0,30 69 0,2 2 0,-48-90 0,-2 1 0,0 0 0,-2 0 0,-2 1 0,0 0 0,2 42 0,-2 20 0,-6 138 0,-4-95 0,4-128-109,-1-5-6,0 1 1,0-1 0,0 1 0,0-1 0,-1 0 0,1 1 0,-1-1-1,0 0 1,0 1 0,-2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41:50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24575,'103'0'0,"162"20"0,355 94 0,-163-27 0,-333-68 0,-58-10 0,-1 2 0,112 35 0,199 87 0,-53-1 0,-65-25 0,211 107 0,-278-121 0,42 6 0,-121-54 0,114 64 0,-166-75 0,-3 2 0,0 3 0,74 68 0,-124-100 0,1 1 0,-1-1 0,0 1 0,-1 1 0,0-1 0,-1 1 0,0 0 0,0 1 0,0-1 0,-1 1 0,-1 0 0,0 0 0,0 0 0,-1 0 0,0 1 0,-1-1 0,0 0 0,-1 16 0,0-23 0,3 85 0,-10 95 0,4-156 0,-1 0 0,-1 0 0,-2 0 0,0-1 0,-2 0 0,-1-1 0,-24 47 0,-17 11 0,-4-2 0,-97 111 0,106-142 0,-3-2 0,-1-3 0,-2-2 0,-87 55 0,-271 121 0,43-49 0,289-140 0,53-21 0,0 0 0,1 2 0,-25 15 0,-81 42 0,90-49 0,-76 47 0,66-33 0,29-20 0,1 1 0,-29 26 0,48-40 0,1 1 0,-1 0 0,0 0 0,1 0 0,-1 0 0,0-1 0,0 1 0,0 0 0,0-1 0,0 1 0,0-1 0,0 1 0,0-1 0,0 1 0,0-1 0,0 1 0,0-1 0,0 0 0,0 0 0,0 0 0,0 0 0,0 0 0,-1 0 0,1 0 0,0 0 0,0 0 0,-2-1 0,2 0 0,0 0 0,0 0 0,0 0 0,0-1 0,0 1 0,0 0 0,0-1 0,0 1 0,1-1 0,-1 1 0,0-1 0,1 1 0,-1-1 0,1 1 0,0-1 0,-1-2 0,-1-14 0,1 0 0,2-31 0,-1 35 0,3-41 0,2-1 0,3 1 0,2 1 0,2 0 0,3 0 0,2 1 0,34-71 0,-50 122 0,-1 0 0,1 1 0,-1-1 0,1 1 0,0 0 0,-1-1 0,1 1 0,0-1 0,0 1 0,0 0 0,0 0 0,0 0 0,0 0 0,3-2 0,-3 3 0,-1 0 0,0 0 0,1 1 0,-1-1 0,1 0 0,-1 1 0,0-1 0,1 1 0,-1-1 0,0 0 0,1 1 0,-1-1 0,0 1 0,0-1 0,1 1 0,-1-1 0,0 1 0,0-1 0,0 1 0,0-1 0,0 1 0,0-1 0,0 1 0,0-1 0,0 1 0,0-1 0,0 2 0,-3 52 0,-67 152 0,8-25 0,57-168 23,0 1-1,-1-1 0,0-1 0,-1 1 1,-11 14-1,9-13-522,0 0 1,-12 29-1,15-19-6326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41:55.7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24575,'0'6'0,"6"1"0,8 1 0,8-2 0,5 4 0,5 1 0,3-2 0,1-2 0,1-3 0,0-2 0,-7 5 0,-1 2 0,-1-2 0,2-2 0,-5 5 0,-1 1 0,3-3 0,-5-1-8191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1.11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24575,'3339'0'-1365,"-3291"0"-5461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3.3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406 0 24375,'-405'1119'0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6.77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1 173 24575,'17'-2'0,"-1"-1"0,1 0 0,0-1 0,-1-1 0,0-1 0,0-1 0,24-12 0,18-8 0,-9 9 0,-15 6 0,-1-2 0,50-26 0,-83 40 0,0 0 0,1 0 0,-1 0 0,0 0 0,1 0 0,-1-1 0,0 1 0,1 0 0,-1 0 0,0 0 0,1 0 0,-1 0 0,0-1 0,0 1 0,1 0 0,-1 0 0,0 0 0,0-1 0,1 1 0,-1 0 0,0 0 0,0-1 0,0 1 0,1 0 0,-1 0 0,0-1 0,0 1 0,0 0 0,0-1 0,0 1 0,0 0 0,0-1 0,1 1 0,-1 0 0,0-1 0,0 1 0,0 0 0,0-1 0,-1 1 0,1 0 0,0-1 0,0 1 0,0-1 0,-17-1 0,-26 8 0,20-1-455,0 1 0,-37 14 0,34-7-6371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9.19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130 354 24575,'0'-4'0,"0"-7"0,0-4 0,-9-5 0,-2-3 0,0-2 0,2-2 0,-6 1 0,0-1 0,1 1 0,5 0 0,-2 5 0,2 1 0,2 0 0,2-1 0,2-2 0,2 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08:39:50.032"/>
    </inkml:context>
    <inkml:brush xml:id="br0">
      <inkml:brushProperty name="width" value="0.19403" units="cm"/>
      <inkml:brushProperty name="height" value="0.19403" units="cm"/>
      <inkml:brushProperty name="color" value="#E71224"/>
    </inkml:brush>
  </inkml:definitions>
  <inkml:trace contextRef="#ctx0" brushRef="#br0">0 0 23892,'1200'0'0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1.11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24575,'3339'0'-1365,"-3291"0"-5461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3.31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406 0 24375,'-405'1119'0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6.77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1 173 24575,'17'-2'0,"-1"-1"0,1 0 0,0-1 0,-1-1 0,0-1 0,0-1 0,24-12 0,18-8 0,-9 9 0,-15 6 0,-1-2 0,50-26 0,-83 40 0,0 0 0,1 0 0,-1 0 0,0 0 0,1 0 0,-1-1 0,0 1 0,1 0 0,-1 0 0,0 0 0,1 0 0,-1 0 0,0-1 0,0 1 0,1 0 0,-1 0 0,0 0 0,0-1 0,1 1 0,-1 0 0,0 0 0,0-1 0,0 1 0,1 0 0,-1 0 0,0-1 0,0 1 0,0 0 0,0-1 0,0 1 0,0 0 0,0-1 0,1 1 0,-1 0 0,0-1 0,0 1 0,0 0 0,0-1 0,-1 1 0,1 0 0,0-1 0,0 1 0,0-1 0,-17-1 0,-26 8 0,20-1-455,0 1 0,-37 14 0,34-7-6371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0:49.19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130 354 24575,'0'-4'0,"0"-7"0,0-4 0,-9-5 0,-2-3 0,0-2 0,2-2 0,-6 1 0,0-1 0,1 1 0,5 0 0,-2 5 0,2 1 0,2 0 0,2-1 0,2-2 0,2 4-8191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1:05.33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24575,'3339'0'-1365,"-3291"0"-5461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1:05.33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406 0 24375,'-405'1119'0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1:40.72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24575,'1'4'0,"0"-1"0,0 1 0,0 0 0,0 0 0,0-1 0,1 1 0,0-1 0,0 0 0,0 1 0,0-1 0,3 4 0,14 25 0,-7 13 0,-11-38 0,0 1 0,1-1 0,0 0 0,0 0 0,1 0 0,0-1 0,0 1 0,0-1 0,1 1 0,0-1 0,8 9 0,4 1 0,-1 1 0,0 0 0,-2 1 0,0 0 0,18 37 0,-30-55-24,-1 1 0,0-1 0,1 1 0,-1-1 0,1 0 1,-1 1-1,0-1 0,1 1 0,-1-1 0,0 1 0,0-1 0,0 1 0,1-1 0,-1 1 0,0-1 0,0 1 0,0-1 0,0 1 0,0-1 0,0 1 0,0-1 0,0 1 0,0 0 0,0-1 0,0 1 0,0-1 1,0 1-1,0-1 0,-1 1 0,1-1 0,0 1 0,0-1 0,0 1 0,-1-1 0,1 1 0,0-1 0,-1 0 0,1 1 0,-1-1 0,1 1 0,0-1 0,-1 0 0,1 1 0,-1-1 0,1 0 0,-1 0 0,1 1 1,-1-1-1,1 0 0,-1 0 0,1 0 0,-1 0 0,1 1 0,-1-1 0,1 0 0,-2 0 0,-18 0-6802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21:42.30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507 0 24028,'-507'178'0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37:13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15119 1 24575,'181'7'0,"249"42"0,-261-16 0,-2 7 0,199 76 0,-268-77 0,128 72 0,-34-15 0,8-9 0,79 37 0,-205-86 0,115 77 0,-53-15 0,230 222 0,-343-297 0,0 1 0,-1 1 0,-2 1 0,0 1 0,-2 0 0,-2 2 0,-1 0 0,-1 0 0,-1 1 0,-2 1 0,-1 0 0,-2 1 0,-1 0 0,2 37 0,3 27 0,34 127 0,-23-118 0,-10-21 0,-3 1 0,-5-1 0,-3 1 0,-12 103 0,4-127 0,-3 1 0,-3-2 0,-3 0 0,-2 0 0,-44 102 0,1-6 0,-20 43 0,-15 5 0,38-77 0,-99 164 0,84-175 0,-72 106 0,71-123 0,-154 198 0,118-171 0,-6-4 0,-5-6 0,-268 202 0,203-197 0,-6-8 0,-386 168 0,-445 103 0,846-324 0,-210 59 547,-203 29-6874,355-93 5301,-693 167-3299,527-136 9775,378-84-4417,-180 39 3842,-269 48-5102,-34 19 227,108-20 0,-188 48 0,178-38 0,-369 69 0,328-74 0,96-21 0,-264 59 0,-190 43 0,142-34 0,467-96 0,-1306 276 0,1189-254 0,57-11 0,-290 69 0,170-38 0,225-52 0,-177 66 0,207-61 0,-38 14 0,35-11 0,-147 32 0,208-61 0,-62 26 0,-41 10 0,33-17 0,2 6 0,-137 62 0,124-25 0,4-2 0,139-74 0,0 0 0,0 0 0,0 0 0,0-1 0,0 1 0,0 0 0,0-1 0,0 0 0,0 1 0,0-1 0,0 0 0,0 0 0,0 0 0,-1 0 0,1 0 0,0-1 0,-3 0 0,4 0 0,0 1 0,0-1 0,1 0 0,-1 0 0,0 1 0,1-1 0,-1 0 0,0 0 0,1 0 0,-1 0 0,1 0 0,0 0 0,-1 0 0,1 0 0,0 0 0,-1 0 0,1 0 0,0 0 0,0 0 0,0 0 0,0 0 0,0 0 0,0 0 0,0-1 0,2-7 0,-1 0 0,2 1 0,-1-1 0,1 1 0,0-1 0,6-9 0,1-4 0,-1 0 0,-1-1 0,-1 0 0,0-1 0,-2 1 0,-1-1 0,-1 0 0,-1 0 0,-1 0 0,-3-32 0,1 35 0,0-19 0,1 35 0,0 20 0,-1-7 0,-1-1 0,0 1 0,0-1 0,-1 1 0,0-1 0,0 0 0,0 0 0,-1-1 0,0 1 0,-1-1 0,1 0 0,-1 0 0,-1 0 0,-5 5 0,-21 28 0,-16 23 0,37-51 0,1 1 0,0 0 0,1 1 0,0 0 0,1 0 0,1 1 0,0-1 0,1 2 0,-7 20 0,-1 3 0,-3 6 0,17-42 0,0-1 0,0 1 0,0 0 0,-1-1 0,2 1 0,-1 0 0,0-1 0,0 1 0,0-1 0,1 1 0,-1 0 0,1-1 0,-1 1 0,1-1 0,0 1 0,-1-1 0,1 0 0,0 1 0,0-1 0,0 0 0,0 1 0,0-1 0,3 2 0,13 8 0,1 0 0,0-1 0,1-1 0,0-1 0,1-1 0,-1-1 0,1 0 0,29 4 0,-18-4 0,-1 2 0,51 21 0,-55-17-682,41 28-1,-45-25-6143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37:13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15119 1 24575,'181'7'0,"249"42"0,-261-16 0,-2 7 0,199 76 0,-268-77 0,128 72 0,-34-15 0,8-9 0,79 37 0,-205-86 0,115 77 0,-53-15 0,230 222 0,-343-297 0,0 1 0,-1 1 0,-2 1 0,0 1 0,-2 0 0,-2 2 0,-1 0 0,-1 0 0,-1 1 0,-2 1 0,-1 0 0,-2 1 0,-1 0 0,2 37 0,3 27 0,34 127 0,-23-118 0,-10-21 0,-3 1 0,-5-1 0,-3 1 0,-12 103 0,4-127 0,-3 1 0,-3-2 0,-3 0 0,-2 0 0,-44 102 0,1-6 0,-20 43 0,-15 5 0,38-77 0,-99 164 0,84-175 0,-72 106 0,71-123 0,-154 198 0,118-171 0,-6-4 0,-5-6 0,-268 202 0,203-197 0,-6-8 0,-386 168 0,-445 103 0,846-324 0,-210 59 547,-203 29-6874,355-93 5301,-693 167-3299,527-136 9775,378-84-4417,-180 39 3842,-269 48-5102,-34 19 227,108-20 0,-188 48 0,178-38 0,-369 69 0,328-74 0,96-21 0,-264 59 0,-190 43 0,142-34 0,467-96 0,-1306 276 0,1189-254 0,57-11 0,-290 69 0,170-38 0,225-52 0,-177 66 0,207-61 0,-38 14 0,35-11 0,-147 32 0,208-61 0,-62 26 0,-41 10 0,33-17 0,2 6 0,-137 62 0,124-25 0,4-2 0,139-74 0,0 0 0,0 0 0,0 0 0,0-1 0,0 1 0,0 0 0,0-1 0,0 0 0,0 1 0,0-1 0,0 0 0,0 0 0,0 0 0,-1 0 0,1 0 0,0-1 0,-3 0 0,4 0 0,0 1 0,0-1 0,1 0 0,-1 0 0,0 1 0,1-1 0,-1 0 0,0 0 0,1 0 0,-1 0 0,1 0 0,0 0 0,-1 0 0,1 0 0,0 0 0,-1 0 0,1 0 0,0 0 0,0 0 0,0 0 0,0 0 0,0 0 0,0 0 0,0-1 0,2-7 0,-1 0 0,2 1 0,-1-1 0,1 1 0,0-1 0,6-9 0,1-4 0,-1 0 0,-1-1 0,-1 0 0,0-1 0,-2 1 0,-1-1 0,-1 0 0,-1 0 0,-1 0 0,-3-32 0,1 35 0,0-19 0,1 35 0,0 20 0,-1-7 0,-1-1 0,0 1 0,0-1 0,-1 1 0,0-1 0,0 0 0,0 0 0,-1-1 0,0 1 0,-1-1 0,1 0 0,-1 0 0,-1 0 0,-5 5 0,-21 28 0,-16 23 0,37-51 0,1 1 0,0 0 0,1 1 0,0 0 0,1 0 0,1 1 0,0-1 0,1 2 0,-7 20 0,-1 3 0,-3 6 0,17-42 0,0-1 0,0 1 0,0 0 0,-1-1 0,2 1 0,-1 0 0,0-1 0,0 1 0,0-1 0,1 1 0,-1 0 0,1-1 0,-1 1 0,1-1 0,0 1 0,-1-1 0,1 0 0,0 1 0,0-1 0,0 0 0,0 1 0,0-1 0,3 2 0,13 8 0,1 0 0,0-1 0,1-1 0,0-1 0,1-1 0,-1-1 0,1 0 0,29 4 0,-18-4 0,-1 2 0,51 21 0,-55-17-682,41 28-1,-45-25-6143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37:30.9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24575,'4581'0'-1365,"-4540"0"-5461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38:25.45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0 892 24575,'10'-2'0,"-1"0"0,0-1 0,0 0 0,0-1 0,0 1 0,0-2 0,-1 1 0,0-1 0,0 0 0,14-13 0,-7 7 0,158-95 0,-84 48 0,-46 29 0,1 2 0,0 1 0,59-22 0,114-48 0,-2 0 0,120-5 0,-158 53 0,-34 10 0,228-30 0,145 17 0,-284 31 0,506 6 0,-458 17 0,-177-5 0,0 5 0,-1 5 0,169 34 0,-241-35 0,-1 2 0,0 1 0,-1 1 0,0 2 0,44 27 0,-27-16 0,1-1 0,82 28 0,50 24 0,-37-13 0,-22-11 0,-97-38 0,-1 0 0,-1 1 0,0 1 0,25 25 0,-28-24 0,0-1 0,1-1 0,1 0 0,0-1 0,23 11 0,10 7 0,-42-24 0,0 0 0,0-1 0,23 9 0,-32-14 0,0-1 0,0 0 0,0 0 0,-1 0 0,1 0 0,0 0 0,0 0 0,-1 0 0,1-1 0,0 1 0,0 0 0,-1 0 0,1-1 0,0 1 0,-1 0 0,1-1 0,0 1 0,-1 0 0,1-1 0,0 1 0,-1-1 0,1 1 0,-1-1 0,1 0 0,-1 1 0,1-1 0,-1 1 0,1-1 0,-1 0 0,0 0 0,1 1 0,-1-1 0,0 0 0,0 1 0,0-1 0,1 0 0,-1 0 0,0 1 0,0-1 0,0 0 0,0 0 0,0-1 0,0-41 0,0 37 0,1-50 0,0 38 0,-1-1 0,0 0 0,-1 1 0,-1-1 0,-1 1 0,-7-26 0,8 38 0,0 1 0,-1 0 0,0 1 0,0-1 0,0 0 0,-1 1 0,1 0 0,-1-1 0,0 1 0,-1 1 0,1-1 0,0 1 0,-1 0 0,0 0 0,0 0 0,0 0 0,0 1 0,0 0 0,-1 0 0,1 0 0,-1 1 0,1 0 0,-1 0 0,1 0 0,-1 1 0,0 0 0,-5 0 0,10 0 0,0 1 0,-1-1 0,1 0 0,0 1 0,0-1 0,0 1 0,0-1 0,0 1 0,0-1 0,0 1 0,0 0 0,0 0 0,0-1 0,0 1 0,0 0 0,0 0 0,0 0 0,1 0 0,-1 0 0,0 0 0,1 0 0,-1 0 0,1 0 0,-1 1 0,0 1 0,1 0 0,0 0 0,-1 0 0,1 1 0,0-1 0,1 0 0,-1 1 0,1-1 0,-1 0 0,3 6 0,0 1 0,1 0 0,0-1 0,1 1 0,0-1 0,9 12 0,2-1 0,-1-1 0,0 2 0,-2 0 0,-1 1 0,0 0 0,-2 0 0,0 2 0,10 40 0,-20-62 0,1 0 0,-1 0 0,0 1 0,0-1 0,0 0 0,0 1 0,0-1 0,-1 0 0,1 0 0,-1 1 0,1-1 0,-1 0 0,0 0 0,0 0 0,0 0 0,0 0 0,0 0 0,0 0 0,-1 0 0,1 0 0,-2 1 0,-1 0 0,0 0 0,1 0 0,-1-1 0,0 1 0,0-1 0,-1 0 0,1-1 0,0 1 0,-1-1 0,-5 1 0,-13 2 0,-1-1 0,0-2 0,-34-1 0,36-1 0,-128-1-1365,103 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40:03.3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24575,'3618'0'-1365,"-3576"0"-5461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4:40:08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6370 5973 24575,'6'0'0,"-1"-1"0,0 0 0,0 0 0,0-1 0,1 1 0,7-5 0,11-3 0,140-53 0,253-130 0,-372 165 0,-2-1 0,0-3 0,54-50 0,29-22 0,-50 42 0,-4-3 0,76-88 0,0 1 0,-127 130 0,-1-2 0,0-1 0,-2 0 0,18-32 0,52-113 0,-2 5 0,-53 110 0,-15 28 0,-2 0 0,-1 0 0,-2-1 0,0-1 0,-2 0 0,11-39 0,-7-10 0,39-145 0,-35 156 0,-3-1 0,12-104 0,-10 48 0,11-121 0,-27-245 0,-4 241 0,1 228 0,-1 1 0,-1-1 0,-1 1 0,0-1 0,-2 1 0,0 0 0,-1 1 0,-12-23 0,-6-5 0,-59-83 0,64 105 0,-1 1 0,-1 1 0,-40-31 0,-16-15 0,-47-57 0,97 100 0,0 0 0,-1 2 0,-2 1 0,0 2 0,-51-25 0,23 12 0,-365-180 0,-13 31 0,379 159 0,-252-97 0,-325-94 0,505 175 0,-132-23 0,106 28 0,-232-42 0,-55-13 0,170 39 0,170 35 0,-158-16 0,-29-5 0,-180-22 0,213 20 0,45 4 0,-106-13 0,93 13 0,80 9 0,-44-5 0,3 9 0,-324-29 0,300 26 0,-94-4 0,174 28 0,290 2 0,-48 1 0,1-4 0,119-18 0,-186 6 0,-46 13 0,1 0 0,-1 0 0,0 0 0,0 0 0,1 0 0,-1 0 0,0 0 0,0 0 0,0 0 0,1 0 0,-1-1 0,0 1 0,0 0 0,0 0 0,1 0 0,-1 0 0,0-1 0,0 1 0,0 0 0,0 0 0,0 0 0,1-1 0,-1 1 0,0 0 0,0 0 0,0-1 0,0 1 0,0 0 0,0 0 0,0-1 0,0 1 0,0 0 0,0 0 0,0-1 0,0 1 0,0 0 0,0 0 0,0 0 0,0-1 0,0 1 0,0 0 0,0 0 0,0-1 0,-1 1 0,-23-9 0,-62-5 0,-154-6 0,-94 22 0,131 1 0,194-3 0,-72 4 0,67 3 0,17 2 0,25 9 0,-20-13 0,71 44 0,-44-28 0,-1 1 0,36 30 0,-57-39 0,0 1 0,21 28 0,-26-30 0,0-1 0,0-1 0,2 0 0,-1 0 0,1 0 0,0-2 0,15 10 0,-17-13 0,5 3 0,1 0 0,-1 1 0,-1 1 0,18 16 0,-9-9-1365,0-3-5461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5:09:15.398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39 24575,'0'560'0,"1"-552"0,0 0 0,0 0 0,0-1 0,1 1 0,0-1 0,1 1 0,-1-1 0,1 0 0,1 0 0,-1 0 0,1 0 0,1-1 0,-1 1 0,1-1 0,0 0 0,0-1 0,1 1 0,0-1 0,0 0 0,0 0 0,1-1 0,-1 0 0,1 0 0,0 0 0,0-1 0,0 0 0,1-1 0,-1 1 0,1-2 0,11 3 0,65 4 0,1-4 0,105-7 0,-38-1 0,3607 4 0,-3693-4 0,-1-2 0,112-25 0,-140 20 0,0-1 0,65-31 0,-84 35 0,165-94 0,-104 55 0,-56 31 0,-1 0 0,0-2 0,-1 0 0,28-32 0,29-27 0,27-25 0,-65 61 0,-11 10 0,-18 18 0,0 1 0,1 0 0,16-11 0,-10 8 0,0 0 0,22-28 0,-35 38 0,-5 5 0,0 0 0,0-1 0,0 1 0,0 0 0,0 0 0,1-1 0,-1 1 0,0 0 0,0 0 0,0-1 0,1 1 0,-1 0 0,0 0 0,0 0 0,1-1 0,-1 1 0,0 0 0,1 0 0,-1 0 0,0 0 0,0 0 0,1 0 0,-1 0 0,0-1 0,1 1 0,-1 0 0,0 0 0,1 0 0,-1 0 0,0 0 0,1 1 0,-1-1 0,0 0 0,0 0 0,1 0 0,-1 0 0,0 0 0,1 0 0,-1 0 0,0 1 0,0-1 0,1 0 0,-1 0 0,0 0 0,0 0 0,1 1 0,-1-1 0,6 22 0,-5 32 0,-1-51 0,-3 185 0,5-242 0,-1 27 0,-1 1 0,-4-47 0,3 70 0,0 1 0,0-1 0,0 0 0,-1 0 0,1 1 0,-1-1 0,1 1 0,-1-1 0,0 1 0,0 0 0,0-1 0,0 1 0,0 0 0,-1 0 0,1 1 0,-1-1 0,1 0 0,-1 1 0,0 0 0,1-1 0,-1 1 0,0 0 0,0 0 0,-3 0 0,-11-3 0,-1 0 0,-35-2 0,24 4 0,-153-9-1365,139 10-5461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39:07.91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24575,'0'427'0,"1"-412"0,1 0 0,0 0 0,1 0 0,1-1 0,9 23 0,-7-20 0,-1 1 0,0 0 0,3 22 0,-5-4 0,-3-24 0,1 0 0,0 0 0,1 0 0,1 0 0,0 0 0,7 18 0,-3-9 0,-1-1 0,0 1 0,-1 0 0,-2 0 0,0 1 0,-1-1 0,-1 1 0,-3 31 0,3-42 0,0 0 0,1-1 0,0 1 0,1-1 0,0 1 0,0-1 0,1 0 0,9 14 0,4 8 0,26 35 0,-37-60 0,0-1 0,0 0 0,1 0 0,0 0 0,0-1 0,0 0 0,12 5 0,21 17 0,-26-16 0,0 0 0,1-1 0,0-1 0,1 0 0,0-1 0,0-1 0,1 0 0,0-2 0,0 0 0,0 0 0,0-2 0,1 0 0,0-1 0,22 0 0,-27-1 0,10 0 0,0 0 0,43-6 0,-59 4 0,0 0 0,0-1 0,0 0 0,0-1 0,0 1 0,0-1 0,0-1 0,-1 1 0,0-1 0,1 0 0,-1-1 0,-1 0 0,7-5 0,20-22 0,-16 17 0,-1 0 0,15-20 0,-26 29 0,1-1 0,-1 1 0,-1-1 0,1 0 0,-1 0 0,-1 0 0,1 0 0,-1-1 0,2-14 0,-1 6 0,1-1 0,1 1 0,6-17 0,-5 19 0,-1-2 0,-1 1 0,5-31 0,-7 35 0,1-1 0,0 1 0,1 0 0,1-1 0,-1 2 0,2-1 0,11-18 0,11-22 0,0-5 0,60-90 0,-84 140 0,1-1 0,0 1 0,0-1 0,1 1 0,-1 1 0,1-1 0,1 1 0,-1 0 0,1 0 0,12-5 0,-16 8 0,1 1 0,0 0 0,0 0 0,0 0 0,0 0 0,0 1 0,0-1 0,0 1 0,0 0 0,1 0 0,-1 1 0,0-1 0,0 1 0,0 0 0,0 0 0,-1 1 0,1-1 0,0 1 0,0-1 0,-1 1 0,1 0 0,4 4 0,-1 0 0,0-1 0,-1 1 0,1 1 0,-2-1 0,1 1 0,-1 0 0,0 0 0,0 1 0,0-1 0,-1 1 0,-1 0 0,1 0 0,-1 1 0,-1-1 0,0 1 0,0-1 0,0 1 0,-1 0 0,0-1 0,-1 1 0,-1 17 0,1-17 0,1-1 0,1 1 0,0 0 0,0-1 0,0 1 0,1-1 0,7 15 0,-5-12 0,-1-1 0,0 1 0,-1-1 0,4 19 0,-2 59 0,-6-73 0,1-1 0,0 1 0,1 0 0,1-1 0,1 1 0,0-1 0,0 1 0,2-1 0,0-1 0,0 1 0,9 14 0,-8-16 0,0 1 0,-1 0 0,0 1 0,-1-1 0,0 1 0,2 17 0,-3-15 0,1 1 0,0-1 0,1 0 0,8 16 0,-1-9 0,-2-1 0,0 1 0,-1 1 0,-2-1 0,0 2 0,-2-1 0,0 0 0,-2 1 0,1 44 0,-4-57 0,2 0 0,-1 0 0,2 0 0,-1 0 0,2 0 0,-1 0 0,2-1 0,7 15 0,-3-8 0,1 0 0,1-1 0,0 0 0,18 18 0,-2-7 0,43 32 0,-20-18 0,-32-27 0,1-2 0,0 0 0,0 0 0,1-2 0,1-1 0,0 0 0,34 10 0,-41-16 0,0 0 0,0-1 0,1 0 0,-1-1 0,1-1 0,-1 0 0,1-1 0,0-1 0,-1 0 0,1-1 0,-1-1 0,27-7 0,-35 7 0,-1-1 0,1 1 0,-1-1 0,0 0 0,0 0 0,0-1 0,-1 0 0,1 1 0,-1-1 0,0-1 0,0 1 0,-1-1 0,0 1 0,0-1 0,2-6 0,30-42 0,-23 38 0,-1 0 0,-1 0 0,0-1 0,-1 0 0,-1-1 0,8-24 0,-7 18 0,1 1 0,24-41 0,-7 25 0,-16 24 0,-1 1 0,0-1 0,-1-1 0,-1 0 0,0 0 0,-1 0 0,6-23 0,-4 3 0,1-1 0,3 2 0,0-1 0,31-54 0,-22 51 0,-15 24 0,1 1 0,0 0 0,1 0 0,0 0 0,2 1 0,20-20 0,-29 30 0,1 1 0,0 0 0,0 0 0,0 0 0,0 1 0,0-1 0,0 1 0,0-1 0,1 1 0,-1 0 0,1 0 0,-1 1 0,0-1 0,1 1 0,-1 0 0,1 0 0,-1 0 0,1 0 0,-1 0 0,1 1 0,-1 0 0,1-1 0,-1 1 0,0 0 0,7 4 0,-4-2 0,-1 1 0,1 0 0,-1 0 0,0 0 0,0 0 0,-1 1 0,1 0 0,-1 0 0,0 1 0,0-1 0,-1 1 0,6 11 0,-1 0 0,1 1 0,-2 1 0,-1-1 0,0 1 0,-1 0 0,-1 1 0,-1-1 0,1 27 0,-2-17 0,1 0 0,2 0 0,1 0 0,17 49 0,-9-34 0,0 18 0,-12-49 0,0 1 0,2-1 0,-1 0 0,2 0 0,0 0 0,12 23 0,-4-14 0,-2 0 0,0 1 0,-2 0 0,0 1 0,-2 0 0,5 27 0,-4-24 0,2-1 0,1 0 0,1-1 0,0 0 0,30 41 0,19 38 0,-57-94 0,-1 0 0,1 1 0,-2-1 0,1 0 0,-2 1 0,2 17 0,-3-18 0,1 0 0,0 0 0,1-1 0,0 1 0,1 0 0,0-1 0,6 14 0,33 66 0,-29-59 0,1 0 0,26 39 0,-25-48 0,-1 1 0,-1 0 0,0 1 0,-2 1 0,15 43 0,-21-52 0,1 0 0,1 0 0,1 0 0,0-1 0,0 0 0,2 0 0,12 14 0,28 44 0,29 66 0,-71-127 0,1 0 0,0-1 0,0 0 0,1 0 0,0-1 0,1 0 0,0-1 0,23 13 0,24 20 0,-47-33 0,-1-1 0,2 0 0,-1-1 0,1 0 0,0 0 0,0-2 0,1 1 0,-1-2 0,1 0 0,0 0 0,0-1 0,0-1 0,0 0 0,0-1 0,21-1 0,-22 0 0,1-1 0,-1 0 0,0 0 0,0-1 0,0-1 0,0 0 0,-1 0 0,0-1 0,1-1 0,-2 0 0,1 0 0,-1-1 0,0-1 0,0 0 0,-1 0 0,14-15 0,-18 15 0,-1 1 0,0-1 0,0 0 0,0 0 0,-1 0 0,-1-1 0,1 1 0,1-15 0,-2 13 0,0 1 0,0 0 0,1 0 0,0 0 0,1 0 0,0 1 0,6-11 0,3 1 0,-2 0 0,0-1 0,-1 0 0,-1-1 0,-1 0 0,-1 0 0,0 0 0,-2-1 0,0 0 0,-2-1 0,0 1 0,0-25 0,-3-24 0,4-70 0,-2 121 0,1 1 0,1-1 0,0 1 0,2 0 0,11-27 0,82-131 0,-41 80 0,-53 87 0,0-2 0,1 1 0,0 0 0,1 0 0,0 1 0,1 0 0,0 0 0,9-8 0,-4 5 0,0-1 0,16-24 0,-19 24 0,1 0 0,0 1 0,17-15 0,-21 23 0,0 0 0,0 0 0,0 1 0,1 0 0,0 0 0,0 1 0,0 0 0,0 0 0,0 1 0,0 0 0,0 0 0,0 1 0,1 0 0,-1 0 0,0 1 0,0 0 0,0 1 0,0 0 0,15 5 0,-4 0 0,0 0 0,-1 0 0,0 2 0,0 0 0,-1 2 0,-1 0 0,19 15 0,65 68 0,-65-59 0,2-1 0,1-2 0,81 53 0,-89-66 0,-1 1 0,-1 2 0,-2 1 0,0 0 0,31 38 0,-51-54 0,21 18 0,1-2 0,1 0 0,1-2 0,32 17 0,17 13 0,-69-45 0,1 0 0,-1-1 0,1 0 0,1 0 0,-1-1 0,0-1 0,1 0 0,0 0 0,0-1 0,0-1 0,0 0 0,0 0 0,0-1 0,0-1 0,0 0 0,23-6 0,-19 3 0,0 0 0,0-2 0,0 0 0,-1-1 0,0 0 0,0-2 0,0 1 0,-1-2 0,-1 0 0,0 0 0,20-21 0,-25 21 0,-1-1 0,0 1 0,-1-1 0,0 0 0,0 0 0,-1-1 0,4-16 0,20-86 0,-25 82 0,-2 1 0,0 0 0,-5-54 0,0 51 0,2 0 0,7-61 0,15 14 0,-13 60 0,-2-1 0,3-24 0,-7 29 0,1 0 0,0 0 0,1 0 0,1 1 0,1-1 0,0 1 0,1 0 0,1 1 0,1-1 0,0 2 0,19-26 0,37-37 0,-47 53 0,2 1 0,29-28 0,-41 44 0,0 0 0,1 1 0,0 0 0,0 1 0,0 0 0,1 0 0,0 1 0,0 0 0,0 1 0,16-4 0,-14 5 0,0 1 0,0 0 0,0 1 0,0 0 0,0 0 0,0 1 0,0 1 0,0 0 0,0 1 0,0 0 0,-1 1 0,0 0 0,0 1 0,0 0 0,0 1 0,-1 0 0,1 0 0,-2 1 0,10 9 0,2-1 0,0 0 0,1-1 0,1-1 0,0-1 0,48 16 0,-15-4 0,167 66 0,-211-84 0,1-1 0,0-1 0,1 0 0,-1 0 0,1-2 0,0 1 0,-1-2 0,1 0 0,0 0 0,0-1 0,0-1 0,0-1 0,0 0 0,-1 0 0,1-2 0,-1 1 0,1-2 0,-1 0 0,-1 0 0,1-1 0,-1-1 0,0 0 0,0-1 0,-1 0 0,18-17 0,18-19 0,97-100 0,-84 83 0,-42 45 0,-1-2 0,0 0 0,-1-1 0,26-42 0,19-30 0,-46 72 0,-2 0 0,0-1 0,-1 0 0,-1-1 0,0 0 0,7-24 0,-13 33 0,0 0 0,1 1 0,0-1 0,1 1 0,0 1 0,1-1 0,0 1 0,1 1 0,0 0 0,15-12 0,-11 9 0,-1 1 0,0-1 0,-1-1 0,-1 0 0,16-26 0,-5 5 0,0 1 0,3 0 0,49-52 0,4-6 0,-56 66-36,-14 18-186,-1-1 1,0 1-1,0-1 1,-1 0-1,7-14 1,-5 3-6605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39:16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1 226 24575,'5'45'-7139,"8"0"3674,-1 3 5097,-5-22-1191,0-1 1,2 1 0,1-2-1,24 45 1,67 91-3591,-53-87 2369,395 532 429,-241-359 3855,-41-59-2788,-12-14-36,-54-54 3161,-23-34-6837,118 89 2325,-182-167 455,93 84-4227,-54-46 5641,3-2 0,99 66 0,318 160 3343,-261-169-7640,152 42 4567,-155-76-4871,3-10 1,260 37 0,-194-60 4195,-1-14 5206,-199-18-6126,1-2 0,-1-4 1,0-3-1,-1-3 0,0-4 0,77-25 0,-74 14 1254,0-4-1,-2-2 0,-2-4 0,-1-3 1,91-68-1,6-15-6212,74-54 1695,-6-3 6754,-20-12-3687,-118 101 1769,3 4 4218,-35 41-5663,-44 32 0,0-1 0,-2-1 0,20-18 0,191-208 0,-221 232 0,46-46 0,-3-2 0,52-77 0,-72 92 0,54-57 0,-32 40 0,-38 43 0,6-8 0,-1 0 0,-1-1 0,28-48 0,-35 51 0,30-38 0,-8 12 0,100-120 0,-23 24 0,-25 34 0,-58 74 0,-15 21 0,-1-1 0,-1 0 0,-1-1 0,0 1 0,7-20 0,32-90 0,1 22 0,2-20 0,-47 113 9,1 1 0,1 0 0,-1 0 1,2 0-1,8-9 0,-10 13-111,-1 1 1,1-2-1,-1 1 1,-1 0 0,1-1-1,-1 0 1,0 0-1,-1-1 1,0 1 0,0-1-1,0 1 1,-1-1-1,2-12 1,-3 0-6725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39:29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55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24575,'3'76'-687,"19"112"1,-7-81-714,-10-83 1462,0-1-1,1-1 1,2 1-1,0-1 1,1 0-1,19 30 1,21 55 1913,-39-75-1851,-2 0 0,6 49 0,0 1-129,30 166 5,-34-187 0,-5-41 0,0 0 0,2 0 0,1-1 0,0 0 0,1 0 0,19 27 0,-14-22 0,0 1 0,18 47 0,-13-17 0,-3 1 0,16 103 0,-28-141 0,0-1 0,1 0 0,0 0 0,2-1 0,0 1 0,0-2 0,19 29 0,-14-24 0,-1 0 0,-1 0 0,0 1 0,7 25 0,-4 7 0,-1-6 0,23 62 0,13 32 0,-34-91 0,32 73 0,-21-79 0,-19-34 0,0 0 0,0 0 0,-1 1 0,0 0 0,5 22 0,-7-24 0,1 0 0,-1 0 0,1 0 0,1 0 0,0 0 0,10 14 0,20 37 0,-22-33 0,1-1 0,31 44 0,-18-30 0,15 20 0,2-1 0,67 67 0,14 3 0,-44-48 15,62 57-1395,-95-97-5446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6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24575,'0'4'0,"8"6"0,25 15 0,15 6 0,13 3 0,-4 0 0,-12-6-8191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88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24575,'9'0'0,"11"9"0,25 15 0,12 4 0,-3 2 0,-3-5 0,-9-2 0,1-5 0,2-1 0,-3 5 0,-8-1-8191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10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24575,'22'13'0,"24"8"0,9 6 0,3-2 0,1-2 0,-10 1 0,-4-5 0,-2-1 0,19 6 0,-3 2 0,-10-3-8191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4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24575,'24'2'0,"-1"1"0,1 1 0,-1 1 0,0 1 0,0 1 0,36 17 0,-22-9 0,43 11 0,298 79-251,-288-78-863,-48-15-5712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57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24575,'9'4'0,"11"2"0,3-1-8191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67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24575,'4'0'0,"10"4"0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31.3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23912,'2082'304'0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55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24575,'3'76'-687,"19"112"1,-7-81-714,-10-83 1462,0-1-1,1-1 1,2 1-1,0-1 1,1 0-1,19 30 1,21 55 1913,-39-75-1851,-2 0 0,6 49 0,0 1-129,30 166 5,-34-187 0,-5-41 0,0 0 0,2 0 0,1-1 0,0 0 0,1 0 0,19 27 0,-14-22 0,0 1 0,18 47 0,-13-17 0,-3 1 0,16 103 0,-28-141 0,0-1 0,1 0 0,0 0 0,2-1 0,0 1 0,0-2 0,19 29 0,-14-24 0,-1 0 0,-1 0 0,0 1 0,7 25 0,-4 7 0,-1-6 0,23 62 0,13 32 0,-34-91 0,32 73 0,-21-79 0,-19-34 0,0 0 0,0 0 0,-1 1 0,0 0 0,5 22 0,-7-24 0,1 0 0,-1 0 0,1 0 0,1 0 0,0 0 0,10 14 0,20 37 0,-22-33 0,1-1 0,31 44 0,-18-30 0,15 20 0,2-1 0,67 67 0,14 3 0,-44-48 15,62 57-1395,-95-97-5446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6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24575,'0'4'0,"8"6"0,25 15 0,15 6 0,13 3 0,-4 0 0,-12-6-8191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88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24575,'9'0'0,"11"9"0,25 15 0,12 4 0,-3 2 0,-3-5 0,-9-2 0,1-5 0,2-1 0,-3 5 0,-8-1-8191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10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24575,'22'13'0,"24"8"0,9 6 0,3-2 0,1-2 0,-10 1 0,-4-5 0,-2-1 0,19 6 0,-3 2 0,-10-3-8191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4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24575,'24'2'0,"-1"1"0,1 1 0,-1 1 0,0 1 0,0 1 0,36 17 0,-22-9 0,43 11 0,298 79-251,-288-78-863,-48-15-5712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57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24575,'9'4'0,"11"2"0,3-1-8191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67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24575,'4'0'0,"10"4"0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31.3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23912,'2082'304'0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4.5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24575,'0'4'0,"0"6"0,0 6 0,0 4 0,0 3 0,0 2 0,5 1 0,0 0 0,1 1 0,-2-1 0,-1 0 0,-1 0 0,-1 0 0,0-5-8191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6.32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24575,'9'0'0,"6"0"0,10 0 0,10 0 0,6 0 0,6 0 0,-5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7.71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173 1 24575,'-8'0'0,"-4"4"0,-11 2 0,-4 3 0,-4 1 0,-6-1 0,3-3-8191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55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24575,'3'76'-687,"19"112"1,-7-81-714,-10-83 1462,0-1-1,1-1 1,2 1-1,0-1 1,1 0-1,19 30 1,21 55 1913,-39-75-1851,-2 0 0,6 49 0,0 1-129,30 166 5,-34-187 0,-5-41 0,0 0 0,2 0 0,1-1 0,0 0 0,1 0 0,19 27 0,-14-22 0,0 1 0,18 47 0,-13-17 0,-3 1 0,16 103 0,-28-141 0,0-1 0,1 0 0,0 0 0,2-1 0,0 1 0,0-2 0,19 29 0,-14-24 0,-1 0 0,-1 0 0,0 1 0,7 25 0,-4 7 0,-1-6 0,23 62 0,13 32 0,-34-91 0,32 73 0,-21-79 0,-19-34 0,0 0 0,0 0 0,-1 1 0,0 0 0,5 22 0,-7-24 0,1 0 0,-1 0 0,1 0 0,1 0 0,0 0 0,10 14 0,20 37 0,-22-33 0,1-1 0,31 44 0,-18-30 0,15 20 0,2-1 0,67 67 0,14 3 0,-44-48 15,62 57-1395,-95-97-5446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6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24575,'0'4'0,"8"6"0,25 15 0,15 6 0,13 3 0,-4 0 0,-12-6-8191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88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24575,'9'0'0,"11"9"0,25 15 0,12 4 0,-3 2 0,-3-5 0,-9-2 0,1-5 0,2-1 0,-3 5 0,-8-1-8191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10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24575,'22'13'0,"24"8"0,9 6 0,3-2 0,1-2 0,-10 1 0,-4-5 0,-2-1 0,19 6 0,-3 2 0,-10-3-8191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4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24575,'24'2'0,"-1"1"0,1 1 0,-1 1 0,0 1 0,0 1 0,36 17 0,-22-9 0,43 11 0,298 79-251,-288-78-863,-48-15-5712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57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24575,'9'4'0,"11"2"0,3-1-8191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67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24575,'4'0'0,"10"4"0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31.3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23912,'2082'304'0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4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24575,'8'4'0,"-1"1"0,0 1 0,0-1 0,-1 1 0,7 7 0,-6-6 0,0 0 0,0-1 0,1 0 0,9 6 0,3-1 0,-1 1 0,0 0 0,-1 1 0,-1 1 0,0 1 0,-1 0 0,0 2 0,-1-1 0,23 36 0,-18-25 0,1-1 0,2-1 0,34 30 0,-29-30 0,-2 2 0,33 42 0,18 35 0,-57-75 0,0-1 0,2 0 0,2-2 0,0-1 0,1 0 0,32 22 0,116 106 0,-51-42 0,-74-74 0,2-2 0,54 28 0,14 9 0,-66-37 0,-1 0 0,85 43 0,-1-9 0,52 24 0,-29-9 0,-120-63 0,40 19 0,1-5 0,97 31 0,22 7 0,3-4 0,-145-49 0,75 18 0,-72-23 0,67 27 0,81 23 0,-66-25 0,317 106 0,-25-37 0,-84-24 0,-277-64 0,89 20 0,210 38 0,-171-33 0,-18-1 0,84 15 0,-20-29 0,-228-30-273,-1 1 0,1 0 0,-1 2 0,21 6 0,-14 0-6553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44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24575,'9'0'0,"11"0"0,11 0 0,9 0 0,6 0 0,4 0 0,7 4 0,-3 2 0,-1 4 0,-10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45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105 555 24575,'-1'-9'0,"1"-1"0,0 1 0,1 0 0,0-1 0,1 1 0,0 0 0,0 0 0,1 0 0,0 1 0,1-1 0,0 1 0,0-1 0,11-14 0,-4 4 0,-1 0 0,0 0 0,9-26 0,1-3 0,-18 43 0,0-1 0,0 1 0,0 0 0,-1-1 0,0 1 0,0-1 0,0 1 0,-1-1 0,0 1 0,0-1 0,0 0 0,-1 1 0,0-1 0,0 1 0,0-1 0,-1 1 0,1 0 0,-1-1 0,-1 1 0,-4-8 0,-5-5 0,0 1 0,-1 0 0,-1 2 0,-19-19 0,28 29 0,0 1 0,0 0 0,-1 0 0,0 1 0,1 0 0,-1 0 0,-1 0 0,1 1 0,-11-4 0,15 6 0,1-1 0,-1 0 0,1 1 0,-1-1 0,1 1 0,-1-1 0,0 1 0,1 0 0,-1 0 0,0 0 0,1 0 0,-1 0 0,0 0 0,1 0 0,-1 1 0,0-1 0,1 0 0,-1 1 0,1-1 0,-1 1 0,1 0 0,-1 0 0,1-1 0,-1 1 0,1 0 0,0 0 0,-1 0 0,1 1 0,0-1 0,0 0 0,0 0 0,0 1 0,0-1 0,0 0 0,0 1 0,0-1 0,1 1 0,-2 2 0,2-2 0,0 1 0,0 0 0,0 0 0,0 0 0,1 0 0,-1-1 0,1 1 0,0 0 0,0 0 0,0-1 0,0 1 0,0 0 0,1-1 0,-1 1 0,1-1 0,2 4 0,39 41 0,-17-20 0,-1 1 0,40 34 0,-2-2 0,-56-54 10,0 0 0,1 0 0,0 0 0,0-1 0,1 0-1,-1-1 1,1 0 0,0 0 0,0-1 0,19 5 0,7-2-581,57 4 0,-82-9 239,33 2-6494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46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453 82 24575,'-1'-3'0,"0"0"0,1 0 0,-1 1 0,-1-1 0,1 0 0,0 1 0,-1-1 0,1 1 0,-1-1 0,0 1 0,1 0 0,-1 0 0,-1-1 0,1 1 0,0 1 0,0-1 0,-1 0 0,1 1 0,-1-1 0,1 1 0,-1-1 0,0 1 0,1 0 0,-1 0 0,0 1 0,0-1 0,-3 0 0,-13-4 0,-1 1 0,-30-3 0,47 7 0,-22-3 0,-18-1 0,-44 0 0,76 4 0,1 0 0,-1 1 0,1 0 0,0 1 0,0 0 0,-1 1 0,1 0 0,1 1 0,-19 8 0,26-11 0,1 0 0,-1 0 0,0 1 0,0-1 0,1 0 0,-1 0 0,1 1 0,-1-1 0,1 1 0,0 0 0,-1-1 0,1 1 0,0 0 0,0 0 0,0 0 0,1-1 0,-1 1 0,0 0 0,1 0 0,-1 0 0,1 0 0,-1 1 0,1-1 0,0 0 0,0 0 0,0 0 0,0 0 0,1 0 0,-1 0 0,0 0 0,1 0 0,-1 0 0,1 0 0,1 3 0,1-1 0,-1 0 0,0 0 0,1 0 0,0-1 0,0 1 0,0-1 0,0 0 0,1 0 0,-1 0 0,1 0 0,0-1 0,0 1 0,0-1 0,0 0 0,6 2 0,7 1 0,0 0 0,0-2 0,1 0 0,0-1 0,20 0 0,-30-2 0,0 0 0,0 0 0,-1 0 0,1-1 0,0-1 0,0 1 0,-1-1 0,1-1 0,-1 1 0,0-1 0,1-1 0,-1 1 0,-1-1 0,8-5 0,-13 8 4,0 0 0,0 0 0,0 0 0,0 0-1,0 0 1,0 0 0,0 0 0,-1-1 0,1 1 0,0 0-1,-1 0 1,1-1 0,0 1 0,-1 0 0,0-1-1,1 1 1,-1-1 0,0 1 0,0 0 0,0-1 0,0 1-1,0-1 1,0 1 0,0-1 0,-1-1 0,0 1-117,0 0 0,0-1 1,0 1-1,0 0 0,-1-1 1,0 1-1,1 0 0,-1 0 1,0 0-1,0 0 0,0 1 1,-4-4-1,-21-12-6713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48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421 27 24575,'-2'-1'0,"1"0"0,-1-1 0,1 1 0,-1 0 0,0 0 0,1 0 0,-1 0 0,0 0 0,0 0 0,1 0 0,-1 1 0,0-1 0,0 1 0,0-1 0,0 1 0,0 0 0,0 0 0,-3 0 0,1-1 0,-34-4 0,1 1 0,-62 2 0,82 2 0,0 2 0,0 0 0,0 1 0,0 1 0,0 0 0,1 1 0,0 1 0,-17 9 0,30-14 0,1 0 0,0 0 0,-1 0 0,1 0 0,0 1 0,0-1 0,0 1 0,0 0 0,0-1 0,1 1 0,-1 0 0,0 0 0,1 0 0,-1 1 0,1-1 0,0 0 0,0 0 0,0 1 0,0-1 0,0 1 0,0-1 0,1 0 0,-1 1 0,1 0 0,0 3 0,0-4 0,1 1 0,0-1 0,0 1 0,0-1 0,0 1 0,0-1 0,1 0 0,-1 0 0,1 1 0,-1-1 0,1 0 0,0 0 0,0-1 0,0 1 0,0 0 0,0-1 0,0 1 0,1-1 0,-1 1 0,0-1 0,1 0 0,-1 0 0,1 0 0,3 0 0,17 5 0,1-1 0,0-1 0,1-1 0,-1-1 0,0-2 0,1 0 0,-1-1 0,1-2 0,-1 0 0,33-10 0,-52 12 0,1 0 0,0-1 0,-1 0 0,1 0 0,-1 0 0,0-1 0,0 1 0,0-1 0,0 0 0,0-1 0,-1 1 0,1-1 0,-1 0 0,0 0 0,0-1 0,-1 1 0,1-1 0,-1 1 0,0-1 0,0 0 0,0-1 0,-1 1 0,0 0 0,0-1 0,0 1 0,1-12 0,-3 17 0,0 0 0,0-1 0,0 1 0,0 0 0,0-1 0,0 1 0,0-1 0,0 1 0,0 0 0,0-1 0,0 1 0,0 0 0,0-1 0,0 1 0,0 0 0,0-1 0,0 1 0,0 0 0,1-1 0,-1 1 0,0 0 0,0-1 0,0 1 0,1 0 0,-1-1 0,0 1 0,0 0 0,1 0 0,-1-1 0,0 1 0,1 0 0,-1 0 0,0 0 0,1 0 0,-1-1 0,0 1 0,1 0 0,0 0 0,9 12 0,5 26 0,-11-26 0,-1-1 0,2 1 0,-1-1 0,1 0 0,1-1 0,0 1 0,1-1 0,0 0 0,16 18 0,-17-20 0,0 1 0,0 0 0,-1 0 0,-1 1 0,1 0 0,-1-1 0,-1 2 0,0-1 0,2 15 0,-1-8 0,-3-15 0,-1 0 0,1 0 0,-1 0 0,0 0 0,0 0 0,0 0 0,0 0 0,0 0 0,0 0 0,0 0 0,-1 0 0,1 0 0,-1 0 0,1 0 0,-1 0 0,0 0 0,0 0 0,0-1 0,0 1 0,0 0 0,0-1 0,-1 1 0,1-1 0,0 1 0,-1-1 0,1 0 0,-1 1 0,0-1 0,1 0 0,-1 0 0,0 0 0,0 0 0,1 0 0,-1-1 0,0 1 0,0-1 0,0 1 0,0-1 0,-2 1 0,-12 2 0,1-1 0,0-1 0,-1 0 0,-16-1 0,17-1 0,-7 1 40,0-1 0,-44-8 0,59 8-146,0-1 0,0 0 0,1 0 0,-1 0 0,0-1 0,1 0-1,0-1 1,-1 0 0,1 1 0,1-2 0,-1 1 0,1-1 0,-8-7 0,2-5-6720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53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24575,'0'297'0,"2"-284"0,0 0 0,2 1 0,0-1 0,0-1 0,1 1 0,0-1 0,1 0 0,1 0 0,11 16 0,5 12 0,-10-21 0,0 0 0,1-1 0,1 0 0,1-1 0,1-1 0,0 0 0,1-1 0,24 15 0,-12-8 0,-2 1 0,27 28 0,-49-44-151,0 0-1,0-1 0,1 0 0,0-1 1,0 0-1,0 0 0,1 0 1,10 4-1,10 2-6674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55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 24575,'59'-12'0,"0"3"0,64-2 0,-64 7 0,-52 3 0,1 1 0,-1 0 0,1 0 0,-1 0 0,1 1 0,-1 0 0,0 1 0,1 0 0,9 3 0,-14-3 0,-1-1 0,0 0 0,0 1 0,1-1 0,-1 1 0,-1-1 0,1 1 0,0 0 0,0 0 0,-1 0 0,1 0 0,-1 0 0,1 0 0,-1 1 0,0-1 0,0 0 0,0 1 0,0-1 0,0 1 0,-1-1 0,1 1 0,-1-1 0,1 1 0,-1-1 0,0 1 0,0-1 0,0 1 0,-1 0 0,1-1 0,0 1 0,-2 2 0,0 5 0,-2 0 0,1 0 0,-1 0 0,-10 17 0,10-20 0,0 0 0,0 1 0,1-1 0,0 1 0,0 0 0,1 0 0,0 0 0,0 0 0,0 13 0,2-19 0,0 0 0,0-1 0,0 1 0,1 0 0,-1-1 0,1 1 0,-1 0 0,1-1 0,0 1 0,-1-1 0,1 1 0,0-1 0,0 0 0,0 1 0,0-1 0,0 0 0,0 0 0,1 0 0,-1 1 0,0-1 0,1 0 0,-1-1 0,0 1 0,1 0 0,-1 0 0,3 0 0,45 9 0,-41-9 0,141 7-1365,-79-7-5461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4:56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24575,'7'2'0,"0"-1"0,0 1 0,0 0 0,0 1 0,-1 0 0,1 0 0,6 5 0,10 3 0,181 92 0,-126-61 0,-45-22 0,-1 2 0,0 1 0,39 39 0,-61-53 0,-1 0 0,-1 0 0,0 1 0,0 1 0,-1-1 0,0 1 0,-1 0 0,0 1 0,0 0 0,6 24 0,-6-14 0,-2 1 0,-1 1 0,0-1 0,-2 0 0,-2 26 0,-1 77-1365,2-104-5461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4.5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24575,'0'4'0,"0"6"0,0 6 0,0 4 0,0 3 0,0 2 0,5 1 0,0 0 0,1 1 0,-2-1 0,-1 0 0,-1 0 0,-1 0 0,0-5-8191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6.32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24575,'9'0'0,"6"0"0,10 0 0,10 0 0,6 0 0,6 0 0,-5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5:07.71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173 1 24575,'-8'0'0,"-4"4"0,-11 2 0,-4 3 0,-4 1 0,-6-1 0,3-3-8191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55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24575,'3'76'-687,"19"112"1,-7-81-714,-10-83 1462,0-1-1,1-1 1,2 1-1,0-1 1,1 0-1,19 30 1,21 55 1913,-39-75-1851,-2 0 0,6 49 0,0 1-129,30 166 5,-34-187 0,-5-41 0,0 0 0,2 0 0,1-1 0,0 0 0,1 0 0,19 27 0,-14-22 0,0 1 0,18 47 0,-13-17 0,-3 1 0,16 103 0,-28-141 0,0-1 0,1 0 0,0 0 0,2-1 0,0 1 0,0-2 0,19 29 0,-14-24 0,-1 0 0,-1 0 0,0 1 0,7 25 0,-4 7 0,-1-6 0,23 62 0,13 32 0,-34-91 0,32 73 0,-21-79 0,-19-34 0,0 0 0,0 0 0,-1 1 0,0 0 0,5 22 0,-7-24 0,1 0 0,-1 0 0,1 0 0,1 0 0,0 0 0,10 14 0,20 37 0,-22-33 0,1-1 0,31 44 0,-18-30 0,15 20 0,2-1 0,67 67 0,14 3 0,-44-48 15,62 57-1395,-95-97-5446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6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24575,'0'4'0,"8"6"0,25 15 0,15 6 0,13 3 0,-4 0 0,-12-6-8191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8.88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24575,'9'0'0,"11"9"0,25 15 0,12 4 0,-3 2 0,-3-5 0,-9-2 0,1-5 0,2-1 0,-3 5 0,-8-1-8191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10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24575,'22'13'0,"24"8"0,9 6 0,3-2 0,1-2 0,-10 1 0,-4-5 0,-2-1 0,19 6 0,-3 2 0,-10-3-8191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44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24575,'24'2'0,"-1"1"0,1 1 0,-1 1 0,0 1 0,0 1 0,36 17 0,-22-9 0,43 11 0,298 79-251,-288-78-863,-48-15-5712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57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24575,'9'4'0,"11"2"0,3-1-8191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29.67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24575,'4'0'0,"10"4"0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43:31.39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23912,'2082'304'0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1:35.28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4 0 24575,'-1'51'0,"-1"-33"0,1 0 0,1 0 0,1-1 0,0 1 0,2 0 0,0 0 0,0-1 0,10 25 0,51 106 0,-59-133 0,0 0 0,-1 0 0,-1 0 0,0 1 0,0 27 0,-5 84 0,-1-43 0,3 1683 0,1-1750 0,1 0 0,1-1 0,0 0 0,1 1 0,8 20 0,-5-17 0,-1 0 0,5 35 0,-8-38 0,1 0 0,0 0 0,11 26 0,-9-29 0,0 1 0,-2 0 0,0 0 0,-1 1 0,2 18 0,-4 3 0,-1-25 0,0-1 0,0 0 0,1 0 0,1 0 0,0 0 0,0 0 0,1 0 0,0-1 0,1 1 0,7 14 0,-3-8 0,0 0 0,-1 0 0,-1 1 0,0-1 0,-2 2 0,0-1 0,2 34 0,-3 11 0,-6 63 0,-1-17 0,2 61 0,5 177 0,21-187 0,-22-141 0,2 0 0,-1-1 0,2 1 0,7 18 0,-5-19 0,-1 1 0,-1 0 0,-1 0 0,2 22 0,-7 55 0,-1-75 0,1 0 0,1 0 0,1 0 0,1 0 0,0 0 0,2-1 0,9 31 0,-5-28 0,-1 1 0,-1 0 0,-1 1 0,-1-1 0,1 30 0,-7 128 0,0-70 0,2-87-1365,0-3-5461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1:37.0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24575,'10263'0'-1365,"-10184"0"-5461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1:56.57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4951 24575,'23'0'0,"177"-7"0,-175 4 0,-1-1 0,1-2 0,0 0 0,-1-1 0,43-20 0,460-212 0,-452 207 0,88-56 0,-112 57 0,77-33 0,90-44 0,-204 101 0,213-123 0,-196 108 0,50-44 0,-18 13 0,34-12 0,-61 42 0,38-31 0,76-93 0,-104 97 0,69-57 0,-71 73 0,-17 14 0,-1-1 0,34-36 0,73-72 0,-85 86 0,63-72 0,-6 0 0,-66 76 0,-2-3 0,38-53 0,11-15 0,-11 17 0,-63 77 0,0 1 0,-1-1 0,-1 0 0,0-1 0,14-35 0,-10 19 0,1 1 0,1 0 0,2 1 0,30-40 0,-5-4 0,-33 55 0,1 0 0,15-21 0,-11 23 0,0-1 0,-2-1 0,-1 0 0,0-1 0,-2-1 0,14-36 0,24-65 0,-10 32 0,-28 58 0,9-48 0,-13 53 0,0 1 0,2 0 0,12-30 0,-10 34 0,-1-1 0,-1 0 0,-2 0 0,0 0 0,3-33 0,-5-4 0,-3-62 0,-3-696 33,3 460-1431,-1 337-5428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1:58.51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24575,'0'4'0,"0"6"0,0 6 0,0 4 0,0 3 0,0 2 0,0 1 0,0 1 0,0-1 0,0 1 0,0-1 0,0 0 0,0-1 0,0 1 0,0-5-8191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1:59.43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1 24575,'0'4'0,"0"6"0,0 5 0,8 10 0,4 3 0,-2 3 0,-1-1 0,-3 0 0,7-6 0,1-2 0,-2-1 0,-3 0 0,-3 2 0,-3 0 0,-1 1 0,-2 1 0,0-4-8191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0.41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24575,'9'0'0,"11"0"0,11 0 0,9 0 0,10 5 0,6 0 0,-3 1 0,-1-2 0,-23-1 0,-25-1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1.75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119 0 24575,'-9'5'0,"-2"5"0,0 6 0,2 4 0,-5-2 0,-2 2 0,3 0 0,-5 2 0,0-3-8191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4.825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24575,'9'0'0,"11"0"0,11 0 0,13 0 0,4 0 0,1 0 0,3 0 0,-9 0-8191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6.05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1 649 24575,'1'-12'0,"0"0"0,1 1 0,0-1 0,1 1 0,1 0 0,0 0 0,0 0 0,1 1 0,0-1 0,8-10 0,19-42 0,12-23 0,-35 73 0,-2 0 0,1 0 0,-2-1 0,0 1 0,0-1 0,-1-1 0,-1 1 0,-1-1 0,4-25 0,-6 17 0,1 2 0,-2 0 0,0 0 0,-1-1 0,-6-32 0,6 51 0,0 1 0,0-1 0,0 1 0,0 0 0,0 0 0,-1 0 0,1 0 0,-1 0 0,1 0 0,-1 0 0,0 0 0,0 1 0,0-1 0,0 1 0,0-1 0,0 1 0,-1 0 0,1 0 0,0 0 0,0 0 0,-1 0 0,1 0 0,-1 1 0,1-1 0,-1 1 0,1 0 0,-1-1 0,1 1 0,-1 0 0,1 1 0,-1-1 0,1 0 0,-1 1 0,1-1 0,-1 1 0,1 0 0,-1 0 0,1 0 0,0 0 0,0 0 0,0 1 0,-1-1 0,1 1 0,0-1 0,1 1 0,-1 0 0,0-1 0,0 1 0,1 0 0,-1 0 0,1 0 0,-2 5 0,-2 3 0,0 1 0,1-1 0,1 1 0,0 1 0,1-1 0,0 0 0,0 1 0,1 15 0,0 2 0,2 0 0,6 34 0,-5-55 0,0 0 0,1 0 0,0 0 0,0-1 0,1 1 0,0-1 0,1 0 0,-1 0 0,1 0 0,1-1 0,-1 0 0,1 0 0,0 0 0,0 0 0,11 6 0,4 3 0,1-2 0,-1 0 0,46 18 0,-23-15-1365,-3-4-5461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7.37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514 82 24575,'-2'-3'0,"1"1"0,-1-1 0,0 0 0,0 1 0,0 0 0,0-1 0,0 1 0,-1 0 0,1 0 0,-1 0 0,1 1 0,-1-1 0,0 0 0,0 1 0,1 0 0,-6-2 0,0-1 0,-7-3 0,-1 0 0,1 2 0,-1 0 0,0 0 0,0 2 0,0 0 0,-20-1 0,8 2 0,0 2 0,0 0 0,-38 7 0,57-5 0,0 0 0,1 0 0,-1 1 0,1 0 0,0 1 0,0 0 0,0 0 0,1 1 0,-1 0 0,1 0 0,0 1 0,0 0 0,-11 13 0,13-14 0,1 1 0,-1 0 0,1 0 0,0 1 0,1-1 0,0 1 0,0 0 0,0-1 0,1 2 0,0-1 0,0 0 0,0 0 0,1 0 0,1 1 0,-1-1 0,1 1 0,1 8 0,0-12 0,0 0 0,0-1 0,1 1 0,0 0 0,0 0 0,0-1 0,0 1 0,0-1 0,1 0 0,0 0 0,-1 0 0,1 0 0,0 0 0,0 0 0,1-1 0,-1 0 0,0 1 0,1-1 0,0-1 0,-1 1 0,1 0 0,0-1 0,0 0 0,0 0 0,0 0 0,7 1 0,10 2 0,0-2 0,1 0 0,34-1 0,-45-1 0,1-1 0,-1 0 0,0 0 0,1-1 0,-1-1 0,0 0 0,0-1 0,-1 0 0,20-9 0,-25 9 0,1 0 0,-1 0 0,1 0 0,-1-1 0,-1 0 0,1 0 0,-1 0 0,0 0 0,0-1 0,0 1 0,-1-1 0,1 0 0,-2 0 0,1-1 0,-1 1 0,1 0 0,1-13 0,-2 12-124,-1-1 0,0-1 0,0 1 0,0 0 0,-1 0 0,0 0-1,-1 0 1,0 0 0,0 0 0,-4-13 0,-6-2-6702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09.583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387 14 24575,'-90'-6'0,"75"3"0,0 1 0,-1 1 0,1 0 0,0 1 0,0 1 0,0 0 0,0 1 0,0 1 0,0 0 0,-25 9 0,34-9 0,-1 0 0,1 1 0,0-1 0,0 1 0,0 1 0,0-1 0,1 1 0,0 0 0,0 0 0,0 1 0,1-1 0,-1 1 0,1 0 0,1 0 0,-1 0 0,-2 8 0,2-4 0,1 1 0,0 0 0,1 0 0,0 0 0,1 0 0,0 0 0,0 0 0,1 0 0,3 18 0,-3-27 0,0 1 0,1-1 0,-1 0 0,0 0 0,1 1 0,0-1 0,-1 0 0,1 0 0,0 0 0,0 0 0,0 0 0,1 0 0,-1 0 0,0 0 0,1-1 0,-1 1 0,1 0 0,0-1 0,-1 1 0,1-1 0,0 1 0,0-1 0,0 0 0,0 0 0,0 0 0,0 0 0,0 0 0,0-1 0,1 1 0,-1-1 0,0 1 0,0-1 0,1 0 0,-1 0 0,0 0 0,1 0 0,-1 0 0,3-1 0,1 0 0,-1 0 0,1 0 0,-1-1 0,1 1 0,-1-1 0,0-1 0,1 1 0,-1-1 0,0 0 0,-1 0 0,1 0 0,-1-1 0,1 0 0,5-6 0,-5 3 0,-1 0 0,0-1 0,0 1 0,-1-1 0,0 0 0,0 0 0,-1-1 0,0 1 0,0 0 0,-1-1 0,0 1 0,0-1 0,-2-9 0,2 7 0,-1-1 0,2 0 0,-1 1 0,2-1 0,5-16 0,-8 27 0,0 0 0,0-1 0,1 1 0,-1 0 0,1 0 0,-1-1 0,1 1 0,-1 0 0,1 0 0,0 0 0,-1 0 0,1 0 0,0 0 0,0 0 0,0 0 0,0 0 0,0 0 0,0 1 0,0-1 0,0 0 0,0 1 0,1-1 0,-1 0 0,0 1 0,0 0 0,0-1 0,1 1 0,-1 0 0,0-1 0,1 1 0,-1 0 0,0 0 0,1 0 0,-1 0 0,0 0 0,0 1 0,1-1 0,-1 0 0,0 1 0,2 0 0,0 0 0,0 1 0,-1 0 0,1 0 0,0 0 0,-1 0 0,0 0 0,0 1 0,1-1 0,-1 1 0,-1-1 0,1 1 0,0 0 0,-1 0 0,1 0 0,0 3 0,12 60 0,-13-53 0,1-1 0,1 0 0,7 24 0,3-6 0,-2-6 0,-2 1 0,0-1 0,10 51 0,-7 3 0,-4 1 0,-3 0 0,-8 114 0,2-187 0,0 1 0,-1-1 0,0 0 0,0 1 0,0-1 0,-1 0 0,1 0 0,-1 0 0,-1-1 0,1 1 0,-1-1 0,0 0 0,-1 0 0,1 0 0,-1 0 0,0-1 0,0 0 0,0 0 0,-1 0 0,1-1 0,-1 1 0,0-1 0,0-1 0,-8 4 0,0-2 0,0 1 0,0-1 0,0-1 0,0-1 0,0 0 0,-1-1 0,1 0 0,0-1 0,-1-1 0,-18-3 0,29 3 0,0 0 0,0 0 0,0 0 0,0-1 0,0 0 0,0 0 0,0 0 0,0 0 0,1-1 0,-1 1 0,1-1 0,0 0 0,0 0 0,0 0 0,0 0 0,0-1 0,1 1 0,-1-1 0,1 1 0,0-1 0,0 0 0,1 0 0,-1 0 0,1 0 0,0 0 0,0-1 0,-1-6 0,-1-12 0,1 0 0,2 0 0,0 0 0,4-26 0,-1 6 0,-2 30 0,1 0 0,0 1 0,1-1 0,1 1 0,0 0 0,0-1 0,1 2 0,1-1 0,0 1 0,0 0 0,12-15 0,-5 5 0,-8 12-124,0 0 0,0 0 0,-1-1 0,-1 1 0,1-1 0,-2 0-1,1 0 1,-1-1 0,-1 1 0,1-20 0,-2 9-6702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1.9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109 0 24575,'-1'10'0,"0"-1"0,-1 0 0,0 0 0,-1 0 0,0 0 0,-1 0 0,1-1 0,-1 1 0,-1-1 0,0 0 0,0-1 0,-7 9 0,5-7 0,1 0 0,0 0 0,0 1 0,1 0 0,0 0 0,1 0 0,0 1 0,-5 21 0,5 26 0,2 1 0,6 59 0,0 5 0,-4-116 0,0 1 0,1 0 0,1 0 0,-1-1 0,1 1 0,1-1 0,-1 1 0,1-1 0,0 0 0,1 0 0,0 0 0,7 10 0,6 4 0,1-1 0,29 26 0,-34-35 0,0 1 0,-1 1 0,0 0 0,-1 0 0,0 1 0,-1 1 0,15 28 0,-1 34-1365,-21-55-5461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2.738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24575,'0'3'0,"2"0"0,-1 0 0,0 0 0,0 0 0,1 0 0,0 0 0,-1 0 0,1 0 0,3 2 0,9 18 0,-8-3 0,0 1 0,-2 1 0,0-1 0,1 29 0,-3-23 0,1-1 0,9 35 0,-3-29 0,-2 0 0,-1 1 0,-2 0 0,1 40 0,-6-68-151,1-1-1,1 1 0,-1 0 0,1 0 1,0 0-1,0-1 0,0 1 1,3 7-1,7 4-6674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3.46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24575,'4'0'0,"20"0"0,30 0 0,20 0 0,1 0 0,5 0 0,-2 0 0,-6 0 0,-15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4.93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5 24575,'112'-2'0,"-46"-1"0,-1 4 0,72 8 0,-132-8 0,-1 0 0,0 0 0,0 0 0,0 0 0,0 1 0,0-1 0,0 1 0,0 0 0,0 0 0,-1 1 0,1-1 0,-1 1 0,5 4 0,-7-5 0,1-1 0,-1 1 0,0 0 0,0-1 0,-1 1 0,1 0 0,0 0 0,-1-1 0,1 1 0,-1 0 0,1 0 0,-1 0 0,0 0 0,0 0 0,1 0 0,-2 0 0,1 0 0,0 0 0,0 0 0,-1 0 0,1-1 0,-1 1 0,1 0 0,-1 0 0,0 0 0,0-1 0,0 1 0,0 0 0,0-1 0,0 1 0,-2 2 0,-10 10 0,0 0 0,0-1 0,-2 0 0,1-1 0,-23 14 0,-37 30 0,-4 12 0,-52 50 0,128-116 0,-1 0 0,1 1 0,0-1 0,1 1 0,-1-1 0,0 1 0,1 0 0,-1-1 0,1 1 0,0 0 0,0 0 0,0 0 0,0 0 0,0 6 0,1-8 0,0 1 0,1-1 0,-1 1 0,1 0 0,0-1 0,-1 1 0,1-1 0,0 0 0,0 1 0,0-1 0,0 1 0,0-1 0,0 0 0,0 0 0,0 0 0,0 0 0,1 0 0,-1 0 0,1 0 0,-1 0 0,0 0 0,1-1 0,-1 1 0,1 0 0,0-1 0,-1 1 0,1-1 0,-1 0 0,1 0 0,2 1 0,32 3 0,-1-1 0,1-2 0,0-2 0,0-1 0,64-12 0,-25 4 0,21-4-1365,-54 7-5461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6.15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2 24575,'18'-1'0,"0"1"0,-1 0 0,1 2 0,-1 0 0,1 1 0,-1 1 0,0 1 0,0 0 0,0 1 0,-1 1 0,0 0 0,0 1 0,-1 1 0,0 0 0,-1 1 0,14 13 0,22 20 0,-17-15 0,-1 2 0,51 59 0,-74-77 0,-1-1 0,0 1 0,-1 0 0,-1 1 0,0 0 0,-1 0 0,0 0 0,-1 1 0,0-1 0,-1 1 0,0 0 0,0 26 0,-7 419 0,5-456-54,-1-1-1,0 1 0,1-1 1,-1 1-1,-1 0 1,1-1-1,0 1 0,0-1 1,-1 1-1,0-1 1,1 1-1,-1-1 0,0 0 1,0 1-1,0-1 0,-1 0 1,1 0-1,-1 1 1,1-1-1,-1 0 0,0-1 1,1 1-1,-1 0 1,-3 2-1,-17 7-6771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19.0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280 1 24575,'-15'0'0,"1"1"0,-1 0 0,1 1 0,-1 0 0,1 1 0,-1 1 0,1 0 0,1 1 0,-27 14 0,32-14 0,0 0 0,0 0 0,1 1 0,0 1 0,0-1 0,0 1 0,1 0 0,0 1 0,0-1 0,1 1 0,0 0 0,0 1 0,1-1 0,0 1 0,1 0 0,-4 14 0,4-11 0,1 0 0,1 0 0,0 0 0,1 1 0,0-1 0,1 0 0,0 0 0,1 0 0,1 0 0,0 0 0,0 0 0,1 0 0,1-1 0,0 0 0,0 0 0,1 0 0,0-1 0,1 1 0,0-1 0,15 15 0,-13-16 0,1 0 0,0-1 0,0 1 0,1-2 0,-1 0 0,2 0 0,-1-1 0,1 0 0,0-1 0,0 0 0,0-1 0,22 4 0,-4-3 0,1-1 0,-1-1 0,1-1 0,36-4 0,-61 2 0,-1 0 0,0 0 0,0-1 0,0 0 0,0 0 0,0 0 0,-1 0 0,1-1 0,0 0 0,0 0 0,-1 0 0,1-1 0,-1 0 0,0 1 0,0-1 0,4-4 0,-5 2 0,0 1 0,0 0 0,0-1 0,-1 0 0,0 0 0,0 0 0,0 0 0,-1 0 0,1 0 0,-1 0 0,-1 0 0,1 0 0,-1-1 0,1 1 0,-2-7 0,1-7 0,0-23 0,-1 0 0,-9-48 0,9 87 0,0 0 0,0 1 0,0-1 0,-1 0 0,1 1 0,-1-1 0,1 0 0,-1 1 0,0 0 0,0-1 0,0 1 0,-1 0 0,1 0 0,0 0 0,-1 1 0,1-1 0,-1 0 0,1 1 0,-6-2 0,-62-19 0,45 16 0,-17-8-1365,7 0-5461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3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5665 24575,'74'0'0,"447"-15"0,-338 0 0,198-22 0,-317 26 0,-10 1 0,80-3 0,241-6 0,-236 11 0,247-32 0,-77 6 0,98-28 0,-145 17 0,-115 17 0,206-68 0,-244 63 0,65-14 0,-78 23 0,-1-4 0,112-49 0,-158 51 0,-1-2 0,46-36 0,60-36 0,-109 74 0,0-3 0,-3-1 0,0-2 0,43-44 0,67-59 0,-79 76 0,-56 48 0,-2-1 0,0 0 0,0-1 0,23-27 0,109-149 0,-123 159 0,35-35 0,-37 42 0,0-1 0,29-42 0,-20 20 0,21-34 0,-39 58 0,1 1 0,27-32 0,-29 39 0,0-1 0,-1 0 0,-1 0 0,0-1 0,-2 0 0,1-1 0,7-23 0,3-14 0,46-92 0,-45 106 0,-1-1 0,-2 0 0,-2-2 0,14-60 0,-14 39 0,2 2 0,42-97 0,-53 144 0,2-13 0,0 0 0,-2-1 0,-2 0 0,0 0 0,-2-1 0,-2-42 0,0 35 0,1 1 0,2 0 0,11-56 0,-3 42 0,-2 0 0,4-92 0,-14-103 0,-1 98 0,2-1520-1365,0 1620-5461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6.86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24575,'0'0'-8191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7.18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7.4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24575,'0'4'0,"0"6"0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7.55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24575,'0'4'0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7.71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24575,'0'4'0,"0"7"0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7.89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24575,'0'4'0,"0"6"0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03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24575,'0'5'0,"0"5"0,0 6 0,0 4 0,0 3 0,0-3-8191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18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24575,'0'4'0,"0"6"0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33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24575,'0'0'0,"0"5"0,0 9 0,0 8 0,0 3 0,0-2-8191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48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24575,'0'5'0,"0"5"0,0 6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65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24575,'0'5'0,"0"5"0,0 5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80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24575,'0'4'0,"0"7"0,0 4 0,0 5 0,0 8 0,0-2-8191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8.94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24575,'0'4'0,"0"6"0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9.10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9.39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24575,'0'5'0,"0"5"0,0 5 0,0 5 0,0 3 0,0 2 0,0 1 0,0 1 0,0-1 0,0 0 0,0 0 0,0 0 0,0-4-8191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9.73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24575,'0'0'-8191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49.92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05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25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24575,'0'9'0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40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24575,'0'4'0,"0"6"0,0 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59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24575,'0'5'0,"0"5"0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72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24575,'0'5'0,"0"5"0,0 5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0.88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1.056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1.23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1.39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24575,'0'4'0,"0"6"0,0 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1.55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24575,'0'4'0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7:52:51.70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24575,'0'5'0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6:33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24575,'3'-3'0,"-1"0"0,1 0 0,1 0 0,-1 0 0,0 0 0,0 1 0,1 0 0,0 0 0,-1 0 0,1 0 0,0 0 0,7-1 0,-9 2 0,24-8 0,1 1 0,1 1 0,-1 1 0,1 1 0,0 2 0,1 1 0,-1 1 0,0 2 0,46 6 0,-69-7 0,1 1 0,-1 0 0,1 0 0,-1 1 0,0 0 0,1 0 0,-1 0 0,0 1 0,0-1 0,-1 1 0,1 0 0,0 0 0,-1 1 0,0 0 0,0 0 0,5 6 0,-5-5 0,-1 1 0,0 0 0,0 0 0,-1 1 0,0-1 0,0 0 0,0 1 0,-1-1 0,0 1 0,0-1 0,-1 1 0,0 0 0,0 7 0,0 23 0,-3 44 0,3-76 0,-1 0 0,0 0 0,0 0 0,-1 0 0,1 0 0,-1 0 0,0 0 0,0-1 0,-1 1 0,1-1 0,-1 1 0,-4 4 0,-10 8 0,2 0 0,-27 37 0,37-46 0,1 0 0,0 1 0,0-1 0,1 1 0,0 0 0,1-1 0,-1 1 0,2 1 0,-1-1 0,1 13 0,1-15 0,0-1 0,0 1 0,1 0 0,0 0 0,0-1 0,1 1 0,0-1 0,0 1 0,0-1 0,1 0 0,4 7 0,2 2 0,2-1 0,22 25 0,-14-17 0,-3-3-1365,-4-3-5461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6:34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32 24575,'0'-4'0,"-8"-6"0,5-2 0,16 7 0,7 7 0,-1 0 0,-16-1 0,-9 4 0,-4 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6:37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 24575,'41'-15'0,"-31"11"0,0-1 0,1 2 0,-1-1 0,1 1 0,0 1 0,0 0 0,0 1 0,0 0 0,0 0 0,0 1 0,0 1 0,0 0 0,12 2 0,-9 2 0,-1-1 0,1 2 0,-1 0 0,0 0 0,0 1 0,-1 1 0,0 0 0,0 1 0,-1 0 0,0 1 0,9 11 0,-12-13 0,0 1 0,-1 0 0,-1 0 0,1 1 0,-1 0 0,-1 0 0,0 0 0,0 1 0,-1 0 0,-1 0 0,0 0 0,0 0 0,-1 0 0,1 15 0,-3-16 0,-1-1 0,-1 1 0,0 0 0,0-1 0,-1 1 0,0-1 0,-1 0 0,0 0 0,0 0 0,-1 0 0,-10 14 0,-14 28 0,14-21 0,7-16 0,1 0 0,0 0 0,1 1 0,1 0 0,-5 21 0,10-31 0,-1-1 0,1 1 0,0-1 0,0 0 0,1 1 0,-1-1 0,1 1 0,0-1 0,0 0 0,0 1 0,1-1 0,-1 0 0,1 0 0,0 0 0,0 0 0,1 0 0,-1 0 0,1-1 0,0 1 0,0-1 0,0 0 0,0 0 0,7 5 0,20 17-682,38 40-1,-49-43-6143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6:38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24575,'8'0'0,"4"4"0,3 2 0,8-1 0,0-4 0,-4-9 0,-13-1 0,-9-4 0,-3 8 0,-1 11 0,2 7 0,0 7 0,11 3 0,3-5 0,1-12 0,-10-5 0,-9-4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12.37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24575,'3034'0'-1365,"-2992"0"-5461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14.24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4060 24575,'1'-4'0,"0"0"0,0-1 0,0 1 0,0 0 0,0 0 0,1 0 0,3-6 0,4-8 0,125-420 0,-56 164 0,92-434 0,-48 166 0,-3 34 0,-104 449 0,-2 9 0,27-71 0,-4 31 0,-15 33 0,38-70 0,-50 111 0,0 0 0,2 1 0,-1 0 0,2 0 0,0 1 0,1 1 0,0 0 0,26-18 0,-27 23 0,1 2 0,-1-1 0,1 2 0,0 0 0,0 0 0,0 1 0,25-4 0,103-4 0,-83 9 0,91-8 0,1042-68 0,-381 20 0,-632 42 0,296-23 0,895-94 0,-335 46 0,-749 69 0,1149-103 0,-1201 101 0,173-23 0,-398 42 0,1 0 0,-1 0 0,0 0 0,13-7 0,-20 9 0,0 0 0,0-1 0,0 1 0,0-1 0,0 1 0,0-1 0,0 1 0,-1-1 0,1 0 0,0 1 0,0-1 0,0 0 0,-1 0 0,1 1 0,-1-1 0,1 0 0,0 0 0,-1 0 0,1 0 0,-1 0 0,0 0 0,1 0 0,-1 0 0,0 0 0,0 0 0,1 0 0,-1 0 0,0 0 0,0 0 0,0 0 0,0 0 0,-1 0 0,1 0 0,0 0 0,0 0 0,-1 0 0,1 0 0,0 0 0,-1 0 0,1 0 0,-1 0 0,1 0 0,-1 0 0,1 0 0,-1 0 0,0 1 0,-1-2 0,-26-29-682,-50-42-1,53 51-6143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15.283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24575,'1'2'0,"-1"0"0,1 0 0,0 0 0,-1 0 0,1 0 0,0 0 0,0 0 0,0-1 0,0 1 0,1 0 0,-1-1 0,0 1 0,1-1 0,-1 1 0,1-1 0,0 0 0,3 2 0,38 24 0,-25-17 0,20 12 0,61 25 0,30 16 0,-68-33 0,-48-25 0,-1 1 0,0 0 0,0 0 0,0 1 0,-1 1 0,19 15 0,-28-21 0,0 0 0,-1 0 0,0 0 0,1 0 0,-1 0 0,0 0 0,0 0 0,0 0 0,0 1 0,0-1 0,-1 0 0,1 1 0,-1-1 0,1 0 0,-1 1 0,0-1 0,0 1 0,0-1 0,0 0 0,-1 1 0,1-1 0,0 0 0,-2 5 0,-2 3 0,-1-1 0,1 0 0,-1 0 0,-9 12 0,-4 7 0,4-3-341,1 0 0,1 1-1,-15 44 1,21-44-6485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18.23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24575,'0'3'0,"1"0"0,0-1 0,0 1 0,0 0 0,1-1 0,-1 1 0,1-1 0,-1 1 0,1-1 0,2 3 0,10 16 0,-9-7 0,-1 0 0,0 0 0,1 18 0,12 40 0,-2-30 0,54 159 0,-60-165 0,-1 0 0,-2 0 0,3 68 0,7 213 0,-11-280 0,1-1 0,2-1 0,18 53 0,-22-82 0,-1-8 0,0-20 0,0-33 0,-3 6 0,3 1 0,1 0 0,18-78 0,-18 111 0,-2 4 0,1 0 0,0 0 0,1 1 0,9-20 0,-11 27 0,1-1 0,-1 1 0,1 0 0,-1 0 0,1 0 0,0 1 0,0-1 0,0 1 0,0-1 0,1 1 0,-1 0 0,1 0 0,-1 1 0,1-1 0,0 1 0,-1 0 0,1 0 0,4-1 0,-1 0 0,1 1 0,0 0 0,-1 0 0,1 1 0,0 0 0,-1 0 0,1 1 0,-1 0 0,1 0 0,-1 1 0,1 0 0,-1 0 0,12 5 0,-9-1 0,0 0 0,-1 1 0,0 0 0,0 0 0,0 1 0,-1 0 0,-1 1 0,12 14 0,14 18 0,-17-23 0,-2 0 0,0 1 0,18 33 0,-28-41 0,0 0 0,-1 0 0,0 0 0,2 19 0,-4-19 0,1 0 0,0-1 0,1 1 0,0-1 0,7 16 0,-4-14 0,-1-1 0,-1 1 0,0 0 0,-1 1 0,0-1 0,-1 0 0,0 1 0,0 16 0,20-51-1365,5-5-5461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19.97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187 13 24575,'-5'0'0,"0"0"0,0 0 0,0 0 0,0 1 0,0 0 0,0 0 0,0 1 0,0-1 0,1 1 0,-1 0 0,0 0 0,1 0 0,-1 1 0,1 0 0,0 0 0,0 0 0,0 0 0,0 1 0,1-1 0,0 1 0,-1 0 0,1 0 0,0 0 0,1 0 0,-1 1 0,1-1 0,0 1 0,0 0 0,0 0 0,1-1 0,-2 9 0,-2 14 0,2-1 0,1 1 0,0 0 0,6 49 0,-2-25 0,-2-8 0,-1-27 0,0 0 0,2 1 0,0-1 0,1 1 0,0-1 0,6 17 0,-6-28 0,0-1 0,0 1 0,0-1 0,1 0 0,-1 0 0,1 0 0,0 0 0,1 0 0,-1-1 0,0 1 0,1-1 0,0 0 0,0 0 0,0 0 0,0-1 0,1 1 0,-1-1 0,0 0 0,1 0 0,0-1 0,-1 1 0,1-1 0,0 0 0,0 0 0,5-1 0,1 1 0,0 0 0,0-1 0,0-1 0,0 0 0,0 0 0,0-1 0,0-1 0,-1 0 0,1 0 0,-1-1 0,1 0 0,-2-1 0,1 0 0,0-1 0,-1 0 0,0 0 0,0-1 0,12-12 0,-12 10 0,-1 0 0,0 0 0,0-1 0,-1 0 0,0 0 0,0-1 0,-1 0 0,-1 0 0,0 0 0,0-1 0,-1 0 0,-1 0 0,0 0 0,-1 0 0,0 0 0,1-17 0,-3 21 0,-1 0 0,1 1 0,-1-1 0,-1 1 0,1-1 0,-1 1 0,0-1 0,-1 1 0,0 0 0,0 0 0,-1 0 0,-8-12 0,5 10 0,-1 1 0,1 0 0,-2 1 0,1-1 0,-1 2 0,0-1 0,-1 1 0,-13-6 0,-12-6 0,11 6 0,0-1 0,-33-24 0,47 30 0,-1 0 0,-1 0 0,1 1 0,-1 1 0,0 0 0,0 0 0,-1 1 0,1 1 0,-1 0 0,-23-2 0,34 6 0,-1-1 0,1 1 0,-1-1 0,1 1 0,-1 0 0,1 0 0,0 0 0,-1 0 0,1 1 0,0-1 0,0 0 0,0 1 0,0 0 0,0-1 0,0 1 0,1 0 0,-1 0 0,0 0 0,1 0 0,0 0 0,-1 1 0,1-1 0,0 0 0,0 1 0,0-1 0,0 0 0,1 1 0,-1-1 0,1 1 0,-1-1 0,1 1 0,0 4 0,-1 7 0,1 0 0,0 1 0,1-1 0,4 23 0,-4-31 0,2 0 0,-1 0 0,1 0 0,0-1 0,0 1 0,0-1 0,1 0 0,0 0 0,0 0 0,0 0 0,0-1 0,1 0 0,0 0 0,0 0 0,0 0 0,10 5 0,8 3 0,0 0 0,43 14 0,-51-20-151,1-2-1,0 0 0,0-1 0,0-1 1,0 0-1,1-1 0,-1-1 1,19-1-1,-3-4-6674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1.292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364 0 24575,'-1'3'0,"0"-1"0,0 1 0,0-1 0,0 1 0,-1-1 0,1 0 0,-1 1 0,0-1 0,0 0 0,1 0 0,-1 0 0,-3 1 0,-4 7 0,-230 316 0,227-310 0,1 1 0,0 1 0,2 0 0,0 0 0,1 1 0,1 0 0,0 0 0,2 1 0,0 0 0,1 0 0,1 0 0,1 0 0,1 0 0,2 24 0,0-26 0,-1 1 0,1 1 0,1-1 0,1 0 0,1 0 0,10 32 0,-3-27 0,0 0 0,2 0 0,1-1 0,1-1 0,1 0 0,0-1 0,2-1 0,0-1 0,2 0 0,0-1 0,1-2 0,0 0 0,1-1 0,1-1 0,33 15 0,202 101 0,-222-114 120,-35-16-170,0 0 1,0 0-1,1 1 1,-1-1-1,0 0 1,0 0-1,0-1 1,0 1-1,0 0 1,1 0-1,-1 0 1,0-1-1,0 1 1,0-1-1,0 1 1,0-1-1,0 1 1,0-1-1,0 1 1,0-1-1,0 0 1,0 0-1,-1 1 1,1-1-1,0 0 1,0 0-1,-1 0 1,1 0-1,0-2 1,8-17-6777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2.507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0 24575,'1'8'0,"1"-1"0,1 0 0,-1 0 0,1 0 0,0 0 0,1-1 0,0 1 0,0-1 0,0 0 0,7 7 0,13 13 0,1-1 0,1-2 0,1-1 0,1 0 0,42 23 0,-5-2 0,-28-19 0,45 20 0,-53-30 0,-1 1 0,0 1 0,34 28 0,-59-42-106,-2-1 39,1 0 1,-1 0 0,0 0 0,1 0-1,-1 1 1,0-1 0,0 0 0,0 0-1,0 1 1,0-1 0,0 1 0,0-1-1,0 1 1,0-1 0,-1 1 0,1-1-1,-1 1 1,1 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3.46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258 0 24575,'-13'13'0,"0"0"0,1 1 0,0 0 0,1 0 0,1 1 0,0 1 0,1 0 0,-13 31 0,-25 41 0,27-57 0,-25 53 0,39-70 0,0 1 0,1-1 0,1 1 0,0 0 0,1 1 0,-1 21 0,3 32-1365,1-38-5461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4.72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 24575,'15'1'2,"0"0"0,1 1 0,-1 1 0,0 0-1,-1 1 1,1 1 0,-1 0 0,20 11 0,13 9-59,47 35 0,-28-17-352,-12-10 348,131 87 49,-158-99 128,0 1-1,-2 1 1,0 1 0,30 39 0,-38-41-116,-1 0 0,-1 1 0,20 43 0,-30-52 0,0 0 0,0 1 0,-1-1 0,-1 1 0,-1 0 0,0 0 0,-1 0 0,0 22 0,-8 230-1365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5.575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0 24575,'13'0'0,"26"0"0,15 0 0,7 0 0,2 0 0,2 0 0,-4 0 0,-5 0 0,-3 0 0,-10 0-8191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6.464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24575,'0'4'0,"9"2"0,11-1 0,11 4 0,13 0 0,21-2 0,-1 3 0,-2 0 0,-4-3 0,-2 3 0,-3-1 0,3-2 0,-4-2 0,-10 3 0,-13-1-8191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29.13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266 26 24575,'-4'47'0,"-1"0"0,-3-1 0,-2 0 0,-1 0 0,-29 72 0,-15 59 0,47-147 0,2 1 0,2 0 0,-2 62 0,11 215 0,-6-301 0,2 0 0,-1 0 0,1 0 0,0-1 0,0 1 0,1 0 0,0-1 0,0 1 0,1-1 0,0 1 0,0-1 0,0 0 0,1 0 0,0 0 0,0-1 0,0 0 0,1 1 0,0-1 0,0-1 0,0 1 0,0-1 0,1 0 0,0 0 0,0 0 0,0-1 0,7 3 0,-2-2 0,-1-1 0,1 0 0,0 0 0,0-1 0,0-1 0,0 1 0,0-2 0,0 0 0,0 0 0,0-1 0,1 0 0,-1-1 0,-1-1 0,1 1 0,16-7 0,-5-1 0,-1 0 0,1-1 0,-2-2 0,0 0 0,-1 0 0,0-2 0,-1-1 0,0 0 0,-2-1 0,0-1 0,-1 0 0,0-1 0,-2-1 0,0 0 0,-1-1 0,-2 0 0,0-1 0,-1 0 0,7-26 0,-2-7 0,-3-1 0,-2 0 0,4-110 0,-12 76 0,0 41 0,-6-72 0,4 113 0,-1-1 0,0 1 0,0 0 0,-1 0 0,0 0 0,-1 0 0,1 0 0,-1 1 0,-1 0 0,0 0 0,0 0 0,-8-9 0,3 6 0,-1 0 0,0 1 0,0 1 0,-1 0 0,0 0 0,-24-11 0,6 7 0,0 1 0,-1 1 0,0 2 0,-1 1 0,-58-5 0,70 11 0,0 0 0,0 1 0,1 1 0,-1 1 0,1 1 0,-1 1 0,1 0 0,0 2 0,0 0 0,-25 12 0,35-13 0,0 0 0,0 0 0,1 1 0,0 0 0,0 0 0,1 1 0,0 0 0,0 0 0,0 0 0,1 1 0,0 0 0,1 1 0,0-1 0,0 1 0,1 0 0,0 0 0,0 1 0,1-1 0,0 1 0,1 0 0,0 0 0,-1 13 0,2-12 0,0 1 0,0 0 0,1 0 0,1-1 0,0 1 0,1-1 0,0 1 0,0-1 0,1 1 0,1-1 0,0 0 0,0 0 0,1-1 0,1 1 0,0-1 0,0 0 0,1-1 0,9 11 0,-5-6 0,2-1 0,-1 0 0,1-1 0,1 0 0,1-1 0,-1 0 0,1-2 0,1 0 0,0 0 0,0-1 0,1-1 0,0-1 0,0-1 0,1 0 0,-1-1 0,1 0 0,32 0 0,63-2-1365,-60-3-5461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30.150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24575,'0'4'0,"0"6"0,0 5 0,0 6 0,0 6 0,0 4 0,0 0 0,0 4 0,0 1 0,0 6 0,0 1 0,0 2 0,0-3 0,0-4 0,0-4 0,0-8-8191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31.329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0 1 24575,'17'0'0,"15"0"0,14 0 0,5 0 0,1 0 0,1 0 0,0 0 0,-1 0 0,1 0 0,3 0 0,-4 0 0,-1 0 0,-1 0 0,-1 0 0,-8 0-8191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33.731"/>
    </inkml:context>
    <inkml:brush xml:id="br0">
      <inkml:brushProperty name="width" value="0.1" units="cm"/>
      <inkml:brushProperty name="height" value="0.1" units="cm"/>
      <inkml:brushProperty name="color" value="#0000FF"/>
    </inkml:brush>
  </inkml:definitions>
  <inkml:trace contextRef="#ctx0" brushRef="#br0">1 110 24575,'7'1'0,"-1"1"0,1-1 0,0 1 0,-1 1 0,0-1 0,1 1 0,-1 0 0,10 7 0,1-1 0,-2-2 0,0 1 0,-1 1 0,0 0 0,0 1 0,-1 0 0,-1 1 0,21 22 0,-27-25 0,-1 0 0,0 1 0,0-1 0,0 1 0,-1 0 0,0 0 0,-1 0 0,0 1 0,-1-1 0,0 1 0,0 0 0,-1-1 0,0 1 0,-1 16 0,-9 209 0,10-254 0,1 1 0,1-1 0,0 1 0,2-1 0,0 1 0,0 0 0,2 1 0,14-27 0,-3 11 0,2 1 0,1 0 0,32-37 0,-40 52 0,-1 0 0,-1-2 0,-1 1 0,10-26 0,-10 22 0,1 0 0,23-35 0,-30 52 0,0 0 0,-1-1 0,0 1 0,0-1 0,-1 0 0,3-9 0,-5 15 0,1 0 0,-1 0 0,0-1 0,0 1 0,0 0 0,0-1 0,0 1 0,0 0 0,0-1 0,0 1 0,0 0 0,0-1 0,0 1 0,0 0 0,0 0 0,0-1 0,0 1 0,0 0 0,0-1 0,0 1 0,0 0 0,0-1 0,-1 1 0,1 0 0,0 0 0,0-1 0,0 1 0,0 0 0,-1 0 0,1-1 0,0 1 0,0 0 0,-1 0 0,1 0 0,0-1 0,0 1 0,-1 0 0,1 0 0,0 0 0,-1 0 0,1 0 0,-27 13 0,13-2 0,1 0 0,0 0 0,0 1 0,2 1 0,-20 25 0,26-30 0,0 0 0,1 1 0,0-1 0,0 1 0,1 0 0,0 0 0,1 0 0,0 1 0,0-1 0,1 1 0,1-1 0,-1 13 0,2 3 0,-1-6 0,0-1 0,2 1 0,4 21 0,-5-34 0,1 1 0,0-1 0,1 0 0,-1 0 0,1-1 0,0 1 0,1 0 0,-1-1 0,1 0 0,0 0 0,1 0 0,-1 0 0,6 4 0,6 3-124,1-1 0,1 0 0,-1-1 0,1-1 0,1-1 0,0 0-1,0-2 1,1 0 0,-1-1 0,30 3 0,-6-3-6702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0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0 533 23003,'9246'-533'0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2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24575,'2'3'0,"0"0"0,0-1 0,0 1 0,0-1 0,0 0 0,1 0 0,-1 0 0,1 0 0,-1 0 0,1 0 0,0 0 0,0-1 0,5 3 0,0 0 0,364 173 0,-357-171 0,0 0 0,0 1 0,-1 1 0,24 16 0,-35-22 0,0 1 0,0-1 0,0 1 0,0 0 0,-1 0 0,1 0 0,-1 0 0,0 0 0,0 1 0,0-1 0,-1 1 0,1-1 0,-1 1 0,0-1 0,0 1 0,0 0 0,0 0 0,-1 0 0,1 0 0,-1-1 0,0 1 0,0 0 0,0 0 0,-1 0 0,-1 5 0,-15 56 23,9-41-485,2-1-1,-6 43 0,11-44-6363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3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24575,'3'0'0,"-1"0"0,1 1 0,-1 0 0,0-1 0,0 1 0,1 0 0,-1 0 0,0 1 0,0-1 0,0 0 0,0 1 0,0-1 0,0 1 0,-1-1 0,1 1 0,0 0 0,1 2 0,27 40 0,-20-29 0,23 35 0,-1 1 0,-3 1 0,34 86 0,-47-96 0,-3-12 0,-2 1 0,-2 1 0,11 55 0,-14-57 0,1 0 0,1 0 0,2 0 0,20 43 0,-8-21 0,-20-49-113,-1-1 48,-1-1-1,1 1 0,0-1 0,-1 1 0,1-1 0,-1 1 0,1-1 0,-1 1 0,0-1 0,0 1 0,1 0 0,-1-1 0,0 1 1,0-1-1,-1 1 0,1 0 0,0-1 0,-1 3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4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0 103 24575,'338'0'0,"1142"-28"0,-1116 1 0,570-21 0,-691 50-1365,-198-2-5461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5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24575,'-1'167'0,"3"190"0,10-206 0,1 66 0,-13-188-1365,0-1-5461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6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24575,'13'0'0,"13"0"0,6 0 0,15 0 0,9 0 0,2 0 0,14 0 0,7 0 0,-1 0 0,-13 0-8191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7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24575,'0'4'0,"0"7"0,0 9 0,0 5 0,0 4 0,0 5 0,0 1 0,0-2 0,0-1 0,0-2 0,0-2 0,0-1 0,0-1 0,0-1 0,0 0 0,0 0 0,0-4-8191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48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0 230 24575,'41'0'0,"124"-6"0,-148 5 0,0-2 0,0 0 0,0-2 0,-1 1 0,1-2 0,-1 0 0,20-11 0,-32 15 0,0 0 0,-1-1 0,1 1 0,-1-1 0,1 0 0,-1 0 0,0 0 0,0 0 0,0 0 0,0-1 0,-1 1 0,0-1 0,1 0 0,-1 1 0,0-1 0,-1 0 0,1-1 0,-1 1 0,0 0 0,0 0 0,1-9 0,-2 10 0,-1-1 0,1 1 0,-1-1 0,0 0 0,0 1 0,0-1 0,0 1 0,-1 0 0,1-1 0,-1 1 0,0 0 0,0 0 0,0 0 0,-1 0 0,1 0 0,-1 1 0,1-1 0,-1 1 0,0-1 0,0 1 0,0 0 0,0 0 0,0 0 0,0 1 0,-7-3 0,-1 0 0,0 0 0,0 1 0,-1 0 0,1 1 0,0 1 0,-1-1 0,0 2 0,1 0 0,-1 0 0,0 1 0,1 0 0,-1 1 0,1 0 0,-14 5 0,19-5 0,0 0 0,1 0 0,-1 1 0,1-1 0,-1 1 0,1 1 0,0-1 0,0 1 0,0 0 0,0 0 0,1 0 0,0 1 0,0-1 0,0 1 0,0 0 0,1 0 0,-1 1 0,1-1 0,1 1 0,-1-1 0,1 1 0,0 0 0,0 0 0,1 0 0,0 0 0,0 0 0,0 12 0,0 18 0,3-1 0,7 50 0,-7-78 0,1 0 0,0 0 0,0 0 0,0-1 0,1 1 0,0-1 0,0 0 0,1 0 0,0 0 0,0-1 0,0 1 0,10 7 0,-3-3 0,1-1 0,0 0 0,0-1 0,1 0 0,17 6 0,-7-7-195,0 0-1,0-2 0,1 0 0,0-2 1,36 0-1,-56-2 5,61 2-6635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0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24575,'8'0'0,"29"0"0,22 0 0,13 0 0,3 0 0,6 0 0,-2 0 0,-1 0 0,-11 0 0,-6 0 0,-15 0-8191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2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116 102 24575,'0'460'0,"1"-451"0,-1 0 0,1 0 0,1 1 0,0-1 0,0 0 0,1 0 0,0-1 0,0 1 0,1-1 0,6 11 0,-7-14 0,0 0 0,0 0 0,1-1 0,0 1 0,-1-1 0,2 0 0,-1 0 0,0-1 0,1 1 0,0-1 0,0 0 0,0 0 0,0 0 0,0-1 0,0 0 0,1 0 0,6 2 0,1-2 0,-1-1 0,1 1 0,0-2 0,0 0 0,-1 0 0,1-1 0,0-1 0,-1 0 0,1-1 0,-1 0 0,0-1 0,1 0 0,-2-1 0,14-7 0,-18 8 0,0-1 0,-1 1 0,1-2 0,-1 1 0,0-1 0,0 1 0,0-2 0,-1 1 0,0-1 0,0 1 0,-1-1 0,0-1 0,0 1 0,-1 0 0,0-1 0,0 0 0,0 0 0,-1 0 0,-1 0 0,1 0 0,-1 0 0,0-17 0,-3-7 0,-1 0 0,-1 1 0,-2-1 0,-13-40 0,6 21 0,3 5 0,7 29 0,0 1 0,-2 0 0,-8-22 0,8 24 0,-2 0 0,0 0 0,-1 1 0,-13-18 0,17 26 0,-1 0 0,0 0 0,0 1 0,0 0 0,0 0 0,-1 0 0,1 1 0,-1 0 0,0 0 0,0 0 0,0 1 0,0 0 0,-8-2 0,-6 0 0,0 0 0,-1 2 0,1 0 0,-1 1 0,-26 3 0,38-1 0,0 0 0,-1 0 0,1 1 0,0 0 0,0 0 0,0 1 0,1 1 0,-1-1 0,1 1 0,-1 1 0,1 0 0,0 0 0,1 0 0,-8 7 0,12-7 0,-1-1 0,1 1 0,0-1 0,0 1 0,1 0 0,-1 0 0,1 0 0,0 1 0,1-1 0,-1 0 0,1 1 0,0-1 0,0 1 0,1-1 0,0 1 0,0 0 0,0-1 0,1 1 0,-1-1 0,1 1 0,2 5 0,-1-4 0,0 0 0,0 1 0,1-1 0,0 0 0,1-1 0,-1 1 0,1 0 0,1-1 0,-1 0 0,1 0 0,0 0 0,0-1 0,1 0 0,10 8 0,-2-4 10,1-2-1,0 0 0,0-1 0,1 0 1,0-1-1,0-1 0,0-1 0,30 3 1,13-2-342,66-6 0,-79 1-453,-2 0-6041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24575,'0'9'0,"0"11"0,0 6 0,0 4 0,0 1 0,0-1 0,0-1 0,0 3 0,0 1 0,0-1 0,0-2 0,0-2 0,0-1 0,-4-5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4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24575,'8'0'0,"21"0"0,13 0 0,14 0 0,0 0 0,0 0 0,-1 0 0,-9-5 0,-5 0 0,-1-1 0,3 2 0,6 1 0,-6 1-8191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6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0 24575,'0'36'0,"1"0"0,-2 1 0,-1 0 0,-12 57 0,11-84 0,0 0 0,-1-1 0,0 1 0,0-1 0,-1 0 0,-1 0 0,1-1 0,-2 1 0,1-1 0,-1-1 0,0 1 0,-11 8 0,11-8 0,0 1 0,0 0 0,1 1 0,1-1 0,-1 1 0,1 0 0,1 1 0,-6 17 0,-15 33 0,25-60-33,0 0 0,0 0-1,-1 0 1,1 0 0,0 0-1,-1 0 1,1 0 0,0 0 0,-1 0-1,1 0 1,-1 0 0,0 0-1,1 0 1,-1-1 0,0 1-1,1 0 1,-1-1 0,0 1 0,0 0-1,0-1 1,0 1 0,0-1-1,1 1 1,-1-1 0,0 0-1,0 1 1,0-1 0,0 0 0,0 1-1,0-1 1,0 0 0,0 0-1,0 0 1,0 0 0,-1 0-1,1 0 1,0-1 0,0 1 0,0 0-1,-1-1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9T08:29:57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24575,'2'3'0,"1"0"0,-1 0 0,1 0 0,0 0 0,0 0 0,0-1 0,0 1 0,1-1 0,-1 0 0,0 0 0,1 0 0,7 2 0,3 4 0,140 75 0,-21-13 0,-81-41-455,0-3 0,69 25 0,-79-37-6371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9B86-2D74-5851-B12A-7E0CBC969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C1B10-40F9-30A5-8D75-B976FD253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CA1C9-C382-FBB2-F6E0-FFC4AFCB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EA68C-C98C-3338-2C21-DFD8917B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1F8D-4144-C41E-8775-D11BFABA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3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6DE2-B21D-1926-FF85-9E4ADA1C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36A9-1809-F7F8-92A3-29931D90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B9B2C-E955-6CBB-468C-81D03CA2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7FB5F-D6C9-4BC4-300F-32596FDF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CE7E-9EBA-6921-BF5B-65D80219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5EA7-5ADD-3A02-A97E-6677E597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4698F-72D7-CF81-970B-61D433866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7EBB-F514-FCE7-B65D-55BF02AC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CBF08-6BC9-6806-BFD3-4636DEE8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3E7B2-8582-05EA-FA4D-53FF9B91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3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A821-2760-EA26-0DE5-4DDE932C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EB27C-7BBD-04D8-E5B4-65E7EFC1D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4B393-D34B-75F9-79FB-A11256F4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D05D5-88F3-4F01-0937-2D00C15B4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D8784-5393-484E-06A4-525125B4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7B67E-FA91-4540-272C-52D7D2C8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D960-4054-A69F-75AD-245CCAA2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B675A-F3FF-1EDF-A822-601A6A0E8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8CADE-FB73-6970-9DC3-7A3836A22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CC60B-0606-B8BC-3C43-539571F38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6F846-AB44-A13F-3C5E-EB44CC135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F1B4B9-FF25-5CAB-62E5-95A77BE2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9CFB8-9342-6ACD-FD98-AE2F33C77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68CF8-9AC5-69AC-BADA-1FB5490C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5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DB01-141A-F212-D0D3-505A47F47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0828E-3269-1F6F-45A5-28F8EAF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B5129-DDFB-C577-0573-A3721EB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9540A-62B7-01CA-7C48-90F40F73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2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EAE98-10F3-F4EB-5106-3DFF0A84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E37CB-7273-CF82-8D3B-EB3FBC9D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A671F-CEA7-9C09-2434-E66F30E9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7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3634-CBE6-0EE5-097F-59731E50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9BA4-0890-6EBF-9831-1DDF094F7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FA018-920F-B220-0963-9B1B83266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28DF-419C-2E15-2A0C-73032806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0A6D8-7CA6-A1C7-86F1-D3F8126B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6326B-1245-E44B-BE7A-ACF2CA5E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9063-5207-66AC-C33D-E9FB9E53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60A64-22AE-F2F4-DEBC-E0E186FDD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AA93C-2446-FCCE-BD13-B5796C184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3EFC2-A7CD-388A-A65C-1E516D36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57F29-DADE-9DEB-18C2-5C946E4A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6B499-8607-62DF-03FC-FF7442E5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0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FD7F-2ACE-9F69-8BF4-D8AED953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75D50-A27D-E1C9-5A6C-BC224FEA6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2327-EB05-30CA-3CBE-5FB7450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1142D-D224-C6D0-2CA0-BB079063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0706C-9F73-448F-733C-53C3CC87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7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58C92-9726-BE9F-B0CC-11B1806D6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9CC6B-6558-F078-C8A3-2084F84AF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BB2A2-D6EF-F58A-10D8-4CC9E823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A245-84F1-E030-9087-F19B7A5E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582A8-582B-83B4-6D6F-121C898D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0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C7CE-1142-80E0-7DF5-70B5F7C2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7213E-9C9D-0CA0-335C-C81F0B99C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D90B5-79D0-F55B-2979-1183C5090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134AC-E427-4919-A908-EE5623E6728A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DDD2B-8687-BF45-0AB9-448BCBDB2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7160C-DAA0-8388-9C52-F31AA26D9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7A7FA-497B-4529-840F-40221744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4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24.png"/><Relationship Id="rId18" Type="http://schemas.openxmlformats.org/officeDocument/2006/relationships/customXml" Target="../ink/ink12.xml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customXml" Target="../ink/ink9.xml"/><Relationship Id="rId17" Type="http://schemas.openxmlformats.org/officeDocument/2006/relationships/image" Target="../media/image26.png"/><Relationship Id="rId2" Type="http://schemas.openxmlformats.org/officeDocument/2006/relationships/image" Target="../media/image17.png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openxmlformats.org/officeDocument/2006/relationships/customXml" Target="../ink/ink8.xml"/><Relationship Id="rId19" Type="http://schemas.openxmlformats.org/officeDocument/2006/relationships/image" Target="../media/image27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4" Type="http://schemas.openxmlformats.org/officeDocument/2006/relationships/customXml" Target="../ink/ink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13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14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15.xml"/><Relationship Id="rId12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customXml" Target="../ink/ink17.xml"/><Relationship Id="rId5" Type="http://schemas.openxmlformats.org/officeDocument/2006/relationships/image" Target="../media/image40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customXml" Target="../ink/ink1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1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19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8.png"/><Relationship Id="rId7" Type="http://schemas.openxmlformats.org/officeDocument/2006/relationships/customXml" Target="../ink/ink2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4.png"/><Relationship Id="rId3" Type="http://schemas.openxmlformats.org/officeDocument/2006/relationships/image" Target="../media/image38.png"/><Relationship Id="rId7" Type="http://schemas.openxmlformats.org/officeDocument/2006/relationships/customXml" Target="../ink/ink21.xml"/><Relationship Id="rId12" Type="http://schemas.openxmlformats.org/officeDocument/2006/relationships/customXml" Target="../ink/ink23.xml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5" Type="http://schemas.openxmlformats.org/officeDocument/2006/relationships/image" Target="../media/image40.png"/><Relationship Id="rId15" Type="http://schemas.openxmlformats.org/officeDocument/2006/relationships/image" Target="../media/image55.png"/><Relationship Id="rId10" Type="http://schemas.openxmlformats.org/officeDocument/2006/relationships/customXml" Target="../ink/ink22.xml"/><Relationship Id="rId4" Type="http://schemas.openxmlformats.org/officeDocument/2006/relationships/image" Target="../media/image39.png"/><Relationship Id="rId9" Type="http://schemas.openxmlformats.org/officeDocument/2006/relationships/image" Target="../media/image52.png"/><Relationship Id="rId14" Type="http://schemas.openxmlformats.org/officeDocument/2006/relationships/customXml" Target="../ink/ink2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4.png"/><Relationship Id="rId18" Type="http://schemas.openxmlformats.org/officeDocument/2006/relationships/customXml" Target="../ink/ink31.xml"/><Relationship Id="rId3" Type="http://schemas.openxmlformats.org/officeDocument/2006/relationships/image" Target="../media/image38.png"/><Relationship Id="rId21" Type="http://schemas.openxmlformats.org/officeDocument/2006/relationships/customXml" Target="../ink/ink33.xml"/><Relationship Id="rId7" Type="http://schemas.openxmlformats.org/officeDocument/2006/relationships/customXml" Target="../ink/ink26.xml"/><Relationship Id="rId12" Type="http://schemas.openxmlformats.org/officeDocument/2006/relationships/customXml" Target="../ink/ink28.xml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customXml" Target="../ink/ink30.xml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3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5.png"/><Relationship Id="rId23" Type="http://schemas.openxmlformats.org/officeDocument/2006/relationships/customXml" Target="../ink/ink34.xml"/><Relationship Id="rId10" Type="http://schemas.openxmlformats.org/officeDocument/2006/relationships/customXml" Target="../ink/ink27.xml"/><Relationship Id="rId19" Type="http://schemas.openxmlformats.org/officeDocument/2006/relationships/customXml" Target="../ink/ink32.xml"/><Relationship Id="rId4" Type="http://schemas.openxmlformats.org/officeDocument/2006/relationships/image" Target="../media/image39.png"/><Relationship Id="rId9" Type="http://schemas.openxmlformats.org/officeDocument/2006/relationships/image" Target="../media/image52.png"/><Relationship Id="rId14" Type="http://schemas.openxmlformats.org/officeDocument/2006/relationships/customXml" Target="../ink/ink29.xml"/><Relationship Id="rId22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60.png"/><Relationship Id="rId7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1.png"/><Relationship Id="rId9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3" Type="http://schemas.openxmlformats.org/officeDocument/2006/relationships/image" Target="../media/image60.png"/><Relationship Id="rId7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41.xml"/><Relationship Id="rId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7.png"/><Relationship Id="rId7" Type="http://schemas.openxmlformats.org/officeDocument/2006/relationships/customXml" Target="../ink/ink43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42.xml"/><Relationship Id="rId10" Type="http://schemas.openxmlformats.org/officeDocument/2006/relationships/image" Target="../media/image91.png"/><Relationship Id="rId4" Type="http://schemas.openxmlformats.org/officeDocument/2006/relationships/image" Target="../media/image88.png"/><Relationship Id="rId9" Type="http://schemas.openxmlformats.org/officeDocument/2006/relationships/customXml" Target="../ink/ink4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98.png"/><Relationship Id="rId18" Type="http://schemas.openxmlformats.org/officeDocument/2006/relationships/customXml" Target="../ink/ink52.xml"/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12" Type="http://schemas.openxmlformats.org/officeDocument/2006/relationships/customXml" Target="../ink/ink49.xml"/><Relationship Id="rId17" Type="http://schemas.openxmlformats.org/officeDocument/2006/relationships/image" Target="../media/image100.png"/><Relationship Id="rId2" Type="http://schemas.openxmlformats.org/officeDocument/2006/relationships/image" Target="../media/image92.png"/><Relationship Id="rId16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97.png"/><Relationship Id="rId5" Type="http://schemas.openxmlformats.org/officeDocument/2006/relationships/image" Target="../media/image94.png"/><Relationship Id="rId15" Type="http://schemas.openxmlformats.org/officeDocument/2006/relationships/image" Target="../media/image99.png"/><Relationship Id="rId10" Type="http://schemas.openxmlformats.org/officeDocument/2006/relationships/customXml" Target="../ink/ink48.xml"/><Relationship Id="rId19" Type="http://schemas.openxmlformats.org/officeDocument/2006/relationships/image" Target="../media/image101.png"/><Relationship Id="rId4" Type="http://schemas.openxmlformats.org/officeDocument/2006/relationships/customXml" Target="../ink/ink45.xml"/><Relationship Id="rId9" Type="http://schemas.openxmlformats.org/officeDocument/2006/relationships/image" Target="../media/image96.png"/><Relationship Id="rId14" Type="http://schemas.openxmlformats.org/officeDocument/2006/relationships/customXml" Target="../ink/ink50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.xml"/><Relationship Id="rId13" Type="http://schemas.openxmlformats.org/officeDocument/2006/relationships/image" Target="../media/image98.png"/><Relationship Id="rId18" Type="http://schemas.openxmlformats.org/officeDocument/2006/relationships/customXml" Target="../ink/ink60.xml"/><Relationship Id="rId26" Type="http://schemas.openxmlformats.org/officeDocument/2006/relationships/image" Target="../media/image105.png"/><Relationship Id="rId3" Type="http://schemas.openxmlformats.org/officeDocument/2006/relationships/image" Target="../media/image93.png"/><Relationship Id="rId21" Type="http://schemas.openxmlformats.org/officeDocument/2006/relationships/customXml" Target="../ink/ink61.xml"/><Relationship Id="rId7" Type="http://schemas.openxmlformats.org/officeDocument/2006/relationships/image" Target="../media/image95.png"/><Relationship Id="rId12" Type="http://schemas.openxmlformats.org/officeDocument/2006/relationships/customXml" Target="../ink/ink57.xml"/><Relationship Id="rId17" Type="http://schemas.openxmlformats.org/officeDocument/2006/relationships/image" Target="../media/image100.png"/><Relationship Id="rId25" Type="http://schemas.openxmlformats.org/officeDocument/2006/relationships/customXml" Target="../ink/ink63.xml"/><Relationship Id="rId2" Type="http://schemas.openxmlformats.org/officeDocument/2006/relationships/image" Target="../media/image92.png"/><Relationship Id="rId16" Type="http://schemas.openxmlformats.org/officeDocument/2006/relationships/customXml" Target="../ink/ink59.xml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.xml"/><Relationship Id="rId11" Type="http://schemas.openxmlformats.org/officeDocument/2006/relationships/image" Target="../media/image97.png"/><Relationship Id="rId24" Type="http://schemas.openxmlformats.org/officeDocument/2006/relationships/image" Target="../media/image104.png"/><Relationship Id="rId5" Type="http://schemas.openxmlformats.org/officeDocument/2006/relationships/image" Target="../media/image94.png"/><Relationship Id="rId15" Type="http://schemas.openxmlformats.org/officeDocument/2006/relationships/image" Target="../media/image99.png"/><Relationship Id="rId23" Type="http://schemas.openxmlformats.org/officeDocument/2006/relationships/customXml" Target="../ink/ink62.xml"/><Relationship Id="rId10" Type="http://schemas.openxmlformats.org/officeDocument/2006/relationships/customXml" Target="../ink/ink56.xml"/><Relationship Id="rId19" Type="http://schemas.openxmlformats.org/officeDocument/2006/relationships/image" Target="../media/image101.png"/><Relationship Id="rId4" Type="http://schemas.openxmlformats.org/officeDocument/2006/relationships/customXml" Target="../ink/ink53.xml"/><Relationship Id="rId9" Type="http://schemas.openxmlformats.org/officeDocument/2006/relationships/image" Target="../media/image96.png"/><Relationship Id="rId14" Type="http://schemas.openxmlformats.org/officeDocument/2006/relationships/customXml" Target="../ink/ink58.xml"/><Relationship Id="rId22" Type="http://schemas.openxmlformats.org/officeDocument/2006/relationships/image" Target="../media/image103.png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customXml" Target="../ink/ink71.xml"/><Relationship Id="rId26" Type="http://schemas.openxmlformats.org/officeDocument/2006/relationships/image" Target="../media/image108.png"/><Relationship Id="rId39" Type="http://schemas.openxmlformats.org/officeDocument/2006/relationships/customXml" Target="../ink/ink81.xml"/><Relationship Id="rId21" Type="http://schemas.openxmlformats.org/officeDocument/2006/relationships/customXml" Target="../ink/ink72.xml"/><Relationship Id="rId34" Type="http://schemas.openxmlformats.org/officeDocument/2006/relationships/image" Target="../media/image112.png"/><Relationship Id="rId42" Type="http://schemas.openxmlformats.org/officeDocument/2006/relationships/image" Target="../media/image105.png"/><Relationship Id="rId7" Type="http://schemas.openxmlformats.org/officeDocument/2006/relationships/image" Target="../media/image95.png"/><Relationship Id="rId2" Type="http://schemas.openxmlformats.org/officeDocument/2006/relationships/image" Target="../media/image92.png"/><Relationship Id="rId16" Type="http://schemas.openxmlformats.org/officeDocument/2006/relationships/customXml" Target="../ink/ink70.xml"/><Relationship Id="rId20" Type="http://schemas.openxmlformats.org/officeDocument/2006/relationships/image" Target="../media/image102.png"/><Relationship Id="rId29" Type="http://schemas.openxmlformats.org/officeDocument/2006/relationships/customXml" Target="../ink/ink76.xml"/><Relationship Id="rId41" Type="http://schemas.openxmlformats.org/officeDocument/2006/relationships/customXml" Target="../ink/ink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11" Type="http://schemas.openxmlformats.org/officeDocument/2006/relationships/image" Target="../media/image97.png"/><Relationship Id="rId24" Type="http://schemas.openxmlformats.org/officeDocument/2006/relationships/image" Target="../media/image107.png"/><Relationship Id="rId32" Type="http://schemas.openxmlformats.org/officeDocument/2006/relationships/image" Target="../media/image111.png"/><Relationship Id="rId37" Type="http://schemas.openxmlformats.org/officeDocument/2006/relationships/customXml" Target="../ink/ink80.xml"/><Relationship Id="rId40" Type="http://schemas.openxmlformats.org/officeDocument/2006/relationships/image" Target="../media/image104.png"/><Relationship Id="rId5" Type="http://schemas.openxmlformats.org/officeDocument/2006/relationships/image" Target="../media/image94.png"/><Relationship Id="rId15" Type="http://schemas.openxmlformats.org/officeDocument/2006/relationships/image" Target="../media/image99.png"/><Relationship Id="rId23" Type="http://schemas.openxmlformats.org/officeDocument/2006/relationships/customXml" Target="../ink/ink73.xml"/><Relationship Id="rId28" Type="http://schemas.openxmlformats.org/officeDocument/2006/relationships/image" Target="../media/image109.png"/><Relationship Id="rId36" Type="http://schemas.openxmlformats.org/officeDocument/2006/relationships/image" Target="../media/image113.png"/><Relationship Id="rId10" Type="http://schemas.openxmlformats.org/officeDocument/2006/relationships/customXml" Target="../ink/ink67.xml"/><Relationship Id="rId19" Type="http://schemas.openxmlformats.org/officeDocument/2006/relationships/image" Target="../media/image101.png"/><Relationship Id="rId31" Type="http://schemas.openxmlformats.org/officeDocument/2006/relationships/customXml" Target="../ink/ink77.xml"/><Relationship Id="rId4" Type="http://schemas.openxmlformats.org/officeDocument/2006/relationships/customXml" Target="../ink/ink64.xml"/><Relationship Id="rId9" Type="http://schemas.openxmlformats.org/officeDocument/2006/relationships/image" Target="../media/image96.png"/><Relationship Id="rId14" Type="http://schemas.openxmlformats.org/officeDocument/2006/relationships/customXml" Target="../ink/ink69.xml"/><Relationship Id="rId22" Type="http://schemas.openxmlformats.org/officeDocument/2006/relationships/image" Target="../media/image106.png"/><Relationship Id="rId27" Type="http://schemas.openxmlformats.org/officeDocument/2006/relationships/customXml" Target="../ink/ink75.xml"/><Relationship Id="rId30" Type="http://schemas.openxmlformats.org/officeDocument/2006/relationships/image" Target="../media/image110.png"/><Relationship Id="rId35" Type="http://schemas.openxmlformats.org/officeDocument/2006/relationships/customXml" Target="../ink/ink79.xml"/><Relationship Id="rId8" Type="http://schemas.openxmlformats.org/officeDocument/2006/relationships/customXml" Target="../ink/ink66.xml"/><Relationship Id="rId3" Type="http://schemas.openxmlformats.org/officeDocument/2006/relationships/image" Target="../media/image93.png"/><Relationship Id="rId12" Type="http://schemas.openxmlformats.org/officeDocument/2006/relationships/customXml" Target="../ink/ink68.xml"/><Relationship Id="rId17" Type="http://schemas.openxmlformats.org/officeDocument/2006/relationships/image" Target="../media/image100.png"/><Relationship Id="rId25" Type="http://schemas.openxmlformats.org/officeDocument/2006/relationships/customXml" Target="../ink/ink74.xml"/><Relationship Id="rId33" Type="http://schemas.openxmlformats.org/officeDocument/2006/relationships/customXml" Target="../ink/ink78.xml"/><Relationship Id="rId38" Type="http://schemas.openxmlformats.org/officeDocument/2006/relationships/image" Target="../media/image103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5.xml"/><Relationship Id="rId13" Type="http://schemas.openxmlformats.org/officeDocument/2006/relationships/image" Target="../media/image98.png"/><Relationship Id="rId18" Type="http://schemas.openxmlformats.org/officeDocument/2006/relationships/customXml" Target="../ink/ink90.xml"/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12" Type="http://schemas.openxmlformats.org/officeDocument/2006/relationships/customXml" Target="../ink/ink87.xml"/><Relationship Id="rId17" Type="http://schemas.openxmlformats.org/officeDocument/2006/relationships/image" Target="../media/image100.png"/><Relationship Id="rId2" Type="http://schemas.openxmlformats.org/officeDocument/2006/relationships/image" Target="../media/image114.png"/><Relationship Id="rId16" Type="http://schemas.openxmlformats.org/officeDocument/2006/relationships/customXml" Target="../ink/ink8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4.xml"/><Relationship Id="rId11" Type="http://schemas.openxmlformats.org/officeDocument/2006/relationships/image" Target="../media/image97.png"/><Relationship Id="rId5" Type="http://schemas.openxmlformats.org/officeDocument/2006/relationships/image" Target="../media/image94.png"/><Relationship Id="rId15" Type="http://schemas.openxmlformats.org/officeDocument/2006/relationships/image" Target="../media/image99.png"/><Relationship Id="rId10" Type="http://schemas.openxmlformats.org/officeDocument/2006/relationships/customXml" Target="../ink/ink86.xml"/><Relationship Id="rId19" Type="http://schemas.openxmlformats.org/officeDocument/2006/relationships/image" Target="../media/image101.png"/><Relationship Id="rId4" Type="http://schemas.openxmlformats.org/officeDocument/2006/relationships/customXml" Target="../ink/ink83.xml"/><Relationship Id="rId9" Type="http://schemas.openxmlformats.org/officeDocument/2006/relationships/image" Target="../media/image96.png"/><Relationship Id="rId14" Type="http://schemas.openxmlformats.org/officeDocument/2006/relationships/customXml" Target="../ink/ink88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customXml" Target="../ink/ink98.xml"/><Relationship Id="rId26" Type="http://schemas.openxmlformats.org/officeDocument/2006/relationships/customXml" Target="../ink/ink102.xml"/><Relationship Id="rId21" Type="http://schemas.openxmlformats.org/officeDocument/2006/relationships/image" Target="../media/image125.png"/><Relationship Id="rId34" Type="http://schemas.openxmlformats.org/officeDocument/2006/relationships/customXml" Target="../ink/ink106.xml"/><Relationship Id="rId7" Type="http://schemas.openxmlformats.org/officeDocument/2006/relationships/image" Target="../media/image118.png"/><Relationship Id="rId12" Type="http://schemas.openxmlformats.org/officeDocument/2006/relationships/customXml" Target="../ink/ink95.xml"/><Relationship Id="rId17" Type="http://schemas.openxmlformats.org/officeDocument/2006/relationships/image" Target="../media/image123.png"/><Relationship Id="rId25" Type="http://schemas.openxmlformats.org/officeDocument/2006/relationships/image" Target="../media/image127.png"/><Relationship Id="rId33" Type="http://schemas.openxmlformats.org/officeDocument/2006/relationships/image" Target="../media/image131.png"/><Relationship Id="rId2" Type="http://schemas.openxmlformats.org/officeDocument/2006/relationships/image" Target="../media/image115.png"/><Relationship Id="rId16" Type="http://schemas.openxmlformats.org/officeDocument/2006/relationships/customXml" Target="../ink/ink97.xml"/><Relationship Id="rId20" Type="http://schemas.openxmlformats.org/officeDocument/2006/relationships/customXml" Target="../ink/ink99.xml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2.xml"/><Relationship Id="rId11" Type="http://schemas.openxmlformats.org/officeDocument/2006/relationships/image" Target="../media/image120.png"/><Relationship Id="rId24" Type="http://schemas.openxmlformats.org/officeDocument/2006/relationships/customXml" Target="../ink/ink101.xml"/><Relationship Id="rId32" Type="http://schemas.openxmlformats.org/officeDocument/2006/relationships/customXml" Target="../ink/ink105.xml"/><Relationship Id="rId37" Type="http://schemas.openxmlformats.org/officeDocument/2006/relationships/image" Target="../media/image133.png"/><Relationship Id="rId5" Type="http://schemas.openxmlformats.org/officeDocument/2006/relationships/image" Target="../media/image117.png"/><Relationship Id="rId15" Type="http://schemas.openxmlformats.org/officeDocument/2006/relationships/image" Target="../media/image122.png"/><Relationship Id="rId23" Type="http://schemas.openxmlformats.org/officeDocument/2006/relationships/image" Target="../media/image126.png"/><Relationship Id="rId28" Type="http://schemas.openxmlformats.org/officeDocument/2006/relationships/customXml" Target="../ink/ink103.xml"/><Relationship Id="rId36" Type="http://schemas.openxmlformats.org/officeDocument/2006/relationships/customXml" Target="../ink/ink107.xml"/><Relationship Id="rId10" Type="http://schemas.openxmlformats.org/officeDocument/2006/relationships/customXml" Target="../ink/ink94.xml"/><Relationship Id="rId19" Type="http://schemas.openxmlformats.org/officeDocument/2006/relationships/image" Target="../media/image124.png"/><Relationship Id="rId31" Type="http://schemas.openxmlformats.org/officeDocument/2006/relationships/image" Target="../media/image130.png"/><Relationship Id="rId4" Type="http://schemas.openxmlformats.org/officeDocument/2006/relationships/customXml" Target="../ink/ink91.xml"/><Relationship Id="rId9" Type="http://schemas.openxmlformats.org/officeDocument/2006/relationships/image" Target="../media/image119.png"/><Relationship Id="rId14" Type="http://schemas.openxmlformats.org/officeDocument/2006/relationships/customXml" Target="../ink/ink96.xml"/><Relationship Id="rId22" Type="http://schemas.openxmlformats.org/officeDocument/2006/relationships/customXml" Target="../ink/ink100.xml"/><Relationship Id="rId27" Type="http://schemas.openxmlformats.org/officeDocument/2006/relationships/image" Target="../media/image128.png"/><Relationship Id="rId30" Type="http://schemas.openxmlformats.org/officeDocument/2006/relationships/customXml" Target="../ink/ink104.xml"/><Relationship Id="rId35" Type="http://schemas.openxmlformats.org/officeDocument/2006/relationships/image" Target="../media/image132.png"/><Relationship Id="rId8" Type="http://schemas.openxmlformats.org/officeDocument/2006/relationships/customXml" Target="../ink/ink93.xml"/><Relationship Id="rId3" Type="http://schemas.openxmlformats.org/officeDocument/2006/relationships/image" Target="../media/image116.png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3.xml"/><Relationship Id="rId18" Type="http://schemas.openxmlformats.org/officeDocument/2006/relationships/customXml" Target="../ink/ink117.xml"/><Relationship Id="rId26" Type="http://schemas.openxmlformats.org/officeDocument/2006/relationships/customXml" Target="../ink/ink123.xml"/><Relationship Id="rId39" Type="http://schemas.openxmlformats.org/officeDocument/2006/relationships/customXml" Target="../ink/ink134.xml"/><Relationship Id="rId21" Type="http://schemas.openxmlformats.org/officeDocument/2006/relationships/customXml" Target="../ink/ink119.xml"/><Relationship Id="rId34" Type="http://schemas.openxmlformats.org/officeDocument/2006/relationships/customXml" Target="../ink/ink129.xml"/><Relationship Id="rId7" Type="http://schemas.openxmlformats.org/officeDocument/2006/relationships/image" Target="../media/image135.png"/><Relationship Id="rId2" Type="http://schemas.openxmlformats.org/officeDocument/2006/relationships/image" Target="../media/image115.png"/><Relationship Id="rId16" Type="http://schemas.openxmlformats.org/officeDocument/2006/relationships/image" Target="../media/image138.png"/><Relationship Id="rId20" Type="http://schemas.openxmlformats.org/officeDocument/2006/relationships/image" Target="../media/image139.png"/><Relationship Id="rId29" Type="http://schemas.openxmlformats.org/officeDocument/2006/relationships/customXml" Target="../ink/ink125.xml"/><Relationship Id="rId41" Type="http://schemas.openxmlformats.org/officeDocument/2006/relationships/customXml" Target="../ink/ink1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9.xml"/><Relationship Id="rId11" Type="http://schemas.openxmlformats.org/officeDocument/2006/relationships/image" Target="../media/image137.png"/><Relationship Id="rId24" Type="http://schemas.openxmlformats.org/officeDocument/2006/relationships/customXml" Target="../ink/ink121.xml"/><Relationship Id="rId32" Type="http://schemas.openxmlformats.org/officeDocument/2006/relationships/image" Target="../media/image142.png"/><Relationship Id="rId37" Type="http://schemas.openxmlformats.org/officeDocument/2006/relationships/customXml" Target="../ink/ink132.xml"/><Relationship Id="rId40" Type="http://schemas.openxmlformats.org/officeDocument/2006/relationships/customXml" Target="../ink/ink135.xml"/><Relationship Id="rId5" Type="http://schemas.openxmlformats.org/officeDocument/2006/relationships/image" Target="../media/image134.png"/><Relationship Id="rId15" Type="http://schemas.openxmlformats.org/officeDocument/2006/relationships/customXml" Target="../ink/ink115.xml"/><Relationship Id="rId23" Type="http://schemas.openxmlformats.org/officeDocument/2006/relationships/image" Target="../media/image140.png"/><Relationship Id="rId28" Type="http://schemas.openxmlformats.org/officeDocument/2006/relationships/customXml" Target="../ink/ink124.xml"/><Relationship Id="rId36" Type="http://schemas.openxmlformats.org/officeDocument/2006/relationships/customXml" Target="../ink/ink131.xml"/><Relationship Id="rId10" Type="http://schemas.openxmlformats.org/officeDocument/2006/relationships/customXml" Target="../ink/ink111.xml"/><Relationship Id="rId19" Type="http://schemas.openxmlformats.org/officeDocument/2006/relationships/customXml" Target="../ink/ink118.xml"/><Relationship Id="rId31" Type="http://schemas.openxmlformats.org/officeDocument/2006/relationships/customXml" Target="../ink/ink127.xml"/><Relationship Id="rId4" Type="http://schemas.openxmlformats.org/officeDocument/2006/relationships/customXml" Target="../ink/ink108.xml"/><Relationship Id="rId9" Type="http://schemas.openxmlformats.org/officeDocument/2006/relationships/image" Target="../media/image136.png"/><Relationship Id="rId14" Type="http://schemas.openxmlformats.org/officeDocument/2006/relationships/customXml" Target="../ink/ink114.xml"/><Relationship Id="rId22" Type="http://schemas.openxmlformats.org/officeDocument/2006/relationships/customXml" Target="../ink/ink120.xml"/><Relationship Id="rId27" Type="http://schemas.openxmlformats.org/officeDocument/2006/relationships/image" Target="../media/image141.png"/><Relationship Id="rId30" Type="http://schemas.openxmlformats.org/officeDocument/2006/relationships/customXml" Target="../ink/ink126.xml"/><Relationship Id="rId35" Type="http://schemas.openxmlformats.org/officeDocument/2006/relationships/customXml" Target="../ink/ink130.xml"/><Relationship Id="rId8" Type="http://schemas.openxmlformats.org/officeDocument/2006/relationships/customXml" Target="../ink/ink110.xml"/><Relationship Id="rId3" Type="http://schemas.openxmlformats.org/officeDocument/2006/relationships/image" Target="../media/image116.png"/><Relationship Id="rId12" Type="http://schemas.openxmlformats.org/officeDocument/2006/relationships/customXml" Target="../ink/ink112.xml"/><Relationship Id="rId17" Type="http://schemas.openxmlformats.org/officeDocument/2006/relationships/customXml" Target="../ink/ink116.xml"/><Relationship Id="rId25" Type="http://schemas.openxmlformats.org/officeDocument/2006/relationships/customXml" Target="../ink/ink122.xml"/><Relationship Id="rId33" Type="http://schemas.openxmlformats.org/officeDocument/2006/relationships/customXml" Target="../ink/ink128.xml"/><Relationship Id="rId38" Type="http://schemas.openxmlformats.org/officeDocument/2006/relationships/customXml" Target="../ink/ink13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9.xml"/><Relationship Id="rId3" Type="http://schemas.openxmlformats.org/officeDocument/2006/relationships/image" Target="../media/image152.png"/><Relationship Id="rId7" Type="http://schemas.openxmlformats.org/officeDocument/2006/relationships/image" Target="../media/image154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8.xml"/><Relationship Id="rId11" Type="http://schemas.openxmlformats.org/officeDocument/2006/relationships/image" Target="../media/image156.png"/><Relationship Id="rId5" Type="http://schemas.openxmlformats.org/officeDocument/2006/relationships/image" Target="../media/image153.png"/><Relationship Id="rId10" Type="http://schemas.openxmlformats.org/officeDocument/2006/relationships/customXml" Target="../ink/ink140.xml"/><Relationship Id="rId4" Type="http://schemas.openxmlformats.org/officeDocument/2006/relationships/customXml" Target="../ink/ink137.xml"/><Relationship Id="rId9" Type="http://schemas.openxmlformats.org/officeDocument/2006/relationships/image" Target="../media/image15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3.png"/><Relationship Id="rId18" Type="http://schemas.openxmlformats.org/officeDocument/2006/relationships/customXml" Target="../ink/ink148.xml"/><Relationship Id="rId26" Type="http://schemas.openxmlformats.org/officeDocument/2006/relationships/customXml" Target="../ink/ink152.xml"/><Relationship Id="rId39" Type="http://schemas.openxmlformats.org/officeDocument/2006/relationships/image" Target="../media/image176.png"/><Relationship Id="rId21" Type="http://schemas.openxmlformats.org/officeDocument/2006/relationships/image" Target="../media/image167.png"/><Relationship Id="rId34" Type="http://schemas.openxmlformats.org/officeDocument/2006/relationships/customXml" Target="../ink/ink156.xml"/><Relationship Id="rId42" Type="http://schemas.openxmlformats.org/officeDocument/2006/relationships/customXml" Target="../ink/ink160.xml"/><Relationship Id="rId47" Type="http://schemas.openxmlformats.org/officeDocument/2006/relationships/image" Target="../media/image180.png"/><Relationship Id="rId50" Type="http://schemas.openxmlformats.org/officeDocument/2006/relationships/customXml" Target="../ink/ink164.xml"/><Relationship Id="rId55" Type="http://schemas.openxmlformats.org/officeDocument/2006/relationships/image" Target="../media/image184.png"/><Relationship Id="rId7" Type="http://schemas.openxmlformats.org/officeDocument/2006/relationships/image" Target="../media/image160.png"/><Relationship Id="rId2" Type="http://schemas.openxmlformats.org/officeDocument/2006/relationships/image" Target="../media/image158.png"/><Relationship Id="rId16" Type="http://schemas.openxmlformats.org/officeDocument/2006/relationships/customXml" Target="../ink/ink147.xml"/><Relationship Id="rId29" Type="http://schemas.openxmlformats.org/officeDocument/2006/relationships/image" Target="../media/image171.png"/><Relationship Id="rId11" Type="http://schemas.openxmlformats.org/officeDocument/2006/relationships/image" Target="../media/image162.png"/><Relationship Id="rId24" Type="http://schemas.openxmlformats.org/officeDocument/2006/relationships/customXml" Target="../ink/ink151.xml"/><Relationship Id="rId32" Type="http://schemas.openxmlformats.org/officeDocument/2006/relationships/customXml" Target="../ink/ink155.xml"/><Relationship Id="rId37" Type="http://schemas.openxmlformats.org/officeDocument/2006/relationships/image" Target="../media/image175.png"/><Relationship Id="rId40" Type="http://schemas.openxmlformats.org/officeDocument/2006/relationships/customXml" Target="../ink/ink159.xml"/><Relationship Id="rId45" Type="http://schemas.openxmlformats.org/officeDocument/2006/relationships/image" Target="../media/image179.png"/><Relationship Id="rId53" Type="http://schemas.openxmlformats.org/officeDocument/2006/relationships/image" Target="../media/image183.png"/><Relationship Id="rId58" Type="http://schemas.openxmlformats.org/officeDocument/2006/relationships/customXml" Target="../ink/ink168.xml"/><Relationship Id="rId5" Type="http://schemas.openxmlformats.org/officeDocument/2006/relationships/image" Target="../media/image159.png"/><Relationship Id="rId61" Type="http://schemas.openxmlformats.org/officeDocument/2006/relationships/image" Target="../media/image187.png"/><Relationship Id="rId19" Type="http://schemas.openxmlformats.org/officeDocument/2006/relationships/image" Target="../media/image166.png"/><Relationship Id="rId14" Type="http://schemas.openxmlformats.org/officeDocument/2006/relationships/customXml" Target="../ink/ink146.xml"/><Relationship Id="rId22" Type="http://schemas.openxmlformats.org/officeDocument/2006/relationships/customXml" Target="../ink/ink150.xml"/><Relationship Id="rId27" Type="http://schemas.openxmlformats.org/officeDocument/2006/relationships/image" Target="../media/image170.png"/><Relationship Id="rId30" Type="http://schemas.openxmlformats.org/officeDocument/2006/relationships/customXml" Target="../ink/ink154.xml"/><Relationship Id="rId35" Type="http://schemas.openxmlformats.org/officeDocument/2006/relationships/image" Target="../media/image174.png"/><Relationship Id="rId43" Type="http://schemas.openxmlformats.org/officeDocument/2006/relationships/image" Target="../media/image178.png"/><Relationship Id="rId48" Type="http://schemas.openxmlformats.org/officeDocument/2006/relationships/customXml" Target="../ink/ink163.xml"/><Relationship Id="rId56" Type="http://schemas.openxmlformats.org/officeDocument/2006/relationships/customXml" Target="../ink/ink167.xml"/><Relationship Id="rId8" Type="http://schemas.openxmlformats.org/officeDocument/2006/relationships/customXml" Target="../ink/ink143.xml"/><Relationship Id="rId51" Type="http://schemas.openxmlformats.org/officeDocument/2006/relationships/image" Target="../media/image182.png"/><Relationship Id="rId3" Type="http://schemas.openxmlformats.org/officeDocument/2006/relationships/image" Target="../media/image152.png"/><Relationship Id="rId12" Type="http://schemas.openxmlformats.org/officeDocument/2006/relationships/customXml" Target="../ink/ink145.xml"/><Relationship Id="rId17" Type="http://schemas.openxmlformats.org/officeDocument/2006/relationships/image" Target="../media/image165.png"/><Relationship Id="rId25" Type="http://schemas.openxmlformats.org/officeDocument/2006/relationships/image" Target="../media/image169.png"/><Relationship Id="rId33" Type="http://schemas.openxmlformats.org/officeDocument/2006/relationships/image" Target="../media/image173.png"/><Relationship Id="rId38" Type="http://schemas.openxmlformats.org/officeDocument/2006/relationships/customXml" Target="../ink/ink158.xml"/><Relationship Id="rId46" Type="http://schemas.openxmlformats.org/officeDocument/2006/relationships/customXml" Target="../ink/ink162.xml"/><Relationship Id="rId59" Type="http://schemas.openxmlformats.org/officeDocument/2006/relationships/image" Target="../media/image186.png"/><Relationship Id="rId20" Type="http://schemas.openxmlformats.org/officeDocument/2006/relationships/customXml" Target="../ink/ink149.xml"/><Relationship Id="rId41" Type="http://schemas.openxmlformats.org/officeDocument/2006/relationships/image" Target="../media/image177.png"/><Relationship Id="rId54" Type="http://schemas.openxmlformats.org/officeDocument/2006/relationships/customXml" Target="../ink/ink1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2.xml"/><Relationship Id="rId15" Type="http://schemas.openxmlformats.org/officeDocument/2006/relationships/image" Target="../media/image164.png"/><Relationship Id="rId23" Type="http://schemas.openxmlformats.org/officeDocument/2006/relationships/image" Target="../media/image168.png"/><Relationship Id="rId28" Type="http://schemas.openxmlformats.org/officeDocument/2006/relationships/customXml" Target="../ink/ink153.xml"/><Relationship Id="rId36" Type="http://schemas.openxmlformats.org/officeDocument/2006/relationships/customXml" Target="../ink/ink157.xml"/><Relationship Id="rId49" Type="http://schemas.openxmlformats.org/officeDocument/2006/relationships/image" Target="../media/image181.png"/><Relationship Id="rId57" Type="http://schemas.openxmlformats.org/officeDocument/2006/relationships/image" Target="../media/image185.png"/><Relationship Id="rId10" Type="http://schemas.openxmlformats.org/officeDocument/2006/relationships/customXml" Target="../ink/ink144.xml"/><Relationship Id="rId31" Type="http://schemas.openxmlformats.org/officeDocument/2006/relationships/image" Target="../media/image172.png"/><Relationship Id="rId44" Type="http://schemas.openxmlformats.org/officeDocument/2006/relationships/customXml" Target="../ink/ink161.xml"/><Relationship Id="rId52" Type="http://schemas.openxmlformats.org/officeDocument/2006/relationships/customXml" Target="../ink/ink165.xml"/><Relationship Id="rId60" Type="http://schemas.openxmlformats.org/officeDocument/2006/relationships/customXml" Target="../ink/ink169.xml"/><Relationship Id="rId4" Type="http://schemas.openxmlformats.org/officeDocument/2006/relationships/customXml" Target="../ink/ink141.xml"/><Relationship Id="rId9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0677-B885-2BFC-5ECE-BD9D04E109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CCD0A-4B78-511F-9823-683CD20C0C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23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CB8A-2F06-43CC-7E42-09ABC66C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E30A-0AC7-245C-D1BD-FE415BA18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Spam / Not Spam?</a:t>
            </a:r>
          </a:p>
          <a:p>
            <a:endParaRPr lang="en-US" dirty="0"/>
          </a:p>
          <a:p>
            <a:r>
              <a:rPr lang="en-US" dirty="0"/>
              <a:t>Online Transaction: Fraudulent (Yes/No)?</a:t>
            </a:r>
          </a:p>
          <a:p>
            <a:endParaRPr lang="en-US" dirty="0"/>
          </a:p>
          <a:p>
            <a:r>
              <a:rPr lang="en-US" dirty="0"/>
              <a:t>Tumor: Malignant / Benign</a:t>
            </a:r>
          </a:p>
        </p:txBody>
      </p:sp>
    </p:spTree>
    <p:extLst>
      <p:ext uri="{BB962C8B-B14F-4D97-AF65-F5344CB8AC3E}">
        <p14:creationId xmlns:p14="http://schemas.microsoft.com/office/powerpoint/2010/main" val="110333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5933-819C-1CED-4F79-5CB0BF0E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E278-D79B-C060-5575-E7BB904D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10623-049E-0449-7518-4D4289B18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Spam / Not Spam?</a:t>
            </a:r>
          </a:p>
          <a:p>
            <a:endParaRPr lang="en-US" dirty="0"/>
          </a:p>
          <a:p>
            <a:r>
              <a:rPr lang="en-US" dirty="0"/>
              <a:t>Online Transaction: Fraudulent (Yes/No)?</a:t>
            </a:r>
          </a:p>
          <a:p>
            <a:endParaRPr lang="en-US" dirty="0"/>
          </a:p>
          <a:p>
            <a:r>
              <a:rPr lang="en-US" dirty="0"/>
              <a:t>Tumor: Malignant / Benign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858CDB-2E73-1F12-99C9-BF1E1466CCE3}"/>
                  </a:ext>
                </a:extLst>
              </p:cNvPr>
              <p:cNvSpPr txBox="1"/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858CDB-2E73-1F12-99C9-BF1E1466C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41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EDF2-1840-873D-2968-AB561A065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29D5-B887-0F7D-69B3-5D3BE65B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97F8-9D95-EDA5-5515-01468BC55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Spam / Not Spam?</a:t>
            </a:r>
          </a:p>
          <a:p>
            <a:endParaRPr lang="en-US" dirty="0"/>
          </a:p>
          <a:p>
            <a:r>
              <a:rPr lang="en-US" dirty="0"/>
              <a:t>Online Transaction: Fraudulent (Yes/No)?</a:t>
            </a:r>
          </a:p>
          <a:p>
            <a:endParaRPr lang="en-US" dirty="0"/>
          </a:p>
          <a:p>
            <a:r>
              <a:rPr lang="en-US" dirty="0"/>
              <a:t>Tumor: Malignant / Benign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BA8BD-80A3-97F8-7397-D5DA370FB6B5}"/>
                  </a:ext>
                </a:extLst>
              </p:cNvPr>
              <p:cNvSpPr txBox="1"/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BA8BD-80A3-97F8-7397-D5DA370FB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92E689-26FB-134B-037D-00E41FCC7866}"/>
              </a:ext>
            </a:extLst>
          </p:cNvPr>
          <p:cNvSpPr txBox="1"/>
          <p:nvPr/>
        </p:nvSpPr>
        <p:spPr>
          <a:xfrm>
            <a:off x="5349240" y="4773168"/>
            <a:ext cx="5114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0: Negative Class (e.g., benign tumor)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250166-D44B-A0DB-F3C0-DA9E179EB56B}"/>
                  </a:ext>
                </a:extLst>
              </p14:cNvPr>
              <p14:cNvContentPartPr/>
              <p14:nvPr/>
            </p14:nvContentPartPr>
            <p14:xfrm>
              <a:off x="2523528" y="4598136"/>
              <a:ext cx="2890800" cy="48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250166-D44B-A0DB-F3C0-DA9E179EB5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4888" y="4589496"/>
                <a:ext cx="2908440" cy="50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93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21BC9-0275-6CE6-3D1D-DD895193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D085-3B1F-7783-F3AB-E172264E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4219-5E58-79E1-3F33-4091B013B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Spam / Not Spam?</a:t>
            </a:r>
          </a:p>
          <a:p>
            <a:endParaRPr lang="en-US" dirty="0"/>
          </a:p>
          <a:p>
            <a:r>
              <a:rPr lang="en-US" dirty="0"/>
              <a:t>Online Transaction: Fraudulent (Yes/No)?</a:t>
            </a:r>
          </a:p>
          <a:p>
            <a:endParaRPr lang="en-US" dirty="0"/>
          </a:p>
          <a:p>
            <a:r>
              <a:rPr lang="en-US" dirty="0"/>
              <a:t>Tumor: Malignant / Benign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DC82EE-D9BD-9173-031E-82B4573FEA36}"/>
                  </a:ext>
                </a:extLst>
              </p:cNvPr>
              <p:cNvSpPr txBox="1"/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DC82EE-D9BD-9173-031E-82B4573FE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8A4C17-530D-972B-9020-A3656BE78942}"/>
              </a:ext>
            </a:extLst>
          </p:cNvPr>
          <p:cNvSpPr txBox="1"/>
          <p:nvPr/>
        </p:nvSpPr>
        <p:spPr>
          <a:xfrm>
            <a:off x="5349240" y="4773168"/>
            <a:ext cx="5420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0: Negative Class (e.g., benign tumor)</a:t>
            </a:r>
          </a:p>
          <a:p>
            <a:r>
              <a:rPr lang="en-US" sz="2400" dirty="0"/>
              <a:t>1: Positive Class (e.g., malignant tumor)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569FF7-A68E-24FE-A0B6-ADE4892B8DA7}"/>
                  </a:ext>
                </a:extLst>
              </p14:cNvPr>
              <p14:cNvContentPartPr/>
              <p14:nvPr/>
            </p14:nvContentPartPr>
            <p14:xfrm>
              <a:off x="2523528" y="4598136"/>
              <a:ext cx="2890800" cy="48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569FF7-A68E-24FE-A0B6-ADE4892B8D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4888" y="4589496"/>
                <a:ext cx="290844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2B4A50-55D4-5984-6F76-5FD626EEBFF7}"/>
                  </a:ext>
                </a:extLst>
              </p14:cNvPr>
              <p14:cNvContentPartPr/>
              <p14:nvPr/>
            </p14:nvContentPartPr>
            <p14:xfrm>
              <a:off x="2990088" y="5496912"/>
              <a:ext cx="2505456" cy="60350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2B4A50-55D4-5984-6F76-5FD626EEBF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1448" y="5487915"/>
                <a:ext cx="2523095" cy="6211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42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B1B39-2BF5-C121-C396-EF0F440C3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5BC7-D9A7-DAD1-6FC1-9A5C1735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0B027-F822-A4D5-3397-F49E77C9E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Spam / Not Spam?</a:t>
            </a:r>
          </a:p>
          <a:p>
            <a:endParaRPr lang="en-US" dirty="0"/>
          </a:p>
          <a:p>
            <a:r>
              <a:rPr lang="en-US" dirty="0"/>
              <a:t>Online Transaction: Fraudulent (Yes/No)?</a:t>
            </a:r>
          </a:p>
          <a:p>
            <a:endParaRPr lang="en-US" dirty="0"/>
          </a:p>
          <a:p>
            <a:r>
              <a:rPr lang="en-US" dirty="0"/>
              <a:t>Tumor: Malignant / Benign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B38427-6E3D-A96F-A86F-E768CBAEC28C}"/>
                  </a:ext>
                </a:extLst>
              </p:cNvPr>
              <p:cNvSpPr txBox="1"/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B38427-6E3D-A96F-A86F-E768CBAEC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5010912"/>
                <a:ext cx="214475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6D35DF5-A6D4-70FC-3016-15D49781A800}"/>
              </a:ext>
            </a:extLst>
          </p:cNvPr>
          <p:cNvSpPr txBox="1"/>
          <p:nvPr/>
        </p:nvSpPr>
        <p:spPr>
          <a:xfrm>
            <a:off x="5349240" y="4773168"/>
            <a:ext cx="5420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0: Negative Class (e.g., benign tumor)</a:t>
            </a:r>
          </a:p>
          <a:p>
            <a:r>
              <a:rPr lang="en-US" sz="2400" dirty="0"/>
              <a:t>1: Positive Class (e.g., malignant tumor)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A60505-D6AD-6111-7841-17EA3211AD3C}"/>
                  </a:ext>
                </a:extLst>
              </p14:cNvPr>
              <p14:cNvContentPartPr/>
              <p14:nvPr/>
            </p14:nvContentPartPr>
            <p14:xfrm>
              <a:off x="2523528" y="4598136"/>
              <a:ext cx="2890800" cy="48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A60505-D6AD-6111-7841-17EA3211AD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4888" y="4589496"/>
                <a:ext cx="290844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42C52D-B7A8-D9B1-77A1-A17065B41800}"/>
                  </a:ext>
                </a:extLst>
              </p14:cNvPr>
              <p14:cNvContentPartPr/>
              <p14:nvPr/>
            </p14:nvContentPartPr>
            <p14:xfrm>
              <a:off x="2990088" y="5496912"/>
              <a:ext cx="2505456" cy="60350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42C52D-B7A8-D9B1-77A1-A17065B418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1448" y="5487915"/>
                <a:ext cx="2523095" cy="621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6B3F03-C06B-F795-4F34-8C11A2425AAD}"/>
                  </a:ext>
                </a:extLst>
              </p:cNvPr>
              <p:cNvSpPr txBox="1"/>
              <p:nvPr/>
            </p:nvSpPr>
            <p:spPr>
              <a:xfrm>
                <a:off x="1211580" y="6205990"/>
                <a:ext cx="29975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0, 1, 2, 3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6B3F03-C06B-F795-4F34-8C11A2425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0" y="6205990"/>
                <a:ext cx="299755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70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95763120-0939-19E2-10C8-6B2C530A3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4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E468-A4CD-E231-9886-88A9F888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A994ABAB-AF68-C7E1-57FD-0D5C44F19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FD0195-5133-E20D-2850-51B06F54BEA7}"/>
              </a:ext>
            </a:extLst>
          </p:cNvPr>
          <p:cNvSpPr txBox="1"/>
          <p:nvPr/>
        </p:nvSpPr>
        <p:spPr>
          <a:xfrm>
            <a:off x="7260336" y="1170432"/>
            <a:ext cx="4234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How about making a model with this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data using LINEAR REGRESSION?</a:t>
            </a:r>
          </a:p>
        </p:txBody>
      </p:sp>
    </p:spTree>
    <p:extLst>
      <p:ext uri="{BB962C8B-B14F-4D97-AF65-F5344CB8AC3E}">
        <p14:creationId xmlns:p14="http://schemas.microsoft.com/office/powerpoint/2010/main" val="229325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754A-FC37-0C14-2C4A-66BC5EF0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FDC785E1-499A-5F71-88FF-8B6CD3DBC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FE8975-70DA-FAD8-2C31-250D3031C2EE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FE8975-70DA-FAD8-2C31-250D3031C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0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328E-40EB-4972-2F69-6648AC23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CD174915-3221-DEEE-F5D3-C1B280C98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92C01A-9F64-DAF5-3008-A435CF7F754E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92C01A-9F64-DAF5-3008-A435CF7F7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95E7AA-7E33-9097-8775-483F1D31844A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37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C4E7-286C-C831-412B-D7B75DA0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DB7BC087-84A5-FB1A-125D-327BDBC59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48FDDC-DAF8-BB1C-E8AC-9D6727C6CC64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48FDDC-DAF8-BB1C-E8AC-9D6727C6C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8C51A6-EE0D-6CFC-B966-EDA5918D5017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E81507-A7B4-9FAE-3B66-AD7714053169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E81507-A7B4-9FAE-3B66-AD7714053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BC39D3-21AC-13BC-79B1-BD9CDC3F15C7}"/>
                  </a:ext>
                </a:extLst>
              </p:cNvPr>
              <p:cNvSpPr txBox="1"/>
              <p:nvPr/>
            </p:nvSpPr>
            <p:spPr>
              <a:xfrm>
                <a:off x="6096000" y="21117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BC39D3-21AC-13BC-79B1-BD9CDC3F1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1173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t="-1667" r="-139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43BC-10DF-EFC8-85D8-1C305B79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CD073157-2D5C-1001-1FE5-07C26CECB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8B9804-D610-BD15-A4F8-27391FE28648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8B9804-D610-BD15-A4F8-27391FE28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62D055-56FD-F142-8A33-B3D2A4C7FE90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B00D42-EE9C-17E7-976E-C2EE7051BFFA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B00D42-EE9C-17E7-976E-C2EE7051B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69F2-B329-C28E-1530-756C04B97A85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69F2-B329-C28E-1530-756C04B97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78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08AA-CF14-A254-3311-042F100D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550A2280-993F-A74E-4DBB-EDBAC8DFD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918531-44D9-6D7E-AC25-63507CBBFAE6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918531-44D9-6D7E-AC25-63507CBBF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F6A0C6-AC13-5EBB-6198-8A686A592E17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189FBD-B3C2-2190-F4FB-1CA253265FF7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189FBD-B3C2-2190-F4FB-1CA25326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70D34-6573-C84F-D84D-DE6D8B935A14}"/>
              </a:ext>
            </a:extLst>
          </p:cNvPr>
          <p:cNvCxnSpPr/>
          <p:nvPr/>
        </p:nvCxnSpPr>
        <p:spPr>
          <a:xfrm>
            <a:off x="3840480" y="1975103"/>
            <a:ext cx="0" cy="68580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1DC5E8-D303-836E-A66B-E8B67D6F416D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F89DE4-3A6B-1E08-0650-66AE37F67C23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531DF2-01A1-D89D-FECA-3B1D2B4811D7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531DF2-01A1-D89D-FECA-3B1D2B481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04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0F25-7BD9-17BF-E2E4-BD5FF0FF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676DBA0B-F7C6-5096-1D9A-E74B60A72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9EAA60-DB40-6EE5-EC13-05F7FCD379AB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9EAA60-DB40-6EE5-EC13-05F7FCD37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D30FCD-FB43-C423-FEBC-01826F6DF589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71ED1B-21D6-3E33-8B13-25E249F07C3B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71ED1B-21D6-3E33-8B13-25E249F07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4753B-A729-0038-4A7F-49A098214347}"/>
              </a:ext>
            </a:extLst>
          </p:cNvPr>
          <p:cNvCxnSpPr/>
          <p:nvPr/>
        </p:nvCxnSpPr>
        <p:spPr>
          <a:xfrm>
            <a:off x="3840480" y="1975103"/>
            <a:ext cx="0" cy="68580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BA46EF-B97E-4D21-3DDB-B645FED28D6A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212AC6A-E899-8CB7-6D74-AF8915ACC8CA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624B2D-670A-E6D5-E577-0EA76EA99CD1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624B2D-670A-E6D5-E577-0EA76EA99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C75758-81D7-6EBF-5A6B-C882B086D1CD}"/>
              </a:ext>
            </a:extLst>
          </p:cNvPr>
          <p:cNvCxnSpPr/>
          <p:nvPr/>
        </p:nvCxnSpPr>
        <p:spPr>
          <a:xfrm>
            <a:off x="3840480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C32CBE-06A2-17A2-01EB-C08EDC95B258}"/>
              </a:ext>
            </a:extLst>
          </p:cNvPr>
          <p:cNvSpPr txBox="1"/>
          <p:nvPr/>
        </p:nvSpPr>
        <p:spPr>
          <a:xfrm>
            <a:off x="4827876" y="2110478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CD5AA5-AD7F-554E-21C5-6835234A4445}"/>
              </a:ext>
            </a:extLst>
          </p:cNvPr>
          <p:cNvCxnSpPr>
            <a:cxnSpLocks/>
          </p:cNvCxnSpPr>
          <p:nvPr/>
        </p:nvCxnSpPr>
        <p:spPr>
          <a:xfrm flipH="1">
            <a:off x="2875047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996A24-0656-F677-7D83-968207DB72FB}"/>
              </a:ext>
            </a:extLst>
          </p:cNvPr>
          <p:cNvSpPr txBox="1"/>
          <p:nvPr/>
        </p:nvSpPr>
        <p:spPr>
          <a:xfrm>
            <a:off x="2335394" y="2110478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858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2F9B-1F9D-83CB-E328-59237F31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61B9D01F-DBA9-C4D4-A377-5DBE205F3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D94E9E-4B6A-D757-3602-0EF412E83710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D94E9E-4B6A-D757-3602-0EF412E83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5366E2-B622-50E9-C29C-FD9422F6F705}"/>
              </a:ext>
            </a:extLst>
          </p:cNvPr>
          <p:cNvCxnSpPr/>
          <p:nvPr/>
        </p:nvCxnSpPr>
        <p:spPr>
          <a:xfrm flipV="1">
            <a:off x="1682496" y="640080"/>
            <a:ext cx="4589243" cy="260604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3826-B85D-FBDC-BD62-896572FD7AC6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093826-B85D-FBDC-BD62-896572FD7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0C94DA-EB3C-B642-445B-AB03ED397585}"/>
              </a:ext>
            </a:extLst>
          </p:cNvPr>
          <p:cNvCxnSpPr/>
          <p:nvPr/>
        </p:nvCxnSpPr>
        <p:spPr>
          <a:xfrm>
            <a:off x="3840480" y="1975103"/>
            <a:ext cx="0" cy="68580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59317-299A-AF84-68EC-87759BDD93C6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9424C7-992E-3FA6-0EEF-90FEB3C565C2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8BA3DC-5A7D-757D-CBB4-860811E596C8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8BA3DC-5A7D-757D-CBB4-860811E59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320469-C715-08C4-C160-B6E9AA9832D0}"/>
              </a:ext>
            </a:extLst>
          </p:cNvPr>
          <p:cNvCxnSpPr/>
          <p:nvPr/>
        </p:nvCxnSpPr>
        <p:spPr>
          <a:xfrm>
            <a:off x="3840480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3DC114-2E2C-1AE6-1320-1B3452360A53}"/>
              </a:ext>
            </a:extLst>
          </p:cNvPr>
          <p:cNvSpPr txBox="1"/>
          <p:nvPr/>
        </p:nvSpPr>
        <p:spPr>
          <a:xfrm>
            <a:off x="4827876" y="2110478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D671C3-21AE-EEF3-1EB9-5F91D7B4BDD1}"/>
              </a:ext>
            </a:extLst>
          </p:cNvPr>
          <p:cNvCxnSpPr>
            <a:cxnSpLocks/>
          </p:cNvCxnSpPr>
          <p:nvPr/>
        </p:nvCxnSpPr>
        <p:spPr>
          <a:xfrm flipH="1">
            <a:off x="2875047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1225B6-9013-031B-6D82-87524C989FFE}"/>
              </a:ext>
            </a:extLst>
          </p:cNvPr>
          <p:cNvSpPr txBox="1"/>
          <p:nvPr/>
        </p:nvSpPr>
        <p:spPr>
          <a:xfrm>
            <a:off x="2335394" y="2110478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9441EA-6078-FDD0-8E10-39D0C0D20EEA}"/>
                  </a:ext>
                </a:extLst>
              </p:cNvPr>
              <p:cNvSpPr txBox="1"/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9441EA-6078-FDD0-8E10-39D0C0D20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1E306FC-C30E-4D40-9CC7-07ED52FEB350}"/>
              </a:ext>
            </a:extLst>
          </p:cNvPr>
          <p:cNvSpPr/>
          <p:nvPr/>
        </p:nvSpPr>
        <p:spPr>
          <a:xfrm>
            <a:off x="5696712" y="2414016"/>
            <a:ext cx="39928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44DA3D-BB93-F678-51E5-70CB2D01A850}"/>
              </a:ext>
            </a:extLst>
          </p:cNvPr>
          <p:cNvCxnSpPr/>
          <p:nvPr/>
        </p:nvCxnSpPr>
        <p:spPr>
          <a:xfrm>
            <a:off x="5427006" y="2670428"/>
            <a:ext cx="334209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300DDC5-D8FD-A18D-3670-1DE8C71DE7C2}"/>
              </a:ext>
            </a:extLst>
          </p:cNvPr>
          <p:cNvSpPr/>
          <p:nvPr/>
        </p:nvSpPr>
        <p:spPr>
          <a:xfrm>
            <a:off x="2797938" y="2817021"/>
            <a:ext cx="1431164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105248-B24C-B159-1D35-A3F3CCDC6490}"/>
              </a:ext>
            </a:extLst>
          </p:cNvPr>
          <p:cNvSpPr txBox="1"/>
          <p:nvPr/>
        </p:nvSpPr>
        <p:spPr>
          <a:xfrm>
            <a:off x="7952226" y="2821177"/>
            <a:ext cx="131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Tumor size</a:t>
            </a:r>
          </a:p>
        </p:txBody>
      </p:sp>
    </p:spTree>
    <p:extLst>
      <p:ext uri="{BB962C8B-B14F-4D97-AF65-F5344CB8AC3E}">
        <p14:creationId xmlns:p14="http://schemas.microsoft.com/office/powerpoint/2010/main" val="361584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B73A-1663-59C7-E970-42749282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450FFDCC-DF97-D812-71E4-F3A9EEB10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99BE02-A4FC-14ED-C804-42C52B0CBCF0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99BE02-A4FC-14ED-C804-42C52B0C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65B553-83D5-4DCF-637B-CE47D1714ACC}"/>
              </a:ext>
            </a:extLst>
          </p:cNvPr>
          <p:cNvCxnSpPr>
            <a:cxnSpLocks/>
          </p:cNvCxnSpPr>
          <p:nvPr/>
        </p:nvCxnSpPr>
        <p:spPr>
          <a:xfrm flipV="1">
            <a:off x="1737359" y="766618"/>
            <a:ext cx="6641671" cy="2104598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29926E-91FB-3B84-A404-B363B9A0D48A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29926E-91FB-3B84-A404-B363B9A0D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17C59E-62F5-1B2D-7450-578F5FE8F797}"/>
              </a:ext>
            </a:extLst>
          </p:cNvPr>
          <p:cNvCxnSpPr/>
          <p:nvPr/>
        </p:nvCxnSpPr>
        <p:spPr>
          <a:xfrm>
            <a:off x="3840480" y="1975103"/>
            <a:ext cx="0" cy="68580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6FB7FC-B897-A2E7-9977-5AE92B859E9D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AEF80E-F541-7D15-80EC-8D98A2BEC4C3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8D483A-B630-E4C1-D0FD-88499CAC959B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8D483A-B630-E4C1-D0FD-88499CAC9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56CBD2-C83D-2164-889C-41D94ECB9CD5}"/>
              </a:ext>
            </a:extLst>
          </p:cNvPr>
          <p:cNvCxnSpPr/>
          <p:nvPr/>
        </p:nvCxnSpPr>
        <p:spPr>
          <a:xfrm>
            <a:off x="3840480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A89C64-0AF4-ADBC-4333-EEC56B663C3A}"/>
              </a:ext>
            </a:extLst>
          </p:cNvPr>
          <p:cNvSpPr txBox="1"/>
          <p:nvPr/>
        </p:nvSpPr>
        <p:spPr>
          <a:xfrm>
            <a:off x="4827876" y="2110478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0D9AE8-03E7-D269-EDFD-0C708A0DA3A6}"/>
              </a:ext>
            </a:extLst>
          </p:cNvPr>
          <p:cNvCxnSpPr>
            <a:cxnSpLocks/>
          </p:cNvCxnSpPr>
          <p:nvPr/>
        </p:nvCxnSpPr>
        <p:spPr>
          <a:xfrm flipH="1">
            <a:off x="2875047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1CF9E8-53EE-ACCA-B3C5-D2D9CA0B9B74}"/>
              </a:ext>
            </a:extLst>
          </p:cNvPr>
          <p:cNvSpPr txBox="1"/>
          <p:nvPr/>
        </p:nvSpPr>
        <p:spPr>
          <a:xfrm>
            <a:off x="2335394" y="2110478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6F82A-52DF-0EC1-DF4D-F80BD3BA9E05}"/>
                  </a:ext>
                </a:extLst>
              </p:cNvPr>
              <p:cNvSpPr txBox="1"/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B6F82A-52DF-0EC1-DF4D-F80BD3BA9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DD4D17B-0072-B914-FC90-BA6BC68812AD}"/>
              </a:ext>
            </a:extLst>
          </p:cNvPr>
          <p:cNvSpPr/>
          <p:nvPr/>
        </p:nvSpPr>
        <p:spPr>
          <a:xfrm>
            <a:off x="5696712" y="2414016"/>
            <a:ext cx="39928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CE6C0F-6B6A-9F78-EB58-3CD6C0F5312F}"/>
              </a:ext>
            </a:extLst>
          </p:cNvPr>
          <p:cNvCxnSpPr/>
          <p:nvPr/>
        </p:nvCxnSpPr>
        <p:spPr>
          <a:xfrm>
            <a:off x="5427006" y="2670428"/>
            <a:ext cx="334209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AE2A87C-EB27-1722-E3ED-F1B66E59658C}"/>
              </a:ext>
            </a:extLst>
          </p:cNvPr>
          <p:cNvSpPr/>
          <p:nvPr/>
        </p:nvSpPr>
        <p:spPr>
          <a:xfrm>
            <a:off x="2797938" y="2817021"/>
            <a:ext cx="1431164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EBFAC2-04F7-2EA5-6483-DF28499D737E}"/>
              </a:ext>
            </a:extLst>
          </p:cNvPr>
          <p:cNvSpPr txBox="1"/>
          <p:nvPr/>
        </p:nvSpPr>
        <p:spPr>
          <a:xfrm>
            <a:off x="7952226" y="2821177"/>
            <a:ext cx="131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Tumor size</a:t>
            </a:r>
          </a:p>
        </p:txBody>
      </p:sp>
    </p:spTree>
    <p:extLst>
      <p:ext uri="{BB962C8B-B14F-4D97-AF65-F5344CB8AC3E}">
        <p14:creationId xmlns:p14="http://schemas.microsoft.com/office/powerpoint/2010/main" val="3091037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9F60-27E0-A023-96B5-9D24A45F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947A8DD4-49D1-4D80-EFAC-448C0C954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B86CC0-C9A3-ACD4-CC4E-B8E7756D48F7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B86CC0-C9A3-ACD4-CC4E-B8E7756D4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EDBA6A-02E0-35F3-2102-48CD9C5CD979}"/>
              </a:ext>
            </a:extLst>
          </p:cNvPr>
          <p:cNvCxnSpPr>
            <a:cxnSpLocks/>
          </p:cNvCxnSpPr>
          <p:nvPr/>
        </p:nvCxnSpPr>
        <p:spPr>
          <a:xfrm flipV="1">
            <a:off x="1737359" y="766618"/>
            <a:ext cx="6641671" cy="2104598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687CAF-065C-6AA6-A4E1-0B6FB277905E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687CAF-065C-6AA6-A4E1-0B6FB2779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DC30C6-EAF7-C0BE-A6E8-E26C392728B1}"/>
              </a:ext>
            </a:extLst>
          </p:cNvPr>
          <p:cNvCxnSpPr/>
          <p:nvPr/>
        </p:nvCxnSpPr>
        <p:spPr>
          <a:xfrm>
            <a:off x="3840480" y="1975103"/>
            <a:ext cx="0" cy="68580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88066C-AE03-9C3A-835B-4BD1C099BE7D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ECF714-8AAD-018E-EA4D-9959FAA221E4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619909-B5F2-7D10-E3F7-9EC603519BCC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619909-B5F2-7D10-E3F7-9EC603519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49C4E3-EF1A-9015-054A-549A932F04EA}"/>
              </a:ext>
            </a:extLst>
          </p:cNvPr>
          <p:cNvCxnSpPr/>
          <p:nvPr/>
        </p:nvCxnSpPr>
        <p:spPr>
          <a:xfrm>
            <a:off x="3840480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DF905F-5091-B04C-F868-464D155A908E}"/>
              </a:ext>
            </a:extLst>
          </p:cNvPr>
          <p:cNvSpPr txBox="1"/>
          <p:nvPr/>
        </p:nvSpPr>
        <p:spPr>
          <a:xfrm>
            <a:off x="4827876" y="2110478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059755-76F5-50E5-7EC2-1F4C2E622F7F}"/>
              </a:ext>
            </a:extLst>
          </p:cNvPr>
          <p:cNvCxnSpPr>
            <a:cxnSpLocks/>
          </p:cNvCxnSpPr>
          <p:nvPr/>
        </p:nvCxnSpPr>
        <p:spPr>
          <a:xfrm flipH="1">
            <a:off x="2875047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CFB8D2-DC34-724B-C334-13F1386FCDB7}"/>
              </a:ext>
            </a:extLst>
          </p:cNvPr>
          <p:cNvSpPr txBox="1"/>
          <p:nvPr/>
        </p:nvSpPr>
        <p:spPr>
          <a:xfrm>
            <a:off x="2335394" y="2110478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BFE65-41E5-2B1D-B0CB-1B72DE0F5A35}"/>
                  </a:ext>
                </a:extLst>
              </p:cNvPr>
              <p:cNvSpPr txBox="1"/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EBFE65-41E5-2B1D-B0CB-1B72DE0F5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F345197-0978-15C3-D78D-BA4003EB2328}"/>
              </a:ext>
            </a:extLst>
          </p:cNvPr>
          <p:cNvSpPr/>
          <p:nvPr/>
        </p:nvSpPr>
        <p:spPr>
          <a:xfrm>
            <a:off x="5696712" y="2414016"/>
            <a:ext cx="39928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1B7771-B41E-6DCD-8780-4D50978CFC48}"/>
              </a:ext>
            </a:extLst>
          </p:cNvPr>
          <p:cNvCxnSpPr/>
          <p:nvPr/>
        </p:nvCxnSpPr>
        <p:spPr>
          <a:xfrm>
            <a:off x="5427006" y="2670428"/>
            <a:ext cx="334209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DB4E0-3610-688D-23BC-F29B19D05519}"/>
              </a:ext>
            </a:extLst>
          </p:cNvPr>
          <p:cNvSpPr/>
          <p:nvPr/>
        </p:nvSpPr>
        <p:spPr>
          <a:xfrm>
            <a:off x="2797938" y="2817021"/>
            <a:ext cx="1431164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70D0A4-8A15-5D5D-80B1-8EEA8EC7EFF2}"/>
              </a:ext>
            </a:extLst>
          </p:cNvPr>
          <p:cNvSpPr txBox="1"/>
          <p:nvPr/>
        </p:nvSpPr>
        <p:spPr>
          <a:xfrm>
            <a:off x="7952226" y="2821177"/>
            <a:ext cx="131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Tumor size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D27B44-A97B-725D-8B38-8F5DDDC2515A}"/>
              </a:ext>
            </a:extLst>
          </p:cNvPr>
          <p:cNvCxnSpPr/>
          <p:nvPr/>
        </p:nvCxnSpPr>
        <p:spPr>
          <a:xfrm>
            <a:off x="4611717" y="1941468"/>
            <a:ext cx="0" cy="731520"/>
          </a:xfrm>
          <a:prstGeom prst="line">
            <a:avLst/>
          </a:prstGeom>
          <a:ln w="53975">
            <a:solidFill>
              <a:srgbClr val="0000FF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F4C626-C4DC-2B9E-EB79-49BEFB20B469}"/>
              </a:ext>
            </a:extLst>
          </p:cNvPr>
          <p:cNvCxnSpPr>
            <a:cxnSpLocks/>
          </p:cNvCxnSpPr>
          <p:nvPr/>
        </p:nvCxnSpPr>
        <p:spPr>
          <a:xfrm rot="16200000">
            <a:off x="3182386" y="551856"/>
            <a:ext cx="0" cy="2834640"/>
          </a:xfrm>
          <a:prstGeom prst="line">
            <a:avLst/>
          </a:prstGeom>
          <a:ln w="53975">
            <a:solidFill>
              <a:srgbClr val="0000FF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C45C52D-8843-AEFF-183E-E1BE02D97E6C}"/>
              </a:ext>
            </a:extLst>
          </p:cNvPr>
          <p:cNvSpPr/>
          <p:nvPr/>
        </p:nvSpPr>
        <p:spPr>
          <a:xfrm>
            <a:off x="4537362" y="1907084"/>
            <a:ext cx="124690" cy="134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7A2B-A07D-8295-1768-81123C22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rrow with red xs and a black line with red xs&#10;&#10;AI-generated content may be incorrect.">
            <a:extLst>
              <a:ext uri="{FF2B5EF4-FFF2-40B4-BE49-F238E27FC236}">
                <a16:creationId xmlns:a16="http://schemas.microsoft.com/office/drawing/2014/main" id="{AD255DEF-264C-2989-16D0-01F2EDEF6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63" b="50000"/>
          <a:stretch/>
        </p:blipFill>
        <p:spPr>
          <a:xfrm>
            <a:off x="0" y="395839"/>
            <a:ext cx="6271739" cy="3108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A0CCDE-385F-5EFE-2B5C-F99494FD66F7}"/>
                  </a:ext>
                </a:extLst>
              </p:cNvPr>
              <p:cNvSpPr txBox="1"/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A0CCDE-385F-5EFE-2B5C-F99494FD6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24" y="3320133"/>
                <a:ext cx="1742913" cy="369332"/>
              </a:xfrm>
              <a:prstGeom prst="rect">
                <a:avLst/>
              </a:prstGeom>
              <a:blipFill>
                <a:blip r:embed="rId3"/>
                <a:stretch>
                  <a:fillRect l="-4196" t="-1667" r="-17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442D66-02C7-4118-7EF1-5429C8D7F01E}"/>
              </a:ext>
            </a:extLst>
          </p:cNvPr>
          <p:cNvCxnSpPr>
            <a:cxnSpLocks/>
          </p:cNvCxnSpPr>
          <p:nvPr/>
        </p:nvCxnSpPr>
        <p:spPr>
          <a:xfrm flipV="1">
            <a:off x="1737359" y="766618"/>
            <a:ext cx="6641671" cy="2104598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DE2BA-4D18-E959-0A53-C1E40214C00D}"/>
                  </a:ext>
                </a:extLst>
              </p:cNvPr>
              <p:cNvSpPr txBox="1"/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Threshold classifier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at 0.5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, predict “y = 1”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US" dirty="0"/>
                  <a:t>, predict “y = 0”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DE2BA-4D18-E959-0A53-C1E40214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443984"/>
                <a:ext cx="4055406" cy="1754326"/>
              </a:xfrm>
              <a:prstGeom prst="rect">
                <a:avLst/>
              </a:prstGeom>
              <a:blipFill>
                <a:blip r:embed="rId4"/>
                <a:stretch>
                  <a:fillRect l="-1203" t="-1389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6EAF7E-B9DF-13BC-CCCD-E625B10E2234}"/>
              </a:ext>
            </a:extLst>
          </p:cNvPr>
          <p:cNvCxnSpPr/>
          <p:nvPr/>
        </p:nvCxnSpPr>
        <p:spPr>
          <a:xfrm>
            <a:off x="3840480" y="854963"/>
            <a:ext cx="0" cy="1828800"/>
          </a:xfrm>
          <a:prstGeom prst="line">
            <a:avLst/>
          </a:prstGeom>
          <a:ln w="53975">
            <a:prstDash val="sysDot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0732D1-7E8D-BDFC-5248-4ED9C78B1B04}"/>
              </a:ext>
            </a:extLst>
          </p:cNvPr>
          <p:cNvCxnSpPr>
            <a:cxnSpLocks/>
          </p:cNvCxnSpPr>
          <p:nvPr/>
        </p:nvCxnSpPr>
        <p:spPr>
          <a:xfrm rot="16200000">
            <a:off x="2788920" y="923544"/>
            <a:ext cx="0" cy="210312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E7209C-7F6E-CC40-660C-9C96CE1A8EF2}"/>
              </a:ext>
            </a:extLst>
          </p:cNvPr>
          <p:cNvSpPr txBox="1"/>
          <p:nvPr/>
        </p:nvSpPr>
        <p:spPr>
          <a:xfrm>
            <a:off x="1240107" y="179043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2ACF4-DAF1-88F9-6958-CCA4242E545E}"/>
                  </a:ext>
                </a:extLst>
              </p:cNvPr>
              <p:cNvSpPr txBox="1"/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2ACF4-DAF1-88F9-6958-CCA4242E5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88" y="148628"/>
                <a:ext cx="1742913" cy="369332"/>
              </a:xfrm>
              <a:prstGeom prst="rect">
                <a:avLst/>
              </a:prstGeom>
              <a:blipFill>
                <a:blip r:embed="rId5"/>
                <a:stretch>
                  <a:fillRect l="-4196" r="-174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DB63BB-B052-A7B1-F07F-FD4528AD413E}"/>
              </a:ext>
            </a:extLst>
          </p:cNvPr>
          <p:cNvCxnSpPr/>
          <p:nvPr/>
        </p:nvCxnSpPr>
        <p:spPr>
          <a:xfrm>
            <a:off x="3840480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15A98D-94BA-20EC-E0F2-D684171FBA56}"/>
              </a:ext>
            </a:extLst>
          </p:cNvPr>
          <p:cNvSpPr txBox="1"/>
          <p:nvPr/>
        </p:nvSpPr>
        <p:spPr>
          <a:xfrm>
            <a:off x="4827876" y="2110478"/>
            <a:ext cx="54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7B381E-606A-1BC4-5911-EE2FE7A21555}"/>
              </a:ext>
            </a:extLst>
          </p:cNvPr>
          <p:cNvCxnSpPr>
            <a:cxnSpLocks/>
          </p:cNvCxnSpPr>
          <p:nvPr/>
        </p:nvCxnSpPr>
        <p:spPr>
          <a:xfrm flipH="1">
            <a:off x="2875047" y="2295144"/>
            <a:ext cx="9418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970FF3-496E-DCDF-1A58-4C921E956522}"/>
              </a:ext>
            </a:extLst>
          </p:cNvPr>
          <p:cNvSpPr txBox="1"/>
          <p:nvPr/>
        </p:nvSpPr>
        <p:spPr>
          <a:xfrm>
            <a:off x="2335394" y="2110478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</a:rPr>
              <a:t>ve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75B772-554A-C200-FCDF-FED965E476C4}"/>
                  </a:ext>
                </a:extLst>
              </p:cNvPr>
              <p:cNvSpPr txBox="1"/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75B772-554A-C200-FCDF-FED965E47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235" y="841248"/>
                <a:ext cx="424795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0AFD3BBC-31F8-0AA2-8A6B-F980EF7959A8}"/>
              </a:ext>
            </a:extLst>
          </p:cNvPr>
          <p:cNvSpPr/>
          <p:nvPr/>
        </p:nvSpPr>
        <p:spPr>
          <a:xfrm>
            <a:off x="5696712" y="2414016"/>
            <a:ext cx="39928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486840-D9FE-8BE1-6EA2-7A2B0756754B}"/>
              </a:ext>
            </a:extLst>
          </p:cNvPr>
          <p:cNvCxnSpPr/>
          <p:nvPr/>
        </p:nvCxnSpPr>
        <p:spPr>
          <a:xfrm>
            <a:off x="5427006" y="2670428"/>
            <a:ext cx="334209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81C80-5012-1468-0BF6-CAA4A9AFDEA1}"/>
              </a:ext>
            </a:extLst>
          </p:cNvPr>
          <p:cNvSpPr/>
          <p:nvPr/>
        </p:nvSpPr>
        <p:spPr>
          <a:xfrm>
            <a:off x="2797938" y="2817021"/>
            <a:ext cx="1431164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C1B5B-AECF-5608-432C-EFEAA87729D1}"/>
              </a:ext>
            </a:extLst>
          </p:cNvPr>
          <p:cNvSpPr txBox="1"/>
          <p:nvPr/>
        </p:nvSpPr>
        <p:spPr>
          <a:xfrm>
            <a:off x="7952226" y="2821177"/>
            <a:ext cx="131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Tumor size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B930C4-B82B-1299-C0F9-0B0A62202866}"/>
              </a:ext>
            </a:extLst>
          </p:cNvPr>
          <p:cNvCxnSpPr>
            <a:cxnSpLocks/>
          </p:cNvCxnSpPr>
          <p:nvPr/>
        </p:nvCxnSpPr>
        <p:spPr>
          <a:xfrm rot="16200000">
            <a:off x="3182386" y="551856"/>
            <a:ext cx="0" cy="2834640"/>
          </a:xfrm>
          <a:prstGeom prst="line">
            <a:avLst/>
          </a:prstGeom>
          <a:ln w="53975">
            <a:solidFill>
              <a:srgbClr val="0000FF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22FBB71-959B-CDD7-131C-CEBB324A8A58}"/>
              </a:ext>
            </a:extLst>
          </p:cNvPr>
          <p:cNvSpPr/>
          <p:nvPr/>
        </p:nvSpPr>
        <p:spPr>
          <a:xfrm>
            <a:off x="4537362" y="1907084"/>
            <a:ext cx="124690" cy="13402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B105D5-6098-0D69-05B0-A69149C2663B}"/>
              </a:ext>
            </a:extLst>
          </p:cNvPr>
          <p:cNvCxnSpPr/>
          <p:nvPr/>
        </p:nvCxnSpPr>
        <p:spPr>
          <a:xfrm>
            <a:off x="4611717" y="920388"/>
            <a:ext cx="0" cy="1737360"/>
          </a:xfrm>
          <a:prstGeom prst="line">
            <a:avLst/>
          </a:prstGeom>
          <a:ln w="53975">
            <a:solidFill>
              <a:srgbClr val="0000FF"/>
            </a:solidFill>
            <a:prstDash val="sysDot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172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DDCBD-F8F6-A7EC-BD90-84B966DCA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Classification</a:t>
                </a:r>
                <a:r>
                  <a:rPr lang="en-US" dirty="0"/>
                  <a:t>:   y   =   0   or  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&gt;1  or  &lt;0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DDCBD-F8F6-A7EC-BD90-84B966DCA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  <a:blipFill>
                <a:blip r:embed="rId2"/>
                <a:stretch>
                  <a:fillRect l="-121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414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4AD4-4B76-810A-BC1D-72B86D46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B2B71-9906-35CE-4165-216B79B50F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Classification</a:t>
                </a:r>
                <a:r>
                  <a:rPr lang="en-US" dirty="0"/>
                  <a:t>:   y   =   0   or  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&gt;1  or  &lt;0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Logistic Regression: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B2B71-9906-35CE-4165-216B79B50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  <a:blipFill>
                <a:blip r:embed="rId2"/>
                <a:stretch>
                  <a:fillRect l="-121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302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19EF-39E1-E5F4-95B5-7A362596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D5126-50CB-AFFE-EC42-8327EE79E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Classification</a:t>
                </a:r>
                <a:r>
                  <a:rPr lang="en-US" dirty="0"/>
                  <a:t>:   y   =   0   or   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&gt;1  or  &lt;0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Logistic Regression: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D5126-50CB-AFFE-EC42-8327EE79E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175" y="558800"/>
                <a:ext cx="10515600" cy="4351338"/>
              </a:xfrm>
              <a:blipFill>
                <a:blip r:embed="rId2"/>
                <a:stretch>
                  <a:fillRect l="-121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llout: Line 1">
            <a:extLst>
              <a:ext uri="{FF2B5EF4-FFF2-40B4-BE49-F238E27FC236}">
                <a16:creationId xmlns:a16="http://schemas.microsoft.com/office/drawing/2014/main" id="{C8394E25-D1D2-2F32-32FD-A1D6DB134C18}"/>
              </a:ext>
            </a:extLst>
          </p:cNvPr>
          <p:cNvSpPr/>
          <p:nvPr/>
        </p:nvSpPr>
        <p:spPr>
          <a:xfrm>
            <a:off x="4029074" y="5397500"/>
            <a:ext cx="4000501" cy="911098"/>
          </a:xfrm>
          <a:prstGeom prst="borderCallout1">
            <a:avLst>
              <a:gd name="adj1" fmla="val 56064"/>
              <a:gd name="adj2" fmla="val -714"/>
              <a:gd name="adj3" fmla="val -130588"/>
              <a:gd name="adj4" fmla="val -37768"/>
            </a:avLst>
          </a:prstGeom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Actually CLASSIFICATION algorithm and NOT REGRESSION</a:t>
            </a:r>
          </a:p>
        </p:txBody>
      </p:sp>
    </p:spTree>
    <p:extLst>
      <p:ext uri="{BB962C8B-B14F-4D97-AF65-F5344CB8AC3E}">
        <p14:creationId xmlns:p14="http://schemas.microsoft.com/office/powerpoint/2010/main" val="1831035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7830-0753-CD38-8CF1-B3D3B815B6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79471-51C9-C17A-B726-D2964BD80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Hypothesis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61569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5566-D7BC-E083-E929-F205586F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92178-EDBB-420C-FF5D-EFFEEA893F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92178-EDBB-420C-FF5D-EFFEEA893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852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C2B42-233E-F0D7-ED78-3483F2B4DB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AC2B42-233E-F0D7-ED78-3483F2B4D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51D8992-E6D4-5DF9-65B2-3DD6AEBEAD9D}"/>
              </a:ext>
            </a:extLst>
          </p:cNvPr>
          <p:cNvSpPr txBox="1"/>
          <p:nvPr/>
        </p:nvSpPr>
        <p:spPr>
          <a:xfrm>
            <a:off x="444500" y="2723684"/>
            <a:ext cx="3102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4209113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0D41-2D49-6A1D-EE0A-BA49F026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A145F-2C2A-EC3A-6A05-5B10D7419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A145F-2C2A-EC3A-6A05-5B10D7419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52A3119-9C9D-8CA1-DEF5-0E9479BCD72E}"/>
              </a:ext>
            </a:extLst>
          </p:cNvPr>
          <p:cNvSpPr txBox="1"/>
          <p:nvPr/>
        </p:nvSpPr>
        <p:spPr>
          <a:xfrm>
            <a:off x="4445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729448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E965-ABA6-4414-1773-8B6E597E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C319E-A5A2-0AD1-B6B8-1968D3C1C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C319E-A5A2-0AD1-B6B8-1968D3C1C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850FF5F-0875-1024-7F00-F71AAD086B38}"/>
              </a:ext>
            </a:extLst>
          </p:cNvPr>
          <p:cNvSpPr txBox="1"/>
          <p:nvPr/>
        </p:nvSpPr>
        <p:spPr>
          <a:xfrm>
            <a:off x="4445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5BB9C5-51FD-8452-B12D-0D6927A222C6}"/>
                  </a:ext>
                </a:extLst>
              </p:cNvPr>
              <p:cNvSpPr txBox="1"/>
              <p:nvPr/>
            </p:nvSpPr>
            <p:spPr>
              <a:xfrm>
                <a:off x="4697217" y="365760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C5BB9C5-51FD-8452-B12D-0D6927A22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217" y="365760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010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32DB7-FD79-3001-6CDF-50833D02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8CE517-5A7D-7D9D-DE09-5E8449EF8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8CE517-5A7D-7D9D-DE09-5E8449EF8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5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33445A-80D0-395A-C8E6-9B0D9E5F37DF}"/>
              </a:ext>
            </a:extLst>
          </p:cNvPr>
          <p:cNvSpPr txBox="1"/>
          <p:nvPr/>
        </p:nvSpPr>
        <p:spPr>
          <a:xfrm>
            <a:off x="4445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EE8B27-DF52-2FEC-8324-EF39F9AAF732}"/>
                  </a:ext>
                </a:extLst>
              </p:cNvPr>
              <p:cNvSpPr txBox="1"/>
              <p:nvPr/>
            </p:nvSpPr>
            <p:spPr>
              <a:xfrm>
                <a:off x="4697217" y="365760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EE8B27-DF52-2FEC-8324-EF39F9AA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217" y="365760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llout: Line 4">
            <a:extLst>
              <a:ext uri="{FF2B5EF4-FFF2-40B4-BE49-F238E27FC236}">
                <a16:creationId xmlns:a16="http://schemas.microsoft.com/office/drawing/2014/main" id="{2CBD452E-43BD-7FC0-D17C-AACC02026129}"/>
              </a:ext>
            </a:extLst>
          </p:cNvPr>
          <p:cNvSpPr/>
          <p:nvPr/>
        </p:nvSpPr>
        <p:spPr>
          <a:xfrm>
            <a:off x="596900" y="4474234"/>
            <a:ext cx="3657600" cy="1544637"/>
          </a:xfrm>
          <a:prstGeom prst="borderCallout1">
            <a:avLst>
              <a:gd name="adj1" fmla="val 52460"/>
              <a:gd name="adj2" fmla="val 100000"/>
              <a:gd name="adj3" fmla="val -1786"/>
              <a:gd name="adj4" fmla="val 121042"/>
            </a:avLst>
          </a:prstGeom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Sigmoid Function</a:t>
            </a:r>
          </a:p>
          <a:p>
            <a:pPr algn="ctr"/>
            <a:r>
              <a:rPr lang="en-US" sz="2800" dirty="0"/>
              <a:t>Logistic Function</a:t>
            </a:r>
          </a:p>
        </p:txBody>
      </p:sp>
    </p:spTree>
    <p:extLst>
      <p:ext uri="{BB962C8B-B14F-4D97-AF65-F5344CB8AC3E}">
        <p14:creationId xmlns:p14="http://schemas.microsoft.com/office/powerpoint/2010/main" val="313271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4DA6-7490-5659-D0C1-6EF185F8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30C31-8C09-AE81-0254-45481A0AE0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30C31-8C09-AE81-0254-45481A0AE0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E264A9-9A1C-74FA-7CCE-D36A50C61A70}"/>
              </a:ext>
            </a:extLst>
          </p:cNvPr>
          <p:cNvSpPr txBox="1"/>
          <p:nvPr/>
        </p:nvSpPr>
        <p:spPr>
          <a:xfrm>
            <a:off x="1016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A1CC0A-B131-F1F4-1D35-B95F1284DC47}"/>
                  </a:ext>
                </a:extLst>
              </p:cNvPr>
              <p:cNvSpPr txBox="1"/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A1CC0A-B131-F1F4-1D35-B95F1284D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llout: Line 4">
            <a:extLst>
              <a:ext uri="{FF2B5EF4-FFF2-40B4-BE49-F238E27FC236}">
                <a16:creationId xmlns:a16="http://schemas.microsoft.com/office/drawing/2014/main" id="{DB4FA872-93A6-0A0D-3801-54C806EADA3D}"/>
              </a:ext>
            </a:extLst>
          </p:cNvPr>
          <p:cNvSpPr/>
          <p:nvPr/>
        </p:nvSpPr>
        <p:spPr>
          <a:xfrm>
            <a:off x="0" y="4474234"/>
            <a:ext cx="3657600" cy="1544637"/>
          </a:xfrm>
          <a:prstGeom prst="borderCallout1">
            <a:avLst>
              <a:gd name="adj1" fmla="val 52460"/>
              <a:gd name="adj2" fmla="val 100000"/>
              <a:gd name="adj3" fmla="val -1786"/>
              <a:gd name="adj4" fmla="val 121042"/>
            </a:avLst>
          </a:prstGeom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Sigmoid Function</a:t>
            </a:r>
          </a:p>
          <a:p>
            <a:pPr algn="ctr"/>
            <a:r>
              <a:rPr lang="en-US" sz="2800" dirty="0"/>
              <a:t>Logistic Function</a:t>
            </a:r>
          </a:p>
        </p:txBody>
      </p:sp>
    </p:spTree>
    <p:extLst>
      <p:ext uri="{BB962C8B-B14F-4D97-AF65-F5344CB8AC3E}">
        <p14:creationId xmlns:p14="http://schemas.microsoft.com/office/powerpoint/2010/main" val="464062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DDD7C-3F11-DD82-9438-5FE7A530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D7955-6FBD-BA56-3701-45ADDC864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D7955-6FBD-BA56-3701-45ADDC864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69F1AF-0D5A-49CE-3B80-3AAED0D587AC}"/>
              </a:ext>
            </a:extLst>
          </p:cNvPr>
          <p:cNvSpPr txBox="1"/>
          <p:nvPr/>
        </p:nvSpPr>
        <p:spPr>
          <a:xfrm>
            <a:off x="1016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4547D4-6DB5-1D04-CCE6-BAC1A2E9C3C4}"/>
                  </a:ext>
                </a:extLst>
              </p:cNvPr>
              <p:cNvSpPr txBox="1"/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4547D4-6DB5-1D04-CCE6-BAC1A2E9C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llout: Line 4">
            <a:extLst>
              <a:ext uri="{FF2B5EF4-FFF2-40B4-BE49-F238E27FC236}">
                <a16:creationId xmlns:a16="http://schemas.microsoft.com/office/drawing/2014/main" id="{C30B169B-36ED-F97F-816F-D2C671FAAE17}"/>
              </a:ext>
            </a:extLst>
          </p:cNvPr>
          <p:cNvSpPr/>
          <p:nvPr/>
        </p:nvSpPr>
        <p:spPr>
          <a:xfrm>
            <a:off x="0" y="4474234"/>
            <a:ext cx="3657600" cy="1544637"/>
          </a:xfrm>
          <a:prstGeom prst="borderCallout1">
            <a:avLst>
              <a:gd name="adj1" fmla="val 52460"/>
              <a:gd name="adj2" fmla="val 100000"/>
              <a:gd name="adj3" fmla="val -1786"/>
              <a:gd name="adj4" fmla="val 121042"/>
            </a:avLst>
          </a:prstGeom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Sigmoid Function</a:t>
            </a:r>
          </a:p>
          <a:p>
            <a:pPr algn="ctr"/>
            <a:r>
              <a:rPr lang="en-US" sz="2800" dirty="0"/>
              <a:t>Logistic Function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A1D34C7-C816-83FB-6FF8-8D953B24F061}"/>
              </a:ext>
            </a:extLst>
          </p:cNvPr>
          <p:cNvSpPr/>
          <p:nvPr/>
        </p:nvSpPr>
        <p:spPr>
          <a:xfrm>
            <a:off x="6504980" y="2273300"/>
            <a:ext cx="632419" cy="27305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D20299-58ED-323F-1B76-9F9C59336A23}"/>
                  </a:ext>
                </a:extLst>
              </p:cNvPr>
              <p:cNvSpPr txBox="1"/>
              <p:nvPr/>
            </p:nvSpPr>
            <p:spPr>
              <a:xfrm>
                <a:off x="8048779" y="727759"/>
                <a:ext cx="3124199" cy="9534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D20299-58ED-323F-1B76-9F9C59336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779" y="727759"/>
                <a:ext cx="3124199" cy="9534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82DDD08-7A19-F2CD-7D78-77F7827F9AD3}"/>
              </a:ext>
            </a:extLst>
          </p:cNvPr>
          <p:cNvCxnSpPr>
            <a:stCxn id="6" idx="1"/>
            <a:endCxn id="9" idx="1"/>
          </p:cNvCxnSpPr>
          <p:nvPr/>
        </p:nvCxnSpPr>
        <p:spPr>
          <a:xfrm rot="10800000" flipH="1">
            <a:off x="7137399" y="1204462"/>
            <a:ext cx="911380" cy="2434089"/>
          </a:xfrm>
          <a:prstGeom prst="bentConnector3">
            <a:avLst>
              <a:gd name="adj1" fmla="val 40695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924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3412-5872-C66A-1726-38AE7EA11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8A924-0CB4-5C84-A9E3-85139AD28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Model</a:t>
                </a:r>
              </a:p>
              <a:p>
                <a:pPr marL="0" indent="0">
                  <a:buNone/>
                </a:pPr>
                <a:r>
                  <a:rPr lang="en-US" dirty="0"/>
                  <a:t>	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8A924-0CB4-5C84-A9E3-85139AD28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" y="809625"/>
                <a:ext cx="10515600" cy="4351338"/>
              </a:xfrm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B9423B-3421-5C46-BADC-39636DC7E29A}"/>
              </a:ext>
            </a:extLst>
          </p:cNvPr>
          <p:cNvSpPr txBox="1"/>
          <p:nvPr/>
        </p:nvSpPr>
        <p:spPr>
          <a:xfrm>
            <a:off x="101600" y="2723684"/>
            <a:ext cx="3358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4D2D48-7A0D-811B-B97F-A6325EDFDCE0}"/>
                  </a:ext>
                </a:extLst>
              </p:cNvPr>
              <p:cNvSpPr txBox="1"/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4D2D48-7A0D-811B-B97F-A6325EDFD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19" y="365760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llout: Line 4">
            <a:extLst>
              <a:ext uri="{FF2B5EF4-FFF2-40B4-BE49-F238E27FC236}">
                <a16:creationId xmlns:a16="http://schemas.microsoft.com/office/drawing/2014/main" id="{FBAE2B82-B786-8A38-370C-1C9ED9A5096A}"/>
              </a:ext>
            </a:extLst>
          </p:cNvPr>
          <p:cNvSpPr/>
          <p:nvPr/>
        </p:nvSpPr>
        <p:spPr>
          <a:xfrm>
            <a:off x="0" y="4474234"/>
            <a:ext cx="3657600" cy="1544637"/>
          </a:xfrm>
          <a:prstGeom prst="borderCallout1">
            <a:avLst>
              <a:gd name="adj1" fmla="val 52460"/>
              <a:gd name="adj2" fmla="val 100000"/>
              <a:gd name="adj3" fmla="val -1786"/>
              <a:gd name="adj4" fmla="val 121042"/>
            </a:avLst>
          </a:prstGeom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Sigmoid Function</a:t>
            </a:r>
          </a:p>
          <a:p>
            <a:pPr algn="ctr"/>
            <a:r>
              <a:rPr lang="en-US" sz="2800" dirty="0"/>
              <a:t>Logistic Function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FA6FA1A1-CA96-E3E0-9F69-BF7AF4100F02}"/>
              </a:ext>
            </a:extLst>
          </p:cNvPr>
          <p:cNvSpPr/>
          <p:nvPr/>
        </p:nvSpPr>
        <p:spPr>
          <a:xfrm>
            <a:off x="6504980" y="2273300"/>
            <a:ext cx="632419" cy="27305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8ABAC0-30A6-6FB3-D1FF-4FFD54580EAA}"/>
                  </a:ext>
                </a:extLst>
              </p:cNvPr>
              <p:cNvSpPr txBox="1"/>
              <p:nvPr/>
            </p:nvSpPr>
            <p:spPr>
              <a:xfrm>
                <a:off x="8048779" y="727759"/>
                <a:ext cx="3124199" cy="9534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8ABAC0-30A6-6FB3-D1FF-4FFD54580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779" y="727759"/>
                <a:ext cx="3124199" cy="9534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283DAFB-7AD5-0C11-154D-C329A7D33848}"/>
              </a:ext>
            </a:extLst>
          </p:cNvPr>
          <p:cNvCxnSpPr>
            <a:stCxn id="6" idx="1"/>
            <a:endCxn id="9" idx="1"/>
          </p:cNvCxnSpPr>
          <p:nvPr/>
        </p:nvCxnSpPr>
        <p:spPr>
          <a:xfrm rot="10800000" flipH="1">
            <a:off x="7137399" y="1204462"/>
            <a:ext cx="911380" cy="2434089"/>
          </a:xfrm>
          <a:prstGeom prst="bentConnector3">
            <a:avLst>
              <a:gd name="adj1" fmla="val 40695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function and a function&#10;&#10;AI-generated content may be incorrect.">
            <a:extLst>
              <a:ext uri="{FF2B5EF4-FFF2-40B4-BE49-F238E27FC236}">
                <a16:creationId xmlns:a16="http://schemas.microsoft.com/office/drawing/2014/main" id="{4193FE14-383A-89DA-006A-AAAAD82AC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17" t="33825" r="9791" b="24231"/>
          <a:stretch/>
        </p:blipFill>
        <p:spPr>
          <a:xfrm>
            <a:off x="7924801" y="2596521"/>
            <a:ext cx="3803955" cy="2122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A2D388-B090-20AA-78A8-0491C7EF5FAB}"/>
                  </a:ext>
                </a:extLst>
              </p14:cNvPr>
              <p14:cNvContentPartPr/>
              <p14:nvPr/>
            </p14:nvContentPartPr>
            <p14:xfrm>
              <a:off x="7987940" y="2970860"/>
              <a:ext cx="3550320" cy="1397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A2D388-B090-20AA-78A8-0491C7EF5F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4180" y="2947100"/>
                <a:ext cx="3597480" cy="14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B4DC302-1CA7-A8C8-0D79-C6D5EBB1B35E}"/>
                  </a:ext>
                </a:extLst>
              </p14:cNvPr>
              <p14:cNvContentPartPr/>
              <p14:nvPr/>
            </p14:nvContentPartPr>
            <p14:xfrm>
              <a:off x="11366540" y="4660340"/>
              <a:ext cx="341640" cy="232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B4DC302-1CA7-A8C8-0D79-C6D5EBB1B3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57540" y="4651700"/>
                <a:ext cx="3592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025917-C3B2-53AB-4F7E-F91D4C637FA4}"/>
                  </a:ext>
                </a:extLst>
              </p14:cNvPr>
              <p14:cNvContentPartPr/>
              <p14:nvPr/>
            </p14:nvContentPartPr>
            <p14:xfrm>
              <a:off x="11312900" y="2462180"/>
              <a:ext cx="142920" cy="154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025917-C3B2-53AB-4F7E-F91D4C637F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303900" y="2453540"/>
                <a:ext cx="16056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D6B04A45-6252-A794-76A8-80BD0E31C0E4}"/>
              </a:ext>
            </a:extLst>
          </p:cNvPr>
          <p:cNvGrpSpPr/>
          <p:nvPr/>
        </p:nvGrpSpPr>
        <p:grpSpPr>
          <a:xfrm>
            <a:off x="11374820" y="2336900"/>
            <a:ext cx="691200" cy="546840"/>
            <a:chOff x="11374820" y="2336900"/>
            <a:chExt cx="69120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2A9CBA-085E-3305-F55C-BF71DFA78F39}"/>
                    </a:ext>
                  </a:extLst>
                </p14:cNvPr>
                <p14:cNvContentPartPr/>
                <p14:nvPr/>
              </p14:nvContentPartPr>
              <p14:xfrm>
                <a:off x="11374820" y="2565500"/>
                <a:ext cx="158760" cy="318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2A9CBA-085E-3305-F55C-BF71DFA78F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66180" y="2556860"/>
                  <a:ext cx="1764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31AADE-1E55-0D76-6DFC-80072C03EDF0}"/>
                    </a:ext>
                  </a:extLst>
                </p14:cNvPr>
                <p14:cNvContentPartPr/>
                <p14:nvPr/>
              </p14:nvContentPartPr>
              <p14:xfrm>
                <a:off x="11607020" y="2336900"/>
                <a:ext cx="96120" cy="397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31AADE-1E55-0D76-6DFC-80072C03ED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98380" y="2328260"/>
                  <a:ext cx="1137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5E2463-5694-9A1F-2AA4-D2CBE765A8BB}"/>
                    </a:ext>
                  </a:extLst>
                </p14:cNvPr>
                <p14:cNvContentPartPr/>
                <p14:nvPr/>
              </p14:nvContentPartPr>
              <p14:xfrm>
                <a:off x="11684060" y="2539580"/>
                <a:ext cx="286560" cy="170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5E2463-5694-9A1F-2AA4-D2CBE765A8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75060" y="2530940"/>
                  <a:ext cx="304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8A2490-6236-BB42-E2DE-81F161C6721A}"/>
                    </a:ext>
                  </a:extLst>
                </p14:cNvPr>
                <p14:cNvContentPartPr/>
                <p14:nvPr/>
              </p14:nvContentPartPr>
              <p14:xfrm>
                <a:off x="11861540" y="2349500"/>
                <a:ext cx="204480" cy="488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8A2490-6236-BB42-E2DE-81F161C672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852540" y="2340860"/>
                  <a:ext cx="222120" cy="50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0781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22B5-B1C4-22DD-8465-36E4216C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656E-3CEF-BB49-D8EA-95A53DCD0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542924"/>
            <a:ext cx="10515600" cy="6099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Interpretation of Hypothesis Output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34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B42D5-4D64-76E0-723A-2688B665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8479D-9608-DF09-28D9-9922705C9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542924"/>
            <a:ext cx="10515600" cy="6099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Interpretation of Hypothesis Output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3D72A5-4F0C-C6EA-83C6-192B67C20804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3D72A5-4F0C-C6EA-83C6-192B67C20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739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D955E-4ACB-FAB2-2B37-370DFF79A2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D955E-4ACB-FAB2-2B37-370DFF79A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  <a:blipFill>
                <a:blip r:embed="rId2"/>
                <a:stretch>
                  <a:fillRect l="-1217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AF22FD-2500-E81C-6B36-9B6D74BDE833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AF22FD-2500-E81C-6B36-9B6D74BDE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999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DC14E-B7FE-4008-D173-4AB4F696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824C8-EA56-2C86-26D0-068921F3D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824C8-EA56-2C86-26D0-068921F3D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  <a:blipFill>
                <a:blip r:embed="rId2"/>
                <a:stretch>
                  <a:fillRect l="-1217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E61C5D-E89C-F511-C3A0-69DBE5AA7ED5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E61C5D-E89C-F511-C3A0-69DBE5AA7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486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89CD-ED39-FD6C-365B-2194074A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9387B-6F55-75E7-E52F-DF9AAB936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Tell the patient that 70% chance of tumor being malignant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9387B-6F55-75E7-E52F-DF9AAB936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542924"/>
                <a:ext cx="10515600" cy="6099176"/>
              </a:xfrm>
              <a:blipFill>
                <a:blip r:embed="rId2"/>
                <a:stretch>
                  <a:fillRect l="-1217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3A544-19FE-61C4-8D64-05E117F12AEE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3A544-19FE-61C4-8D64-05E117F1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4551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A296-F526-D2FD-60D0-EA0224A8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B3DEF-7058-9C38-EBC1-80C915D06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542924"/>
                <a:ext cx="118364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Tell the patient that 70% chance of tumor being malignant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				“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probability that y=1, given x, parameterized by theta</a:t>
                </a:r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B3DEF-7058-9C38-EBC1-80C915D06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542924"/>
                <a:ext cx="11836400" cy="6099176"/>
              </a:xfrm>
              <a:blipFill>
                <a:blip r:embed="rId2"/>
                <a:stretch>
                  <a:fillRect l="-1082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9EF45D-E92A-659D-A846-FFDDD29CCCB4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9EF45D-E92A-659D-A846-FFDDD29CC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7EF87-6463-B7F2-8B96-22BC6DBA673F}"/>
                  </a:ext>
                </a:extLst>
              </p:cNvPr>
              <p:cNvSpPr txBox="1"/>
              <p:nvPr/>
            </p:nvSpPr>
            <p:spPr>
              <a:xfrm>
                <a:off x="114300" y="5728299"/>
                <a:ext cx="3462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7EF87-6463-B7F2-8B96-22BC6DBA6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5728299"/>
                <a:ext cx="3462483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832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2453-FFE0-A8CC-ADDB-7CA690C7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EFB92-E6A3-2961-4051-88061F538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542924"/>
                <a:ext cx="118364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Tell the patient that 70% chance of tumor being malignant</a:t>
                </a:r>
              </a:p>
              <a:p>
                <a:pPr marL="0" indent="0">
                  <a:buNone/>
                </a:pPr>
                <a:r>
                  <a:rPr lang="en-US" sz="2400" dirty="0"/>
                  <a:t>				“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probability that y=1, given x, parameterized by theta</a:t>
                </a:r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EFB92-E6A3-2961-4051-88061F538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542924"/>
                <a:ext cx="11836400" cy="6099176"/>
              </a:xfrm>
              <a:blipFill>
                <a:blip r:embed="rId2"/>
                <a:stretch>
                  <a:fillRect l="-1082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D85E1F-EFAA-A728-42DE-A0B7F8488A1B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D85E1F-EFAA-A728-42DE-A0B7F848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AE4C1C-45D0-25A4-F679-A00A80FE9E5D}"/>
                  </a:ext>
                </a:extLst>
              </p:cNvPr>
              <p:cNvSpPr txBox="1"/>
              <p:nvPr/>
            </p:nvSpPr>
            <p:spPr>
              <a:xfrm>
                <a:off x="114300" y="5261639"/>
                <a:ext cx="3462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AE4C1C-45D0-25A4-F679-A00A80FE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5261639"/>
                <a:ext cx="3462483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4B6C85-E513-4115-AA69-D50383A99E57}"/>
                  </a:ext>
                </a:extLst>
              </p:cNvPr>
              <p:cNvSpPr txBox="1"/>
              <p:nvPr/>
            </p:nvSpPr>
            <p:spPr>
              <a:xfrm>
                <a:off x="5600700" y="5761404"/>
                <a:ext cx="52940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4B6C85-E513-4115-AA69-D50383A99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5761404"/>
                <a:ext cx="529401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228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F042-F62F-CC2E-EEC0-E59A7978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D40139-1AEB-03F8-481A-B069D4E267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542924"/>
                <a:ext cx="11836400" cy="6099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Interpretation of Hypothesis Output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Example: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tumorSize</m:t>
                            </m:r>
                          </m:e>
                        </m:eqAr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Tell the patient that 70% chance of tumor being malignant</a:t>
                </a:r>
              </a:p>
              <a:p>
                <a:pPr marL="0" indent="0">
                  <a:buNone/>
                </a:pPr>
                <a:r>
                  <a:rPr lang="en-US" sz="2400" dirty="0"/>
                  <a:t>				“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probability that y=1, given x, parameterized by theta</a:t>
                </a:r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D40139-1AEB-03F8-481A-B069D4E267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542924"/>
                <a:ext cx="11836400" cy="6099176"/>
              </a:xfrm>
              <a:blipFill>
                <a:blip r:embed="rId2"/>
                <a:stretch>
                  <a:fillRect l="-1082" t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24E1C0-4BB9-5A71-72EB-74971AC3048B}"/>
                  </a:ext>
                </a:extLst>
              </p:cNvPr>
              <p:cNvSpPr txBox="1"/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800" b="1" dirty="0"/>
                  <a:t>  </a:t>
                </a:r>
                <a:r>
                  <a:rPr lang="en-US" sz="2800" dirty="0"/>
                  <a:t>= estimated probability that y=1 on input x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24E1C0-4BB9-5A71-72EB-74971AC30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1228"/>
                <a:ext cx="838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749C51-F1A5-9264-FB1F-B7707CD23F1E}"/>
                  </a:ext>
                </a:extLst>
              </p:cNvPr>
              <p:cNvSpPr txBox="1"/>
              <p:nvPr/>
            </p:nvSpPr>
            <p:spPr>
              <a:xfrm>
                <a:off x="114300" y="5261639"/>
                <a:ext cx="3462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749C51-F1A5-9264-FB1F-B7707CD23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5261639"/>
                <a:ext cx="3462483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8091D5-49B5-1883-D553-3E48E328792B}"/>
                  </a:ext>
                </a:extLst>
              </p:cNvPr>
              <p:cNvSpPr txBox="1"/>
              <p:nvPr/>
            </p:nvSpPr>
            <p:spPr>
              <a:xfrm>
                <a:off x="5600700" y="5761404"/>
                <a:ext cx="52940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8091D5-49B5-1883-D553-3E48E3287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5761404"/>
                <a:ext cx="529401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36C280-894A-9797-A8F8-C603DDA9BEAD}"/>
                  </a:ext>
                </a:extLst>
              </p:cNvPr>
              <p:cNvSpPr txBox="1"/>
              <p:nvPr/>
            </p:nvSpPr>
            <p:spPr>
              <a:xfrm>
                <a:off x="5600699" y="6322274"/>
                <a:ext cx="52940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36C280-894A-9797-A8F8-C603DDA9B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99" y="6322274"/>
                <a:ext cx="529401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209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31022-FD4F-B027-43C9-E8EFB2FF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85EB-E410-2B33-6794-7A2837F48D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CB097-98C7-66A2-3717-2CD92A6EBC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98717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A3D3-3BC2-403D-1F5B-C90B85A2B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71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Logistic Regression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0FD9F-ED4F-94ED-3FF7-3388D3F6B77C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0FD9F-ED4F-94ED-3FF7-3388D3F6B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DDA381-6FFB-8F67-FDB6-E2F44F6A324A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DDA381-6FFB-8F67-FDB6-E2F44F6A3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DFC3689E-2AD9-7552-A0CF-6F9159033C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41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974D-DBD3-6AED-B9DD-2D722F3D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03E3-0BB1-DB6D-B9BD-589102CF9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1803E3-0BB1-DB6D-B9BD-589102CF9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62D3F7-0654-ABE6-A916-A1EAAFB3CA58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62D3F7-0654-ABE6-A916-A1EAAFB3C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9E863-C6B4-6684-E778-29BC8B7703E6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39E863-C6B4-6684-E778-29BC8B770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78C9A450-80A9-F812-00F3-0A8E5B212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71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F317-86B2-3B78-6E44-7354A246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8954C-4DD3-41C1-14FE-E1B295383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8954C-4DD3-41C1-14FE-E1B295383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679D66-05D2-220F-0B41-A866D83188B9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679D66-05D2-220F-0B41-A866D8318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B08F35-E1C2-1C8C-BE0B-25069B100392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B08F35-E1C2-1C8C-BE0B-25069B100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7EE63F15-D6C6-D4C6-4A45-48BC0449FD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A1C4F4-258F-9FA4-3DC0-B8C2F14C9430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1633204" cy="1292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0.5</a:t>
                </a:r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A1C4F4-258F-9FA4-3DC0-B8C2F14C9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1633204" cy="1292662"/>
              </a:xfrm>
              <a:prstGeom prst="rect">
                <a:avLst/>
              </a:prstGeom>
              <a:blipFill>
                <a:blip r:embed="rId6"/>
                <a:stretch>
                  <a:fillRect t="-8491" r="-12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097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73B1-8081-8D1B-A0D1-F695FD33F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13951-BB48-D9A5-C7F4-E5CAB0124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13951-BB48-D9A5-C7F4-E5CAB0124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E4999C-5891-24BF-7135-76C43BF83AFC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E4999C-5891-24BF-7135-76C43BF83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410D14-D32A-D375-E76C-3A6ABA11D7E9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410D14-D32A-D375-E76C-3A6ABA11D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470FEED8-06A5-9F35-11B0-7CC500216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17ACE-8275-8D94-144A-7B08FF2CA6DA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16332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0.5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517ACE-8275-8D94-144A-7B08FF2CA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1633204" cy="430887"/>
              </a:xfrm>
              <a:prstGeom prst="rect">
                <a:avLst/>
              </a:prstGeom>
              <a:blipFill>
                <a:blip r:embed="rId6"/>
                <a:stretch>
                  <a:fillRect t="-25352" r="-12313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2A807C-7C88-FE72-2A81-11CD8E77FEE9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2A807C-7C88-FE72-2A81-11CD8E77FE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26F0FAD-467F-08D9-6DC7-109E4EA007C2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471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4A2F-1581-199C-ADB5-F8DBEA46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E1245-0548-97F0-FEB8-3D47D5885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E1245-0548-97F0-FEB8-3D47D5885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B5AD60-65E8-68C0-CE42-28A3BBFF1C01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B5AD60-65E8-68C0-CE42-28A3BBFF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5DFC4-9A84-F8E6-07B6-BD24C14CBBEF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B5DFC4-9A84-F8E6-07B6-BD24C14CB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0935C69B-3884-9EF8-7897-92106C34C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50E204-E0CD-E7CA-2DFD-D6E26FAB0FC0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2165786" cy="1723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0.5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When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dirty="0"/>
                  <a:t> 0.5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50E204-E0CD-E7CA-2DFD-D6E26FAB0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2165786" cy="1723549"/>
              </a:xfrm>
              <a:prstGeom prst="rect">
                <a:avLst/>
              </a:prstGeom>
              <a:blipFill>
                <a:blip r:embed="rId6"/>
                <a:stretch>
                  <a:fillRect l="-9831" t="-6360" r="-8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80B5DA1-9258-1DFC-8A09-04320AB10BA7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80B5DA1-9258-1DFC-8A09-04320AB10B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464D510-A59C-0E4B-B307-7EBF035F1552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986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8E94-E181-B864-FE7F-23CFC68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082DA-4E3C-DF63-9E78-B3437A3CB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082DA-4E3C-DF63-9E78-B3437A3CB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791CF1-C62E-5BE2-6914-8B20F08C04AD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791CF1-C62E-5BE2-6914-8B20F08C0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7BE69E-5DB8-6AAB-2527-4115AB4FAE6F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7BE69E-5DB8-6AAB-2527-4115AB4FA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8C5448A4-4123-E832-49BB-7C21F5088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E2AD-C119-FD99-5070-CE7624BF5E66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1808316" cy="2154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0.5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when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dirty="0"/>
                  <a:t> 0</a:t>
                </a:r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CE2AD-C119-FD99-5070-CE7624BF5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1808316" cy="2154436"/>
              </a:xfrm>
              <a:prstGeom prst="rect">
                <a:avLst/>
              </a:prstGeom>
              <a:blipFill>
                <a:blip r:embed="rId6"/>
                <a:stretch>
                  <a:fillRect l="-11785" t="-5085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FDA271-C1FB-DB1A-79FC-EAE825BFF9EC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FDA271-C1FB-DB1A-79FC-EAE825BFF9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3C1B838-ABC4-37DD-60A4-3A68465276F5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8B52755-0546-5D55-97B5-1D5029287070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AEB97E-3159-E1CC-BE67-1C7B4D8E10AD}"/>
                  </a:ext>
                </a:extLst>
              </p14:cNvPr>
              <p14:cNvContentPartPr/>
              <p14:nvPr/>
            </p14:nvContentPartPr>
            <p14:xfrm>
              <a:off x="9830060" y="3099020"/>
              <a:ext cx="1603080" cy="1279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AEB97E-3159-E1CC-BE67-1C7B4D8E10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12060" y="3081020"/>
                <a:ext cx="1638720" cy="13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74B5EA-1ADC-8462-0ED6-3C218DDCBC6B}"/>
                  </a:ext>
                </a:extLst>
              </p14:cNvPr>
              <p14:cNvContentPartPr/>
              <p14:nvPr/>
            </p14:nvContentPartPr>
            <p14:xfrm>
              <a:off x="10680740" y="4394300"/>
              <a:ext cx="166320" cy="48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74B5EA-1ADC-8462-0ED6-3C218DDCBC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62740" y="4376660"/>
                <a:ext cx="201960" cy="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0994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34A7-C4C2-A0B0-1443-7CCAEBCE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21B91-5BB4-1D07-9CDE-3D47CBEA52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21B91-5BB4-1D07-9CDE-3D47CBEA5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F9623E-1107-439F-1790-879CA11343E2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F9623E-1107-439F-1790-879CA1134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0D793C-0C4E-123F-366F-FCCB0F9E34C4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0D793C-0C4E-123F-366F-FCCB0F9E3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D9359022-CA88-3604-6D92-DF7A2016BF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1B0767-05E5-90B1-AFD3-A16ACA6F303C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3708195" cy="2585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0.5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when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dirty="0"/>
                  <a:t> 0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)≥</m:t>
                      </m:r>
                      <m:r>
                        <m:rPr>
                          <m:nor/>
                        </m:rPr>
                        <a:rPr lang="en-US" sz="2800" dirty="0"/>
                        <m:t> 0.5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1B0767-05E5-90B1-AFD3-A16ACA6F3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3708195" cy="2585323"/>
              </a:xfrm>
              <a:prstGeom prst="rect">
                <a:avLst/>
              </a:prstGeom>
              <a:blipFill>
                <a:blip r:embed="rId6"/>
                <a:stretch>
                  <a:fillRect l="-5747" t="-4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D336D84-95EB-4297-FA3F-6E61FCD3E886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D336D84-95EB-4297-FA3F-6E61FCD3E8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D192BF5-9EC5-4982-8487-A4AE74570DFF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4A9198F-597C-5E55-E706-C35358805D87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858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385B-8042-B349-86F5-DE2606D6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26EC6-B4EC-06F9-0C46-3BFD0C1DCB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26EC6-B4EC-06F9-0C46-3BFD0C1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E24A-6CE2-90D5-1D54-02D33731D4BB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E24A-6CE2-90D5-1D54-02D33731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85C880-E3B2-61F6-3167-E8B80818E95D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85C880-E3B2-61F6-3167-E8B80818E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A5EE0C3D-D10D-FCB1-B2EE-D6FEF07A5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44EAE5-B004-4674-164E-EDED93CD338B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0.5</a:t>
                </a: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800" b="1" dirty="0">
                    <a:solidFill>
                      <a:srgbClr val="0000FF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</a:t>
                </a:r>
              </a:p>
              <a:p>
                <a:pPr/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FF0000"/>
                          </a:solidFill>
                        </a:rPr>
                        <m:t> 0.5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whenever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2800" b="1" dirty="0">
                        <a:solidFill>
                          <a:srgbClr val="FF0000"/>
                        </a:solidFill>
                      </a:rPr>
                      <m:t> 0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44EAE5-B004-4674-164E-EDED93CD3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blipFill>
                <a:blip r:embed="rId6"/>
                <a:stretch>
                  <a:fillRect l="-5757" t="-3636" b="-6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4BE4737-1376-24DF-6ED2-BE65F6DEFFE6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BE4737-1376-24DF-6ED2-BE65F6DEFF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D19EC54-3F6F-BD56-D7AB-3A2CB8CA550D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318DE23D-7157-4BB2-0F29-720330B31812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789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B0FE-6985-498B-40D7-7AE95912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D0FA38-A620-E9DE-ED25-A0C5405311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26EC6-B4EC-06F9-0C46-3BFD0C1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9A331E-6B99-0D08-3E09-B43A8EEAB164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E24A-6CE2-90D5-1D54-02D33731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E6B56B-C3CF-7B66-0411-A73BECF8E200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85C880-E3B2-61F6-3167-E8B80818E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CCF3867D-AC8B-F35F-EDF1-911CB5324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8412D4-356F-67F6-F89C-E5DF9AE63AC3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0.5</a:t>
                </a: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800" b="1" dirty="0">
                    <a:solidFill>
                      <a:srgbClr val="0000FF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</a:t>
                </a:r>
              </a:p>
              <a:p>
                <a:pPr/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FF0000"/>
                          </a:solidFill>
                        </a:rPr>
                        <m:t> 0.5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whenever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2800" b="1" dirty="0">
                        <a:solidFill>
                          <a:srgbClr val="FF0000"/>
                        </a:solidFill>
                      </a:rPr>
                      <m:t> 0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8412D4-356F-67F6-F89C-E5DF9AE63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blipFill>
                <a:blip r:embed="rId6"/>
                <a:stretch>
                  <a:fillRect l="-5757" t="-3636" b="-6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981E28-F70A-91EA-B10C-0FC6EF0C76B0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BE4737-1376-24DF-6ED2-BE65F6DEFF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3CB01F-8255-6D0D-2C48-7826365D130F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7C5AE07-FBF8-B23F-56CF-58F84886942D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4734B-8122-8A1B-415C-14D80F390AB6}"/>
                  </a:ext>
                </a:extLst>
              </p:cNvPr>
              <p:cNvSpPr txBox="1"/>
              <p:nvPr/>
            </p:nvSpPr>
            <p:spPr>
              <a:xfrm>
                <a:off x="2893054" y="3402011"/>
                <a:ext cx="182880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0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4734B-8122-8A1B-415C-14D80F390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054" y="3402011"/>
                <a:ext cx="1828800" cy="4682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534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1855-73A5-1C53-02E3-A04C494FA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07E2B-51AC-7DC0-ACA5-9A066F7DD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26EC6-B4EC-06F9-0C46-3BFD0C1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EC78B7-16D9-2E7E-487E-3347CC685610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E24A-6CE2-90D5-1D54-02D33731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F287E-C677-9E68-B3DB-7D9815C88B26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85C880-E3B2-61F6-3167-E8B80818E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091CF9DE-1E13-ECED-E5AE-B669CA8DCD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FE4138-4424-1FCC-99C6-88467EA29351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0.5</a:t>
                </a: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800" b="1" dirty="0">
                    <a:solidFill>
                      <a:srgbClr val="0000FF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</a:t>
                </a:r>
              </a:p>
              <a:p>
                <a:pPr/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FF0000"/>
                          </a:solidFill>
                        </a:rPr>
                        <m:t> 0.5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whenever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2800" b="1" dirty="0">
                        <a:solidFill>
                          <a:srgbClr val="FF0000"/>
                        </a:solidFill>
                      </a:rPr>
                      <m:t> 0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FE4138-4424-1FCC-99C6-88467EA29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blipFill>
                <a:blip r:embed="rId6"/>
                <a:stretch>
                  <a:fillRect l="-5757" t="-3636" b="-6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FCDB69-E139-60A7-7959-31D8C0FA2A72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BE4737-1376-24DF-6ED2-BE65F6DEFF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19ECB45-29FF-ED64-9044-76F08A95164F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BC00DA04-C467-A11E-E44D-20337D6D6341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F44AAE-5C57-7BB5-7AD5-ECC374C82A45}"/>
                  </a:ext>
                </a:extLst>
              </p:cNvPr>
              <p:cNvSpPr txBox="1"/>
              <p:nvPr/>
            </p:nvSpPr>
            <p:spPr>
              <a:xfrm>
                <a:off x="2893054" y="2960795"/>
                <a:ext cx="182880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0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F44AAE-5C57-7BB5-7AD5-ECC374C8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054" y="2960795"/>
                <a:ext cx="1828800" cy="4682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1BD3767-AC5C-8378-F059-45B91135122D}"/>
                  </a:ext>
                </a:extLst>
              </p14:cNvPr>
              <p14:cNvContentPartPr/>
              <p14:nvPr/>
            </p14:nvContentPartPr>
            <p14:xfrm>
              <a:off x="3319488" y="3374136"/>
              <a:ext cx="121968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1BD3767-AC5C-8378-F059-45B9113512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1488" y="3356136"/>
                <a:ext cx="1255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FFAE103-87D0-3820-B0A9-9440D128B92E}"/>
                  </a:ext>
                </a:extLst>
              </p14:cNvPr>
              <p14:cNvContentPartPr/>
              <p14:nvPr/>
            </p14:nvContentPartPr>
            <p14:xfrm>
              <a:off x="3822048" y="3392136"/>
              <a:ext cx="146160" cy="40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FFAE103-87D0-3820-B0A9-9440D128B9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04408" y="3374136"/>
                <a:ext cx="181800" cy="43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A255056-CE42-94DD-614B-1CD03A81C5D8}"/>
              </a:ext>
            </a:extLst>
          </p:cNvPr>
          <p:cNvGrpSpPr/>
          <p:nvPr/>
        </p:nvGrpSpPr>
        <p:grpSpPr>
          <a:xfrm>
            <a:off x="3738888" y="3667536"/>
            <a:ext cx="234720" cy="136800"/>
            <a:chOff x="3738888" y="3667536"/>
            <a:chExt cx="23472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B79C4C-CD13-8CE1-26D2-92C5943974B9}"/>
                    </a:ext>
                  </a:extLst>
                </p14:cNvPr>
                <p14:cNvContentPartPr/>
                <p14:nvPr/>
              </p14:nvContentPartPr>
              <p14:xfrm>
                <a:off x="3822048" y="3741696"/>
                <a:ext cx="151560" cy="6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B79C4C-CD13-8CE1-26D2-92C5943974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04408" y="3723696"/>
                  <a:ext cx="187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089E63-5760-8D5D-CEDE-9B63B9660929}"/>
                    </a:ext>
                  </a:extLst>
                </p14:cNvPr>
                <p14:cNvContentPartPr/>
                <p14:nvPr/>
              </p14:nvContentPartPr>
              <p14:xfrm>
                <a:off x="3738888" y="3667536"/>
                <a:ext cx="46800" cy="127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089E63-5760-8D5D-CEDE-9B63B96609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21248" y="3649536"/>
                  <a:ext cx="82440" cy="16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724503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C173-FB39-A767-84A3-6333D7E1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9AA00-E34C-F7B4-A8B7-8E22414788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Logistic Regression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Suppose </a:t>
                </a:r>
              </a:p>
              <a:p>
                <a:pPr marL="0" indent="0">
                  <a:buNone/>
                </a:pPr>
                <a:r>
                  <a:rPr lang="en-US" b="1" dirty="0"/>
                  <a:t>	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                 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	predict “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b="1" dirty="0"/>
                  <a:t>”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26EC6-B4EC-06F9-0C46-3BFD0C1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71524"/>
                <a:ext cx="10515600" cy="5260975"/>
              </a:xfrm>
              <a:blipFill>
                <a:blip r:embed="rId2"/>
                <a:stretch>
                  <a:fillRect l="-1159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6A21E8-9A3B-5CEC-837B-9BADD0CF60CA}"/>
                  </a:ext>
                </a:extLst>
              </p:cNvPr>
              <p:cNvSpPr txBox="1"/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E24A-6CE2-90D5-1D54-02D33731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91734"/>
                <a:ext cx="2730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CC7CA-D193-33C4-C974-872996E9D08E}"/>
                  </a:ext>
                </a:extLst>
              </p:cNvPr>
              <p:cNvSpPr txBox="1"/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85C880-E3B2-61F6-3167-E8B80818E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19" y="2130560"/>
                <a:ext cx="2418162" cy="816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E26F55DB-A4EB-B494-B60F-4DB334B955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7" t="3554" r="2833" b="52963"/>
          <a:stretch/>
        </p:blipFill>
        <p:spPr>
          <a:xfrm>
            <a:off x="7061200" y="635000"/>
            <a:ext cx="4279900" cy="30055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5DA1A0-59B6-7E07-B7D9-92508B61B5D3}"/>
                  </a:ext>
                </a:extLst>
              </p:cNvPr>
              <p:cNvSpPr txBox="1"/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0.5</a:t>
                </a:r>
              </a:p>
              <a:p>
                <a:endParaRPr lang="en-US" sz="2800" b="1" dirty="0">
                  <a:solidFill>
                    <a:srgbClr val="0000FF"/>
                  </a:solidFill>
                </a:endParaRPr>
              </a:p>
              <a:p>
                <a:r>
                  <a:rPr lang="en-US" sz="2800" b="1" dirty="0">
                    <a:solidFill>
                      <a:srgbClr val="0000FF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≥</m:t>
                    </m:r>
                  </m:oMath>
                </a14:m>
                <a:r>
                  <a:rPr lang="en-US" sz="2800" b="1" dirty="0">
                    <a:solidFill>
                      <a:srgbClr val="0000FF"/>
                    </a:solidFill>
                  </a:rPr>
                  <a:t> 0</a:t>
                </a:r>
              </a:p>
              <a:p>
                <a:pPr/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FF0000"/>
                          </a:solidFill>
                        </a:rPr>
                        <m:t> 0.5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whenever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2800" b="1" dirty="0">
                        <a:solidFill>
                          <a:srgbClr val="FF0000"/>
                        </a:solidFill>
                      </a:rPr>
                      <m:t> 0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5DA1A0-59B6-7E07-B7D9-92508B61B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547" y="3434178"/>
                <a:ext cx="3701783" cy="3016210"/>
              </a:xfrm>
              <a:prstGeom prst="rect">
                <a:avLst/>
              </a:prstGeom>
              <a:blipFill>
                <a:blip r:embed="rId6"/>
                <a:stretch>
                  <a:fillRect l="-5757" t="-3636" b="-6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06905B1-AD1D-B781-C683-1ABAF6B20020}"/>
                  </a:ext>
                </a:extLst>
              </p14:cNvPr>
              <p14:cNvContentPartPr/>
              <p14:nvPr/>
            </p14:nvContentPartPr>
            <p14:xfrm>
              <a:off x="8940860" y="1963441"/>
              <a:ext cx="432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BE4737-1376-24DF-6ED2-BE65F6DEFF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5940" y="1928521"/>
                <a:ext cx="501840" cy="69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AF98961-E172-F41F-C03D-66A3FC9059DE}"/>
              </a:ext>
            </a:extLst>
          </p:cNvPr>
          <p:cNvSpPr txBox="1"/>
          <p:nvPr/>
        </p:nvSpPr>
        <p:spPr>
          <a:xfrm>
            <a:off x="8048558" y="1668490"/>
            <a:ext cx="6719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0.5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3B52C1E8-3687-A491-D503-973A6C0FB5DA}"/>
              </a:ext>
            </a:extLst>
          </p:cNvPr>
          <p:cNvSpPr/>
          <p:nvPr/>
        </p:nvSpPr>
        <p:spPr>
          <a:xfrm rot="5400000">
            <a:off x="9623167" y="2327302"/>
            <a:ext cx="342900" cy="1186934"/>
          </a:xfrm>
          <a:prstGeom prst="rightBrac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E81942-0C61-8FF9-B431-9CF6E55F2DBE}"/>
                  </a:ext>
                </a:extLst>
              </p:cNvPr>
              <p:cNvSpPr txBox="1"/>
              <p:nvPr/>
            </p:nvSpPr>
            <p:spPr>
              <a:xfrm>
                <a:off x="2893054" y="2960795"/>
                <a:ext cx="1828800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0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E81942-0C61-8FF9-B431-9CF6E55F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054" y="2960795"/>
                <a:ext cx="1828800" cy="4682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4383F7-1B61-9CC9-6309-0771ECCE3E31}"/>
                  </a:ext>
                </a:extLst>
              </p14:cNvPr>
              <p14:cNvContentPartPr/>
              <p14:nvPr/>
            </p14:nvContentPartPr>
            <p14:xfrm>
              <a:off x="3319488" y="3374136"/>
              <a:ext cx="121968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4383F7-1B61-9CC9-6309-0771ECCE3E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1488" y="3356136"/>
                <a:ext cx="1255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40002F-24BE-7A8A-80C1-84602FCF5F6F}"/>
                  </a:ext>
                </a:extLst>
              </p14:cNvPr>
              <p14:cNvContentPartPr/>
              <p14:nvPr/>
            </p14:nvContentPartPr>
            <p14:xfrm>
              <a:off x="3822048" y="3392136"/>
              <a:ext cx="146160" cy="40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40002F-24BE-7A8A-80C1-84602FCF5F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04408" y="3374136"/>
                <a:ext cx="181800" cy="43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1F4E4BC-DB18-038C-7B7D-61AD5A8657B2}"/>
              </a:ext>
            </a:extLst>
          </p:cNvPr>
          <p:cNvGrpSpPr/>
          <p:nvPr/>
        </p:nvGrpSpPr>
        <p:grpSpPr>
          <a:xfrm>
            <a:off x="3738888" y="3667536"/>
            <a:ext cx="234720" cy="136800"/>
            <a:chOff x="3738888" y="3667536"/>
            <a:chExt cx="23472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C7208A-3F28-2C02-0219-2E1D447FAD61}"/>
                    </a:ext>
                  </a:extLst>
                </p14:cNvPr>
                <p14:cNvContentPartPr/>
                <p14:nvPr/>
              </p14:nvContentPartPr>
              <p14:xfrm>
                <a:off x="3822048" y="3741696"/>
                <a:ext cx="151560" cy="62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C7208A-3F28-2C02-0219-2E1D447FAD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04408" y="3723696"/>
                  <a:ext cx="187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68D29C-9B04-ABEB-8648-F3365A7F5AE6}"/>
                    </a:ext>
                  </a:extLst>
                </p14:cNvPr>
                <p14:cNvContentPartPr/>
                <p14:nvPr/>
              </p14:nvContentPartPr>
              <p14:xfrm>
                <a:off x="3738888" y="3667536"/>
                <a:ext cx="46800" cy="127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68D29C-9B04-ABEB-8648-F3365A7F5A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21248" y="3649536"/>
                  <a:ext cx="8244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532310-8122-0112-9098-241803F0FCBC}"/>
                  </a:ext>
                </a:extLst>
              </p14:cNvPr>
              <p14:cNvContentPartPr/>
              <p14:nvPr/>
            </p14:nvContentPartPr>
            <p14:xfrm rot="10800000">
              <a:off x="3319488" y="5837707"/>
              <a:ext cx="121968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532310-8122-0112-9098-241803F0FC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10800000">
                <a:off x="3301488" y="5819707"/>
                <a:ext cx="1255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BC1E46-A668-15A1-E3CF-E1574DA39136}"/>
                  </a:ext>
                </a:extLst>
              </p14:cNvPr>
              <p14:cNvContentPartPr/>
              <p14:nvPr/>
            </p14:nvContentPartPr>
            <p14:xfrm rot="10800000">
              <a:off x="3894839" y="5375809"/>
              <a:ext cx="146160" cy="403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BC1E46-A668-15A1-E3CF-E1574DA3913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10800000">
                <a:off x="3877199" y="5357809"/>
                <a:ext cx="18180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7A3B2D-3AD4-A8A3-2870-76EC8F45C096}"/>
                  </a:ext>
                </a:extLst>
              </p:cNvPr>
              <p:cNvSpPr txBox="1"/>
              <p:nvPr/>
            </p:nvSpPr>
            <p:spPr>
              <a:xfrm>
                <a:off x="3146805" y="5894415"/>
                <a:ext cx="1496066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 0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7A3B2D-3AD4-A8A3-2870-76EC8F45C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805" y="5894415"/>
                <a:ext cx="1496066" cy="4682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C364026-1FBB-6BF1-1664-0B85AC36044D}"/>
                  </a:ext>
                </a:extLst>
              </p14:cNvPr>
              <p14:cNvContentPartPr/>
              <p14:nvPr/>
            </p14:nvContentPartPr>
            <p14:xfrm>
              <a:off x="4041648" y="5394816"/>
              <a:ext cx="72360" cy="136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C364026-1FBB-6BF1-1664-0B85AC36044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23648" y="5377176"/>
                <a:ext cx="1080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8C2E74-74C1-8F05-1A3C-A3AEFDFC7A82}"/>
                  </a:ext>
                </a:extLst>
              </p14:cNvPr>
              <p14:cNvContentPartPr/>
              <p14:nvPr/>
            </p14:nvContentPartPr>
            <p14:xfrm>
              <a:off x="3840408" y="5394816"/>
              <a:ext cx="182880" cy="64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8C2E74-74C1-8F05-1A3C-A3AEFDFC7A8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22408" y="5376816"/>
                <a:ext cx="218520" cy="1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5118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A01A-188B-AFF0-524E-E54510EF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4F4AB0-38D2-3D51-D6A3-CEA12E998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32850B0-AB36-0C8D-D93E-A5C4E50EA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22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906A-399D-AA1E-F579-D765C958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013D72-D8F3-A620-FC28-12346F380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322351C-371D-4CC3-9EE2-995E49590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3D4A43-E00B-8281-0809-31AFA2DA22F4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3D4A43-E00B-8281-0809-31AFA2DA2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3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538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6AF9-EE29-81EF-CEAE-CC8A8723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987533-CEBD-8747-49EE-FC597F9A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D554BC0-A473-C3E5-9846-AAA3E1C68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45709A-BEE8-5D18-04E5-B4BE0795004D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45709A-BEE8-5D18-04E5-B4BE07950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3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A91D76-3BC6-1564-F868-456907008B29}"/>
                  </a:ext>
                </a:extLst>
              </p:cNvPr>
              <p:cNvSpPr txBox="1"/>
              <p:nvPr/>
            </p:nvSpPr>
            <p:spPr>
              <a:xfrm>
                <a:off x="4836210" y="2227343"/>
                <a:ext cx="4765751" cy="1965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)≥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FF0000"/>
                        </a:solidFill>
                      </a:rPr>
                      <m:t> 0.5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pPr/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FF0000"/>
                        </a:solidFill>
                      </a:rPr>
                      <m:t> 0.5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          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A91D76-3BC6-1564-F868-456907008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10" y="2227343"/>
                <a:ext cx="4765751" cy="1965153"/>
              </a:xfrm>
              <a:prstGeom prst="rect">
                <a:avLst/>
              </a:prstGeom>
              <a:blipFill>
                <a:blip r:embed="rId4"/>
                <a:stretch>
                  <a:fillRect l="-1918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913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F5A3-9ED4-AFBE-19ED-BA067448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1CF852-7F5F-90D4-9DAF-C1FAD13F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E82C3ED-601E-0560-E504-8CC6166CD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6EC4EA-C334-DE71-E9C8-305BFFFA6382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6EC4EA-C334-DE71-E9C8-305BFFFA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3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D09A44-A3B9-D832-11D2-5BAD7E4EC016}"/>
                  </a:ext>
                </a:extLst>
              </p:cNvPr>
              <p:cNvSpPr txBox="1"/>
              <p:nvPr/>
            </p:nvSpPr>
            <p:spPr>
              <a:xfrm>
                <a:off x="4836210" y="2227343"/>
                <a:ext cx="4765751" cy="1206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pPr/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D09A44-A3B9-D832-11D2-5BAD7E4EC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210" y="2227343"/>
                <a:ext cx="4765751" cy="1206869"/>
              </a:xfrm>
              <a:prstGeom prst="rect">
                <a:avLst/>
              </a:prstGeom>
              <a:blipFill>
                <a:blip r:embed="rId4"/>
                <a:stretch>
                  <a:fillRect l="-1918" t="-3030" b="-1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963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1882-F337-B808-CF91-F607EE34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B55097-EF60-E4F6-7BCA-3E3A7B76C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A9BDBED1-C984-879F-9475-23B2286D9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384EFF-3474-BA6E-75D7-9269FCF60138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384EFF-3474-BA6E-75D7-9269FCF60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3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7C85050-6C02-72D3-9CF7-3EC4CD1FAC55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C51434-E4E5-2E33-BBB8-0EFD30EC1CC8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76006F-042D-F37A-046C-0C2ACE26A67F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88A3D8-A342-2811-3927-0CD18CAA07EA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EF8D9D-C317-BCA0-FD1D-60640DBACCDC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EF8D9D-C317-BCA0-FD1D-60640DBAC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4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87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FED202-F4EB-9CDF-8214-6AE42FC50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187B275-1BA5-C35E-8006-B2571E701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7D0790-3AAF-6E28-65B7-2708DA373923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7D0790-3AAF-6E28-65B7-2708DA373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3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EA42EE1-0FDB-06E8-B7B8-70FFC392D941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6049CF-CF19-77F5-41C1-7B1C32F9C066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1DA43C-7218-D028-ABDF-E1C8A71A6925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04670B-5991-B5CF-2892-46166786058F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71FC23-315B-81EC-9F45-DB772AACB2BE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71FC23-315B-81EC-9F45-DB772AACB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4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488DD3-C2BB-D1F9-CAA3-7F27A77D4FB8}"/>
                  </a:ext>
                </a:extLst>
              </p:cNvPr>
              <p:cNvSpPr txBox="1"/>
              <p:nvPr/>
            </p:nvSpPr>
            <p:spPr>
              <a:xfrm>
                <a:off x="4613148" y="2861434"/>
                <a:ext cx="44040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488DD3-C2BB-D1F9-CAA3-7F27A77D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2861434"/>
                <a:ext cx="4404091" cy="492443"/>
              </a:xfrm>
              <a:prstGeom prst="rect">
                <a:avLst/>
              </a:prstGeom>
              <a:blipFill>
                <a:blip r:embed="rId5"/>
                <a:stretch>
                  <a:fillRect t="-2345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081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CDA9-99F6-651F-E4C6-E86CC09C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8A43A0D-A294-9A66-1895-42CF88FD2D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8A43A0D-A294-9A66-1895-42CF88FD2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8CAB8D4-7724-2BB0-2EE7-0CAFFA435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12C57C-6961-FB10-2AD1-98BE9DBFF37A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12C57C-6961-FB10-2AD1-98BE9DBFF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A4EF811-A477-0196-0BD7-0A72E747A910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15BEA7-4CF3-162B-9C7C-322CCFF80C72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61BF66-BF79-6DAE-B656-DBC9AA911937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4F087C-5E40-60E8-4D76-1261EC6380DA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C01880-EA88-03EB-1164-20F18FD684E0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C01880-EA88-03EB-1164-20F18FD68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68ECE0-2A3B-C368-EAA3-204B944B0C6C}"/>
                  </a:ext>
                </a:extLst>
              </p14:cNvPr>
              <p14:cNvContentPartPr/>
              <p14:nvPr/>
            </p14:nvContentPartPr>
            <p14:xfrm>
              <a:off x="4999608" y="292536"/>
              <a:ext cx="6671520" cy="372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68ECE0-2A3B-C368-EAA3-204B944B0C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1608" y="274896"/>
                <a:ext cx="6707160" cy="37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19945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CC43-D619-B0DF-DDBE-AFEF8649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D8E316A-11D7-73E9-A728-E8EC8C8373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D8E316A-11D7-73E9-A728-E8EC8C837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14E31F4-3506-234C-9AA6-095E91A85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928EE9-031F-CA71-5DE2-17581C4751DF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928EE9-031F-CA71-5DE2-17581C475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8874433-9351-83A3-27AE-331C2B6DE38E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FFDBB2-D554-33E9-7988-27908CC610E6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7E7C68-8C30-E69D-49EB-5570D4A14D0C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5C5EFE-8743-4B94-AF44-BF89C6B14285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A37D4C-0A54-E270-78D1-B12B5C6E7FB6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A37D4C-0A54-E270-78D1-B12B5C6E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4E3966-FD9A-274C-6E9A-4AA436303138}"/>
                  </a:ext>
                </a:extLst>
              </p14:cNvPr>
              <p14:cNvContentPartPr/>
              <p14:nvPr/>
            </p14:nvContentPartPr>
            <p14:xfrm>
              <a:off x="4999608" y="292536"/>
              <a:ext cx="6671520" cy="372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4E3966-FD9A-274C-6E9A-4AA4363031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1608" y="274896"/>
                <a:ext cx="6707160" cy="37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626007-6664-A4A7-503B-742B2825E0E0}"/>
                  </a:ext>
                </a:extLst>
              </p14:cNvPr>
              <p14:cNvContentPartPr/>
              <p14:nvPr/>
            </p14:nvContentPartPr>
            <p14:xfrm>
              <a:off x="2925648" y="4517136"/>
              <a:ext cx="166428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626007-6664-A4A7-503B-742B2825E0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8008" y="4499136"/>
                <a:ext cx="1699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B6DBA1-E363-71EE-F6D4-6AD427A58541}"/>
                  </a:ext>
                </a:extLst>
              </p:cNvPr>
              <p:cNvSpPr txBox="1"/>
              <p:nvPr/>
            </p:nvSpPr>
            <p:spPr>
              <a:xfrm>
                <a:off x="3273552" y="4586365"/>
                <a:ext cx="832104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B6DBA1-E363-71EE-F6D4-6AD427A58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552" y="4586365"/>
                <a:ext cx="832104" cy="4682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5090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B175-4696-C0DF-8ABD-E6B7FA7D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14F5F63-1459-7EBD-2C6B-EDCDA7705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14F5F63-1459-7EBD-2C6B-EDCDA7705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9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C5127A01-EFCB-5864-F050-961F2B34C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FAE1EE-99C8-3A5E-F013-F2D15E8B571D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FAE1EE-99C8-3A5E-F013-F2D15E8B5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1506EF2-F7C2-4102-DB28-C90818AD28C7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814DBE-B1F4-3E10-94D6-BF86EDAC5BFF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21373B-083A-0C50-0A66-D291DED4CE2C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5CB9CD-1D9F-2B61-574C-13159CF448BD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804535-CE12-52AF-5C67-923C53A73F48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C804535-CE12-52AF-5C67-923C53A73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2C1A91-1F94-28DE-9915-673530B71FD2}"/>
                  </a:ext>
                </a:extLst>
              </p14:cNvPr>
              <p14:cNvContentPartPr/>
              <p14:nvPr/>
            </p14:nvContentPartPr>
            <p14:xfrm>
              <a:off x="3063168" y="3738816"/>
              <a:ext cx="2050920" cy="321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2C1A91-1F94-28DE-9915-673530B71F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5168" y="3721176"/>
                <a:ext cx="2086560" cy="3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3769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958F-9454-C69C-FCFE-8A8053EB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C622881-16EE-C52D-5CB0-B27C0B5D50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C622881-16EE-C52D-5CB0-B27C0B5D5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  <a:blipFill>
                <a:blip r:embed="rId2"/>
                <a:stretch>
                  <a:fillRect l="-1159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7A08514A-B8A0-F27B-EFF7-100D82ECF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684C1F-47C5-130B-D95D-5905856D2B03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684C1F-47C5-130B-D95D-5905856D2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2A2ACF5-1A82-4A1A-C5B3-C075FBE90CAC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203C43-A396-4869-FC13-16BC05F3BD96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98FF81-CEB3-F466-065D-A37544ECBF60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7D5AF9-936B-B2EC-D313-A5F04D96C958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847A9C-7F8E-63B3-C0E8-E1487C70D432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847A9C-7F8E-63B3-C0E8-E1487C70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6057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DAA2-A2CD-8EBA-0769-CDA7FD01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74EC152-7942-FC6F-5944-BC403FF3E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74EC152-7942-FC6F-5944-BC403FF3E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  <a:blipFill>
                <a:blip r:embed="rId2"/>
                <a:stretch>
                  <a:fillRect l="-1159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8280E62-2FE1-6270-10BA-4DF6B2A1C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0B365-905F-9A0C-CC77-AC680F51E344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0B365-905F-9A0C-CC77-AC680F51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FEB939D-F4B1-6EB8-7B16-EA0FE9124366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17E988-3371-D217-5F92-D9385F501194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689C85-0D83-42B9-10AF-84CE0629A1A2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215C12-132F-1D5C-A5CE-BE710E727E46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6B0922-74B7-2B0E-2DF2-4B5B943C353A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6B0922-74B7-2B0E-2DF2-4B5B943C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A6A334-F05B-51CF-34EF-0EA09A48A164}"/>
                  </a:ext>
                </a:extLst>
              </p14:cNvPr>
              <p14:cNvContentPartPr/>
              <p14:nvPr/>
            </p14:nvContentPartPr>
            <p14:xfrm>
              <a:off x="3803688" y="5120496"/>
              <a:ext cx="131760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A6A334-F05B-51CF-34EF-0EA09A48A1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5688" y="5102856"/>
                <a:ext cx="1353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D9472F-39AE-9E7A-70E5-DE1197426D8B}"/>
                  </a:ext>
                </a:extLst>
              </p14:cNvPr>
              <p14:cNvContentPartPr/>
              <p14:nvPr/>
            </p14:nvContentPartPr>
            <p14:xfrm>
              <a:off x="2964528" y="2915496"/>
              <a:ext cx="3034800" cy="2150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D9472F-39AE-9E7A-70E5-DE1197426D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46528" y="2897496"/>
                <a:ext cx="3070440" cy="218628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590606-F1B4-013F-48E6-CB3003E95F06}"/>
              </a:ext>
            </a:extLst>
          </p:cNvPr>
          <p:cNvCxnSpPr/>
          <p:nvPr/>
        </p:nvCxnSpPr>
        <p:spPr>
          <a:xfrm>
            <a:off x="950976" y="1728216"/>
            <a:ext cx="1463040" cy="14447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434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96E6-2F2D-1226-02FC-EADC7CB0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50D934-ACCD-3277-21DF-5A60299AE0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50D934-ACCD-3277-21DF-5A60299AE0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  <a:blipFill>
                <a:blip r:embed="rId2"/>
                <a:stretch>
                  <a:fillRect l="-1159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947B3E4-AF1E-7C82-3B8E-6062BFF8D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82ED9C-A39C-4564-7BC7-F839B44CF7CA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82ED9C-A39C-4564-7BC7-F839B44CF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9AF737E-AD55-7650-0170-632BC0D14D9A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4304E3-3A63-AD40-7248-604A9B3E823A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F67720-63B3-CEE8-C782-C39FB74A600E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A7FE94-A00B-42F6-E281-1A204BF3A43F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AF2ACB-26AD-8058-1895-2C0776CC8B4D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AF2ACB-26AD-8058-1895-2C0776CC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277AB5-0266-9BFB-82A6-C0E9621CD45E}"/>
              </a:ext>
            </a:extLst>
          </p:cNvPr>
          <p:cNvCxnSpPr/>
          <p:nvPr/>
        </p:nvCxnSpPr>
        <p:spPr>
          <a:xfrm>
            <a:off x="950976" y="1728216"/>
            <a:ext cx="1463040" cy="14447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50A397-B8E6-BE01-A70E-C71508886F1C}"/>
              </a:ext>
            </a:extLst>
          </p:cNvPr>
          <p:cNvSpPr txBox="1"/>
          <p:nvPr/>
        </p:nvSpPr>
        <p:spPr>
          <a:xfrm>
            <a:off x="1437612" y="1707747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9274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E6BA-6D97-5F95-1D0E-86BEB04F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25B7ED0-0010-8063-9D6C-9814A5867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25B7ED0-0010-8063-9D6C-9814A5867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  <a:blipFill>
                <a:blip r:embed="rId2"/>
                <a:stretch>
                  <a:fillRect l="-1159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46880C1E-50DE-4C05-5114-204CE0B8F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F4760-2470-2F9C-CBE9-B394BDF735BA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F4760-2470-2F9C-CBE9-B394BDF73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6AC6EC7-50E9-81AD-1E96-532A0A05D697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9EED88-F386-12B6-383F-BE7523842B18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5F71AF-9C15-F136-B3F9-2B621D570199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6390C6-52FF-F7CC-62A4-5475FB7C407F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EFC37A-6856-856C-6EB5-4639F01FBBF1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EFC37A-6856-856C-6EB5-4639F01FB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204E1-0111-181A-522A-9F98C4C2C810}"/>
              </a:ext>
            </a:extLst>
          </p:cNvPr>
          <p:cNvCxnSpPr/>
          <p:nvPr/>
        </p:nvCxnSpPr>
        <p:spPr>
          <a:xfrm>
            <a:off x="950976" y="1728216"/>
            <a:ext cx="1463040" cy="14447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237236-21EC-CCFA-4139-908F40429449}"/>
              </a:ext>
            </a:extLst>
          </p:cNvPr>
          <p:cNvSpPr txBox="1"/>
          <p:nvPr/>
        </p:nvSpPr>
        <p:spPr>
          <a:xfrm>
            <a:off x="1437612" y="1707747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A25DF-D9E8-5600-5DD9-9D327DEB90E8}"/>
              </a:ext>
            </a:extLst>
          </p:cNvPr>
          <p:cNvSpPr txBox="1"/>
          <p:nvPr/>
        </p:nvSpPr>
        <p:spPr>
          <a:xfrm>
            <a:off x="990213" y="2526886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20070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E7FD-683D-5629-F885-77A71DF2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3C4548B-E56F-0360-17B9-60731A6DB4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Decision Boundary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Predict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”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3C4548B-E56F-0360-17B9-60731A6DB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463168"/>
                <a:ext cx="10515600" cy="4904359"/>
              </a:xfrm>
              <a:blipFill>
                <a:blip r:embed="rId2"/>
                <a:stretch>
                  <a:fillRect l="-1159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AE77876B-CF79-83D8-24F0-9F14E2A6F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13083" r="66640" b="40806"/>
          <a:stretch/>
        </p:blipFill>
        <p:spPr>
          <a:xfrm>
            <a:off x="0" y="926824"/>
            <a:ext cx="3455469" cy="294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972C41-8262-CCF9-D600-C3BDA0EB495D}"/>
                  </a:ext>
                </a:extLst>
              </p:cNvPr>
              <p:cNvSpPr txBox="1"/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972C41-8262-CCF9-D600-C3BDA0EB4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148" y="1389888"/>
                <a:ext cx="5211876" cy="492443"/>
              </a:xfrm>
              <a:prstGeom prst="rect">
                <a:avLst/>
              </a:prstGeom>
              <a:blipFill>
                <a:blip r:embed="rId4"/>
                <a:stretch>
                  <a:fillRect t="-23457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CFBAB5C-0FB9-52A9-A7C5-F55A7FBBED82}"/>
              </a:ext>
            </a:extLst>
          </p:cNvPr>
          <p:cNvSpPr txBox="1"/>
          <p:nvPr/>
        </p:nvSpPr>
        <p:spPr>
          <a:xfrm>
            <a:off x="6355080" y="2285830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-3              1            1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5ABE1E-9674-317F-015B-BDF748E16804}"/>
              </a:ext>
            </a:extLst>
          </p:cNvPr>
          <p:cNvCxnSpPr/>
          <p:nvPr/>
        </p:nvCxnSpPr>
        <p:spPr>
          <a:xfrm flipH="1">
            <a:off x="6656832" y="1810512"/>
            <a:ext cx="164592" cy="5868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2F7D16-241F-81E3-F751-5EC6086EE6FE}"/>
              </a:ext>
            </a:extLst>
          </p:cNvPr>
          <p:cNvCxnSpPr>
            <a:cxnSpLocks/>
          </p:cNvCxnSpPr>
          <p:nvPr/>
        </p:nvCxnSpPr>
        <p:spPr>
          <a:xfrm>
            <a:off x="7756814" y="1853954"/>
            <a:ext cx="107026" cy="5434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3C7006-D374-5130-9F95-D7DC05CBDEBC}"/>
              </a:ext>
            </a:extLst>
          </p:cNvPr>
          <p:cNvCxnSpPr>
            <a:cxnSpLocks/>
          </p:cNvCxnSpPr>
          <p:nvPr/>
        </p:nvCxnSpPr>
        <p:spPr>
          <a:xfrm>
            <a:off x="8799230" y="1832233"/>
            <a:ext cx="152746" cy="5651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831F04-1D61-E4DB-BDB4-32EAAF657B58}"/>
                  </a:ext>
                </a:extLst>
              </p:cNvPr>
              <p:cNvSpPr txBox="1"/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rgbClr val="0000FF"/>
                    </a:solidFill>
                  </a:rPr>
                  <a:t>For “y=1”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  <a:p>
                <a:r>
                  <a:rPr lang="en-US" sz="2400" b="1" dirty="0">
                    <a:solidFill>
                      <a:srgbClr val="0000FF"/>
                    </a:solidFill>
                  </a:rPr>
                  <a:t>For “y=0”</a:t>
                </a:r>
                <a:r>
                  <a:rPr lang="en-US" sz="2400" b="1" dirty="0"/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831F04-1D61-E4DB-BDB4-32EAAF657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86" y="45550"/>
                <a:ext cx="4765751" cy="844077"/>
              </a:xfrm>
              <a:prstGeom prst="rect">
                <a:avLst/>
              </a:prstGeom>
              <a:blipFill>
                <a:blip r:embed="rId5"/>
                <a:stretch>
                  <a:fillRect l="-1918" t="-4317" b="-15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B49608-9E08-16DB-B0F4-7EFAB9C0CB9F}"/>
              </a:ext>
            </a:extLst>
          </p:cNvPr>
          <p:cNvCxnSpPr/>
          <p:nvPr/>
        </p:nvCxnSpPr>
        <p:spPr>
          <a:xfrm>
            <a:off x="950976" y="1728216"/>
            <a:ext cx="1463040" cy="1444752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4B7E48-5B25-7A6A-72D9-A94762944E10}"/>
              </a:ext>
            </a:extLst>
          </p:cNvPr>
          <p:cNvSpPr txBox="1"/>
          <p:nvPr/>
        </p:nvSpPr>
        <p:spPr>
          <a:xfrm>
            <a:off x="1437612" y="1707747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66D63-796C-410A-545F-3FEC048FC082}"/>
              </a:ext>
            </a:extLst>
          </p:cNvPr>
          <p:cNvSpPr txBox="1"/>
          <p:nvPr/>
        </p:nvSpPr>
        <p:spPr>
          <a:xfrm>
            <a:off x="990213" y="2526886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0</a:t>
            </a:r>
            <a:endParaRPr lang="en-US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8746E8-9552-25AE-1E14-E4A535EE291E}"/>
              </a:ext>
            </a:extLst>
          </p:cNvPr>
          <p:cNvCxnSpPr/>
          <p:nvPr/>
        </p:nvCxnSpPr>
        <p:spPr>
          <a:xfrm>
            <a:off x="2249424" y="2926080"/>
            <a:ext cx="1115568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829ED3-F351-269C-A5CE-04B5BD71AA81}"/>
              </a:ext>
            </a:extLst>
          </p:cNvPr>
          <p:cNvSpPr txBox="1"/>
          <p:nvPr/>
        </p:nvSpPr>
        <p:spPr>
          <a:xfrm>
            <a:off x="3417596" y="2726025"/>
            <a:ext cx="2391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32654860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F6E599-88B1-3218-A0E9-763F0862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C56F1C21-F5BA-115D-1EEC-803EF899A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82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94CB3-C343-9D51-E378-DA3C5A10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A694ED-D04C-B57D-A112-568960B9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3471E2D4-65E6-E511-E7F5-EB4E77F56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FF9C97-1E0E-7EFF-698D-63DE77927AFA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FF9C97-1E0E-7EFF-698D-63DE77927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713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82BE-4537-3A5C-4079-20D8B92A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4E836A-4D6D-168B-D59F-D5415E4DD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69F82208-EA5A-B8DE-B2D8-4DEC32D9F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790899-2F74-1C8C-F35F-41F7468C6E38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D790899-2F74-1C8C-F35F-41F7468C6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80245CB-BA43-1C8B-EBB9-61D5F455BD4C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CAE8CA-4EFF-D58F-A9FC-A2208717408D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3F9E63-711C-6A6A-1102-3B08525ACB40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B507A2-8008-65E9-DA54-358DDCC68A14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806983-07FE-6F89-6CE3-561C50296776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6976FA-E536-77F3-84C8-F8681101498B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452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3161D-2AA7-E513-DA7A-94BBF34A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1E6A7-68F5-31B4-E588-3C31D8A2A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0E430EB2-8EFB-29C8-BE48-2641F60CA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0CEA33-B389-8432-2CC0-B22B622E7E46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0CEA33-B389-8432-2CC0-B22B622E7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FBC105B-CB24-39A5-B50D-372D4C50D3B1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652BE0-4FE7-C281-D14B-C119C452F1DD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ED41AA-FE7F-4690-9B97-3E94F596842B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DF8B2B-C0F6-A50C-5502-198228199871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377132-AD8C-8536-5A3B-4839BC03921E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9DE1D4-89AA-9835-7D64-BC3CC9E8C094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CD6C43-1B33-7A9A-146F-F0C574FE4EC2}"/>
                  </a:ext>
                </a:extLst>
              </p:cNvPr>
              <p:cNvSpPr txBox="1"/>
              <p:nvPr/>
            </p:nvSpPr>
            <p:spPr>
              <a:xfrm>
                <a:off x="4309110" y="3244354"/>
                <a:ext cx="6094476" cy="485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Predict “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sz="2400" dirty="0"/>
                  <a:t>”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CD6C43-1B33-7A9A-146F-F0C574FE4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10" y="3244354"/>
                <a:ext cx="6094476" cy="485518"/>
              </a:xfrm>
              <a:prstGeom prst="rect">
                <a:avLst/>
              </a:prstGeom>
              <a:blipFill>
                <a:blip r:embed="rId4"/>
                <a:stretch>
                  <a:fillRect l="-1600"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9373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1F78-F5FD-2B77-3F4B-28538DC6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0AB2C2-CD05-3023-44F1-53944533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03680E91-8999-4502-EE34-7B4C54BE2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FDEB52-3D68-D782-4F7C-C76841B53F14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FDEB52-3D68-D782-4F7C-C76841B5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886FACE-7CD5-4E5F-B446-B0364DB3B608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974484-8D3F-1965-2D0D-F94358EB7EE4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D0D9B1-40E4-C1C3-BECE-E21D3B1B97A0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CCCD5A-2E7B-3091-E1B5-9E0C10C24632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560F30-48E0-7117-3CBC-C4BF4E321369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7866D1-A481-31BA-64FA-E4D6C1C6D66E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09C16D-9250-3168-42C5-F52745DAFE53}"/>
                  </a:ext>
                </a:extLst>
              </p:cNvPr>
              <p:cNvSpPr txBox="1"/>
              <p:nvPr/>
            </p:nvSpPr>
            <p:spPr>
              <a:xfrm>
                <a:off x="4309110" y="3244354"/>
                <a:ext cx="6094476" cy="485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Predict “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sz="2400" dirty="0"/>
                  <a:t>”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09C16D-9250-3168-42C5-F52745DAF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10" y="3244354"/>
                <a:ext cx="6094476" cy="485518"/>
              </a:xfrm>
              <a:prstGeom prst="rect">
                <a:avLst/>
              </a:prstGeom>
              <a:blipFill>
                <a:blip r:embed="rId4"/>
                <a:stretch>
                  <a:fillRect l="-1600" t="-75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96CD61-C5FC-DAB3-D699-EFEA5EE81F61}"/>
                  </a:ext>
                </a:extLst>
              </p14:cNvPr>
              <p14:cNvContentPartPr/>
              <p14:nvPr/>
            </p14:nvContentPartPr>
            <p14:xfrm>
              <a:off x="6784848" y="3698496"/>
              <a:ext cx="2067840" cy="282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96CD61-C5FC-DAB3-D699-EFEA5EE81F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6848" y="3680496"/>
                <a:ext cx="2103480" cy="3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32210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708F-F3C1-D49E-ACC3-90CAF0EC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15699C-8270-2596-8A91-78E0F00AD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9238D39D-A839-DB0A-B357-C3AEA0E6F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70EB8-4543-E780-006C-524D9C2FD6DA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70EB8-4543-E780-006C-524D9C2FD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2ABDAE2-85E5-038F-C5F4-94747B88022D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420D8A-772E-64FA-664B-B1239382B234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8F24EF-243B-DB01-AC50-A8221B71D5FE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58A278-1C9F-AC98-8513-CBF63B20E746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37B18D-38EA-CD85-045C-F16EF85BC3E4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2DF147-7B30-709D-8466-AAD26E8B87B1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6176B7-45E3-37E3-0941-4FEEAEA9576C}"/>
                  </a:ext>
                </a:extLst>
              </p:cNvPr>
              <p:cNvSpPr txBox="1"/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Predict “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sz="2400" dirty="0"/>
                  <a:t>”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sz="2400" b="1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solidFill>
                      <a:srgbClr val="836967"/>
                    </a:solidFill>
                  </a:rPr>
                  <a:t>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6176B7-45E3-37E3-0941-4FEEAEA9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blipFill>
                <a:blip r:embed="rId4"/>
                <a:stretch>
                  <a:fillRect l="-1600" t="-2927" b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6325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9748-D8E7-2697-1252-48E6F83D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0C330B-3DFC-5BE6-84C7-9CB14DC62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1B7319B7-DCA1-D5C6-DD9C-822CDB6CF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3CBC3-3F8E-0849-7082-1226C9A87C86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3CBC3-3F8E-0849-7082-1226C9A8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6EA92A1-B1E8-BF55-81B1-C0D3FFE59AB9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9CB4B3-B450-CD29-0894-5699ED20757E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3BA403-5B23-52E4-9CA2-ECA891C471F0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DE4AEA-F5FD-D0BC-E1A6-9D7AC7A19F7B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1826EC-7A93-C17E-E7AB-4D410139CEAC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33FACE-088E-09A6-5EF9-689FB83BFB51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72CB96-E54A-9F77-8239-1DE88683A5FC}"/>
                  </a:ext>
                </a:extLst>
              </p:cNvPr>
              <p:cNvSpPr txBox="1"/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Predict “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sz="2400" dirty="0"/>
                  <a:t>”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sz="2400" b="1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solidFill>
                      <a:srgbClr val="836967"/>
                    </a:solidFill>
                  </a:rPr>
                  <a:t>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72CB96-E54A-9F77-8239-1DE88683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blipFill>
                <a:blip r:embed="rId4"/>
                <a:stretch>
                  <a:fillRect l="-1600" t="-2927" b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0010774A-3DD4-AD98-85CB-CF50340AE4C8}"/>
              </a:ext>
            </a:extLst>
          </p:cNvPr>
          <p:cNvSpPr/>
          <p:nvPr/>
        </p:nvSpPr>
        <p:spPr>
          <a:xfrm>
            <a:off x="865980" y="1874044"/>
            <a:ext cx="1216152" cy="1212056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97DDD-93F6-D6AA-BF6C-9E2590AC4706}"/>
              </a:ext>
            </a:extLst>
          </p:cNvPr>
          <p:cNvSpPr txBox="1"/>
          <p:nvPr/>
        </p:nvSpPr>
        <p:spPr>
          <a:xfrm>
            <a:off x="1892300" y="1139429"/>
            <a:ext cx="20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Decision Boundary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7B3957-7271-C5C7-2619-5C885F6BB37A}"/>
              </a:ext>
            </a:extLst>
          </p:cNvPr>
          <p:cNvCxnSpPr>
            <a:cxnSpLocks/>
          </p:cNvCxnSpPr>
          <p:nvPr/>
        </p:nvCxnSpPr>
        <p:spPr>
          <a:xfrm flipH="1">
            <a:off x="1746250" y="1470544"/>
            <a:ext cx="335882" cy="4435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034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E6A6-EA6E-5756-ED29-6A4B2052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816FE2-30B5-83DD-C8D6-7E2FDE87B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63168"/>
            <a:ext cx="10515600" cy="490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Non-linear Decision Boundary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ecision&#10;&#10;AI-generated content may be incorrect.">
            <a:extLst>
              <a:ext uri="{FF2B5EF4-FFF2-40B4-BE49-F238E27FC236}">
                <a16:creationId xmlns:a16="http://schemas.microsoft.com/office/drawing/2014/main" id="{F57D3334-AB03-E9EF-566C-2A0AE916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4" t="15122" r="64579" b="37159"/>
          <a:stretch/>
        </p:blipFill>
        <p:spPr>
          <a:xfrm>
            <a:off x="170688" y="943275"/>
            <a:ext cx="2945330" cy="27511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BFB1C9-2C61-0378-8F88-22A8391160BF}"/>
                  </a:ext>
                </a:extLst>
              </p:cNvPr>
              <p:cNvSpPr txBox="1"/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sz="3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BFB1C9-2C61-0378-8F88-22A839116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36" y="1389888"/>
                <a:ext cx="7962757" cy="524246"/>
              </a:xfrm>
              <a:prstGeom prst="rect">
                <a:avLst/>
              </a:prstGeom>
              <a:blipFill>
                <a:blip r:embed="rId3"/>
                <a:stretch>
                  <a:fillRect t="-16279" b="-46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97E6436-5EB6-5B43-7FC9-11F2E3831A01}"/>
              </a:ext>
            </a:extLst>
          </p:cNvPr>
          <p:cNvSpPr txBox="1"/>
          <p:nvPr/>
        </p:nvSpPr>
        <p:spPr>
          <a:xfrm>
            <a:off x="5616160" y="2317634"/>
            <a:ext cx="5370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-1          0            0                 1                 1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CB23E6-337E-66C3-CFDB-DD1E0980945A}"/>
              </a:ext>
            </a:extLst>
          </p:cNvPr>
          <p:cNvCxnSpPr>
            <a:cxnSpLocks/>
          </p:cNvCxnSpPr>
          <p:nvPr/>
        </p:nvCxnSpPr>
        <p:spPr>
          <a:xfrm>
            <a:off x="5918173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89B710-2974-F6E6-B168-973C0BE81118}"/>
              </a:ext>
            </a:extLst>
          </p:cNvPr>
          <p:cNvCxnSpPr>
            <a:cxnSpLocks/>
          </p:cNvCxnSpPr>
          <p:nvPr/>
        </p:nvCxnSpPr>
        <p:spPr>
          <a:xfrm>
            <a:off x="6838669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856AD1-36AA-B830-B737-06EB709F6552}"/>
              </a:ext>
            </a:extLst>
          </p:cNvPr>
          <p:cNvCxnSpPr>
            <a:cxnSpLocks/>
          </p:cNvCxnSpPr>
          <p:nvPr/>
        </p:nvCxnSpPr>
        <p:spPr>
          <a:xfrm>
            <a:off x="7908517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57CF34-B084-45EF-425B-1F9245AA4246}"/>
              </a:ext>
            </a:extLst>
          </p:cNvPr>
          <p:cNvCxnSpPr>
            <a:cxnSpLocks/>
          </p:cNvCxnSpPr>
          <p:nvPr/>
        </p:nvCxnSpPr>
        <p:spPr>
          <a:xfrm>
            <a:off x="929840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E333A4-AEDF-CC4A-1359-7D28A0F03B63}"/>
              </a:ext>
            </a:extLst>
          </p:cNvPr>
          <p:cNvCxnSpPr>
            <a:cxnSpLocks/>
          </p:cNvCxnSpPr>
          <p:nvPr/>
        </p:nvCxnSpPr>
        <p:spPr>
          <a:xfrm>
            <a:off x="10761445" y="1914134"/>
            <a:ext cx="0" cy="4998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413463-E1F0-BE1C-DE98-670709BADAA2}"/>
                  </a:ext>
                </a:extLst>
              </p:cNvPr>
              <p:cNvSpPr txBox="1"/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Predict “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sz="2400" dirty="0"/>
                  <a:t>” 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sz="2400" b="1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solidFill>
                      <a:srgbClr val="836967"/>
                    </a:solidFill>
                  </a:rPr>
                  <a:t>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413463-E1F0-BE1C-DE98-670709BAD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110" y="3244354"/>
                <a:ext cx="6094476" cy="1248034"/>
              </a:xfrm>
              <a:prstGeom prst="rect">
                <a:avLst/>
              </a:prstGeom>
              <a:blipFill>
                <a:blip r:embed="rId4"/>
                <a:stretch>
                  <a:fillRect l="-1600" t="-2927" b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5642C963-98AF-963D-D7E5-C1BB174E9621}"/>
              </a:ext>
            </a:extLst>
          </p:cNvPr>
          <p:cNvSpPr/>
          <p:nvPr/>
        </p:nvSpPr>
        <p:spPr>
          <a:xfrm>
            <a:off x="865980" y="1874044"/>
            <a:ext cx="1216152" cy="1212056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6A328-9EDA-1213-D8AA-724EDD325D2E}"/>
              </a:ext>
            </a:extLst>
          </p:cNvPr>
          <p:cNvSpPr txBox="1"/>
          <p:nvPr/>
        </p:nvSpPr>
        <p:spPr>
          <a:xfrm>
            <a:off x="1892300" y="1139429"/>
            <a:ext cx="20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Decision Boundary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A3763C-DFA9-2514-4B35-7C9D6F93E732}"/>
              </a:ext>
            </a:extLst>
          </p:cNvPr>
          <p:cNvCxnSpPr>
            <a:cxnSpLocks/>
          </p:cNvCxnSpPr>
          <p:nvPr/>
        </p:nvCxnSpPr>
        <p:spPr>
          <a:xfrm flipH="1">
            <a:off x="1746250" y="1470544"/>
            <a:ext cx="335882" cy="4435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326DBC-4CB5-DFF0-D91A-38EC6C483738}"/>
              </a:ext>
            </a:extLst>
          </p:cNvPr>
          <p:cNvSpPr txBox="1"/>
          <p:nvPr/>
        </p:nvSpPr>
        <p:spPr>
          <a:xfrm>
            <a:off x="1998797" y="1640855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2416C9-49B6-309E-FB64-692CB57879CF}"/>
              </a:ext>
            </a:extLst>
          </p:cNvPr>
          <p:cNvSpPr txBox="1"/>
          <p:nvPr/>
        </p:nvSpPr>
        <p:spPr>
          <a:xfrm>
            <a:off x="1058313" y="2177920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0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72B5B-58CA-78F3-F741-D0BE444F5662}"/>
              </a:ext>
            </a:extLst>
          </p:cNvPr>
          <p:cNvSpPr txBox="1"/>
          <p:nvPr/>
        </p:nvSpPr>
        <p:spPr>
          <a:xfrm>
            <a:off x="260870" y="1496707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7EAFC-ACDA-828E-73DD-F473ACB4273F}"/>
              </a:ext>
            </a:extLst>
          </p:cNvPr>
          <p:cNvSpPr txBox="1"/>
          <p:nvPr/>
        </p:nvSpPr>
        <p:spPr>
          <a:xfrm>
            <a:off x="1743811" y="2958460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9E9A8-9FFD-C1A2-3F89-A78C81156B20}"/>
              </a:ext>
            </a:extLst>
          </p:cNvPr>
          <p:cNvSpPr txBox="1"/>
          <p:nvPr/>
        </p:nvSpPr>
        <p:spPr>
          <a:xfrm>
            <a:off x="247996" y="2982483"/>
            <a:ext cx="89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y =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804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D4E7-8CB9-D26D-73AA-D502D0C9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567C-6422-F769-E4F4-DCA541D4A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6985B-9F3E-B1F1-A546-395E26DB5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41094712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C3AED9-810A-831E-A973-8274E9A52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688" y="539496"/>
                <a:ext cx="10515600" cy="51206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Training set: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m examples: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How to choose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 dirty="0"/>
                  <a:t> ?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C3AED9-810A-831E-A973-8274E9A52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688" y="539496"/>
                <a:ext cx="10515600" cy="5120640"/>
              </a:xfrm>
              <a:blipFill>
                <a:blip r:embed="rId2"/>
                <a:stretch>
                  <a:fillRect l="-1159" t="-214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1478F5-DCF7-DFF1-D63C-06B28778CD9A}"/>
                  </a:ext>
                </a:extLst>
              </p:cNvPr>
              <p:cNvSpPr txBox="1"/>
              <p:nvPr/>
            </p:nvSpPr>
            <p:spPr>
              <a:xfrm>
                <a:off x="2584038" y="539496"/>
                <a:ext cx="5335178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1478F5-DCF7-DFF1-D63C-06B28778C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038" y="539496"/>
                <a:ext cx="5335178" cy="416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D1E5B8-0BEF-FCAD-83BD-B66616EC4ACC}"/>
                  </a:ext>
                </a:extLst>
              </p:cNvPr>
              <p:cNvSpPr txBox="1"/>
              <p:nvPr/>
            </p:nvSpPr>
            <p:spPr>
              <a:xfrm>
                <a:off x="2702910" y="1682496"/>
                <a:ext cx="4447698" cy="1173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eqArr>
                                    <m:eqArr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eqAr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D1E5B8-0BEF-FCAD-83BD-B66616EC4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910" y="1682496"/>
                <a:ext cx="4447698" cy="11738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B4351A-F436-22B5-5138-1ED78490E4C7}"/>
                  </a:ext>
                </a:extLst>
              </p:cNvPr>
              <p:cNvSpPr txBox="1"/>
              <p:nvPr/>
            </p:nvSpPr>
            <p:spPr>
              <a:xfrm>
                <a:off x="170688" y="3582498"/>
                <a:ext cx="2952860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B4351A-F436-22B5-5138-1ED78490E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8" y="3582498"/>
                <a:ext cx="2952860" cy="8610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8301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CA9E-5109-BE6A-4719-F4ADEC509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4" y="4265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Cost function</a:t>
            </a:r>
          </a:p>
          <a:p>
            <a:pPr marL="0" indent="0">
              <a:buNone/>
            </a:pPr>
            <a:r>
              <a:rPr lang="en-US" dirty="0"/>
              <a:t>Linear regression: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7942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6476-3D8A-919B-2387-CAA3AE7E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7E8EA9-1D61-3621-B70B-8B2F18F7D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7E8EA9-1D61-3621-B70B-8B2F18F7D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167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F665-5206-E997-12C4-5A208AD5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00ED6A-92F3-9A39-8A0C-D32F41F6F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00ED6A-92F3-9A39-8A0C-D32F41F6F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6777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FCA0-C37F-753E-0E74-D9F8D2A0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A22B1-6D7A-9562-89BA-E39782776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A22B1-6D7A-9562-89BA-E39782776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63939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E423-F0FE-A5C8-2516-41F98CC2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2411A-0BE5-D816-6CA5-926356DBC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2411A-0BE5-D816-6CA5-926356DBC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0FEC48-D53C-3BC0-9BD8-63993DED3503}"/>
              </a:ext>
            </a:extLst>
          </p:cNvPr>
          <p:cNvSpPr txBox="1"/>
          <p:nvPr/>
        </p:nvSpPr>
        <p:spPr>
          <a:xfrm>
            <a:off x="277054" y="3244334"/>
            <a:ext cx="934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finding the COST Function of Logistic Regression, which is </a:t>
            </a:r>
            <a:r>
              <a:rPr lang="en-US" b="1" dirty="0"/>
              <a:t>“non-convex”</a:t>
            </a:r>
          </a:p>
        </p:txBody>
      </p:sp>
      <p:pic>
        <p:nvPicPr>
          <p:cNvPr id="5" name="Picture 4" descr="A math equations and formulas on a white board&#10;&#10;AI-generated content may be incorrect.">
            <a:extLst>
              <a:ext uri="{FF2B5EF4-FFF2-40B4-BE49-F238E27FC236}">
                <a16:creationId xmlns:a16="http://schemas.microsoft.com/office/drawing/2014/main" id="{19B549B4-C542-8F5F-7BD7-32239E3ED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3" t="53093" r="7269" b="2096"/>
          <a:stretch/>
        </p:blipFill>
        <p:spPr>
          <a:xfrm>
            <a:off x="1284276" y="4070917"/>
            <a:ext cx="8672635" cy="259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880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D4F2A-F190-4338-04CC-7045FBED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F4C88-03C1-F377-9603-9CBE19ACE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F4C88-03C1-F377-9603-9CBE19ACE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398EF2C-02AB-3187-9E6A-5524F1542B75}"/>
              </a:ext>
            </a:extLst>
          </p:cNvPr>
          <p:cNvSpPr txBox="1"/>
          <p:nvPr/>
        </p:nvSpPr>
        <p:spPr>
          <a:xfrm>
            <a:off x="277054" y="3244334"/>
            <a:ext cx="934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finding the COST Function of Logistic Regression, which is </a:t>
            </a:r>
            <a:r>
              <a:rPr lang="en-US" b="1" dirty="0"/>
              <a:t>“non-convex”</a:t>
            </a:r>
          </a:p>
        </p:txBody>
      </p:sp>
      <p:pic>
        <p:nvPicPr>
          <p:cNvPr id="5" name="Picture 4" descr="A math equations and formulas on a white board&#10;&#10;AI-generated content may be incorrect.">
            <a:extLst>
              <a:ext uri="{FF2B5EF4-FFF2-40B4-BE49-F238E27FC236}">
                <a16:creationId xmlns:a16="http://schemas.microsoft.com/office/drawing/2014/main" id="{19C6A190-06A5-9498-1F92-CCFE64A68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3" t="53093" r="7269" b="2096"/>
          <a:stretch/>
        </p:blipFill>
        <p:spPr>
          <a:xfrm>
            <a:off x="1284276" y="4070917"/>
            <a:ext cx="8672635" cy="259383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018453-3193-3494-7400-9B2020D11A89}"/>
              </a:ext>
            </a:extLst>
          </p:cNvPr>
          <p:cNvCxnSpPr>
            <a:cxnSpLocks/>
          </p:cNvCxnSpPr>
          <p:nvPr/>
        </p:nvCxnSpPr>
        <p:spPr>
          <a:xfrm>
            <a:off x="4041648" y="2834640"/>
            <a:ext cx="76809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AE6BCC3-D105-1290-B75F-8B074A4A6D27}"/>
              </a:ext>
            </a:extLst>
          </p:cNvPr>
          <p:cNvCxnSpPr>
            <a:cxnSpLocks/>
          </p:cNvCxnSpPr>
          <p:nvPr/>
        </p:nvCxnSpPr>
        <p:spPr>
          <a:xfrm>
            <a:off x="4425696" y="2852928"/>
            <a:ext cx="3511296" cy="237744"/>
          </a:xfrm>
          <a:prstGeom prst="bentConnector3">
            <a:avLst>
              <a:gd name="adj1" fmla="val 0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DE825A-80D4-0511-050B-D290089145E0}"/>
                  </a:ext>
                </a:extLst>
              </p:cNvPr>
              <p:cNvSpPr txBox="1"/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DE825A-80D4-0511-050B-D29008914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5407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0924-7D39-8D6E-9750-112438E3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0FDC-EEE9-22E9-D521-48BA1DF80E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0FDC-EEE9-22E9-D521-48BA1DF80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86140E-1022-327E-60E4-FE321BD2C309}"/>
              </a:ext>
            </a:extLst>
          </p:cNvPr>
          <p:cNvSpPr txBox="1"/>
          <p:nvPr/>
        </p:nvSpPr>
        <p:spPr>
          <a:xfrm>
            <a:off x="277054" y="3244334"/>
            <a:ext cx="934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finding the COST Function of Logistic Regression, which is </a:t>
            </a:r>
            <a:r>
              <a:rPr lang="en-US" b="1" dirty="0"/>
              <a:t>“non-convex”</a:t>
            </a:r>
          </a:p>
        </p:txBody>
      </p:sp>
      <p:pic>
        <p:nvPicPr>
          <p:cNvPr id="5" name="Picture 4" descr="A math equations and formulas on a white board&#10;&#10;AI-generated content may be incorrect.">
            <a:extLst>
              <a:ext uri="{FF2B5EF4-FFF2-40B4-BE49-F238E27FC236}">
                <a16:creationId xmlns:a16="http://schemas.microsoft.com/office/drawing/2014/main" id="{CB8CBD18-3F4D-BC87-9B22-E5824FA9E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3" t="53093" r="7269" b="2096"/>
          <a:stretch/>
        </p:blipFill>
        <p:spPr>
          <a:xfrm>
            <a:off x="1284276" y="4070917"/>
            <a:ext cx="8672635" cy="259383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DF82E4-8A3D-0C73-55C3-4419277E4BED}"/>
              </a:ext>
            </a:extLst>
          </p:cNvPr>
          <p:cNvCxnSpPr>
            <a:cxnSpLocks/>
          </p:cNvCxnSpPr>
          <p:nvPr/>
        </p:nvCxnSpPr>
        <p:spPr>
          <a:xfrm>
            <a:off x="4041648" y="2834640"/>
            <a:ext cx="76809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268A193E-1397-251B-BCC7-77082101A4EB}"/>
              </a:ext>
            </a:extLst>
          </p:cNvPr>
          <p:cNvCxnSpPr>
            <a:cxnSpLocks/>
          </p:cNvCxnSpPr>
          <p:nvPr/>
        </p:nvCxnSpPr>
        <p:spPr>
          <a:xfrm>
            <a:off x="4425696" y="2852928"/>
            <a:ext cx="3511296" cy="237744"/>
          </a:xfrm>
          <a:prstGeom prst="bentConnector3">
            <a:avLst>
              <a:gd name="adj1" fmla="val 0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D2C2C5-657C-E37A-18E5-C124E276BF8D}"/>
                  </a:ext>
                </a:extLst>
              </p:cNvPr>
              <p:cNvSpPr txBox="1"/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D2C2C5-657C-E37A-18E5-C124E276B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0ED538F-A8A3-280E-08F1-7D6D1B083E97}"/>
              </a:ext>
            </a:extLst>
          </p:cNvPr>
          <p:cNvSpPr txBox="1"/>
          <p:nvPr/>
        </p:nvSpPr>
        <p:spPr>
          <a:xfrm>
            <a:off x="9845602" y="1999431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Non-linear function</a:t>
            </a:r>
          </a:p>
        </p:txBody>
      </p:sp>
    </p:spTree>
    <p:extLst>
      <p:ext uri="{BB962C8B-B14F-4D97-AF65-F5344CB8AC3E}">
        <p14:creationId xmlns:p14="http://schemas.microsoft.com/office/powerpoint/2010/main" val="21487492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936D-0238-06B7-6624-5452CCDE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7E9E-294B-D590-E617-4FE713F9C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Cost function</a:t>
                </a:r>
              </a:p>
              <a:p>
                <a:pPr marL="0" indent="0">
                  <a:buNone/>
                </a:pPr>
                <a:r>
                  <a:rPr lang="en-US" dirty="0"/>
                  <a:t>Linear regression: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 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F7E9E-294B-D590-E617-4FE713F9C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264" y="426593"/>
                <a:ext cx="10515600" cy="4351338"/>
              </a:xfr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5C63889-7784-E26C-054A-F2FD059D762E}"/>
              </a:ext>
            </a:extLst>
          </p:cNvPr>
          <p:cNvSpPr txBox="1"/>
          <p:nvPr/>
        </p:nvSpPr>
        <p:spPr>
          <a:xfrm>
            <a:off x="277054" y="3244334"/>
            <a:ext cx="934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interested in finding the COST Function of Logistic Regression, which is </a:t>
            </a:r>
            <a:r>
              <a:rPr lang="en-US" b="1" dirty="0"/>
              <a:t>“non-convex”</a:t>
            </a:r>
          </a:p>
        </p:txBody>
      </p:sp>
      <p:pic>
        <p:nvPicPr>
          <p:cNvPr id="5" name="Picture 4" descr="A math equations and formulas on a white board&#10;&#10;AI-generated content may be incorrect.">
            <a:extLst>
              <a:ext uri="{FF2B5EF4-FFF2-40B4-BE49-F238E27FC236}">
                <a16:creationId xmlns:a16="http://schemas.microsoft.com/office/drawing/2014/main" id="{B6493588-BDAB-E4A8-C24C-B83A46390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3" t="53093" r="7269" b="2096"/>
          <a:stretch/>
        </p:blipFill>
        <p:spPr>
          <a:xfrm>
            <a:off x="1284276" y="4070917"/>
            <a:ext cx="8672635" cy="259383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3FE414-5182-3177-1BF2-ABAC89E55387}"/>
              </a:ext>
            </a:extLst>
          </p:cNvPr>
          <p:cNvCxnSpPr>
            <a:cxnSpLocks/>
          </p:cNvCxnSpPr>
          <p:nvPr/>
        </p:nvCxnSpPr>
        <p:spPr>
          <a:xfrm>
            <a:off x="4041648" y="2834640"/>
            <a:ext cx="76809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0272614-C6D5-032E-777D-25BBEC9777A1}"/>
              </a:ext>
            </a:extLst>
          </p:cNvPr>
          <p:cNvCxnSpPr>
            <a:cxnSpLocks/>
          </p:cNvCxnSpPr>
          <p:nvPr/>
        </p:nvCxnSpPr>
        <p:spPr>
          <a:xfrm>
            <a:off x="4425696" y="2852928"/>
            <a:ext cx="3511296" cy="237744"/>
          </a:xfrm>
          <a:prstGeom prst="bentConnector3">
            <a:avLst>
              <a:gd name="adj1" fmla="val 0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C6F65F-947E-AB06-89AA-85ED3F652C07}"/>
                  </a:ext>
                </a:extLst>
              </p:cNvPr>
              <p:cNvSpPr txBox="1"/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C6F65F-947E-AB06-89AA-85ED3F652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258" y="2217547"/>
                <a:ext cx="2952860" cy="86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E7DEDD-611A-3CA2-4217-A72E3B630045}"/>
              </a:ext>
            </a:extLst>
          </p:cNvPr>
          <p:cNvSpPr txBox="1"/>
          <p:nvPr/>
        </p:nvSpPr>
        <p:spPr>
          <a:xfrm>
            <a:off x="9845602" y="1999431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Non-linear function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2F29C3D-03E8-9355-5EC7-6DDF986109C0}"/>
                  </a:ext>
                </a:extLst>
              </p14:cNvPr>
              <p14:cNvContentPartPr/>
              <p14:nvPr/>
            </p14:nvContentPartPr>
            <p14:xfrm>
              <a:off x="1773720" y="4526136"/>
              <a:ext cx="3237480" cy="1235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2F29C3D-03E8-9355-5EC7-6DDF986109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6080" y="4508496"/>
                <a:ext cx="3273120" cy="12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2E0DAB9-4C9E-2D75-AF1C-89D1D047DD06}"/>
                  </a:ext>
                </a:extLst>
              </p14:cNvPr>
              <p14:cNvContentPartPr/>
              <p14:nvPr/>
            </p14:nvContentPartPr>
            <p14:xfrm>
              <a:off x="6638400" y="4499856"/>
              <a:ext cx="2945880" cy="1235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2E0DAB9-4C9E-2D75-AF1C-89D1D047DD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0760" y="4482216"/>
                <a:ext cx="2981520" cy="12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87D5FF1-0B31-90B7-63AC-A5FA5C6A373B}"/>
                  </a:ext>
                </a:extLst>
              </p14:cNvPr>
              <p14:cNvContentPartPr/>
              <p14:nvPr/>
            </p14:nvContentPartPr>
            <p14:xfrm>
              <a:off x="1828440" y="502776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87D5FF1-0B31-90B7-63AC-A5FA5C6A37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0800" y="48513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92873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209B0A-3537-6D07-7465-7EBA620CCB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209B0A-3537-6D07-7465-7EBA620CC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5324C63C-4C82-48C5-7F31-DF70FEED5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47333" r="54300"/>
          <a:stretch/>
        </p:blipFill>
        <p:spPr>
          <a:xfrm>
            <a:off x="658368" y="3429000"/>
            <a:ext cx="3712464" cy="293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496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F7EF-E13A-D721-1A94-75FD4111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7B240ED-EABD-51A1-CBD1-0ECE1C3FDA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7B240ED-EABD-51A1-CBD1-0ECE1C3FD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C5E0B316-BE9C-96BD-B9F7-8311872AD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47333" r="54300"/>
          <a:stretch/>
        </p:blipFill>
        <p:spPr>
          <a:xfrm>
            <a:off x="658368" y="3429000"/>
            <a:ext cx="3712464" cy="2932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619F67-47DA-A3E0-D630-B3F903C15716}"/>
                  </a:ext>
                </a:extLst>
              </p14:cNvPr>
              <p14:cNvContentPartPr/>
              <p14:nvPr/>
            </p14:nvContentPartPr>
            <p14:xfrm>
              <a:off x="1133640" y="3794976"/>
              <a:ext cx="568440" cy="130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619F67-47DA-A3E0-D630-B3F903C157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640" y="3776976"/>
                <a:ext cx="604080" cy="13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82DD4F-73B8-9E92-63C1-8463A9228AD9}"/>
                  </a:ext>
                </a:extLst>
              </p14:cNvPr>
              <p14:cNvContentPartPr/>
              <p14:nvPr/>
            </p14:nvContentPartPr>
            <p14:xfrm>
              <a:off x="1810440" y="5175576"/>
              <a:ext cx="91080" cy="6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82DD4F-73B8-9E92-63C1-8463A9228A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800" y="5157576"/>
                <a:ext cx="126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B592456-F038-DD8E-B056-CCBB50402979}"/>
                  </a:ext>
                </a:extLst>
              </p14:cNvPr>
              <p14:cNvContentPartPr/>
              <p14:nvPr/>
            </p14:nvContentPartPr>
            <p14:xfrm>
              <a:off x="2002320" y="5294376"/>
              <a:ext cx="159120" cy="7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B592456-F038-DD8E-B056-CCBB504029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4320" y="5276376"/>
                <a:ext cx="1947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6847884-2419-D00C-382F-B0A4C655EAB9}"/>
                  </a:ext>
                </a:extLst>
              </p14:cNvPr>
              <p14:cNvContentPartPr/>
              <p14:nvPr/>
            </p14:nvContentPartPr>
            <p14:xfrm>
              <a:off x="2230920" y="5404176"/>
              <a:ext cx="197280" cy="8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6847884-2419-D00C-382F-B0A4C655EA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2920" y="5386176"/>
                <a:ext cx="232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BC7BA6-D078-22DD-E5B7-D4C52DBA37E3}"/>
                  </a:ext>
                </a:extLst>
              </p14:cNvPr>
              <p14:cNvContentPartPr/>
              <p14:nvPr/>
            </p14:nvContentPartPr>
            <p14:xfrm>
              <a:off x="2505240" y="5522976"/>
              <a:ext cx="297720" cy="8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BC7BA6-D078-22DD-E5B7-D4C52DBA37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7240" y="5504976"/>
                <a:ext cx="333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0494C-A06D-0F12-B340-C9857AF6DD6A}"/>
                  </a:ext>
                </a:extLst>
              </p14:cNvPr>
              <p14:cNvContentPartPr/>
              <p14:nvPr/>
            </p14:nvContentPartPr>
            <p14:xfrm>
              <a:off x="2889360" y="5632416"/>
              <a:ext cx="19080" cy="5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0494C-A06D-0F12-B340-C9857AF6DD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1360" y="5614776"/>
                <a:ext cx="54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FE11DA-5A34-A01D-E4DE-26304957AB12}"/>
                  </a:ext>
                </a:extLst>
              </p14:cNvPr>
              <p14:cNvContentPartPr/>
              <p14:nvPr/>
            </p14:nvContentPartPr>
            <p14:xfrm>
              <a:off x="2989800" y="5660136"/>
              <a:ext cx="7200" cy="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FE11DA-5A34-A01D-E4DE-26304957AB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72160" y="5642496"/>
                <a:ext cx="42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D6D3ED7-E7C6-1D90-732C-1147D85767DE}"/>
                  </a:ext>
                </a:extLst>
              </p14:cNvPr>
              <p14:cNvContentPartPr/>
              <p14:nvPr/>
            </p14:nvContentPartPr>
            <p14:xfrm>
              <a:off x="3072240" y="5678496"/>
              <a:ext cx="749880" cy="10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D6D3ED7-E7C6-1D90-732C-1147D85767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54240" y="5660496"/>
                <a:ext cx="785520" cy="1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55338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B457-FCDE-2FC9-8DFC-7F3CF6B2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D40CDB-5052-01FF-3603-87D35148A4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0D40CDB-5052-01FF-3603-87D35148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32DA9757-53EE-F179-3725-337FAEF95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47333" r="54300"/>
          <a:stretch/>
        </p:blipFill>
        <p:spPr>
          <a:xfrm>
            <a:off x="658368" y="3429000"/>
            <a:ext cx="3712464" cy="2932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5AF8E7-BF4E-4F94-7D07-B173399956E9}"/>
                  </a:ext>
                </a:extLst>
              </p14:cNvPr>
              <p14:cNvContentPartPr/>
              <p14:nvPr/>
            </p14:nvContentPartPr>
            <p14:xfrm>
              <a:off x="1133640" y="3794976"/>
              <a:ext cx="568440" cy="130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5AF8E7-BF4E-4F94-7D07-B173399956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640" y="3776976"/>
                <a:ext cx="604080" cy="13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D36C3F-DC27-DDCA-E658-C75D63BBC7B6}"/>
                  </a:ext>
                </a:extLst>
              </p14:cNvPr>
              <p14:cNvContentPartPr/>
              <p14:nvPr/>
            </p14:nvContentPartPr>
            <p14:xfrm>
              <a:off x="1810440" y="5175576"/>
              <a:ext cx="91080" cy="6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D36C3F-DC27-DDCA-E658-C75D63BBC7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800" y="5157576"/>
                <a:ext cx="126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3E7839-B556-BD2B-2E86-F59EEE11A69F}"/>
                  </a:ext>
                </a:extLst>
              </p14:cNvPr>
              <p14:cNvContentPartPr/>
              <p14:nvPr/>
            </p14:nvContentPartPr>
            <p14:xfrm>
              <a:off x="2002320" y="5294376"/>
              <a:ext cx="159120" cy="7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3E7839-B556-BD2B-2E86-F59EEE11A6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4320" y="5276376"/>
                <a:ext cx="1947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EBE4993-ECEB-7564-9240-D78EA3E362CA}"/>
                  </a:ext>
                </a:extLst>
              </p14:cNvPr>
              <p14:cNvContentPartPr/>
              <p14:nvPr/>
            </p14:nvContentPartPr>
            <p14:xfrm>
              <a:off x="2230920" y="5404176"/>
              <a:ext cx="197280" cy="8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EBE4993-ECEB-7564-9240-D78EA3E362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2920" y="5386176"/>
                <a:ext cx="232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AC9882C-E26F-B381-3ABD-75EC96D05FA3}"/>
                  </a:ext>
                </a:extLst>
              </p14:cNvPr>
              <p14:cNvContentPartPr/>
              <p14:nvPr/>
            </p14:nvContentPartPr>
            <p14:xfrm>
              <a:off x="2505240" y="5522976"/>
              <a:ext cx="297720" cy="8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AC9882C-E26F-B381-3ABD-75EC96D05F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7240" y="5504976"/>
                <a:ext cx="333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AB0B770-FE25-F73C-8178-42272E25E9D6}"/>
                  </a:ext>
                </a:extLst>
              </p14:cNvPr>
              <p14:cNvContentPartPr/>
              <p14:nvPr/>
            </p14:nvContentPartPr>
            <p14:xfrm>
              <a:off x="2889360" y="5632416"/>
              <a:ext cx="19080" cy="5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AB0B770-FE25-F73C-8178-42272E25E9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1360" y="5614776"/>
                <a:ext cx="54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251F108-1735-80E1-1535-B68B7720EB56}"/>
                  </a:ext>
                </a:extLst>
              </p14:cNvPr>
              <p14:cNvContentPartPr/>
              <p14:nvPr/>
            </p14:nvContentPartPr>
            <p14:xfrm>
              <a:off x="2989800" y="5660136"/>
              <a:ext cx="7200" cy="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251F108-1735-80E1-1535-B68B7720EB5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72160" y="5642496"/>
                <a:ext cx="42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9DDB182-E2D3-2C21-148F-3FA38D735679}"/>
                  </a:ext>
                </a:extLst>
              </p14:cNvPr>
              <p14:cNvContentPartPr/>
              <p14:nvPr/>
            </p14:nvContentPartPr>
            <p14:xfrm>
              <a:off x="3072240" y="5678496"/>
              <a:ext cx="749880" cy="10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9DDB182-E2D3-2C21-148F-3FA38D7356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54240" y="5660496"/>
                <a:ext cx="785520" cy="1454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A graph of function and equations&#10;&#10;AI-generated content may be incorrect.">
            <a:extLst>
              <a:ext uri="{FF2B5EF4-FFF2-40B4-BE49-F238E27FC236}">
                <a16:creationId xmlns:a16="http://schemas.microsoft.com/office/drawing/2014/main" id="{A441633D-B4E1-E747-5417-ABB1D813028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0" t="40667" r="9600" b="27600"/>
          <a:stretch/>
        </p:blipFill>
        <p:spPr>
          <a:xfrm>
            <a:off x="6318504" y="3008592"/>
            <a:ext cx="3290918" cy="1572768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A6DA97F-E8FE-E7DF-C2C5-3157FA9505B6}"/>
              </a:ext>
            </a:extLst>
          </p:cNvPr>
          <p:cNvGrpSpPr/>
          <p:nvPr/>
        </p:nvGrpSpPr>
        <p:grpSpPr>
          <a:xfrm>
            <a:off x="7463160" y="3959496"/>
            <a:ext cx="121680" cy="128160"/>
            <a:chOff x="7463160" y="3959496"/>
            <a:chExt cx="12168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6142900-578C-7D95-5F46-2A9226D23035}"/>
                    </a:ext>
                  </a:extLst>
                </p14:cNvPr>
                <p14:cNvContentPartPr/>
                <p14:nvPr/>
              </p14:nvContentPartPr>
              <p14:xfrm>
                <a:off x="7525440" y="3959496"/>
                <a:ext cx="9720" cy="109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6142900-578C-7D95-5F46-2A9226D230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07440" y="3941496"/>
                  <a:ext cx="45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971F4C-3735-C9E4-A723-99DA73A74A78}"/>
                    </a:ext>
                  </a:extLst>
                </p14:cNvPr>
                <p14:cNvContentPartPr/>
                <p14:nvPr/>
              </p14:nvContentPartPr>
              <p14:xfrm>
                <a:off x="7507440" y="4087296"/>
                <a:ext cx="7740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971F4C-3735-C9E4-A723-99DA73A74A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89440" y="4069296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FC2A0F-A0EE-35ED-E5E6-02916672E7C5}"/>
                    </a:ext>
                  </a:extLst>
                </p14:cNvPr>
                <p14:cNvContentPartPr/>
                <p14:nvPr/>
              </p14:nvContentPartPr>
              <p14:xfrm>
                <a:off x="7463160" y="3977496"/>
                <a:ext cx="62640" cy="1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FC2A0F-A0EE-35ED-E5E6-02916672E7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45520" y="3959856"/>
                  <a:ext cx="98280" cy="5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146961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1FF5-8459-8182-4107-E78DEB8D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8B39AB-CC12-ECB6-D830-7756EFAAEE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8B39AB-CC12-ECB6-D830-7756EFAAE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606A6CFC-96D6-1AEF-B69D-9DB6C4405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47333" r="54300"/>
          <a:stretch/>
        </p:blipFill>
        <p:spPr>
          <a:xfrm>
            <a:off x="658368" y="3429000"/>
            <a:ext cx="3712464" cy="2932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1E3F08-EAC9-C0E8-CD4C-1DEC7E51C0E3}"/>
                  </a:ext>
                </a:extLst>
              </p14:cNvPr>
              <p14:cNvContentPartPr/>
              <p14:nvPr/>
            </p14:nvContentPartPr>
            <p14:xfrm>
              <a:off x="1133640" y="3794976"/>
              <a:ext cx="568440" cy="130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1E3F08-EAC9-C0E8-CD4C-1DEC7E51C0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640" y="3776976"/>
                <a:ext cx="604080" cy="13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046207-309C-A210-2AA4-042496335896}"/>
                  </a:ext>
                </a:extLst>
              </p14:cNvPr>
              <p14:cNvContentPartPr/>
              <p14:nvPr/>
            </p14:nvContentPartPr>
            <p14:xfrm>
              <a:off x="1810440" y="5175576"/>
              <a:ext cx="91080" cy="6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046207-309C-A210-2AA4-042496335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800" y="5157576"/>
                <a:ext cx="126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EE2253-972D-38D7-9339-D7D443C8761D}"/>
                  </a:ext>
                </a:extLst>
              </p14:cNvPr>
              <p14:cNvContentPartPr/>
              <p14:nvPr/>
            </p14:nvContentPartPr>
            <p14:xfrm>
              <a:off x="2002320" y="5294376"/>
              <a:ext cx="159120" cy="7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EE2253-972D-38D7-9339-D7D443C876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4320" y="5276376"/>
                <a:ext cx="1947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A9FDCA-C175-7D6D-73B4-9E8A16236BC4}"/>
                  </a:ext>
                </a:extLst>
              </p14:cNvPr>
              <p14:cNvContentPartPr/>
              <p14:nvPr/>
            </p14:nvContentPartPr>
            <p14:xfrm>
              <a:off x="2230920" y="5404176"/>
              <a:ext cx="197280" cy="8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A9FDCA-C175-7D6D-73B4-9E8A16236B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2920" y="5386176"/>
                <a:ext cx="232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19AF50-31D9-BF41-92E7-1861E3D8838B}"/>
                  </a:ext>
                </a:extLst>
              </p14:cNvPr>
              <p14:cNvContentPartPr/>
              <p14:nvPr/>
            </p14:nvContentPartPr>
            <p14:xfrm>
              <a:off x="2505240" y="5522976"/>
              <a:ext cx="297720" cy="8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19AF50-31D9-BF41-92E7-1861E3D883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7240" y="5504976"/>
                <a:ext cx="333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BEA480-747A-DA93-B8E8-6B953B475355}"/>
                  </a:ext>
                </a:extLst>
              </p14:cNvPr>
              <p14:cNvContentPartPr/>
              <p14:nvPr/>
            </p14:nvContentPartPr>
            <p14:xfrm>
              <a:off x="2889360" y="5632416"/>
              <a:ext cx="19080" cy="5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BEA480-747A-DA93-B8E8-6B953B47535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1360" y="5614776"/>
                <a:ext cx="54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C002AC-16E4-17A6-6231-97686E71928A}"/>
                  </a:ext>
                </a:extLst>
              </p14:cNvPr>
              <p14:cNvContentPartPr/>
              <p14:nvPr/>
            </p14:nvContentPartPr>
            <p14:xfrm>
              <a:off x="2989800" y="5660136"/>
              <a:ext cx="7200" cy="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C002AC-16E4-17A6-6231-97686E7192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72160" y="5642496"/>
                <a:ext cx="42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706EBD-9CFE-0563-E81E-FEEF78D6CCC6}"/>
                  </a:ext>
                </a:extLst>
              </p14:cNvPr>
              <p14:cNvContentPartPr/>
              <p14:nvPr/>
            </p14:nvContentPartPr>
            <p14:xfrm>
              <a:off x="3072240" y="5678496"/>
              <a:ext cx="749880" cy="10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706EBD-9CFE-0563-E81E-FEEF78D6CC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54240" y="5660496"/>
                <a:ext cx="785520" cy="1454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A graph of function and equations&#10;&#10;AI-generated content may be incorrect.">
            <a:extLst>
              <a:ext uri="{FF2B5EF4-FFF2-40B4-BE49-F238E27FC236}">
                <a16:creationId xmlns:a16="http://schemas.microsoft.com/office/drawing/2014/main" id="{497CA275-9433-1BEC-D3BB-FE8C31686FD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50" t="40667" r="9600" b="27600"/>
          <a:stretch/>
        </p:blipFill>
        <p:spPr>
          <a:xfrm>
            <a:off x="6318504" y="3008592"/>
            <a:ext cx="3290918" cy="157276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8A641E1-A729-E13D-E84A-BCEBE64B8697}"/>
              </a:ext>
            </a:extLst>
          </p:cNvPr>
          <p:cNvGrpSpPr/>
          <p:nvPr/>
        </p:nvGrpSpPr>
        <p:grpSpPr>
          <a:xfrm>
            <a:off x="6766560" y="3200256"/>
            <a:ext cx="2687040" cy="1126800"/>
            <a:chOff x="6766560" y="3200256"/>
            <a:chExt cx="2687040" cy="11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E8EE2A-5C2F-463E-DCB8-BF87917E0CF3}"/>
                    </a:ext>
                  </a:extLst>
                </p14:cNvPr>
                <p14:cNvContentPartPr/>
                <p14:nvPr/>
              </p14:nvContentPartPr>
              <p14:xfrm>
                <a:off x="6766560" y="3200256"/>
                <a:ext cx="2335320" cy="1044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E8EE2A-5C2F-463E-DCB8-BF87917E0C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48560" y="3182616"/>
                  <a:ext cx="2370960" cy="10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58D03B-54E6-9C7D-43E1-3959F64457CF}"/>
                    </a:ext>
                  </a:extLst>
                </p14:cNvPr>
                <p14:cNvContentPartPr/>
                <p14:nvPr/>
              </p14:nvContentPartPr>
              <p14:xfrm>
                <a:off x="9308160" y="4315896"/>
                <a:ext cx="145440" cy="1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58D03B-54E6-9C7D-43E1-3959F64457C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90520" y="4297896"/>
                  <a:ext cx="18108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96412E8-C327-340F-0339-C585D9288A11}"/>
                  </a:ext>
                </a:extLst>
              </p14:cNvPr>
              <p14:cNvContentPartPr/>
              <p14:nvPr/>
            </p14:nvContentPartPr>
            <p14:xfrm>
              <a:off x="9536040" y="4180176"/>
              <a:ext cx="190440" cy="199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96412E8-C327-340F-0339-C585D9288A1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18400" y="4162536"/>
                <a:ext cx="2260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7240082-ED73-D03C-C1FA-87CB419A312D}"/>
                  </a:ext>
                </a:extLst>
              </p14:cNvPr>
              <p14:cNvContentPartPr/>
              <p14:nvPr/>
            </p14:nvContentPartPr>
            <p14:xfrm>
              <a:off x="9730800" y="4240656"/>
              <a:ext cx="163440" cy="59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7240082-ED73-D03C-C1FA-87CB419A312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712800" y="4223016"/>
                <a:ext cx="1990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912938-B8FC-DFE5-4D77-9F9A6CC11130}"/>
                  </a:ext>
                </a:extLst>
              </p14:cNvPr>
              <p14:cNvContentPartPr/>
              <p14:nvPr/>
            </p14:nvContentPartPr>
            <p14:xfrm>
              <a:off x="9970920" y="4233096"/>
              <a:ext cx="220320" cy="140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912938-B8FC-DFE5-4D77-9F9A6CC1113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53280" y="4215456"/>
                <a:ext cx="25596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0F2C4E3-D8E7-988B-32E2-CEC3EE6237A1}"/>
              </a:ext>
            </a:extLst>
          </p:cNvPr>
          <p:cNvGrpSpPr/>
          <p:nvPr/>
        </p:nvGrpSpPr>
        <p:grpSpPr>
          <a:xfrm>
            <a:off x="10240920" y="4124016"/>
            <a:ext cx="531720" cy="291240"/>
            <a:chOff x="10240920" y="4124016"/>
            <a:chExt cx="53172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E94B98-562E-9C8F-AECE-47E2A4FDDBE5}"/>
                    </a:ext>
                  </a:extLst>
                </p14:cNvPr>
                <p14:cNvContentPartPr/>
                <p14:nvPr/>
              </p14:nvContentPartPr>
              <p14:xfrm>
                <a:off x="10240920" y="4124016"/>
                <a:ext cx="165600" cy="291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E94B98-562E-9C8F-AECE-47E2A4FDDB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23280" y="4106016"/>
                  <a:ext cx="2012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E3EB0F-0636-4684-18E1-40E7F9BC7C2A}"/>
                    </a:ext>
                  </a:extLst>
                </p14:cNvPr>
                <p14:cNvContentPartPr/>
                <p14:nvPr/>
              </p14:nvContentPartPr>
              <p14:xfrm>
                <a:off x="10350720" y="4220136"/>
                <a:ext cx="238680" cy="106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E3EB0F-0636-4684-18E1-40E7F9BC7C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332720" y="4202496"/>
                  <a:ext cx="274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48C642-A728-1E78-309C-CB9334B368CF}"/>
                    </a:ext>
                  </a:extLst>
                </p14:cNvPr>
                <p14:cNvContentPartPr/>
                <p14:nvPr/>
              </p14:nvContentPartPr>
              <p14:xfrm>
                <a:off x="10542960" y="4124016"/>
                <a:ext cx="229680" cy="27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48C642-A728-1E78-309C-CB9334B368C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524960" y="4106016"/>
                  <a:ext cx="265320" cy="30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43F7A2-3BD5-9D95-7534-8E0987715500}"/>
              </a:ext>
            </a:extLst>
          </p:cNvPr>
          <p:cNvGrpSpPr/>
          <p:nvPr/>
        </p:nvGrpSpPr>
        <p:grpSpPr>
          <a:xfrm>
            <a:off x="7463160" y="3959496"/>
            <a:ext cx="121680" cy="128160"/>
            <a:chOff x="7463160" y="3959496"/>
            <a:chExt cx="12168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BC28D9-EBF6-4210-CE54-86B80EAA4C56}"/>
                    </a:ext>
                  </a:extLst>
                </p14:cNvPr>
                <p14:cNvContentPartPr/>
                <p14:nvPr/>
              </p14:nvContentPartPr>
              <p14:xfrm>
                <a:off x="7525440" y="3959496"/>
                <a:ext cx="9720" cy="109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BC28D9-EBF6-4210-CE54-86B80EAA4C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07440" y="3941496"/>
                  <a:ext cx="45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A07BC7-557A-0267-249A-4F27028C0E8E}"/>
                    </a:ext>
                  </a:extLst>
                </p14:cNvPr>
                <p14:cNvContentPartPr/>
                <p14:nvPr/>
              </p14:nvContentPartPr>
              <p14:xfrm>
                <a:off x="7507440" y="4087296"/>
                <a:ext cx="7740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A07BC7-557A-0267-249A-4F27028C0E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89440" y="4069296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8CC49E0-23CA-A8F3-DD3B-F41EA8B2920E}"/>
                    </a:ext>
                  </a:extLst>
                </p14:cNvPr>
                <p14:cNvContentPartPr/>
                <p14:nvPr/>
              </p14:nvContentPartPr>
              <p14:xfrm>
                <a:off x="7463160" y="3977496"/>
                <a:ext cx="62640" cy="1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8CC49E0-23CA-A8F3-DD3B-F41EA8B292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445520" y="3959856"/>
                  <a:ext cx="98280" cy="5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09218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70C6-9479-FFF9-1050-2A7FA462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87A03C2-1E86-E0AB-76B9-CC7B6EB5A1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		Cost = 0; if  </a:t>
                </a:r>
                <a:r>
                  <a:rPr lang="en-US" dirty="0">
                    <a:solidFill>
                      <a:srgbClr val="0000FF"/>
                    </a:solidFill>
                  </a:rPr>
                  <a:t>y=1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=1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						</a:t>
                </a:r>
                <a:r>
                  <a:rPr lang="en-US" dirty="0"/>
                  <a:t>But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			</a:t>
                </a:r>
                <a:r>
                  <a:rPr lang="en-US" dirty="0">
                    <a:solidFill>
                      <a:srgbClr val="FF0000"/>
                    </a:solidFill>
                  </a:rPr>
                  <a:t>           Cost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𝑖𝑛𝑓𝑖𝑛𝑖𝑡𝑦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87A03C2-1E86-E0AB-76B9-CC7B6EB5A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E3114D3-6E51-942D-71F8-B34398B80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47333" r="54300"/>
          <a:stretch/>
        </p:blipFill>
        <p:spPr>
          <a:xfrm>
            <a:off x="658368" y="3429000"/>
            <a:ext cx="3712464" cy="2932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94EFAE-812C-8BC0-E498-9ABBD1525F1A}"/>
                  </a:ext>
                </a:extLst>
              </p14:cNvPr>
              <p14:cNvContentPartPr/>
              <p14:nvPr/>
            </p14:nvContentPartPr>
            <p14:xfrm>
              <a:off x="1133640" y="3794976"/>
              <a:ext cx="568440" cy="130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94EFAE-812C-8BC0-E498-9ABBD1525F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640" y="3776976"/>
                <a:ext cx="604080" cy="13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ED445A-8954-68D7-FA6E-60886FBA0642}"/>
                  </a:ext>
                </a:extLst>
              </p14:cNvPr>
              <p14:cNvContentPartPr/>
              <p14:nvPr/>
            </p14:nvContentPartPr>
            <p14:xfrm>
              <a:off x="1810440" y="5175576"/>
              <a:ext cx="91080" cy="6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ED445A-8954-68D7-FA6E-60886FBA06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2800" y="5157576"/>
                <a:ext cx="126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A725FB-BA52-6092-175B-5B0B610A31EC}"/>
                  </a:ext>
                </a:extLst>
              </p14:cNvPr>
              <p14:cNvContentPartPr/>
              <p14:nvPr/>
            </p14:nvContentPartPr>
            <p14:xfrm>
              <a:off x="2002320" y="5294376"/>
              <a:ext cx="159120" cy="7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A725FB-BA52-6092-175B-5B0B610A31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4320" y="5276376"/>
                <a:ext cx="1947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8D68D4-E397-AC02-D067-177277861740}"/>
                  </a:ext>
                </a:extLst>
              </p14:cNvPr>
              <p14:cNvContentPartPr/>
              <p14:nvPr/>
            </p14:nvContentPartPr>
            <p14:xfrm>
              <a:off x="2230920" y="5404176"/>
              <a:ext cx="197280" cy="8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8D68D4-E397-AC02-D067-1772778617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2920" y="5386176"/>
                <a:ext cx="2329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CF57C7-FE5B-8175-EA03-B379B3E45DB1}"/>
                  </a:ext>
                </a:extLst>
              </p14:cNvPr>
              <p14:cNvContentPartPr/>
              <p14:nvPr/>
            </p14:nvContentPartPr>
            <p14:xfrm>
              <a:off x="2505240" y="5522976"/>
              <a:ext cx="297720" cy="8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CF57C7-FE5B-8175-EA03-B379B3E45D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87240" y="5504976"/>
                <a:ext cx="3333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13A5136-D3FF-8A24-DFED-99D565966A84}"/>
                  </a:ext>
                </a:extLst>
              </p14:cNvPr>
              <p14:cNvContentPartPr/>
              <p14:nvPr/>
            </p14:nvContentPartPr>
            <p14:xfrm>
              <a:off x="2889360" y="5632416"/>
              <a:ext cx="19080" cy="5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13A5136-D3FF-8A24-DFED-99D565966A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1360" y="5614776"/>
                <a:ext cx="547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4327192-D15E-E322-006B-273D5D2E48C2}"/>
                  </a:ext>
                </a:extLst>
              </p14:cNvPr>
              <p14:cNvContentPartPr/>
              <p14:nvPr/>
            </p14:nvContentPartPr>
            <p14:xfrm>
              <a:off x="2989800" y="5660136"/>
              <a:ext cx="7200" cy="1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4327192-D15E-E322-006B-273D5D2E48C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72160" y="5642496"/>
                <a:ext cx="42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83E6FB4-7F9E-D97B-F81F-BB2A53FF8BD5}"/>
                  </a:ext>
                </a:extLst>
              </p14:cNvPr>
              <p14:cNvContentPartPr/>
              <p14:nvPr/>
            </p14:nvContentPartPr>
            <p14:xfrm>
              <a:off x="3072240" y="5678496"/>
              <a:ext cx="749880" cy="109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83E6FB4-7F9E-D97B-F81F-BB2A53FF8BD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54240" y="5660496"/>
                <a:ext cx="785520" cy="1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5964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DACC-253E-1301-665C-F725BABE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469E38C-2CB5-1C45-7017-BF16E489C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469E38C-2CB5-1C45-7017-BF16E489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7582764-102E-602C-0710-0F1AA9309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6" t="38611" r="55069"/>
          <a:stretch/>
        </p:blipFill>
        <p:spPr>
          <a:xfrm>
            <a:off x="625410" y="3505327"/>
            <a:ext cx="3018759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163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C6BC-BEEE-8345-15D0-5E86CE3D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D199F90-C316-7BF4-1273-895C0975AA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D199F90-C316-7BF4-1273-895C0975A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644EFE2A-8070-09DC-B467-2F4EB8381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6" t="38611" r="55069"/>
          <a:stretch/>
        </p:blipFill>
        <p:spPr>
          <a:xfrm>
            <a:off x="625410" y="3505327"/>
            <a:ext cx="3018759" cy="292608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80C7FB7D-E0E9-CECA-C185-66D3CAB8008D}"/>
              </a:ext>
            </a:extLst>
          </p:cNvPr>
          <p:cNvGrpSpPr/>
          <p:nvPr/>
        </p:nvGrpSpPr>
        <p:grpSpPr>
          <a:xfrm>
            <a:off x="6775704" y="2561256"/>
            <a:ext cx="4445640" cy="2177280"/>
            <a:chOff x="6775704" y="2561256"/>
            <a:chExt cx="4445640" cy="21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E785101-AA39-4349-8B7A-A014CF9A5305}"/>
                    </a:ext>
                  </a:extLst>
                </p14:cNvPr>
                <p14:cNvContentPartPr/>
                <p14:nvPr/>
              </p14:nvContentPartPr>
              <p14:xfrm>
                <a:off x="7395984" y="2743056"/>
                <a:ext cx="149760" cy="1892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E785101-AA39-4349-8B7A-A014CF9A53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86984" y="2734056"/>
                  <a:ext cx="167400" cy="19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D8CCCD-93FE-19B4-E0C4-05B555FC3569}"/>
                    </a:ext>
                  </a:extLst>
                </p14:cNvPr>
                <p14:cNvContentPartPr/>
                <p14:nvPr/>
              </p14:nvContentPartPr>
              <p14:xfrm>
                <a:off x="6775704" y="4361616"/>
                <a:ext cx="372348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D8CCCD-93FE-19B4-E0C4-05B555FC35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66704" y="4352616"/>
                  <a:ext cx="374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D6232B-01E7-8587-9A80-66FE6D12454B}"/>
                    </a:ext>
                  </a:extLst>
                </p14:cNvPr>
                <p14:cNvContentPartPr/>
                <p14:nvPr/>
              </p14:nvContentPartPr>
              <p14:xfrm>
                <a:off x="7525584" y="2561256"/>
                <a:ext cx="1427400" cy="1782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D6232B-01E7-8587-9A80-66FE6D1245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16584" y="2552256"/>
                  <a:ext cx="1445040" cy="18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3310D6-2891-2FF9-873C-B54C446A0BBF}"/>
                    </a:ext>
                  </a:extLst>
                </p14:cNvPr>
                <p14:cNvContentPartPr/>
                <p14:nvPr/>
              </p14:nvContentPartPr>
              <p14:xfrm>
                <a:off x="9189504" y="4315896"/>
                <a:ext cx="360" cy="11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3310D6-2891-2FF9-873C-B54C446A0B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80864" y="4306896"/>
                  <a:ext cx="18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5BE580-DEA7-8F88-54AA-90E78E423235}"/>
                    </a:ext>
                  </a:extLst>
                </p14:cNvPr>
                <p14:cNvContentPartPr/>
                <p14:nvPr/>
              </p14:nvContentPartPr>
              <p14:xfrm>
                <a:off x="9189504" y="4526136"/>
                <a:ext cx="38160" cy="136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5BE580-DEA7-8F88-54AA-90E78E4232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0864" y="4517496"/>
                  <a:ext cx="55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62D781-6362-0670-ACB1-BC7E97C6FF94}"/>
                    </a:ext>
                  </a:extLst>
                </p14:cNvPr>
                <p14:cNvContentPartPr/>
                <p14:nvPr/>
              </p14:nvContentPartPr>
              <p14:xfrm>
                <a:off x="9171504" y="4672656"/>
                <a:ext cx="124200" cy="9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62D781-6362-0670-ACB1-BC7E97C6FF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62504" y="4663656"/>
                  <a:ext cx="141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D65F82-E95E-F42D-C179-9B03E97836AF}"/>
                    </a:ext>
                  </a:extLst>
                </p14:cNvPr>
                <p14:cNvContentPartPr/>
                <p14:nvPr/>
              </p14:nvContentPartPr>
              <p14:xfrm>
                <a:off x="9165024" y="4553496"/>
                <a:ext cx="43200" cy="54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D65F82-E95E-F42D-C179-9B03E97836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6024" y="4544496"/>
                  <a:ext cx="60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1E3D5C9-6163-0FBD-FA7C-5B1217DCA9B4}"/>
                    </a:ext>
                  </a:extLst>
                </p14:cNvPr>
                <p14:cNvContentPartPr/>
                <p14:nvPr/>
              </p14:nvContentPartPr>
              <p14:xfrm>
                <a:off x="9610344" y="2944296"/>
                <a:ext cx="1065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1E3D5C9-6163-0FBD-FA7C-5B1217DCA9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01344" y="2935296"/>
                  <a:ext cx="12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3BC740-4344-0114-2FB8-49F9CE47B2BF}"/>
                    </a:ext>
                  </a:extLst>
                </p14:cNvPr>
                <p14:cNvContentPartPr/>
                <p14:nvPr/>
              </p14:nvContentPartPr>
              <p14:xfrm>
                <a:off x="9774864" y="2729016"/>
                <a:ext cx="124920" cy="23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3BC740-4344-0114-2FB8-49F9CE47B2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66224" y="2720016"/>
                  <a:ext cx="142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D7B859-CFFE-A97A-7501-0F3AF00FD0E2}"/>
                    </a:ext>
                  </a:extLst>
                </p14:cNvPr>
                <p14:cNvContentPartPr/>
                <p14:nvPr/>
              </p14:nvContentPartPr>
              <p14:xfrm>
                <a:off x="9882504" y="2786976"/>
                <a:ext cx="185040" cy="10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D7B859-CFFE-A97A-7501-0F3AF00FD0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73864" y="2778336"/>
                  <a:ext cx="202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890421-4DF3-95E5-8F9B-CAD0800A7418}"/>
                    </a:ext>
                  </a:extLst>
                </p14:cNvPr>
                <p14:cNvContentPartPr/>
                <p14:nvPr/>
              </p14:nvContentPartPr>
              <p14:xfrm>
                <a:off x="10111104" y="2774736"/>
                <a:ext cx="140040" cy="342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890421-4DF3-95E5-8F9B-CAD0800A74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02104" y="2766096"/>
                  <a:ext cx="1576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31839C-0228-B3A3-A8A4-EA0E427E33A3}"/>
                    </a:ext>
                  </a:extLst>
                </p14:cNvPr>
                <p14:cNvContentPartPr/>
                <p14:nvPr/>
              </p14:nvContentPartPr>
              <p14:xfrm>
                <a:off x="10430424" y="2596896"/>
                <a:ext cx="93960" cy="365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31839C-0228-B3A3-A8A4-EA0E427E33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21784" y="2587896"/>
                  <a:ext cx="1116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A878D2-0B5E-E67D-B705-2AF885DFE3E6}"/>
                    </a:ext>
                  </a:extLst>
                </p14:cNvPr>
                <p14:cNvContentPartPr/>
                <p14:nvPr/>
              </p14:nvContentPartPr>
              <p14:xfrm>
                <a:off x="10524384" y="2697696"/>
                <a:ext cx="44640" cy="206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A878D2-0B5E-E67D-B705-2AF885DFE3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15744" y="2688696"/>
                  <a:ext cx="62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33A7F7-0480-8554-BA6A-03C8AE4D6B82}"/>
                    </a:ext>
                  </a:extLst>
                </p14:cNvPr>
                <p14:cNvContentPartPr/>
                <p14:nvPr/>
              </p14:nvContentPartPr>
              <p14:xfrm>
                <a:off x="10661904" y="2843496"/>
                <a:ext cx="18684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33A7F7-0480-8554-BA6A-03C8AE4D6B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52904" y="2834856"/>
                  <a:ext cx="204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D68636-AD29-6663-1061-90D39F7E15F4}"/>
                    </a:ext>
                  </a:extLst>
                </p14:cNvPr>
                <p14:cNvContentPartPr/>
                <p14:nvPr/>
              </p14:nvContentPartPr>
              <p14:xfrm>
                <a:off x="10908504" y="2741256"/>
                <a:ext cx="200160" cy="18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D68636-AD29-6663-1061-90D39F7E15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99504" y="2732256"/>
                  <a:ext cx="217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ABAD793-5F7D-6617-270A-3C30973FA469}"/>
                    </a:ext>
                  </a:extLst>
                </p14:cNvPr>
                <p14:cNvContentPartPr/>
                <p14:nvPr/>
              </p14:nvContentPartPr>
              <p14:xfrm>
                <a:off x="11018304" y="2605536"/>
                <a:ext cx="203040" cy="365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ABAD793-5F7D-6617-270A-3C30973FA4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09304" y="2596896"/>
                  <a:ext cx="2206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F846CF-25C7-C4F7-6ADA-0514D80F1772}"/>
                    </a:ext>
                  </a:extLst>
                </p14:cNvPr>
                <p14:cNvContentPartPr/>
                <p14:nvPr/>
              </p14:nvContentPartPr>
              <p14:xfrm>
                <a:off x="7625664" y="4544136"/>
                <a:ext cx="196200" cy="194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F846CF-25C7-C4F7-6ADA-0514D80F177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7024" y="4535496"/>
                  <a:ext cx="213840" cy="21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75913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F8BA-CC15-7AC2-D89B-3177F27D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7D39CC9-78CE-03CD-0FDB-422B56F03D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7D39CC9-78CE-03CD-0FDB-422B56F0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64" y="426593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5EA98262-0D7F-8C51-566A-850E051D3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6" t="38611" r="55069"/>
          <a:stretch/>
        </p:blipFill>
        <p:spPr>
          <a:xfrm>
            <a:off x="625410" y="3505327"/>
            <a:ext cx="3018759" cy="29260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29097C-91A5-B11F-4105-8041C0D84894}"/>
                  </a:ext>
                </a:extLst>
              </p14:cNvPr>
              <p14:cNvContentPartPr/>
              <p14:nvPr/>
            </p14:nvContentPartPr>
            <p14:xfrm>
              <a:off x="895824" y="3876696"/>
              <a:ext cx="2278080" cy="2039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29097C-91A5-B11F-4105-8041C0D848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8184" y="3859056"/>
                <a:ext cx="2313720" cy="20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576A68-30C4-82AC-55F2-0BDAFA289299}"/>
                  </a:ext>
                </a:extLst>
              </p14:cNvPr>
              <p14:cNvContentPartPr/>
              <p14:nvPr/>
            </p14:nvContentPartPr>
            <p14:xfrm>
              <a:off x="3236904" y="3830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576A68-30C4-82AC-55F2-0BDAFA2892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9264" y="3813336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9960810-56EA-AD84-F675-6129AC712D6E}"/>
              </a:ext>
            </a:extLst>
          </p:cNvPr>
          <p:cNvGrpSpPr/>
          <p:nvPr/>
        </p:nvGrpSpPr>
        <p:grpSpPr>
          <a:xfrm>
            <a:off x="3236904" y="3959496"/>
            <a:ext cx="360" cy="787320"/>
            <a:chOff x="3236904" y="3959496"/>
            <a:chExt cx="36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066CF6-C008-4124-8B3B-92920671CAF7}"/>
                    </a:ext>
                  </a:extLst>
                </p14:cNvPr>
                <p14:cNvContentPartPr/>
                <p14:nvPr/>
              </p14:nvContentPartPr>
              <p14:xfrm>
                <a:off x="3236904" y="3959496"/>
                <a:ext cx="360" cy="1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066CF6-C008-4124-8B3B-92920671CA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19264" y="394149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97EF20-5627-AC96-99C8-00F51A0D73B3}"/>
                    </a:ext>
                  </a:extLst>
                </p14:cNvPr>
                <p14:cNvContentPartPr/>
                <p14:nvPr/>
              </p14:nvContentPartPr>
              <p14:xfrm>
                <a:off x="3236904" y="4032576"/>
                <a:ext cx="360" cy="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97EF20-5627-AC96-99C8-00F51A0D73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9264" y="4014576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3F646F-450D-B6F4-E013-8FE3907AD687}"/>
                    </a:ext>
                  </a:extLst>
                </p14:cNvPr>
                <p14:cNvContentPartPr/>
                <p14:nvPr/>
              </p14:nvContentPartPr>
              <p14:xfrm>
                <a:off x="3236904" y="4105296"/>
                <a:ext cx="360" cy="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3F646F-450D-B6F4-E013-8FE3907AD6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19264" y="408765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C84B36-9E54-3F81-0335-F127726904E6}"/>
                    </a:ext>
                  </a:extLst>
                </p14:cNvPr>
                <p14:cNvContentPartPr/>
                <p14:nvPr/>
              </p14:nvContentPartPr>
              <p14:xfrm>
                <a:off x="3236904" y="4160376"/>
                <a:ext cx="360" cy="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C84B36-9E54-3F81-0335-F12772690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9264" y="4142376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CE02F4-17F7-1F9B-03E3-A9445B8CBBCE}"/>
                    </a:ext>
                  </a:extLst>
                </p14:cNvPr>
                <p14:cNvContentPartPr/>
                <p14:nvPr/>
              </p14:nvContentPartPr>
              <p14:xfrm>
                <a:off x="3236904" y="4233816"/>
                <a:ext cx="360" cy="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CE02F4-17F7-1F9B-03E3-A9445B8CBB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9264" y="4215816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9B2629E-E707-966B-C842-3EF4959E289F}"/>
                    </a:ext>
                  </a:extLst>
                </p14:cNvPr>
                <p14:cNvContentPartPr/>
                <p14:nvPr/>
              </p14:nvContentPartPr>
              <p14:xfrm>
                <a:off x="3236904" y="4279176"/>
                <a:ext cx="360" cy="3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9B2629E-E707-966B-C842-3EF4959E289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9264" y="4261176"/>
                  <a:ext cx="36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60C052-EFE5-BF73-6CF5-F63A75E5E811}"/>
                    </a:ext>
                  </a:extLst>
                </p14:cNvPr>
                <p14:cNvContentPartPr/>
                <p14:nvPr/>
              </p14:nvContentPartPr>
              <p14:xfrm>
                <a:off x="3236904" y="4370616"/>
                <a:ext cx="360" cy="5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60C052-EFE5-BF73-6CF5-F63A75E5E8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9264" y="4352976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2473B4D-D863-5782-DE50-DB4EB5E2DE1A}"/>
                    </a:ext>
                  </a:extLst>
                </p14:cNvPr>
                <p14:cNvContentPartPr/>
                <p14:nvPr/>
              </p14:nvContentPartPr>
              <p14:xfrm>
                <a:off x="3236904" y="4443696"/>
                <a:ext cx="360" cy="32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2473B4D-D863-5782-DE50-DB4EB5E2DE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9264" y="4425696"/>
                  <a:ext cx="36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31298C-D232-842B-3CE3-778E0CBB7FD5}"/>
                    </a:ext>
                  </a:extLst>
                </p14:cNvPr>
                <p14:cNvContentPartPr/>
                <p14:nvPr/>
              </p14:nvContentPartPr>
              <p14:xfrm>
                <a:off x="3236904" y="4553496"/>
                <a:ext cx="360" cy="1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31298C-D232-842B-3CE3-778E0CBB7F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19264" y="4535496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EC78CE-B026-8F3A-3EC7-DD59283EF67C}"/>
                    </a:ext>
                  </a:extLst>
                </p14:cNvPr>
                <p14:cNvContentPartPr/>
                <p14:nvPr/>
              </p14:nvContentPartPr>
              <p14:xfrm>
                <a:off x="3236904" y="4635936"/>
                <a:ext cx="360" cy="1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EC78CE-B026-8F3A-3EC7-DD59283EF6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19264" y="4617936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5305C6-6FCD-6F88-578A-C1FF93E85EEA}"/>
                    </a:ext>
                  </a:extLst>
                </p14:cNvPr>
                <p14:cNvContentPartPr/>
                <p14:nvPr/>
              </p14:nvContentPartPr>
              <p14:xfrm>
                <a:off x="3236904" y="4709016"/>
                <a:ext cx="360" cy="37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5305C6-6FCD-6F88-578A-C1FF93E85E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19264" y="4691016"/>
                  <a:ext cx="360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B581B0-9A4A-3E73-12D0-53FF9B3D2E4A}"/>
              </a:ext>
            </a:extLst>
          </p:cNvPr>
          <p:cNvGrpSpPr/>
          <p:nvPr/>
        </p:nvGrpSpPr>
        <p:grpSpPr>
          <a:xfrm>
            <a:off x="3236904" y="4837176"/>
            <a:ext cx="360" cy="209520"/>
            <a:chOff x="3236904" y="4837176"/>
            <a:chExt cx="36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24628A-1164-80D7-0A21-44DD4B0725B2}"/>
                    </a:ext>
                  </a:extLst>
                </p14:cNvPr>
                <p14:cNvContentPartPr/>
                <p14:nvPr/>
              </p14:nvContentPartPr>
              <p14:xfrm>
                <a:off x="3236904" y="4837176"/>
                <a:ext cx="360" cy="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24628A-1164-80D7-0A21-44DD4B0725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9264" y="4819536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1303CF-C241-E9DF-2914-D29F26E737D8}"/>
                    </a:ext>
                  </a:extLst>
                </p14:cNvPr>
                <p14:cNvContentPartPr/>
                <p14:nvPr/>
              </p14:nvContentPartPr>
              <p14:xfrm>
                <a:off x="3236904" y="4892256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1303CF-C241-E9DF-2914-D29F26E737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9264" y="487425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B09BFB-E062-2411-5C98-702559D23A7F}"/>
                    </a:ext>
                  </a:extLst>
                </p14:cNvPr>
                <p14:cNvContentPartPr/>
                <p14:nvPr/>
              </p14:nvContentPartPr>
              <p14:xfrm>
                <a:off x="3236904" y="4946976"/>
                <a:ext cx="360" cy="99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B09BFB-E062-2411-5C98-702559D23A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19264" y="4928976"/>
                  <a:ext cx="3600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1595B-C7A4-8308-830C-791F7343CE83}"/>
              </a:ext>
            </a:extLst>
          </p:cNvPr>
          <p:cNvGrpSpPr/>
          <p:nvPr/>
        </p:nvGrpSpPr>
        <p:grpSpPr>
          <a:xfrm>
            <a:off x="3236904" y="5211936"/>
            <a:ext cx="18720" cy="249120"/>
            <a:chOff x="3236904" y="5211936"/>
            <a:chExt cx="187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0E91F1-DBD7-5605-6CEB-AF7DA6071C0C}"/>
                    </a:ext>
                  </a:extLst>
                </p14:cNvPr>
                <p14:cNvContentPartPr/>
                <p14:nvPr/>
              </p14:nvContentPartPr>
              <p14:xfrm>
                <a:off x="3236904" y="5211936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0E91F1-DBD7-5605-6CEB-AF7DA6071C0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9264" y="519393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99B186-1DA6-2E07-4A6E-D6A916A54CB2}"/>
                    </a:ext>
                  </a:extLst>
                </p14:cNvPr>
                <p14:cNvContentPartPr/>
                <p14:nvPr/>
              </p14:nvContentPartPr>
              <p14:xfrm>
                <a:off x="3255264" y="5276016"/>
                <a:ext cx="360" cy="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99B186-1DA6-2E07-4A6E-D6A916A54C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7264" y="525837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6ACF6E-297F-64F7-917D-08E5096E928D}"/>
                    </a:ext>
                  </a:extLst>
                </p14:cNvPr>
                <p14:cNvContentPartPr/>
                <p14:nvPr/>
              </p14:nvContentPartPr>
              <p14:xfrm>
                <a:off x="3255264" y="5312376"/>
                <a:ext cx="360" cy="1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6ACF6E-297F-64F7-917D-08E5096E92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7264" y="529473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DE1601-CB89-89B5-AD03-917C5AD2C9BE}"/>
                    </a:ext>
                  </a:extLst>
                </p14:cNvPr>
                <p14:cNvContentPartPr/>
                <p14:nvPr/>
              </p14:nvContentPartPr>
              <p14:xfrm>
                <a:off x="3255264" y="5376456"/>
                <a:ext cx="360" cy="3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DE1601-CB89-89B5-AD03-917C5AD2C9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37264" y="5358456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12DD66-012B-F9EC-8912-DADCE27C783C}"/>
                    </a:ext>
                  </a:extLst>
                </p14:cNvPr>
                <p14:cNvContentPartPr/>
                <p14:nvPr/>
              </p14:nvContentPartPr>
              <p14:xfrm>
                <a:off x="3236904" y="5449896"/>
                <a:ext cx="360" cy="11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12DD66-012B-F9EC-8912-DADCE27C78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19264" y="5431896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59714F-462C-9888-0333-67BC5841C6D9}"/>
              </a:ext>
            </a:extLst>
          </p:cNvPr>
          <p:cNvGrpSpPr/>
          <p:nvPr/>
        </p:nvGrpSpPr>
        <p:grpSpPr>
          <a:xfrm>
            <a:off x="3218544" y="5540976"/>
            <a:ext cx="360" cy="385920"/>
            <a:chOff x="3218544" y="5540976"/>
            <a:chExt cx="36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E27F14-9915-2B82-6AFD-B07C213DB545}"/>
                    </a:ext>
                  </a:extLst>
                </p14:cNvPr>
                <p14:cNvContentPartPr/>
                <p14:nvPr/>
              </p14:nvContentPartPr>
              <p14:xfrm>
                <a:off x="3218544" y="5540976"/>
                <a:ext cx="360" cy="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E27F14-9915-2B82-6AFD-B07C213DB5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00544" y="5522976"/>
                  <a:ext cx="3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D81527-FD91-FDAA-D1E5-09974EEE5811}"/>
                    </a:ext>
                  </a:extLst>
                </p14:cNvPr>
                <p14:cNvContentPartPr/>
                <p14:nvPr/>
              </p14:nvContentPartPr>
              <p14:xfrm>
                <a:off x="3218544" y="5614416"/>
                <a:ext cx="360" cy="1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D81527-FD91-FDAA-D1E5-09974EEE58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00544" y="5596416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1E50D5-3AF7-0F90-A7F9-B45FC2814D5B}"/>
                    </a:ext>
                  </a:extLst>
                </p14:cNvPr>
                <p14:cNvContentPartPr/>
                <p14:nvPr/>
              </p14:nvContentPartPr>
              <p14:xfrm>
                <a:off x="3218544" y="5696496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1E50D5-3AF7-0F90-A7F9-B45FC2814D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00544" y="567849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636E67-0830-14F3-C74B-059F4F6FD874}"/>
                    </a:ext>
                  </a:extLst>
                </p14:cNvPr>
                <p14:cNvContentPartPr/>
                <p14:nvPr/>
              </p14:nvContentPartPr>
              <p14:xfrm>
                <a:off x="3218544" y="5733216"/>
                <a:ext cx="360" cy="1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636E67-0830-14F3-C74B-059F4F6FD8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0544" y="571521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8615509-A3C0-2845-8B79-53F42264EA24}"/>
                    </a:ext>
                  </a:extLst>
                </p14:cNvPr>
                <p14:cNvContentPartPr/>
                <p14:nvPr/>
              </p14:nvContentPartPr>
              <p14:xfrm>
                <a:off x="3218544" y="5778936"/>
                <a:ext cx="360" cy="1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615509-A3C0-2845-8B79-53F42264EA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0544" y="576129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C9FBD4-C89E-2173-A456-F64F89B9AF4C}"/>
                    </a:ext>
                  </a:extLst>
                </p14:cNvPr>
                <p14:cNvContentPartPr/>
                <p14:nvPr/>
              </p14:nvContentPartPr>
              <p14:xfrm>
                <a:off x="3218544" y="5824656"/>
                <a:ext cx="360" cy="1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C9FBD4-C89E-2173-A456-F64F89B9AF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00544" y="5807016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6646BC-0876-12FD-E824-8867D7791DF0}"/>
                    </a:ext>
                  </a:extLst>
                </p14:cNvPr>
                <p14:cNvContentPartPr/>
                <p14:nvPr/>
              </p14:nvContentPartPr>
              <p14:xfrm>
                <a:off x="3218544" y="5879736"/>
                <a:ext cx="360" cy="1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6646BC-0876-12FD-E824-8867D7791D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0544" y="586173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929E3CE-B08D-57AA-8F4C-90A72AA97889}"/>
                    </a:ext>
                  </a:extLst>
                </p14:cNvPr>
                <p14:cNvContentPartPr/>
                <p14:nvPr/>
              </p14:nvContentPartPr>
              <p14:xfrm>
                <a:off x="3218544" y="5925096"/>
                <a:ext cx="360" cy="1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929E3CE-B08D-57AA-8F4C-90A72AA978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0544" y="590709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88246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D145-0AE0-56D1-54B7-A4793605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3A9A-73B5-F730-83E9-296EF0C5A5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51105-0761-891D-0B66-18C17B8A1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Simplified cost function and </a:t>
            </a:r>
          </a:p>
          <a:p>
            <a:r>
              <a:rPr lang="en-US" sz="3200" b="1" dirty="0"/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047905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858C-D549-A93C-490A-60A14444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AFDF3-350C-2F6A-DEA7-D37EAB56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6" y="417448"/>
            <a:ext cx="10515600" cy="5864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Logistic regression cost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Note: y = 0 or 1 always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CE7176-201A-102B-4D6D-04A48B5399D4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CE7176-201A-102B-4D6D-04A48B539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F51696-DA65-5E23-470A-80F9E9058B4E}"/>
                  </a:ext>
                </a:extLst>
              </p:cNvPr>
              <p:cNvSpPr txBox="1"/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F51696-DA65-5E23-470A-80F9E9058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blipFill>
                <a:blip r:embed="rId3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1710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6A53-D032-0819-966F-95A67CF2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D7AFB-1972-A764-26B2-B072C3A5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6" y="417448"/>
            <a:ext cx="10515600" cy="5864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Logistic regression cost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Note: y = 0 or 1 always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4643EB-8B2A-4815-AB6E-4DE26CBE9437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4643EB-8B2A-4815-AB6E-4DE26CBE9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1D5EFE-DB9B-99EC-21FA-3388D701EB90}"/>
                  </a:ext>
                </a:extLst>
              </p:cNvPr>
              <p:cNvSpPr txBox="1"/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1D5EFE-DB9B-99EC-21FA-3388D701E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blipFill>
                <a:blip r:embed="rId3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857FC-1A03-7C5C-3676-24711567E404}"/>
                  </a:ext>
                </a:extLst>
              </p:cNvPr>
              <p:cNvSpPr txBox="1"/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   −       (1−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7857FC-1A03-7C5C-3676-24711567E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blipFill>
                <a:blip r:embed="rId4"/>
                <a:stretch>
                  <a:fillRect l="-892" t="-2381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7712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2BF7-DC93-47B1-8B5B-33892316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48199-12ED-812C-5A92-75690EE1FD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58644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Note: y = 0 or 1 always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00FF"/>
                    </a:solidFill>
                  </a:rPr>
                  <a:t>If y = 1: </a:t>
                </a:r>
                <a:r>
                  <a:rPr lang="en-US" sz="2400" b="1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848199-12ED-812C-5A92-75690EE1F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5864480"/>
              </a:xfrm>
              <a:blipFill>
                <a:blip r:embed="rId2"/>
                <a:stretch>
                  <a:fillRect l="-1159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1A95A-60E4-304B-401A-2B08FD440832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1A95A-60E4-304B-401A-2B08FD440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273D15-67A0-776D-4357-C42876DC6BFC}"/>
                  </a:ext>
                </a:extLst>
              </p:cNvPr>
              <p:cNvSpPr txBox="1"/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273D15-67A0-776D-4357-C42876DC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blipFill>
                <a:blip r:embed="rId4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893B4-2B4A-DD25-6034-1544E7A64932}"/>
                  </a:ext>
                </a:extLst>
              </p:cNvPr>
              <p:cNvSpPr txBox="1"/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   −       (1−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893B4-2B4A-DD25-6034-1544E7A64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blipFill>
                <a:blip r:embed="rId5"/>
                <a:stretch>
                  <a:fillRect l="-892" t="-2381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060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1BA47-1C5C-8CC8-E405-E3954FE87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58644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Note: y = 0 or 1 always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00FF"/>
                    </a:solidFill>
                  </a:rPr>
                  <a:t>If y = 1: </a:t>
                </a:r>
                <a:r>
                  <a:rPr lang="en-US" sz="2400" b="1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0000FF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If y = 0: </a:t>
                </a:r>
                <a:r>
                  <a:rPr lang="en-US" sz="24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en-US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1BA47-1C5C-8CC8-E405-E3954FE87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5864480"/>
              </a:xfrm>
              <a:blipFill>
                <a:blip r:embed="rId2"/>
                <a:stretch>
                  <a:fillRect l="-1159" t="-1765" b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52B90D-9074-E800-6543-7C280AF37E89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52B90D-9074-E800-6543-7C280AF37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6094476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4E9FE-A118-BD85-8764-6372CBE08A85}"/>
                  </a:ext>
                </a:extLst>
              </p:cNvPr>
              <p:cNvSpPr txBox="1"/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4E9FE-A118-BD85-8764-6372CBE08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980872"/>
                <a:ext cx="6094476" cy="1074910"/>
              </a:xfrm>
              <a:prstGeom prst="rect">
                <a:avLst/>
              </a:prstGeom>
              <a:blipFill>
                <a:blip r:embed="rId4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5843F-E027-6088-A0D1-B3E4EE3C171D}"/>
                  </a:ext>
                </a:extLst>
              </p:cNvPr>
              <p:cNvSpPr txBox="1"/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Cost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      −       (1−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05843F-E027-6088-A0D1-B3E4EE3C1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4012924"/>
                <a:ext cx="10244328" cy="509178"/>
              </a:xfrm>
              <a:prstGeom prst="rect">
                <a:avLst/>
              </a:prstGeom>
              <a:blipFill>
                <a:blip r:embed="rId5"/>
                <a:stretch>
                  <a:fillRect l="-892" t="-2381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4952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38BC-F0C5-7C0E-A927-370345B2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2CA1-92F2-6A98-578B-DF64A85E6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6" y="417448"/>
            <a:ext cx="10515600" cy="58644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Logistic regression cost function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863A8A-8C72-373D-4F25-222F4632D176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8309610" cy="1465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 =−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func>
                          <m:func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(1− </m:t>
                            </m:r>
                            <m:sSup>
                              <m:sSupPr>
                                <m:ctrl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</m:func>
                          </m:e>
                        </m:func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863A8A-8C72-373D-4F25-222F4632D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8309610" cy="14655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0055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3BD8-0A91-D928-8BA1-739B101F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BAC50-4074-C7AC-EEA5-C5A004F35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Logistic regression cost function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To fit parameters (Theta):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To make a prediction given new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BAC50-4074-C7AC-EEA5-C5A004F35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3F0CC4-2C07-DFFD-CE02-03E946A8762F}"/>
                  </a:ext>
                </a:extLst>
              </p:cNvPr>
              <p:cNvSpPr txBox="1"/>
              <p:nvPr/>
            </p:nvSpPr>
            <p:spPr>
              <a:xfrm>
                <a:off x="258318" y="1191402"/>
                <a:ext cx="8309610" cy="1465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 =−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func>
                          <m:func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(1− </m:t>
                            </m:r>
                            <m:sSup>
                              <m:sSupPr>
                                <m:ctrlP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</m:func>
                          </m:e>
                        </m:func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3F0CC4-2C07-DFFD-CE02-03E946A87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18" y="1191402"/>
                <a:ext cx="8309610" cy="1465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4F696D-B942-0E84-44FD-C53013913073}"/>
                  </a:ext>
                </a:extLst>
              </p:cNvPr>
              <p:cNvSpPr txBox="1"/>
              <p:nvPr/>
            </p:nvSpPr>
            <p:spPr>
              <a:xfrm>
                <a:off x="2279906" y="5868914"/>
                <a:ext cx="2952860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28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4F696D-B942-0E84-44FD-C53013913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906" y="5868914"/>
                <a:ext cx="2952860" cy="86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8368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8526331-3F38-D4A3-2F5F-C5ED64605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Gradient Descent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Repeat{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			</a:t>
                </a:r>
                <a:r>
                  <a:rPr lang="en-US" sz="2400" dirty="0"/>
                  <a:t>(simultaneously update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}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8526331-3F38-D4A3-2F5F-C5ED64605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88AE7C-4E9C-F72C-B05B-6D113F02F1EA}"/>
                  </a:ext>
                </a:extLst>
              </p:cNvPr>
              <p:cNvSpPr txBox="1"/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=−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(1− 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88AE7C-4E9C-F72C-B05B-6D113F02F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5756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FB76-0306-4435-4CD3-4143B29C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56AEB2-3F82-A1DD-9182-8170DCC6B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Gradient Descent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Repeat{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𝑱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			</a:t>
                </a:r>
                <a:r>
                  <a:rPr lang="en-US" sz="2400" dirty="0"/>
                  <a:t>(simultaneously update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}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56AEB2-3F82-A1DD-9182-8170DCC6B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999A13-555D-6D01-7434-3AA245CD7C12}"/>
                  </a:ext>
                </a:extLst>
              </p:cNvPr>
              <p:cNvSpPr txBox="1"/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=−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(1− 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999A13-555D-6D01-7434-3AA245CD7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968F982-1DA9-6D75-4477-98E3B7874F34}"/>
              </a:ext>
            </a:extLst>
          </p:cNvPr>
          <p:cNvSpPr/>
          <p:nvPr/>
        </p:nvSpPr>
        <p:spPr>
          <a:xfrm>
            <a:off x="3172968" y="4379976"/>
            <a:ext cx="1179576" cy="932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F08BC8-4494-B346-D022-BB94EDD5E178}"/>
              </a:ext>
            </a:extLst>
          </p:cNvPr>
          <p:cNvGrpSpPr/>
          <p:nvPr/>
        </p:nvGrpSpPr>
        <p:grpSpPr>
          <a:xfrm>
            <a:off x="4187664" y="3688776"/>
            <a:ext cx="459360" cy="499320"/>
            <a:chOff x="4187664" y="3688776"/>
            <a:chExt cx="45936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0F7A93-281F-FA7E-6FE4-1E30C1FD7A04}"/>
                    </a:ext>
                  </a:extLst>
                </p14:cNvPr>
                <p14:cNvContentPartPr/>
                <p14:nvPr/>
              </p14:nvContentPartPr>
              <p14:xfrm>
                <a:off x="4187664" y="3813336"/>
                <a:ext cx="176040" cy="267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0F7A93-281F-FA7E-6FE4-1E30C1FD7A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70024" y="3795336"/>
                  <a:ext cx="211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EB82498-D8D8-BB81-9D39-DB2B4AA5624C}"/>
                    </a:ext>
                  </a:extLst>
                </p14:cNvPr>
                <p14:cNvContentPartPr/>
                <p14:nvPr/>
              </p14:nvContentPartPr>
              <p14:xfrm>
                <a:off x="4430304" y="4176576"/>
                <a:ext cx="2016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EB82498-D8D8-BB81-9D39-DB2B4AA562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12664" y="4158936"/>
                  <a:ext cx="55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2A3431-593C-31C5-36BF-C7C22DF6B385}"/>
                    </a:ext>
                  </a:extLst>
                </p14:cNvPr>
                <p14:cNvContentPartPr/>
                <p14:nvPr/>
              </p14:nvContentPartPr>
              <p14:xfrm>
                <a:off x="4434624" y="3688776"/>
                <a:ext cx="167760" cy="287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2A3431-593C-31C5-36BF-C7C22DF6B3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16624" y="3670776"/>
                  <a:ext cx="203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B3025C-F042-0022-7319-49F4C9E76147}"/>
                    </a:ext>
                  </a:extLst>
                </p14:cNvPr>
                <p14:cNvContentPartPr/>
                <p14:nvPr/>
              </p14:nvContentPartPr>
              <p14:xfrm>
                <a:off x="4608504" y="4062456"/>
                <a:ext cx="38520" cy="3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B3025C-F042-0022-7319-49F4C9E761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90864" y="4044456"/>
                  <a:ext cx="74160" cy="6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46161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4CB1-EE5E-E632-6ACE-4626B6B7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1DC89F6-CADE-E411-7C9D-348D23E06A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Gradient Descent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Repeat{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nary>
                      <m:naryPr>
                        <m:chr m:val="∑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			</a:t>
                </a:r>
                <a:r>
                  <a:rPr lang="en-US" sz="2400" dirty="0"/>
                  <a:t>(simultaneously update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}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1DC89F6-CADE-E411-7C9D-348D23E06A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724738-5635-9BE9-F810-D8A6F90AFA16}"/>
                  </a:ext>
                </a:extLst>
              </p:cNvPr>
              <p:cNvSpPr txBox="1"/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=−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(1− 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724738-5635-9BE9-F810-D8A6F90AF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3799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27F0-D8A3-91B8-207C-6CF47B0D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45A05C-8DE5-028B-A094-989864307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Gradient Descent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Repeat{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nary>
                      <m:naryPr>
                        <m:chr m:val="∑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			</a:t>
                </a:r>
                <a:r>
                  <a:rPr lang="en-US" sz="2400" dirty="0"/>
                  <a:t>(simultaneously update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}</a:t>
                </a:r>
              </a:p>
              <a:p>
                <a:pPr marL="0" indent="0">
                  <a:buNone/>
                </a:pPr>
                <a:r>
                  <a:rPr lang="en-US" b="1" dirty="0"/>
                  <a:t>Looks identical to linear regression!!!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45A05C-8DE5-028B-A094-989864307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 b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036BE9-4885-B42E-8243-86AF004E4D7C}"/>
                  </a:ext>
                </a:extLst>
              </p:cNvPr>
              <p:cNvSpPr txBox="1"/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=−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(1− 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036BE9-4885-B42E-8243-86AF004E4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5502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D6FF-A78B-5222-BB75-EC82F030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ED0256C-F2DB-0345-9B35-4946031BCA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Gradient Descent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Want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Repeat{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box>
                      <m:box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nary>
                      <m:naryPr>
                        <m:chr m:val="∑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				</a:t>
                </a:r>
                <a:r>
                  <a:rPr lang="en-US" sz="2400" dirty="0"/>
                  <a:t>(simultaneously update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}</a:t>
                </a:r>
              </a:p>
              <a:p>
                <a:pPr marL="0" indent="0">
                  <a:buNone/>
                </a:pPr>
                <a:r>
                  <a:rPr lang="en-US" b="1" dirty="0"/>
                  <a:t>Looks identical to linear regression!!!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ED0256C-F2DB-0345-9B35-4946031BCA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417448"/>
                <a:ext cx="10515600" cy="6312536"/>
              </a:xfrm>
              <a:blipFill>
                <a:blip r:embed="rId2"/>
                <a:stretch>
                  <a:fillRect l="-1159" t="-1641" b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6CA76D-14DD-E9B8-8EA3-376470D01935}"/>
                  </a:ext>
                </a:extLst>
              </p:cNvPr>
              <p:cNvSpPr txBox="1"/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  =−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(1− </m:t>
                              </m:r>
                              <m:sSup>
                                <m:sSup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6CA76D-14DD-E9B8-8EA3-376470D01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1237724"/>
                <a:ext cx="7921752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B32C5FF-14CB-7AD2-FA54-0E6E8B7523F4}"/>
              </a:ext>
            </a:extLst>
          </p:cNvPr>
          <p:cNvGrpSpPr/>
          <p:nvPr/>
        </p:nvGrpSpPr>
        <p:grpSpPr>
          <a:xfrm>
            <a:off x="4059864" y="2944296"/>
            <a:ext cx="3903480" cy="1554480"/>
            <a:chOff x="4059864" y="2944296"/>
            <a:chExt cx="3903480" cy="155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305ECFC-B2B8-7E7E-8307-AF24B0FF4984}"/>
                    </a:ext>
                  </a:extLst>
                </p14:cNvPr>
                <p14:cNvContentPartPr/>
                <p14:nvPr/>
              </p14:nvContentPartPr>
              <p14:xfrm>
                <a:off x="4059864" y="4498416"/>
                <a:ext cx="110772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305ECFC-B2B8-7E7E-8307-AF24B0FF49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42224" y="4480776"/>
                  <a:ext cx="1143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846B6FB-3D5B-FEAC-4C2D-743ECEE45AB4}"/>
                    </a:ext>
                  </a:extLst>
                </p14:cNvPr>
                <p14:cNvContentPartPr/>
                <p14:nvPr/>
              </p14:nvContentPartPr>
              <p14:xfrm>
                <a:off x="4635864" y="3000816"/>
                <a:ext cx="3210480" cy="1461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846B6FB-3D5B-FEAC-4C2D-743ECEE45A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17864" y="2982816"/>
                  <a:ext cx="324612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4EFFA9B-5473-B05F-72F4-3BF4B8E9D8AC}"/>
                    </a:ext>
                  </a:extLst>
                </p14:cNvPr>
                <p14:cNvContentPartPr/>
                <p14:nvPr/>
              </p14:nvContentPartPr>
              <p14:xfrm>
                <a:off x="7772184" y="2944296"/>
                <a:ext cx="191160" cy="219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4EFFA9B-5473-B05F-72F4-3BF4B8E9D8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54184" y="2926296"/>
                  <a:ext cx="22680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1BC476-FE63-AE3D-B56B-DA51F2744B7F}"/>
              </a:ext>
            </a:extLst>
          </p:cNvPr>
          <p:cNvGrpSpPr/>
          <p:nvPr/>
        </p:nvGrpSpPr>
        <p:grpSpPr>
          <a:xfrm>
            <a:off x="8403264" y="2450376"/>
            <a:ext cx="2989080" cy="685440"/>
            <a:chOff x="8403264" y="2450376"/>
            <a:chExt cx="2989080" cy="68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DB5D368-5FA0-3A7D-C345-2BE80FC04BFD}"/>
                    </a:ext>
                  </a:extLst>
                </p14:cNvPr>
                <p14:cNvContentPartPr/>
                <p14:nvPr/>
              </p14:nvContentPartPr>
              <p14:xfrm>
                <a:off x="8403264" y="2633256"/>
                <a:ext cx="293040" cy="435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DB5D368-5FA0-3A7D-C345-2BE80FC04B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85624" y="2615256"/>
                  <a:ext cx="3286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0C4F1F-29E1-601E-5087-80D47F3B817D}"/>
                    </a:ext>
                  </a:extLst>
                </p14:cNvPr>
                <p14:cNvContentPartPr/>
                <p14:nvPr/>
              </p14:nvContentPartPr>
              <p14:xfrm>
                <a:off x="8802144" y="2921616"/>
                <a:ext cx="169920" cy="214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0C4F1F-29E1-601E-5087-80D47F3B81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4504" y="2903616"/>
                  <a:ext cx="205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0FE51E-D3CA-6B3A-9D5E-4C670A46A6C0}"/>
                    </a:ext>
                  </a:extLst>
                </p14:cNvPr>
                <p14:cNvContentPartPr/>
                <p14:nvPr/>
              </p14:nvContentPartPr>
              <p14:xfrm>
                <a:off x="9113544" y="2551176"/>
                <a:ext cx="242640" cy="472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0FE51E-D3CA-6B3A-9D5E-4C670A46A6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5544" y="2533176"/>
                  <a:ext cx="2782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3FF3AA-CD9A-59AD-7D7A-025AED8C35AF}"/>
                    </a:ext>
                  </a:extLst>
                </p14:cNvPr>
                <p14:cNvContentPartPr/>
                <p14:nvPr/>
              </p14:nvContentPartPr>
              <p14:xfrm>
                <a:off x="9463824" y="2669976"/>
                <a:ext cx="214560" cy="17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3FF3AA-CD9A-59AD-7D7A-025AED8C35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6184" y="2651976"/>
                  <a:ext cx="250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77A18E-35A1-3FAA-9419-61801D7DC92B}"/>
                    </a:ext>
                  </a:extLst>
                </p14:cNvPr>
                <p14:cNvContentPartPr/>
                <p14:nvPr/>
              </p14:nvContentPartPr>
              <p14:xfrm>
                <a:off x="9517464" y="2678976"/>
                <a:ext cx="93240" cy="213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77A18E-35A1-3FAA-9419-61801D7DC9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99824" y="2660976"/>
                  <a:ext cx="128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78E0BF-B07F-156B-263D-D9985A547714}"/>
                    </a:ext>
                  </a:extLst>
                </p14:cNvPr>
                <p14:cNvContentPartPr/>
                <p14:nvPr/>
              </p14:nvContentPartPr>
              <p14:xfrm>
                <a:off x="9665064" y="2496096"/>
                <a:ext cx="313200" cy="370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78E0BF-B07F-156B-263D-D9985A5477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47424" y="2478456"/>
                  <a:ext cx="3488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F912A50-AE59-DF2B-3B25-C6BAD4D3A132}"/>
                    </a:ext>
                  </a:extLst>
                </p14:cNvPr>
                <p14:cNvContentPartPr/>
                <p14:nvPr/>
              </p14:nvContentPartPr>
              <p14:xfrm>
                <a:off x="10085544" y="2669976"/>
                <a:ext cx="18324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F912A50-AE59-DF2B-3B25-C6BAD4D3A1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67544" y="2651976"/>
                  <a:ext cx="218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4ED60F-A8B7-CAF3-9C6F-EA1658A4B372}"/>
                    </a:ext>
                  </a:extLst>
                </p14:cNvPr>
                <p14:cNvContentPartPr/>
                <p14:nvPr/>
              </p14:nvContentPartPr>
              <p14:xfrm>
                <a:off x="10158984" y="2779416"/>
                <a:ext cx="230760" cy="4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4ED60F-A8B7-CAF3-9C6F-EA1658A4B3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40984" y="2761776"/>
                  <a:ext cx="266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DFBAF6-E3F1-F9BA-F8DE-47253FEB3233}"/>
                    </a:ext>
                  </a:extLst>
                </p14:cNvPr>
                <p14:cNvContentPartPr/>
                <p14:nvPr/>
              </p14:nvContentPartPr>
              <p14:xfrm>
                <a:off x="10630224" y="2478096"/>
                <a:ext cx="280080" cy="438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DFBAF6-E3F1-F9BA-F8DE-47253FEB32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12224" y="2460096"/>
                  <a:ext cx="3157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70A90C-2FBB-FC82-5D07-1289BB77A13B}"/>
                    </a:ext>
                  </a:extLst>
                </p14:cNvPr>
                <p14:cNvContentPartPr/>
                <p14:nvPr/>
              </p14:nvContentPartPr>
              <p14:xfrm>
                <a:off x="11018304" y="2450376"/>
                <a:ext cx="360" cy="17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70A90C-2FBB-FC82-5D07-1289BB77A1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000304" y="2432736"/>
                  <a:ext cx="36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43A77E-B98D-102A-EB2D-C147B17C72AF}"/>
                    </a:ext>
                  </a:extLst>
                </p14:cNvPr>
                <p14:cNvContentPartPr/>
                <p14:nvPr/>
              </p14:nvContentPartPr>
              <p14:xfrm>
                <a:off x="10853784" y="2450376"/>
                <a:ext cx="25524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43A77E-B98D-102A-EB2D-C147B17C72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35784" y="2432736"/>
                  <a:ext cx="290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7ECB49-B25D-8338-5BA8-C1F5A21E9537}"/>
                    </a:ext>
                  </a:extLst>
                </p14:cNvPr>
                <p14:cNvContentPartPr/>
                <p14:nvPr/>
              </p14:nvContentPartPr>
              <p14:xfrm>
                <a:off x="11127744" y="2639376"/>
                <a:ext cx="264600" cy="227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7ECB49-B25D-8338-5BA8-C1F5A21E95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110104" y="2621736"/>
                  <a:ext cx="30024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56CFA73-60E9-45FB-F4C4-0A71177463BB}"/>
                  </a:ext>
                </a:extLst>
              </p14:cNvPr>
              <p14:cNvContentPartPr/>
              <p14:nvPr/>
            </p14:nvContentPartPr>
            <p14:xfrm>
              <a:off x="4964904" y="4270176"/>
              <a:ext cx="3328920" cy="192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56CFA73-60E9-45FB-F4C4-0A71177463B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46904" y="4252176"/>
                <a:ext cx="33645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43E1C22-7A8C-2BFA-E9D4-F19CD9DC4D8F}"/>
                  </a:ext>
                </a:extLst>
              </p14:cNvPr>
              <p14:cNvContentPartPr/>
              <p14:nvPr/>
            </p14:nvContentPartPr>
            <p14:xfrm>
              <a:off x="8147304" y="4160376"/>
              <a:ext cx="199440" cy="201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43E1C22-7A8C-2BFA-E9D4-F19CD9DC4D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29304" y="4142376"/>
                <a:ext cx="235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92491B8-BED3-A8B2-CE9C-A72C3887D1E6}"/>
                  </a:ext>
                </a:extLst>
              </p14:cNvPr>
              <p14:cNvContentPartPr/>
              <p14:nvPr/>
            </p14:nvContentPartPr>
            <p14:xfrm>
              <a:off x="9336024" y="3584376"/>
              <a:ext cx="142560" cy="315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92491B8-BED3-A8B2-CE9C-A72C3887D1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18024" y="3566736"/>
                <a:ext cx="178200" cy="35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C8E858C0-EA20-2F4E-B48C-1710C86D0D2D}"/>
              </a:ext>
            </a:extLst>
          </p:cNvPr>
          <p:cNvGrpSpPr/>
          <p:nvPr/>
        </p:nvGrpSpPr>
        <p:grpSpPr>
          <a:xfrm>
            <a:off x="8897184" y="4022856"/>
            <a:ext cx="1739520" cy="633240"/>
            <a:chOff x="8897184" y="4022856"/>
            <a:chExt cx="1739520" cy="63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5F73EF-04E7-319D-A2D4-070DAF739520}"/>
                    </a:ext>
                  </a:extLst>
                </p14:cNvPr>
                <p14:cNvContentPartPr/>
                <p14:nvPr/>
              </p14:nvContentPartPr>
              <p14:xfrm>
                <a:off x="8897184" y="4022856"/>
                <a:ext cx="1225800" cy="37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5F73EF-04E7-319D-A2D4-070DAF7395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79184" y="4004856"/>
                  <a:ext cx="1261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59EAB7-F651-4AA5-72B8-A5179918791C}"/>
                    </a:ext>
                  </a:extLst>
                </p14:cNvPr>
                <p14:cNvContentPartPr/>
                <p14:nvPr/>
              </p14:nvContentPartPr>
              <p14:xfrm>
                <a:off x="9015264" y="4306536"/>
                <a:ext cx="10440" cy="342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59EAB7-F651-4AA5-72B8-A517991879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97624" y="4288896"/>
                  <a:ext cx="460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0939EC-333E-5259-C3C6-C327AECBAB48}"/>
                    </a:ext>
                  </a:extLst>
                </p14:cNvPr>
                <p14:cNvContentPartPr/>
                <p14:nvPr/>
              </p14:nvContentPartPr>
              <p14:xfrm>
                <a:off x="9244584" y="4581216"/>
                <a:ext cx="18972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0939EC-333E-5259-C3C6-C327AECBAB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26584" y="4563216"/>
                  <a:ext cx="225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B74DE8-075A-DCB8-D877-6BCC6FA9F04D}"/>
                    </a:ext>
                  </a:extLst>
                </p14:cNvPr>
                <p14:cNvContentPartPr/>
                <p14:nvPr/>
              </p14:nvContentPartPr>
              <p14:xfrm>
                <a:off x="9354024" y="4498416"/>
                <a:ext cx="360" cy="155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B74DE8-075A-DCB8-D877-6BCC6FA9F0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36384" y="4480776"/>
                  <a:ext cx="36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8BAE8A6-AF7C-413F-C97C-41D0D7E7BA7B}"/>
                    </a:ext>
                  </a:extLst>
                </p14:cNvPr>
                <p14:cNvContentPartPr/>
                <p14:nvPr/>
              </p14:nvContentPartPr>
              <p14:xfrm>
                <a:off x="9692424" y="4480416"/>
                <a:ext cx="176040" cy="175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8BAE8A6-AF7C-413F-C97C-41D0D7E7BA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4424" y="4462776"/>
                  <a:ext cx="211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13AB8D-99CD-797D-77BA-1F7402F7BBBB}"/>
                    </a:ext>
                  </a:extLst>
                </p14:cNvPr>
                <p14:cNvContentPartPr/>
                <p14:nvPr/>
              </p14:nvContentPartPr>
              <p14:xfrm>
                <a:off x="9738144" y="4306536"/>
                <a:ext cx="23904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13AB8D-99CD-797D-77BA-1F7402F7BB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20504" y="4288896"/>
                  <a:ext cx="274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F2E5B82-376A-A6B0-C737-BAEA96976F99}"/>
                    </a:ext>
                  </a:extLst>
                </p14:cNvPr>
                <p14:cNvContentPartPr/>
                <p14:nvPr/>
              </p14:nvContentPartPr>
              <p14:xfrm>
                <a:off x="10117224" y="4132656"/>
                <a:ext cx="190800" cy="266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F2E5B82-376A-A6B0-C737-BAEA96976F9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99584" y="4114656"/>
                  <a:ext cx="2264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D72E08-4A73-72AC-C76C-0F829B135F1E}"/>
                    </a:ext>
                  </a:extLst>
                </p14:cNvPr>
                <p14:cNvContentPartPr/>
                <p14:nvPr/>
              </p14:nvContentPartPr>
              <p14:xfrm>
                <a:off x="10395144" y="4124016"/>
                <a:ext cx="1800" cy="136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D72E08-4A73-72AC-C76C-0F829B135F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77144" y="4106016"/>
                  <a:ext cx="37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8212A0-4FC5-DE93-D117-0EAC5874D42D}"/>
                    </a:ext>
                  </a:extLst>
                </p14:cNvPr>
                <p14:cNvContentPartPr/>
                <p14:nvPr/>
              </p14:nvContentPartPr>
              <p14:xfrm>
                <a:off x="10286784" y="4124016"/>
                <a:ext cx="203760" cy="9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8212A0-4FC5-DE93-D117-0EAC5874D4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69144" y="4106376"/>
                  <a:ext cx="239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8BA4CD-B1B1-4144-C5A4-631CE6F9E991}"/>
                    </a:ext>
                  </a:extLst>
                </p14:cNvPr>
                <p14:cNvContentPartPr/>
                <p14:nvPr/>
              </p14:nvContentPartPr>
              <p14:xfrm>
                <a:off x="10449504" y="4242816"/>
                <a:ext cx="75960" cy="197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8BA4CD-B1B1-4144-C5A4-631CE6F9E9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31504" y="4224816"/>
                  <a:ext cx="111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72FE726-E5FD-79F1-F23E-FE3907A59803}"/>
                    </a:ext>
                  </a:extLst>
                </p14:cNvPr>
                <p14:cNvContentPartPr/>
                <p14:nvPr/>
              </p14:nvContentPartPr>
              <p14:xfrm>
                <a:off x="10414584" y="4306536"/>
                <a:ext cx="222120" cy="114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72FE726-E5FD-79F1-F23E-FE3907A5980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96944" y="4288896"/>
                  <a:ext cx="257760" cy="14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521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3459</Words>
  <Application>Microsoft Office PowerPoint</Application>
  <PresentationFormat>Widescreen</PresentationFormat>
  <Paragraphs>969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9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Logistic Regression</vt:lpstr>
      <vt:lpstr>Classification examples</vt:lpstr>
      <vt:lpstr>Classification examples</vt:lpstr>
      <vt:lpstr>Classification examples</vt:lpstr>
      <vt:lpstr>Classification examples</vt:lpstr>
      <vt:lpstr>Classification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18</cp:revision>
  <dcterms:created xsi:type="dcterms:W3CDTF">2025-02-12T06:09:04Z</dcterms:created>
  <dcterms:modified xsi:type="dcterms:W3CDTF">2025-02-19T08:30:12Z</dcterms:modified>
</cp:coreProperties>
</file>