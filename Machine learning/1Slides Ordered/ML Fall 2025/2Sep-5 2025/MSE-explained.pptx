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71" r:id="rId2"/>
    <p:sldId id="301" r:id="rId3"/>
    <p:sldId id="272" r:id="rId4"/>
    <p:sldId id="27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85" r:id="rId14"/>
    <p:sldId id="281" r:id="rId15"/>
    <p:sldId id="283" r:id="rId16"/>
    <p:sldId id="284" r:id="rId17"/>
    <p:sldId id="300" r:id="rId18"/>
  </p:sldIdLst>
  <p:sldSz cx="4114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343FF"/>
    <a:srgbClr val="B4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17" autoAdjust="0"/>
    <p:restoredTop sz="94660"/>
  </p:normalViewPr>
  <p:slideViewPr>
    <p:cSldViewPr snapToGrid="0">
      <p:cViewPr varScale="1">
        <p:scale>
          <a:sx n="38" d="100"/>
          <a:sy n="38" d="100"/>
        </p:scale>
        <p:origin x="16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A42C0-6851-440C-883B-690B0D396F5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3" y="1143000"/>
            <a:ext cx="69437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B163F-10A9-4506-B0B5-93E07D0C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37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1pPr>
    <a:lvl2pPr marL="987552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2pPr>
    <a:lvl3pPr marL="1975104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3pPr>
    <a:lvl4pPr marL="2962656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4pPr>
    <a:lvl5pPr marL="3950208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5pPr>
    <a:lvl6pPr marL="4937760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6pPr>
    <a:lvl7pPr marL="5925312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7pPr>
    <a:lvl8pPr marL="6912864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8pPr>
    <a:lvl9pPr marL="7900416" algn="l" defTabSz="1975104" rtl="0" eaLnBrk="1" latinLnBrk="0" hangingPunct="1">
      <a:defRPr sz="259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0" y="2992968"/>
            <a:ext cx="308610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0" y="9605435"/>
            <a:ext cx="30861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8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0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494" y="4559303"/>
            <a:ext cx="3549015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494" y="12238569"/>
            <a:ext cx="3549015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90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25" y="4868333"/>
            <a:ext cx="174879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75" y="4868333"/>
            <a:ext cx="174879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6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5" y="973668"/>
            <a:ext cx="354901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86" y="4483101"/>
            <a:ext cx="1740753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86" y="6680200"/>
            <a:ext cx="1740753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75" y="4483101"/>
            <a:ext cx="1749326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75" y="6680200"/>
            <a:ext cx="1749326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3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0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4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6" y="1219200"/>
            <a:ext cx="13271300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59" y="2633135"/>
            <a:ext cx="20831175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6" y="5486400"/>
            <a:ext cx="13271300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6" y="1219200"/>
            <a:ext cx="13271300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59" y="2633135"/>
            <a:ext cx="20831175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86" y="5486400"/>
            <a:ext cx="13271300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54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5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37" y="973667"/>
            <a:ext cx="8872538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25" y="973667"/>
            <a:ext cx="26103263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4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25" y="973668"/>
            <a:ext cx="354901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25" y="4868333"/>
            <a:ext cx="354901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25" y="16950268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F243F-C5B7-49FE-8343-D9EFC180ADDE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75" y="16950268"/>
            <a:ext cx="138874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75" y="16950268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EAC7F-2E18-4605-B0FB-09B9A0841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2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320F-3D98-DE4F-4DEE-5034927A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56337C-9270-5DBC-08DC-23649D6043E5}"/>
              </a:ext>
            </a:extLst>
          </p:cNvPr>
          <p:cNvGraphicFramePr>
            <a:graphicFrameLocks noGrp="1"/>
          </p:cNvGraphicFramePr>
          <p:nvPr/>
        </p:nvGraphicFramePr>
        <p:xfrm>
          <a:off x="13285688" y="7723085"/>
          <a:ext cx="9493624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5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5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AF232D5-27D5-43CE-6CD6-9420F4A785C9}"/>
              </a:ext>
            </a:extLst>
          </p:cNvPr>
          <p:cNvSpPr txBox="1"/>
          <p:nvPr/>
        </p:nvSpPr>
        <p:spPr>
          <a:xfrm>
            <a:off x="14298300" y="4130484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6EDF6DF-DA13-4893-7EDE-4291FD74D755}"/>
              </a:ext>
            </a:extLst>
          </p:cNvPr>
          <p:cNvGrpSpPr/>
          <p:nvPr/>
        </p:nvGrpSpPr>
        <p:grpSpPr>
          <a:xfrm>
            <a:off x="14308788" y="5142372"/>
            <a:ext cx="7547156" cy="2551132"/>
            <a:chOff x="7450788" y="1807508"/>
            <a:chExt cx="7547156" cy="25511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ABF1D0D-DB00-2B49-CDD8-F9F57A07FE08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F551E9E-3BCB-A29A-4323-F3285D6E838D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D6FBDC2-B013-953A-9205-A7A6CD9A9286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77AAE85-7D8B-8341-0135-E4B9EA8811F7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CD6C8519-4CF9-88FF-08D9-E00901EB259D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D8C944-EBB3-3251-8F21-D7616998EBB9}"/>
              </a:ext>
            </a:extLst>
          </p:cNvPr>
          <p:cNvGrpSpPr/>
          <p:nvPr/>
        </p:nvGrpSpPr>
        <p:grpSpPr>
          <a:xfrm rot="-5400000">
            <a:off x="8236545" y="11149509"/>
            <a:ext cx="7547156" cy="2551132"/>
            <a:chOff x="7450788" y="1807508"/>
            <a:chExt cx="7547156" cy="25511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FBF9A20-2E71-56F0-495E-15111257941E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D99526C-94D2-45DA-7EE3-45FB7EA5B460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43F6F0F-5692-BC59-CAB0-80EC2DF1C89E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6F9CF1A-5B94-9C6F-72CB-76AFE3EC92BE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36EE7742-ABA5-7202-52F5-8E2C5629EE65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508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DE404AD-0D34-CB10-E041-711EE6D6FBE0}"/>
              </a:ext>
            </a:extLst>
          </p:cNvPr>
          <p:cNvSpPr txBox="1"/>
          <p:nvPr/>
        </p:nvSpPr>
        <p:spPr>
          <a:xfrm>
            <a:off x="7632677" y="11917247"/>
            <a:ext cx="2706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61CA353A-DDC7-D05A-5476-E0F1CA1E1097}"/>
              </a:ext>
            </a:extLst>
          </p:cNvPr>
          <p:cNvSpPr/>
          <p:nvPr/>
        </p:nvSpPr>
        <p:spPr>
          <a:xfrm rot="16200000">
            <a:off x="14836360" y="4623768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242B18-2F4C-4CB6-3F21-20F90FC0B2CB}"/>
              </a:ext>
            </a:extLst>
          </p:cNvPr>
          <p:cNvGraphicFramePr>
            <a:graphicFrameLocks noGrp="1"/>
          </p:cNvGraphicFramePr>
          <p:nvPr/>
        </p:nvGraphicFramePr>
        <p:xfrm>
          <a:off x="20116796" y="5372094"/>
          <a:ext cx="949362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16660187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080179156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58F0D06A-574C-808F-293C-A1BECF5436E0}"/>
              </a:ext>
            </a:extLst>
          </p:cNvPr>
          <p:cNvGrpSpPr/>
          <p:nvPr/>
        </p:nvGrpSpPr>
        <p:grpSpPr>
          <a:xfrm>
            <a:off x="20888885" y="2789576"/>
            <a:ext cx="7547156" cy="2551132"/>
            <a:chOff x="7450788" y="1807508"/>
            <a:chExt cx="7547156" cy="25511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558AB55-1316-8B3F-320B-E986821F6D22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3964517-BB78-C7ED-1EA5-5F9B16170ADB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DD0ECE4-36A9-6B9A-E8DD-A66F129A01E9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D52477D-717A-BAF1-2E4F-AEB5C22AD553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F799B734-DC04-60EF-251F-F3E757BFCBBD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A5CFA2C-4165-29B9-F4C5-C822EADD0663}"/>
              </a:ext>
            </a:extLst>
          </p:cNvPr>
          <p:cNvSpPr txBox="1"/>
          <p:nvPr/>
        </p:nvSpPr>
        <p:spPr>
          <a:xfrm>
            <a:off x="19291641" y="1622168"/>
            <a:ext cx="5846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</a:t>
            </a:r>
            <a:endParaRPr lang="en-US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F36D71D-A688-C849-3129-6E6B5175CA39}"/>
              </a:ext>
            </a:extLst>
          </p:cNvPr>
          <p:cNvSpPr/>
          <p:nvPr/>
        </p:nvSpPr>
        <p:spPr>
          <a:xfrm rot="16200000">
            <a:off x="21416457" y="2244079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5227CD-20E1-930C-03A0-7C5DF37C8E3D}"/>
                  </a:ext>
                </a:extLst>
              </p:cNvPr>
              <p:cNvSpPr txBox="1"/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5227CD-20E1-930C-03A0-7C5DF37C8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062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2DAE-5540-D2CE-FD1B-68AAD868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7A22724-87E3-B35A-E50E-BEEA19E34F3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285688" y="7723085"/>
              <a:ext cx="9493624" cy="9403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3406">
                      <a:extLst>
                        <a:ext uri="{9D8B030D-6E8A-4147-A177-3AD203B41FA5}">
                          <a16:colId xmlns:a16="http://schemas.microsoft.com/office/drawing/2014/main" val="396831930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882325814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3951841516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2583752534"/>
                        </a:ext>
                      </a:extLst>
                    </a:gridCol>
                  </a:tblGrid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3261613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7278732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243843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1052880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243843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34842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94DCCA-F380-DC69-42A9-A07A1F507E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102587"/>
                  </p:ext>
                </p:extLst>
              </p:nvPr>
            </p:nvGraphicFramePr>
            <p:xfrm>
              <a:off x="13285688" y="7723085"/>
              <a:ext cx="9493624" cy="9403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3406">
                      <a:extLst>
                        <a:ext uri="{9D8B030D-6E8A-4147-A177-3AD203B41FA5}">
                          <a16:colId xmlns:a16="http://schemas.microsoft.com/office/drawing/2014/main" val="396831930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882325814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3951841516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2583752534"/>
                        </a:ext>
                      </a:extLst>
                    </a:gridCol>
                  </a:tblGrid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17358" r="-200257" b="-3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3261613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117358" r="-200257" b="-2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7278732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217358" r="-200257" b="-1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1052880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317358" r="-200257" b="-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34842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01EE0F2-61DC-803D-5956-28E489A2FE54}"/>
              </a:ext>
            </a:extLst>
          </p:cNvPr>
          <p:cNvSpPr txBox="1"/>
          <p:nvPr/>
        </p:nvSpPr>
        <p:spPr>
          <a:xfrm>
            <a:off x="14298300" y="4130484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5AF142-9590-2872-ACF8-BE56D647D9B3}"/>
              </a:ext>
            </a:extLst>
          </p:cNvPr>
          <p:cNvGrpSpPr/>
          <p:nvPr/>
        </p:nvGrpSpPr>
        <p:grpSpPr>
          <a:xfrm>
            <a:off x="14308788" y="5142372"/>
            <a:ext cx="7547156" cy="2551132"/>
            <a:chOff x="7450788" y="1807508"/>
            <a:chExt cx="7547156" cy="25511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C25B973-F0DA-3191-D28A-781BED1737B8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36A5FD7-794C-B201-57A8-60D2A2454922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4A62E54-3527-3842-B44E-C08B86B1248E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BCDDBEC-7560-97B7-2E70-B7532783C7AB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E361C4B1-966E-5437-C52F-9E30BF92B555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5AAB493-BC6F-4D19-4950-7CE2D705C60F}"/>
              </a:ext>
            </a:extLst>
          </p:cNvPr>
          <p:cNvGrpSpPr/>
          <p:nvPr/>
        </p:nvGrpSpPr>
        <p:grpSpPr>
          <a:xfrm rot="-5400000">
            <a:off x="8236545" y="11149509"/>
            <a:ext cx="7547156" cy="2551132"/>
            <a:chOff x="7450788" y="1807508"/>
            <a:chExt cx="7547156" cy="25511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FC2592E-E131-AED1-F422-8C9ED78F7D5A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7864B7B-2964-24A1-A3AF-9F3AE5E71B10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30CD016-175B-4AD3-3A9E-1CB3DE0AD9F0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00E242A-9B27-9986-398A-DD090431C355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EABE4D56-2C24-5301-096B-9A5D645A48B7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508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1FD0E94-7C56-B86F-702F-F42F34FDB643}"/>
              </a:ext>
            </a:extLst>
          </p:cNvPr>
          <p:cNvSpPr txBox="1"/>
          <p:nvPr/>
        </p:nvSpPr>
        <p:spPr>
          <a:xfrm>
            <a:off x="7632677" y="11917247"/>
            <a:ext cx="2706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5E2AEDC-7307-5AA8-CA02-955A0759982A}"/>
              </a:ext>
            </a:extLst>
          </p:cNvPr>
          <p:cNvSpPr/>
          <p:nvPr/>
        </p:nvSpPr>
        <p:spPr>
          <a:xfrm rot="16200000">
            <a:off x="14836360" y="4623768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A3138F-B175-43DE-CDF3-FBB41BB75C15}"/>
              </a:ext>
            </a:extLst>
          </p:cNvPr>
          <p:cNvGraphicFramePr>
            <a:graphicFrameLocks noGrp="1"/>
          </p:cNvGraphicFramePr>
          <p:nvPr/>
        </p:nvGraphicFramePr>
        <p:xfrm>
          <a:off x="20116796" y="4838694"/>
          <a:ext cx="949362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16660187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080179156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F9539EA8-1B0B-FCC9-A3DB-5ACF799C9F6B}"/>
              </a:ext>
            </a:extLst>
          </p:cNvPr>
          <p:cNvGrpSpPr/>
          <p:nvPr/>
        </p:nvGrpSpPr>
        <p:grpSpPr>
          <a:xfrm>
            <a:off x="20888885" y="2256176"/>
            <a:ext cx="7547156" cy="2551132"/>
            <a:chOff x="7450788" y="1807508"/>
            <a:chExt cx="7547156" cy="25511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8A5F649-C7C5-5BA0-C3AC-F20D84490DE3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9935695-6255-7A9E-8ED8-AA06DCDFB9C9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9A579BB-887F-2B2A-582D-73AFF93DFA6F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3488973-4EB1-AA48-1240-64CCEF101BBC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F0FD8F77-2687-6558-4F56-65717823DE35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26AE522-48FD-12FD-BB2B-8E87B3632D1F}"/>
              </a:ext>
            </a:extLst>
          </p:cNvPr>
          <p:cNvSpPr txBox="1"/>
          <p:nvPr/>
        </p:nvSpPr>
        <p:spPr>
          <a:xfrm>
            <a:off x="19291641" y="1088768"/>
            <a:ext cx="5846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</a:t>
            </a:r>
            <a:endParaRPr lang="en-US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D9B3A3A-1B9F-D10A-FD1E-B6FACB4D727B}"/>
              </a:ext>
            </a:extLst>
          </p:cNvPr>
          <p:cNvSpPr/>
          <p:nvPr/>
        </p:nvSpPr>
        <p:spPr>
          <a:xfrm rot="16200000">
            <a:off x="21416457" y="1710679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5D4D90-DEEE-0E62-2EB4-B77CDCC2B559}"/>
                  </a:ext>
                </a:extLst>
              </p:cNvPr>
              <p:cNvSpPr txBox="1"/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67ED27-6292-5510-F3E5-2B52F5AA7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D673BF-F6CD-4311-CEB1-9EB4A0BC6A7C}"/>
                  </a:ext>
                </a:extLst>
              </p:cNvPr>
              <p:cNvSpPr txBox="1"/>
              <p:nvPr/>
            </p:nvSpPr>
            <p:spPr>
              <a:xfrm>
                <a:off x="20174247" y="4904562"/>
                <a:ext cx="2260473" cy="2215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799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D673BF-F6CD-4311-CEB1-9EB4A0BC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4247" y="4904562"/>
                <a:ext cx="2260473" cy="2215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670EB9-74A0-D7FE-A19E-DD072DF8D254}"/>
                  </a:ext>
                </a:extLst>
              </p:cNvPr>
              <p:cNvSpPr txBox="1"/>
              <p:nvPr/>
            </p:nvSpPr>
            <p:spPr>
              <a:xfrm>
                <a:off x="22546606" y="4888592"/>
                <a:ext cx="2260473" cy="2215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799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670EB9-74A0-D7FE-A19E-DD072DF8D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6606" y="4888592"/>
                <a:ext cx="2260473" cy="22158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56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6478-45B5-0595-BB3B-387FFD21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94DCCA-F380-DC69-42A9-A07A1F507E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102587"/>
                  </p:ext>
                </p:extLst>
              </p:nvPr>
            </p:nvGraphicFramePr>
            <p:xfrm>
              <a:off x="13285688" y="7723085"/>
              <a:ext cx="9493624" cy="9403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3406">
                      <a:extLst>
                        <a:ext uri="{9D8B030D-6E8A-4147-A177-3AD203B41FA5}">
                          <a16:colId xmlns:a16="http://schemas.microsoft.com/office/drawing/2014/main" val="396831930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882325814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3951841516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2583752534"/>
                        </a:ext>
                      </a:extLst>
                    </a:gridCol>
                  </a:tblGrid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3261613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7278732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243843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1052880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243843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3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3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34842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94DCCA-F380-DC69-42A9-A07A1F507E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102587"/>
                  </p:ext>
                </p:extLst>
              </p:nvPr>
            </p:nvGraphicFramePr>
            <p:xfrm>
              <a:off x="13285688" y="7723085"/>
              <a:ext cx="9493624" cy="9403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3406">
                      <a:extLst>
                        <a:ext uri="{9D8B030D-6E8A-4147-A177-3AD203B41FA5}">
                          <a16:colId xmlns:a16="http://schemas.microsoft.com/office/drawing/2014/main" val="396831930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882325814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3951841516"/>
                        </a:ext>
                      </a:extLst>
                    </a:gridCol>
                    <a:gridCol w="2373406">
                      <a:extLst>
                        <a:ext uri="{9D8B030D-6E8A-4147-A177-3AD203B41FA5}">
                          <a16:colId xmlns:a16="http://schemas.microsoft.com/office/drawing/2014/main" val="2583752534"/>
                        </a:ext>
                      </a:extLst>
                    </a:gridCol>
                  </a:tblGrid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17358" r="-200257" b="-3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3261613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117358" r="-200257" b="-2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7278732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217358" r="-200257" b="-1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1052880"/>
                      </a:ext>
                    </a:extLst>
                  </a:tr>
                  <a:tr h="2350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8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4" t="-317358" r="-200257" b="-39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56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34842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5D5DADF-AE1D-A84E-2415-EF12512FF960}"/>
              </a:ext>
            </a:extLst>
          </p:cNvPr>
          <p:cNvSpPr txBox="1"/>
          <p:nvPr/>
        </p:nvSpPr>
        <p:spPr>
          <a:xfrm>
            <a:off x="14298300" y="4130484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736755-CFA5-6242-FFAF-E4C05C74713C}"/>
              </a:ext>
            </a:extLst>
          </p:cNvPr>
          <p:cNvGrpSpPr/>
          <p:nvPr/>
        </p:nvGrpSpPr>
        <p:grpSpPr>
          <a:xfrm>
            <a:off x="14308788" y="5142372"/>
            <a:ext cx="7547156" cy="2551132"/>
            <a:chOff x="7450788" y="1807508"/>
            <a:chExt cx="7547156" cy="25511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666B7B3-0D17-900C-10B1-67AC0D182E14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EA3B8FB-58CC-D9CA-4AAE-CC8093218B23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7F7AD71-6223-B39E-FFD2-D782F5152237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06F855C-4D72-6291-4731-CFD59E0C4535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71D14C1F-F5C8-721F-183F-77A3058E6B01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07F477-7982-6F2A-25D4-A4ECC5FF6DE7}"/>
              </a:ext>
            </a:extLst>
          </p:cNvPr>
          <p:cNvGrpSpPr/>
          <p:nvPr/>
        </p:nvGrpSpPr>
        <p:grpSpPr>
          <a:xfrm rot="-5400000">
            <a:off x="8236545" y="11149509"/>
            <a:ext cx="7547156" cy="2551132"/>
            <a:chOff x="7450788" y="1807508"/>
            <a:chExt cx="7547156" cy="25511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740AE3B-9110-4203-29A4-F0E372C07A9A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EACE28E-F12E-9FDB-9118-2C54CC9F1533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F0DE464-8B9D-6CEC-C5C5-7668AAED8315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C2D0D43-E060-2933-EC65-7F99132A7CB8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A41B771B-368A-B48D-FBBB-73554B8A4FF1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508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0FD1DBB-47FA-9BA5-9596-40EF3779304E}"/>
              </a:ext>
            </a:extLst>
          </p:cNvPr>
          <p:cNvSpPr txBox="1"/>
          <p:nvPr/>
        </p:nvSpPr>
        <p:spPr>
          <a:xfrm>
            <a:off x="7632677" y="11917247"/>
            <a:ext cx="2706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B70521CF-5ECA-FEBA-0BEB-ACA53EC439D4}"/>
              </a:ext>
            </a:extLst>
          </p:cNvPr>
          <p:cNvSpPr/>
          <p:nvPr/>
        </p:nvSpPr>
        <p:spPr>
          <a:xfrm rot="16200000">
            <a:off x="14836360" y="4623768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1D979C-FF39-1C91-6FF6-680224C34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392104"/>
              </p:ext>
            </p:extLst>
          </p:nvPr>
        </p:nvGraphicFramePr>
        <p:xfrm>
          <a:off x="20116796" y="4838694"/>
          <a:ext cx="949362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16660187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080179156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69B074BC-6830-A602-655D-843917F9DF94}"/>
              </a:ext>
            </a:extLst>
          </p:cNvPr>
          <p:cNvGrpSpPr/>
          <p:nvPr/>
        </p:nvGrpSpPr>
        <p:grpSpPr>
          <a:xfrm>
            <a:off x="20888885" y="2256176"/>
            <a:ext cx="7547156" cy="2551132"/>
            <a:chOff x="7450788" y="1807508"/>
            <a:chExt cx="7547156" cy="25511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7EE33B7-8F2F-A217-DC15-8A511F1849D9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6135DFD-438B-8094-7422-239228A5329F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58D4221-5E96-2BCB-5EAA-57F8A4D2A9F0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BBFC01E-FF5F-C2A6-87C6-E163553E2665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1F6F9DA4-57BB-E51B-45F7-46A0E8B6FE26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03B098C-EDA8-AB54-44AF-C46AA8D4345C}"/>
              </a:ext>
            </a:extLst>
          </p:cNvPr>
          <p:cNvSpPr txBox="1"/>
          <p:nvPr/>
        </p:nvSpPr>
        <p:spPr>
          <a:xfrm>
            <a:off x="19291641" y="1088768"/>
            <a:ext cx="5846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</a:t>
            </a:r>
            <a:endParaRPr lang="en-US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FF368752-53F3-895E-93B5-9851CAE3321A}"/>
              </a:ext>
            </a:extLst>
          </p:cNvPr>
          <p:cNvSpPr/>
          <p:nvPr/>
        </p:nvSpPr>
        <p:spPr>
          <a:xfrm rot="16200000">
            <a:off x="21416457" y="1710679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67ED27-6292-5510-F3E5-2B52F5AA75A4}"/>
                  </a:ext>
                </a:extLst>
              </p:cNvPr>
              <p:cNvSpPr txBox="1"/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67ED27-6292-5510-F3E5-2B52F5AA7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EA5275-7482-4D12-AA27-CE57DA7248D9}"/>
                  </a:ext>
                </a:extLst>
              </p:cNvPr>
              <p:cNvSpPr txBox="1"/>
              <p:nvPr/>
            </p:nvSpPr>
            <p:spPr>
              <a:xfrm>
                <a:off x="20174247" y="4904562"/>
                <a:ext cx="2260473" cy="2215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799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EA5275-7482-4D12-AA27-CE57DA724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4247" y="4904562"/>
                <a:ext cx="2260473" cy="2215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86F983-AA29-7F36-453C-9344869E685B}"/>
                  </a:ext>
                </a:extLst>
              </p:cNvPr>
              <p:cNvSpPr txBox="1"/>
              <p:nvPr/>
            </p:nvSpPr>
            <p:spPr>
              <a:xfrm>
                <a:off x="22546606" y="4888592"/>
                <a:ext cx="2260473" cy="2215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379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799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86F983-AA29-7F36-453C-9344869E6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6606" y="4888592"/>
                <a:ext cx="2260473" cy="22158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31CB5B-A079-190A-08B7-CC871A50E0A1}"/>
              </a:ext>
            </a:extLst>
          </p:cNvPr>
          <p:cNvCxnSpPr/>
          <p:nvPr/>
        </p:nvCxnSpPr>
        <p:spPr>
          <a:xfrm>
            <a:off x="17373600" y="82550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7C877F-F97A-52D6-855B-2B729E6E603D}"/>
              </a:ext>
            </a:extLst>
          </p:cNvPr>
          <p:cNvSpPr txBox="1"/>
          <p:nvPr/>
        </p:nvSpPr>
        <p:spPr>
          <a:xfrm>
            <a:off x="21940585" y="7901057"/>
            <a:ext cx="3724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FIRST sample’s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C0B378-6B18-0A46-3CCF-AF7703429DBF}"/>
              </a:ext>
            </a:extLst>
          </p:cNvPr>
          <p:cNvCxnSpPr/>
          <p:nvPr/>
        </p:nvCxnSpPr>
        <p:spPr>
          <a:xfrm>
            <a:off x="17449800" y="94996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CE43DA-708F-0E6D-A3D8-48E2FDF6D4DD}"/>
              </a:ext>
            </a:extLst>
          </p:cNvPr>
          <p:cNvSpPr txBox="1"/>
          <p:nvPr/>
        </p:nvSpPr>
        <p:spPr>
          <a:xfrm>
            <a:off x="22016785" y="9145657"/>
            <a:ext cx="30097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First feature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749124-9BF7-0A6D-8E2A-DE6508768EF3}"/>
              </a:ext>
            </a:extLst>
          </p:cNvPr>
          <p:cNvCxnSpPr/>
          <p:nvPr/>
        </p:nvCxnSpPr>
        <p:spPr>
          <a:xfrm>
            <a:off x="17449800" y="107188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65372BF-EE5F-86EE-78CB-5D424D036457}"/>
              </a:ext>
            </a:extLst>
          </p:cNvPr>
          <p:cNvSpPr txBox="1"/>
          <p:nvPr/>
        </p:nvSpPr>
        <p:spPr>
          <a:xfrm>
            <a:off x="22016785" y="10364857"/>
            <a:ext cx="4480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SECOND sample’s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B8C6162-5B1D-A961-B84D-2973E89C516B}"/>
              </a:ext>
            </a:extLst>
          </p:cNvPr>
          <p:cNvCxnSpPr/>
          <p:nvPr/>
        </p:nvCxnSpPr>
        <p:spPr>
          <a:xfrm>
            <a:off x="17526000" y="119634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04101F7-D496-A00A-C6CF-211EC302C290}"/>
              </a:ext>
            </a:extLst>
          </p:cNvPr>
          <p:cNvSpPr txBox="1"/>
          <p:nvPr/>
        </p:nvSpPr>
        <p:spPr>
          <a:xfrm>
            <a:off x="22092985" y="11609457"/>
            <a:ext cx="30097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First feature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65D2A32-9982-0261-C3E1-A671C451762F}"/>
              </a:ext>
            </a:extLst>
          </p:cNvPr>
          <p:cNvCxnSpPr/>
          <p:nvPr/>
        </p:nvCxnSpPr>
        <p:spPr>
          <a:xfrm>
            <a:off x="17449800" y="131826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C6606BE-9DBA-4001-B414-9DCD9DD9614A}"/>
              </a:ext>
            </a:extLst>
          </p:cNvPr>
          <p:cNvSpPr txBox="1"/>
          <p:nvPr/>
        </p:nvSpPr>
        <p:spPr>
          <a:xfrm>
            <a:off x="22016785" y="12828657"/>
            <a:ext cx="3886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THIRD sample’s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AC3156-5865-D11C-81F7-10808F9BA85A}"/>
              </a:ext>
            </a:extLst>
          </p:cNvPr>
          <p:cNvCxnSpPr/>
          <p:nvPr/>
        </p:nvCxnSpPr>
        <p:spPr>
          <a:xfrm>
            <a:off x="17526000" y="144272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9AF8B03-6422-188C-D032-43704B08C97F}"/>
              </a:ext>
            </a:extLst>
          </p:cNvPr>
          <p:cNvSpPr txBox="1"/>
          <p:nvPr/>
        </p:nvSpPr>
        <p:spPr>
          <a:xfrm>
            <a:off x="22092985" y="14073257"/>
            <a:ext cx="30097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First feature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CD43568-749D-690B-0250-6D780666C517}"/>
              </a:ext>
            </a:extLst>
          </p:cNvPr>
          <p:cNvCxnSpPr/>
          <p:nvPr/>
        </p:nvCxnSpPr>
        <p:spPr>
          <a:xfrm>
            <a:off x="17551400" y="154686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B73791A-ACEB-95BA-DB1A-E2243E2CFAEC}"/>
              </a:ext>
            </a:extLst>
          </p:cNvPr>
          <p:cNvSpPr txBox="1"/>
          <p:nvPr/>
        </p:nvSpPr>
        <p:spPr>
          <a:xfrm>
            <a:off x="22118385" y="15114657"/>
            <a:ext cx="43744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FOURTH sample’s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98C0CCF-CDF4-C692-D062-47C760A98597}"/>
              </a:ext>
            </a:extLst>
          </p:cNvPr>
          <p:cNvCxnSpPr/>
          <p:nvPr/>
        </p:nvCxnSpPr>
        <p:spPr>
          <a:xfrm>
            <a:off x="17526000" y="16713200"/>
            <a:ext cx="448234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EB49551-19D7-AC9F-F249-2F075CFD624F}"/>
              </a:ext>
            </a:extLst>
          </p:cNvPr>
          <p:cNvSpPr txBox="1"/>
          <p:nvPr/>
        </p:nvSpPr>
        <p:spPr>
          <a:xfrm>
            <a:off x="22092985" y="16359257"/>
            <a:ext cx="30097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First feature</a:t>
            </a:r>
          </a:p>
        </p:txBody>
      </p:sp>
    </p:spTree>
    <p:extLst>
      <p:ext uri="{BB962C8B-B14F-4D97-AF65-F5344CB8AC3E}">
        <p14:creationId xmlns:p14="http://schemas.microsoft.com/office/powerpoint/2010/main" val="381396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3EF1-1E4F-045D-00D5-310F5C575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DB34C0-F329-91A0-6B45-71ED173D4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073318"/>
              </p:ext>
            </p:extLst>
          </p:nvPr>
        </p:nvGraphicFramePr>
        <p:xfrm>
          <a:off x="13285688" y="7723085"/>
          <a:ext cx="9493624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DE37ECA-2107-B9B4-1813-A4DD9DE41858}"/>
              </a:ext>
            </a:extLst>
          </p:cNvPr>
          <p:cNvSpPr txBox="1"/>
          <p:nvPr/>
        </p:nvSpPr>
        <p:spPr>
          <a:xfrm>
            <a:off x="14298300" y="4130484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08D251-BF7F-B989-478C-69FDAD31F921}"/>
              </a:ext>
            </a:extLst>
          </p:cNvPr>
          <p:cNvGrpSpPr/>
          <p:nvPr/>
        </p:nvGrpSpPr>
        <p:grpSpPr>
          <a:xfrm>
            <a:off x="14308788" y="5142372"/>
            <a:ext cx="7547156" cy="2551132"/>
            <a:chOff x="7450788" y="1807508"/>
            <a:chExt cx="7547156" cy="25511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F3563F4B-943F-F179-E5BF-378B461A0BE0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DDF2E0C-4070-C490-C13F-E6CDACDECC67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C5673E-286C-753D-0FF3-6DDD49A0128A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F144A00-9CE3-359C-00E0-9DB60B1933B7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1728AC3B-1B4E-27E9-D9E0-465229891546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D4BC84-6F4E-96D7-CBCD-D726EECC19AB}"/>
              </a:ext>
            </a:extLst>
          </p:cNvPr>
          <p:cNvGrpSpPr/>
          <p:nvPr/>
        </p:nvGrpSpPr>
        <p:grpSpPr>
          <a:xfrm rot="-5400000">
            <a:off x="8236545" y="11149509"/>
            <a:ext cx="7547156" cy="2551132"/>
            <a:chOff x="7450788" y="1807508"/>
            <a:chExt cx="7547156" cy="25511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3498ED3-C148-307F-F068-30B1C648A099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95AA73B-456C-AC63-7AC8-869DA52B654A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DE2FDAF-EE12-E1C1-A5EC-B8B1A8FA1E65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23676FB-BB29-B5E3-E2D5-9DD0AC926453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11CA6142-8C6D-A786-F2A5-83D8512E1B83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508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E406C6B-CCB9-9DAC-0D74-406AD694F70C}"/>
              </a:ext>
            </a:extLst>
          </p:cNvPr>
          <p:cNvSpPr txBox="1"/>
          <p:nvPr/>
        </p:nvSpPr>
        <p:spPr>
          <a:xfrm>
            <a:off x="7632677" y="11917247"/>
            <a:ext cx="27061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en-US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6852BDF-A35F-ECB2-4EFC-1E8ABE3B289A}"/>
              </a:ext>
            </a:extLst>
          </p:cNvPr>
          <p:cNvSpPr/>
          <p:nvPr/>
        </p:nvSpPr>
        <p:spPr>
          <a:xfrm rot="16200000">
            <a:off x="14836360" y="4623768"/>
            <a:ext cx="1676400" cy="2749471"/>
          </a:xfrm>
          <a:prstGeom prst="rightBrace">
            <a:avLst>
              <a:gd name="adj1" fmla="val 25424"/>
              <a:gd name="adj2" fmla="val 50000"/>
            </a:avLst>
          </a:prstGeom>
          <a:ln w="666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8B489B-DB67-6F49-45D4-807FB6CC2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501211"/>
              </p:ext>
            </p:extLst>
          </p:nvPr>
        </p:nvGraphicFramePr>
        <p:xfrm>
          <a:off x="20116796" y="4701534"/>
          <a:ext cx="9493624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16660187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080179156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50628D-5D52-CC22-213B-620DBA9AAC84}"/>
              </a:ext>
            </a:extLst>
          </p:cNvPr>
          <p:cNvCxnSpPr/>
          <p:nvPr/>
        </p:nvCxnSpPr>
        <p:spPr>
          <a:xfrm>
            <a:off x="21044644" y="3481428"/>
            <a:ext cx="0" cy="1158240"/>
          </a:xfrm>
          <a:prstGeom prst="straightConnector1">
            <a:avLst/>
          </a:prstGeom>
          <a:ln w="666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C6666D-8C1B-0E68-F715-D004A1BAF048}"/>
              </a:ext>
            </a:extLst>
          </p:cNvPr>
          <p:cNvCxnSpPr/>
          <p:nvPr/>
        </p:nvCxnSpPr>
        <p:spPr>
          <a:xfrm>
            <a:off x="23429704" y="3481428"/>
            <a:ext cx="0" cy="1158240"/>
          </a:xfrm>
          <a:prstGeom prst="straightConnector1">
            <a:avLst/>
          </a:prstGeom>
          <a:ln w="666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3A383E6-8685-41DA-A92C-3DEEA5CB176D}"/>
              </a:ext>
            </a:extLst>
          </p:cNvPr>
          <p:cNvSpPr txBox="1"/>
          <p:nvPr/>
        </p:nvSpPr>
        <p:spPr>
          <a:xfrm>
            <a:off x="19291641" y="951607"/>
            <a:ext cx="5846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parameters</a:t>
            </a:r>
            <a:endParaRPr lang="en-US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E9943-46BA-7EC1-F5A5-CC272EDE94B7}"/>
                  </a:ext>
                </a:extLst>
              </p:cNvPr>
              <p:cNvSpPr txBox="1"/>
              <p:nvPr/>
            </p:nvSpPr>
            <p:spPr>
              <a:xfrm>
                <a:off x="22902165" y="1981204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799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6E9943-46BA-7EC1-F5A5-CC272EDE9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2165" y="1981204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CF424F-557D-9479-5591-E13330BE49EF}"/>
                  </a:ext>
                </a:extLst>
              </p:cNvPr>
              <p:cNvSpPr txBox="1"/>
              <p:nvPr/>
            </p:nvSpPr>
            <p:spPr>
              <a:xfrm>
                <a:off x="20502880" y="1981204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799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CF424F-557D-9479-5591-E13330BE4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2880" y="1981204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167AB5-FE72-742F-31EA-42CC022E84A0}"/>
                  </a:ext>
                </a:extLst>
              </p:cNvPr>
              <p:cNvSpPr txBox="1"/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167AB5-FE72-742F-31EA-42CC022E8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80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52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A90D-6162-9278-AA43-FAA57881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83CC66-9705-03CB-0D49-132486FA3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225971"/>
              </p:ext>
            </p:extLst>
          </p:nvPr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AD0DF58-C77B-6137-60E3-DD702F93E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35386"/>
              </p:ext>
            </p:extLst>
          </p:nvPr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6AC8B2-C2B4-0E7C-CFE7-4040BEF7FE3C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6AC8B2-C2B4-0E7C-CFE7-4040BEF7F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0E19F7-9C6C-7E98-7F69-3BE33DA05A99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0E19F7-9C6C-7E98-7F69-3BE33DA05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7970E3-C57A-AC8C-4020-DC9F06692694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7970E3-C57A-AC8C-4020-DC9F0669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A3FF2F-3C8C-082A-392C-2BD0BD6755C4}"/>
              </a:ext>
            </a:extLst>
          </p:cNvPr>
          <p:cNvCxnSpPr/>
          <p:nvPr/>
        </p:nvCxnSpPr>
        <p:spPr>
          <a:xfrm>
            <a:off x="5931408" y="6172200"/>
            <a:ext cx="0" cy="1566125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7979E6-756C-DDAA-535D-336854F2D5F8}"/>
              </a:ext>
            </a:extLst>
          </p:cNvPr>
          <p:cNvCxnSpPr/>
          <p:nvPr/>
        </p:nvCxnSpPr>
        <p:spPr>
          <a:xfrm>
            <a:off x="8302752" y="6171632"/>
            <a:ext cx="0" cy="1566125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EFBA249-CBDA-6DC0-9C66-4DDEAE106E60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0470F33-3726-D199-F876-92AF87FF3F4F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0470F33-3726-D199-F876-92AF87FF3F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E9BC63B-0A84-C51C-F97A-643181C2FBFF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E9BC63B-0A84-C51C-F97A-643181C2F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3028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A1E8-6FAA-F406-1286-704FF24D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E421BFE-07E2-2AC5-3DC1-F928F9F02C67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AD05E76-9505-0524-C2B9-189CBF114E96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B98DE7-CEF3-3DD3-C6CB-ADE0B75D9037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B98DE7-CEF3-3DD3-C6CB-ADE0B75D9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9E0D2-B3C0-6C30-E22C-31495FD5F777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9E0D2-B3C0-6C30-E22C-31495FD5F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C5C33C-6B38-6BF1-B43A-4B04243B5CEF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C5C33C-6B38-6BF1-B43A-4B04243B5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7E328AA-56FB-9790-1C87-B260FAA90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779541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695B45-D5E0-6863-F133-0D6E488C3F11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C695B45-D5E0-6863-F133-0D6E488C3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5D7F329-85EC-434E-BB60-8B66913CBDE3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BB0D0B1-DE2A-7435-F7B9-57943D647F71}"/>
              </a:ext>
            </a:extLst>
          </p:cNvPr>
          <p:cNvCxnSpPr/>
          <p:nvPr/>
        </p:nvCxnSpPr>
        <p:spPr>
          <a:xfrm>
            <a:off x="5931408" y="6172200"/>
            <a:ext cx="0" cy="1566125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7D3F3E-E96C-8281-9939-4AE5C7B53BD3}"/>
              </a:ext>
            </a:extLst>
          </p:cNvPr>
          <p:cNvCxnSpPr/>
          <p:nvPr/>
        </p:nvCxnSpPr>
        <p:spPr>
          <a:xfrm>
            <a:off x="8302752" y="6171632"/>
            <a:ext cx="0" cy="1566125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85075EE-FF3D-2F46-D4D8-F97204750CB9}"/>
              </a:ext>
            </a:extLst>
          </p:cNvPr>
          <p:cNvCxnSpPr>
            <a:cxnSpLocks/>
          </p:cNvCxnSpPr>
          <p:nvPr/>
        </p:nvCxnSpPr>
        <p:spPr>
          <a:xfrm rot="16200000">
            <a:off x="11052580" y="7376159"/>
            <a:ext cx="0" cy="31089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2016D6D-25FB-B4A3-4C90-560439B9EB2F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9EBFA69-56F4-AFF2-A47C-F84229F1BA26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9EBFA69-56F4-AFF2-A47C-F84229F1B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FC8586-42D6-B5B1-8307-0C111693522A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FC8586-42D6-B5B1-8307-0C1116935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99CC4A-8496-79A3-5D08-65341EC39EF0}"/>
                  </a:ext>
                </a:extLst>
              </p:cNvPr>
              <p:cNvSpPr txBox="1"/>
              <p:nvPr/>
            </p:nvSpPr>
            <p:spPr>
              <a:xfrm>
                <a:off x="10470539" y="7584185"/>
                <a:ext cx="107240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99CC4A-8496-79A3-5D08-65341EC39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539" y="7584185"/>
                <a:ext cx="1072409" cy="1354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49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6C67-5FF5-C5BB-6C5E-6EA1C215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D817B0F-8492-EAC7-77D3-3E7CFC016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32079"/>
              </p:ext>
            </p:extLst>
          </p:nvPr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B86C92F-FD06-7843-2825-F12B989445EA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120AA6-B805-1138-F1A9-164CD9839CBD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120AA6-B805-1138-F1A9-164CD9839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9A54B7-9B9A-04B7-DE5B-B423A31D17E2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9A54B7-9B9A-04B7-DE5B-B423A31D1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6C3569-2AFA-97F3-3F8B-6D1AFD0CE435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6C3569-2AFA-97F3-3F8B-6D1AFD0C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D36E14A-CA4B-0D19-8408-2F404146C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072676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F33728-EC13-051D-94EE-947A79B85585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F33728-EC13-051D-94EE-947A79B85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F6678969-BA59-9923-F2A8-16487258200B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8B20F2-7698-B292-DD74-C028E0D4E618}"/>
              </a:ext>
            </a:extLst>
          </p:cNvPr>
          <p:cNvCxnSpPr/>
          <p:nvPr/>
        </p:nvCxnSpPr>
        <p:spPr>
          <a:xfrm>
            <a:off x="5931408" y="6172199"/>
            <a:ext cx="0" cy="38404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0F35D0-514B-5AE2-AFF2-55B78556C6A0}"/>
              </a:ext>
            </a:extLst>
          </p:cNvPr>
          <p:cNvCxnSpPr/>
          <p:nvPr/>
        </p:nvCxnSpPr>
        <p:spPr>
          <a:xfrm>
            <a:off x="8302752" y="6171631"/>
            <a:ext cx="0" cy="38404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EB103C0-ABCD-AD72-D2F5-EECB6149774C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BE3D69B-4B8E-191A-BD57-0122B7DA5EAF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BE3D69B-4B8E-191A-BD57-0122B7DA5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179E979-8FFF-24D9-4BC9-98451B7DDEE8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179E979-8FFF-24D9-4BC9-98451B7DD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9074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13EF-3DD0-2DB7-A433-558B47065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A99A3D7-F13D-80C2-1D11-75F302AF7C9D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111B1F4-A220-0A61-027E-1C034B80A889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C7B981-4DAA-D2C7-CE8A-1F9EE9B46E9A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C7B981-4DAA-D2C7-CE8A-1F9EE9B46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C7545C-A188-49E0-9BCA-F8D30A827CEF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C7545C-A188-49E0-9BCA-F8D30A827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22AA8E-BC91-E00C-02C7-E22C103FBC87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22AA8E-BC91-E00C-02C7-E22C103FB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D1A4882-9DAE-E0D1-7CE5-8FF492F38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330299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B621EB1-88A5-AE26-B882-F0155184B857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B621EB1-88A5-AE26-B882-F0155184B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F6A8513-E1BA-AB87-7D7D-40B11DDEE83D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6A3513-933A-7F9D-4D9B-81F0382A5F60}"/>
              </a:ext>
            </a:extLst>
          </p:cNvPr>
          <p:cNvCxnSpPr/>
          <p:nvPr/>
        </p:nvCxnSpPr>
        <p:spPr>
          <a:xfrm>
            <a:off x="5931408" y="6172199"/>
            <a:ext cx="0" cy="38404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40A649-7654-B42E-B25B-3006BEEEFFF9}"/>
              </a:ext>
            </a:extLst>
          </p:cNvPr>
          <p:cNvCxnSpPr/>
          <p:nvPr/>
        </p:nvCxnSpPr>
        <p:spPr>
          <a:xfrm>
            <a:off x="8302752" y="6171631"/>
            <a:ext cx="0" cy="384048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9C26DB3-1B18-547F-1958-EAE50ACA75B3}"/>
              </a:ext>
            </a:extLst>
          </p:cNvPr>
          <p:cNvCxnSpPr>
            <a:cxnSpLocks/>
          </p:cNvCxnSpPr>
          <p:nvPr/>
        </p:nvCxnSpPr>
        <p:spPr>
          <a:xfrm rot="16200000">
            <a:off x="11052580" y="9720773"/>
            <a:ext cx="0" cy="31089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C1C0E95-4618-B119-542B-6911AAE8D45F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13B9AE3-9285-7215-1368-5D372591DC8B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13B9AE3-9285-7215-1368-5D372591D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726024A-4D36-2EB5-4BF2-C7973536D9DF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726024A-4D36-2EB5-4BF2-C7973536D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23E4DA-9906-2068-9567-0504FD7D91FA}"/>
                  </a:ext>
                </a:extLst>
              </p:cNvPr>
              <p:cNvSpPr txBox="1"/>
              <p:nvPr/>
            </p:nvSpPr>
            <p:spPr>
              <a:xfrm>
                <a:off x="10470539" y="9875972"/>
                <a:ext cx="107240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23E4DA-9906-2068-9567-0504FD7D9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539" y="9875972"/>
                <a:ext cx="1072409" cy="1354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76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39B56-AB45-97ED-F486-93F6A5AAF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201F59D-429F-1E55-902F-67EBF5BE7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152006"/>
              </p:ext>
            </p:extLst>
          </p:nvPr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F7B8C62-1858-1139-A775-93652328873A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0E723B-4240-9207-6657-9E3D71ED7ADB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0E723B-4240-9207-6657-9E3D71ED7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3E4830-279E-804F-B995-93CA0EBE0318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3E4830-279E-804F-B995-93CA0EBE0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CA3FD9-280B-EF72-1052-5660CDDADBEB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8CA3FD9-280B-EF72-1052-5660CDDAD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F7BF4A0-A516-92CF-4D52-6BEB0B9C1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09148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6319B6-D46D-82B0-A9F7-A49E49B92677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6319B6-D46D-82B0-A9F7-A49E49B92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C230E8A2-9720-8106-78BF-8E55F45A5DEE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2FA2740-9546-A25F-5806-10DD947FC9F3}"/>
              </a:ext>
            </a:extLst>
          </p:cNvPr>
          <p:cNvCxnSpPr/>
          <p:nvPr/>
        </p:nvCxnSpPr>
        <p:spPr>
          <a:xfrm>
            <a:off x="5931408" y="6172199"/>
            <a:ext cx="0" cy="62179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4BCC5D-3760-9FDA-36AF-4078FF49B117}"/>
              </a:ext>
            </a:extLst>
          </p:cNvPr>
          <p:cNvCxnSpPr/>
          <p:nvPr/>
        </p:nvCxnSpPr>
        <p:spPr>
          <a:xfrm>
            <a:off x="8302752" y="6171631"/>
            <a:ext cx="0" cy="62179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C47A44A-0DE5-A3BC-F6D4-2D8C5E767D39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48F807E-3922-2F8E-0EDD-119751190608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48F807E-3922-2F8E-0EDD-119751190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053FD6-FAB3-D354-676A-CFEB12D91F3D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053FD6-FAB3-D354-676A-CFEB12D91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965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5C57A-4E73-DB8C-A4D0-13DB3F2D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A24E642-AD97-18DF-AF90-0C5CF36FDA0F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D76F4A4-935D-700B-CF44-6ECAD6003EBD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F71E73-2A25-99D3-BF86-04F5DEF4BCF1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F71E73-2A25-99D3-BF86-04F5DEF4B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CE149D-42F5-C83F-86EA-2A807F3D64C5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CE149D-42F5-C83F-86EA-2A807F3D6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9E92B1-596E-7AFE-B7F1-A9DF07E33EE7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9E92B1-596E-7AFE-B7F1-A9DF07E33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BE928C8-7D8F-8E1D-02EF-0B449A04F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865421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CB3451-83D1-1192-723E-7EF1CA43C88C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CB3451-83D1-1192-723E-7EF1CA43C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944B505-4FF9-0D85-7084-B16A37233099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0053B4-30B7-8844-7A94-387AD04E474B}"/>
              </a:ext>
            </a:extLst>
          </p:cNvPr>
          <p:cNvCxnSpPr/>
          <p:nvPr/>
        </p:nvCxnSpPr>
        <p:spPr>
          <a:xfrm>
            <a:off x="5931408" y="6172199"/>
            <a:ext cx="0" cy="62179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5959F0-67A2-63D4-FF9E-2493453B3C3A}"/>
              </a:ext>
            </a:extLst>
          </p:cNvPr>
          <p:cNvCxnSpPr/>
          <p:nvPr/>
        </p:nvCxnSpPr>
        <p:spPr>
          <a:xfrm>
            <a:off x="8302752" y="6171631"/>
            <a:ext cx="0" cy="621792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FF4C000-ECBA-2BF6-42F8-6723FACC1A0B}"/>
              </a:ext>
            </a:extLst>
          </p:cNvPr>
          <p:cNvCxnSpPr>
            <a:cxnSpLocks/>
          </p:cNvCxnSpPr>
          <p:nvPr/>
        </p:nvCxnSpPr>
        <p:spPr>
          <a:xfrm rot="16200000">
            <a:off x="11052580" y="12065387"/>
            <a:ext cx="0" cy="31089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64BEC07-14E4-6333-E16E-13870F748C5F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F7B5DB0-DF66-E7A2-8724-45F6D724E631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F7B5DB0-DF66-E7A2-8724-45F6D724E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FBFC4B4-BB66-F792-0514-51DC5FBC8DFE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FBFC4B4-BB66-F792-0514-51DC5FBC8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9C404F-1DC2-71E0-AE81-E821D43072F2}"/>
                  </a:ext>
                </a:extLst>
              </p:cNvPr>
              <p:cNvSpPr txBox="1"/>
              <p:nvPr/>
            </p:nvSpPr>
            <p:spPr>
              <a:xfrm>
                <a:off x="10470539" y="12225637"/>
                <a:ext cx="107240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9C404F-1DC2-71E0-AE81-E821D4307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539" y="12225637"/>
                <a:ext cx="1072409" cy="1354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070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49E5-3934-4830-A836-DD48D513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E2A8783-28A7-D590-9E8D-DFC911BD1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381506"/>
              </p:ext>
            </p:extLst>
          </p:nvPr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874C640-162E-0346-2DC8-946C47B07F72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E7E085-34D2-BFC7-D34F-1308158F366A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3E7E085-34D2-BFC7-D34F-1308158F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E6DD91-1DE2-0E65-4063-A1AF5797B656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E6DD91-1DE2-0E65-4063-A1AF5797B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BB378A-852B-199C-5879-E8E293A036EA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BB378A-852B-199C-5879-E8E293A0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1C29E73-7ECD-2834-A847-34EEA2A7F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73500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endParaRPr lang="en-US" sz="6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086C25-5212-8C77-00BB-7A299706BC1C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086C25-5212-8C77-00BB-7A299706B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EC5061A6-F2D3-C2AF-A86B-17C612641FBF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57D6DC-9406-AB4A-7407-A43D271CFD16}"/>
              </a:ext>
            </a:extLst>
          </p:cNvPr>
          <p:cNvCxnSpPr/>
          <p:nvPr/>
        </p:nvCxnSpPr>
        <p:spPr>
          <a:xfrm>
            <a:off x="5931408" y="6172199"/>
            <a:ext cx="0" cy="85953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725C16-359F-56C0-C41B-8018EA1D7B83}"/>
              </a:ext>
            </a:extLst>
          </p:cNvPr>
          <p:cNvCxnSpPr/>
          <p:nvPr/>
        </p:nvCxnSpPr>
        <p:spPr>
          <a:xfrm>
            <a:off x="8302752" y="6171631"/>
            <a:ext cx="0" cy="85953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D344CCC-AD82-D3BC-BB8F-DC6E1CE241E0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E05977C-376C-08CF-121F-4F20E29D8DF2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E05977C-376C-08CF-121F-4F20E29D8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79096C9-6687-46B1-739C-BE4CFE23B34E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79096C9-6687-46B1-739C-BE4CFE23B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1217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A4917-9DFD-570F-59C3-99A14E2B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ED6E72-173A-D2E6-A73B-C75D6357B9F9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15A6506-2C31-5575-E957-12AB3863F718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382280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239FBB-C0C8-A694-0DE3-77F28E310A05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239FBB-C0C8-A694-0DE3-77F28E310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CA1810D-75E3-8455-271C-0D0D363DA5B4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CA1810D-75E3-8455-271C-0D0D363DA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3C74F9-AB71-336D-28C9-7325A50F1535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3C74F9-AB71-336D-28C9-7325A50F1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4C50579-18CB-8F9F-E90E-E0DD357F6278}"/>
              </a:ext>
            </a:extLst>
          </p:cNvPr>
          <p:cNvGraphicFramePr>
            <a:graphicFrameLocks noGrp="1"/>
          </p:cNvGraphicFramePr>
          <p:nvPr/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7D76FC-E57D-DEAF-8D01-572A71722122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7D76FC-E57D-DEAF-8D01-572A71722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42AE001B-3C1E-EA53-E0E2-A73A6E7FCCB5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98E2FA-3D6A-DF33-3EF1-23CE11216202}"/>
              </a:ext>
            </a:extLst>
          </p:cNvPr>
          <p:cNvCxnSpPr/>
          <p:nvPr/>
        </p:nvCxnSpPr>
        <p:spPr>
          <a:xfrm>
            <a:off x="5931408" y="6172199"/>
            <a:ext cx="0" cy="85953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57D4C3-7DEB-4BBF-E3BE-61D5DAD3D65D}"/>
              </a:ext>
            </a:extLst>
          </p:cNvPr>
          <p:cNvCxnSpPr/>
          <p:nvPr/>
        </p:nvCxnSpPr>
        <p:spPr>
          <a:xfrm>
            <a:off x="8302752" y="6171631"/>
            <a:ext cx="0" cy="85953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219F5BF-BA49-AE15-E1FE-7EEF9D5D467B}"/>
              </a:ext>
            </a:extLst>
          </p:cNvPr>
          <p:cNvCxnSpPr>
            <a:cxnSpLocks/>
          </p:cNvCxnSpPr>
          <p:nvPr/>
        </p:nvCxnSpPr>
        <p:spPr>
          <a:xfrm rot="16200000">
            <a:off x="11052580" y="14433447"/>
            <a:ext cx="0" cy="3108960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05BE903-578B-5B31-9781-823BDA6B58A9}"/>
              </a:ext>
            </a:extLst>
          </p:cNvPr>
          <p:cNvGrpSpPr/>
          <p:nvPr/>
        </p:nvGrpSpPr>
        <p:grpSpPr>
          <a:xfrm>
            <a:off x="4736061" y="6271331"/>
            <a:ext cx="3435525" cy="1354218"/>
            <a:chOff x="4736061" y="6271331"/>
            <a:chExt cx="3435525" cy="1354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8A0EF93-7258-DE63-B6DF-D5A73DF16269}"/>
                    </a:ext>
                  </a:extLst>
                </p:cNvPr>
                <p:cNvSpPr txBox="1"/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8A0EF93-7258-DE63-B6DF-D5A73DF16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6061" y="6271332"/>
                  <a:ext cx="1035540" cy="13542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A90FEF8-9835-4FE3-7B9F-3CC75A722459}"/>
                    </a:ext>
                  </a:extLst>
                </p:cNvPr>
                <p:cNvSpPr txBox="1"/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A90FEF8-9835-4FE3-7B9F-3CC75A722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046" y="6271331"/>
                  <a:ext cx="1035540" cy="13542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2CD641-1EC1-A3EB-F6B5-A1B0CE08A81A}"/>
                  </a:ext>
                </a:extLst>
              </p:cNvPr>
              <p:cNvSpPr txBox="1"/>
              <p:nvPr/>
            </p:nvSpPr>
            <p:spPr>
              <a:xfrm>
                <a:off x="10470539" y="14586871"/>
                <a:ext cx="1072409" cy="1354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2CD641-1EC1-A3EB-F6B5-A1B0CE08A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539" y="14586871"/>
                <a:ext cx="1072409" cy="1354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517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6DE8-1EEC-CC02-2108-2DE34B62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18FFD08-3B05-06F6-0C41-3FBF04117EB6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63A3675-E39B-9ABB-2E0B-AE3781C7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478033"/>
              </p:ext>
            </p:extLst>
          </p:nvPr>
        </p:nvGraphicFramePr>
        <p:xfrm>
          <a:off x="4751288" y="3823879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D1F24-B1DE-C8C9-F11D-7F986ADD3E30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D1F24-B1DE-C8C9-F11D-7F986ADD3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F77C07-E2DF-366B-23FC-D49AF6E4EB12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F77C07-E2DF-366B-23FC-D49AF6E4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3BB627-2765-FB21-22FF-B2D7E1671904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3BB627-2765-FB21-22FF-B2D7E1671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8381D43-04F2-1954-BEFE-4DBCBDC23005}"/>
              </a:ext>
            </a:extLst>
          </p:cNvPr>
          <p:cNvGraphicFramePr>
            <a:graphicFrameLocks noGrp="1"/>
          </p:cNvGraphicFramePr>
          <p:nvPr/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335AF57-5ED6-F7D6-C473-417096E5D51A}"/>
              </a:ext>
            </a:extLst>
          </p:cNvPr>
          <p:cNvGraphicFramePr>
            <a:graphicFrameLocks noGrp="1"/>
          </p:cNvGraphicFramePr>
          <p:nvPr/>
        </p:nvGraphicFramePr>
        <p:xfrm>
          <a:off x="16060939" y="775356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529BB5-85CE-A50B-3E7E-BA24E9655E87}"/>
                  </a:ext>
                </a:extLst>
              </p:cNvPr>
              <p:cNvSpPr txBox="1"/>
              <p:nvPr/>
            </p:nvSpPr>
            <p:spPr>
              <a:xfrm>
                <a:off x="16733520" y="6575068"/>
                <a:ext cx="989464" cy="113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2529BB5-85CE-A50B-3E7E-BA24E9655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3520" y="6575068"/>
                <a:ext cx="989464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8785FA4-1777-F986-A04A-E666C7DAB907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8785FA4-1777-F986-A04A-E666C7DA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0229E2B-7DE6-01CD-46E6-9A9BE81BF69E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841013-4E2B-99C5-0FE7-6DF74CFF7ACE}"/>
              </a:ext>
            </a:extLst>
          </p:cNvPr>
          <p:cNvSpPr txBox="1"/>
          <p:nvPr/>
        </p:nvSpPr>
        <p:spPr>
          <a:xfrm>
            <a:off x="15896954" y="4480560"/>
            <a:ext cx="27013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</a:t>
            </a:r>
          </a:p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64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2538-630E-940E-B066-FC2B5E53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EE2E146-E2DE-DF3C-CD20-443E05D55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22117"/>
              </p:ext>
            </p:extLst>
          </p:nvPr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AA71859-789C-D5CC-D65A-3070DE341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050835"/>
              </p:ext>
            </p:extLst>
          </p:nvPr>
        </p:nvGraphicFramePr>
        <p:xfrm>
          <a:off x="4876796" y="3848092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D69A93-D7E8-85EF-9C44-486110EE5AAA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5D69A93-D7E8-85EF-9C44-486110EE5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332FE8-FFC2-4169-3411-3DCD56B96A4A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332FE8-FFC2-4169-3411-3DCD56B96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AE458F-D02D-A377-4E28-75D2095AC38F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AE458F-D02D-A377-4E28-75D2095AC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EF474F7-DF2D-5852-F59B-C153D6415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330230"/>
              </p:ext>
            </p:extLst>
          </p:nvPr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E62A098-8DA9-67E8-0014-E404EA31E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426529"/>
              </p:ext>
            </p:extLst>
          </p:nvPr>
        </p:nvGraphicFramePr>
        <p:xfrm>
          <a:off x="16060939" y="775356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C664E0-35BA-C757-EA2A-B1FF88FA8A34}"/>
                  </a:ext>
                </a:extLst>
              </p:cNvPr>
              <p:cNvSpPr txBox="1"/>
              <p:nvPr/>
            </p:nvSpPr>
            <p:spPr>
              <a:xfrm>
                <a:off x="16733520" y="6575068"/>
                <a:ext cx="989464" cy="113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C664E0-35BA-C757-EA2A-B1FF88FA8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3520" y="6575068"/>
                <a:ext cx="989464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1F7351-EE4E-2574-985D-BCFB5D92FCA3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1F7351-EE4E-2574-985D-BCFB5D92F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408DBB6-E77D-38EB-7BD7-9FEA8C698ECE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3E878-5E87-971E-A78B-CC17307D2FD1}"/>
              </a:ext>
            </a:extLst>
          </p:cNvPr>
          <p:cNvSpPr txBox="1"/>
          <p:nvPr/>
        </p:nvSpPr>
        <p:spPr>
          <a:xfrm>
            <a:off x="15896954" y="4480560"/>
            <a:ext cx="27013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</a:t>
            </a:r>
          </a:p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90E4EFF-9538-1EFA-3CC7-4E7F9A1A0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57495"/>
              </p:ext>
            </p:extLst>
          </p:nvPr>
        </p:nvGraphicFramePr>
        <p:xfrm>
          <a:off x="21516860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C28D6EF-EF2D-46A3-F97E-B32DC33ACD69}"/>
                  </a:ext>
                </a:extLst>
              </p:cNvPr>
              <p:cNvSpPr txBox="1"/>
              <p:nvPr/>
            </p:nvSpPr>
            <p:spPr>
              <a:xfrm>
                <a:off x="20739010" y="6460742"/>
                <a:ext cx="4819076" cy="1250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C28D6EF-EF2D-46A3-F97E-B32DC33AC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010" y="6460742"/>
                <a:ext cx="4819076" cy="12505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801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462F-926B-C446-42FA-84E87939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26C60F5-DA85-75B4-7BAB-2E123DD631DD}"/>
              </a:ext>
            </a:extLst>
          </p:cNvPr>
          <p:cNvGraphicFramePr>
            <a:graphicFrameLocks noGrp="1"/>
          </p:cNvGraphicFramePr>
          <p:nvPr/>
        </p:nvGraphicFramePr>
        <p:xfrm>
          <a:off x="4751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38FE87E-BD2C-A777-94EF-F69DB81DFA9C}"/>
              </a:ext>
            </a:extLst>
          </p:cNvPr>
          <p:cNvGraphicFramePr>
            <a:graphicFrameLocks noGrp="1"/>
          </p:cNvGraphicFramePr>
          <p:nvPr/>
        </p:nvGraphicFramePr>
        <p:xfrm>
          <a:off x="4876796" y="3848092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C6D30E-30A7-C954-3A50-09B4EA80B5FD}"/>
                  </a:ext>
                </a:extLst>
              </p:cNvPr>
              <p:cNvSpPr txBox="1"/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C6D30E-30A7-C954-3A50-09B4EA80B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965" y="2499362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1B2FDCB-62A3-D8E3-75CE-6C1874668E59}"/>
                  </a:ext>
                </a:extLst>
              </p:cNvPr>
              <p:cNvSpPr txBox="1"/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1B2FDCB-62A3-D8E3-75CE-6C1874668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680" y="2499362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A7B23A-954E-83E2-0DC8-3B87EDBE1D17}"/>
                  </a:ext>
                </a:extLst>
              </p:cNvPr>
              <p:cNvSpPr txBox="1"/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A7B23A-954E-83E2-0DC8-3B87EDBE1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79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4871819-6C9D-A8E9-0783-A456767BC2CF}"/>
              </a:ext>
            </a:extLst>
          </p:cNvPr>
          <p:cNvGraphicFramePr>
            <a:graphicFrameLocks noGrp="1"/>
          </p:cNvGraphicFramePr>
          <p:nvPr/>
        </p:nvGraphicFramePr>
        <p:xfrm>
          <a:off x="12616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2D4711D-B364-EE72-2BB7-2389F1577C50}"/>
              </a:ext>
            </a:extLst>
          </p:cNvPr>
          <p:cNvGraphicFramePr>
            <a:graphicFrameLocks noGrp="1"/>
          </p:cNvGraphicFramePr>
          <p:nvPr/>
        </p:nvGraphicFramePr>
        <p:xfrm>
          <a:off x="16060939" y="775356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0E53B9-282C-AC6B-848C-4D7F2CE3DF8B}"/>
                  </a:ext>
                </a:extLst>
              </p:cNvPr>
              <p:cNvSpPr txBox="1"/>
              <p:nvPr/>
            </p:nvSpPr>
            <p:spPr>
              <a:xfrm>
                <a:off x="16733520" y="6575068"/>
                <a:ext cx="989464" cy="113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0E53B9-282C-AC6B-848C-4D7F2CE3D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3520" y="6575068"/>
                <a:ext cx="989464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3310DD-6076-F920-AE04-143962EB48A1}"/>
                  </a:ext>
                </a:extLst>
              </p:cNvPr>
              <p:cNvSpPr txBox="1"/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3310DD-6076-F920-AE04-143962EB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9259" y="6575068"/>
                <a:ext cx="2816220" cy="1136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8AB58848-71F1-DCEF-C483-FE146E046F27}"/>
              </a:ext>
            </a:extLst>
          </p:cNvPr>
          <p:cNvSpPr txBox="1"/>
          <p:nvPr/>
        </p:nvSpPr>
        <p:spPr>
          <a:xfrm>
            <a:off x="11940087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A9478A-457C-3F15-B6CC-EC64847CB7FC}"/>
              </a:ext>
            </a:extLst>
          </p:cNvPr>
          <p:cNvSpPr txBox="1"/>
          <p:nvPr/>
        </p:nvSpPr>
        <p:spPr>
          <a:xfrm>
            <a:off x="15896954" y="4480560"/>
            <a:ext cx="27013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</a:t>
            </a:r>
          </a:p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BC648F6-0EB7-60AF-EFEE-43ACBB479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050513"/>
              </p:ext>
            </p:extLst>
          </p:nvPr>
        </p:nvGraphicFramePr>
        <p:xfrm>
          <a:off x="28313900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133956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184900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133225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CA20D17-6BEC-FA42-F404-D8C1D5A77FBB}"/>
                  </a:ext>
                </a:extLst>
              </p:cNvPr>
              <p:cNvSpPr txBox="1"/>
              <p:nvPr/>
            </p:nvSpPr>
            <p:spPr>
              <a:xfrm>
                <a:off x="26285621" y="6443094"/>
                <a:ext cx="6429965" cy="1291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7200" b="1" dirty="0"/>
                            <m:t> 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CA20D17-6BEC-FA42-F404-D8C1D5A77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5621" y="6443094"/>
                <a:ext cx="6429965" cy="12916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A800CB-5FA7-E99B-8949-3ED26CF83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691415"/>
              </p:ext>
            </p:extLst>
          </p:nvPr>
        </p:nvGraphicFramePr>
        <p:xfrm>
          <a:off x="21516860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8F719A-488C-2A15-C479-0B116EDDBBB3}"/>
                  </a:ext>
                </a:extLst>
              </p:cNvPr>
              <p:cNvSpPr txBox="1"/>
              <p:nvPr/>
            </p:nvSpPr>
            <p:spPr>
              <a:xfrm>
                <a:off x="20739010" y="6460742"/>
                <a:ext cx="4819076" cy="1250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8F719A-488C-2A15-C479-0B116EDDB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010" y="6460742"/>
                <a:ext cx="4819076" cy="12505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03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4AFA-C0E9-5770-6DD7-E02D40FF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81A743-E479-2AAE-02B1-8065415BA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489583"/>
              </p:ext>
            </p:extLst>
          </p:nvPr>
        </p:nvGraphicFramePr>
        <p:xfrm>
          <a:off x="2465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C7F641-AC18-850C-9EC3-F88A8418A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982182"/>
              </p:ext>
            </p:extLst>
          </p:nvPr>
        </p:nvGraphicFramePr>
        <p:xfrm>
          <a:off x="2590796" y="384809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628393-04E1-C563-D0C7-820A2CC2CB5B}"/>
                  </a:ext>
                </a:extLst>
              </p:cNvPr>
              <p:cNvSpPr txBox="1"/>
              <p:nvPr/>
            </p:nvSpPr>
            <p:spPr>
              <a:xfrm>
                <a:off x="5680965" y="2499361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628393-04E1-C563-D0C7-820A2CC2C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965" y="2499361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85476D-CD8D-8780-E12F-575C722D51CA}"/>
                  </a:ext>
                </a:extLst>
              </p:cNvPr>
              <p:cNvSpPr txBox="1"/>
              <p:nvPr/>
            </p:nvSpPr>
            <p:spPr>
              <a:xfrm>
                <a:off x="3281680" y="2499361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85476D-CD8D-8780-E12F-575C722D5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80" y="2499361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9CC691-D018-6EBB-A046-6285D9D979EF}"/>
                  </a:ext>
                </a:extLst>
              </p:cNvPr>
              <p:cNvSpPr txBox="1"/>
              <p:nvPr/>
            </p:nvSpPr>
            <p:spPr>
              <a:xfrm>
                <a:off x="3060678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9CC691-D018-6EBB-A046-6285D9D97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8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1F333C-8CEF-B36C-5CA2-E86D8A350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67865"/>
              </p:ext>
            </p:extLst>
          </p:nvPr>
        </p:nvGraphicFramePr>
        <p:xfrm>
          <a:off x="10330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92D4B0A-D7D1-0A00-AC6D-C45F1E636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290622"/>
              </p:ext>
            </p:extLst>
          </p:nvPr>
        </p:nvGraphicFramePr>
        <p:xfrm>
          <a:off x="13774939" y="775356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AB6A1E-ADBD-B958-FF75-C90CEEA55E09}"/>
                  </a:ext>
                </a:extLst>
              </p:cNvPr>
              <p:cNvSpPr txBox="1"/>
              <p:nvPr/>
            </p:nvSpPr>
            <p:spPr>
              <a:xfrm>
                <a:off x="14447520" y="6575067"/>
                <a:ext cx="989464" cy="113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AB6A1E-ADBD-B958-FF75-C90CEEA55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520" y="6575067"/>
                <a:ext cx="989464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DE6B55-7D00-A881-723A-175AA522B5D7}"/>
                  </a:ext>
                </a:extLst>
              </p:cNvPr>
              <p:cNvSpPr txBox="1"/>
              <p:nvPr/>
            </p:nvSpPr>
            <p:spPr>
              <a:xfrm>
                <a:off x="10083259" y="6575067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DE6B55-7D00-A881-723A-175AA522B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259" y="6575067"/>
                <a:ext cx="2816220" cy="1136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165E49E-7D2D-A9A8-ACBE-916BCD1FD666}"/>
              </a:ext>
            </a:extLst>
          </p:cNvPr>
          <p:cNvSpPr txBox="1"/>
          <p:nvPr/>
        </p:nvSpPr>
        <p:spPr>
          <a:xfrm>
            <a:off x="9654086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07CB66-CE45-5250-E50F-27A150EECE59}"/>
              </a:ext>
            </a:extLst>
          </p:cNvPr>
          <p:cNvSpPr txBox="1"/>
          <p:nvPr/>
        </p:nvSpPr>
        <p:spPr>
          <a:xfrm>
            <a:off x="13610953" y="4480560"/>
            <a:ext cx="27013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</a:t>
            </a:r>
          </a:p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640198-51B7-E5C4-F93A-4E0841F4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501506"/>
              </p:ext>
            </p:extLst>
          </p:nvPr>
        </p:nvGraphicFramePr>
        <p:xfrm>
          <a:off x="26027899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133956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184900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133225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8390B-6024-FECA-78F0-5C47EBE83F55}"/>
                  </a:ext>
                </a:extLst>
              </p:cNvPr>
              <p:cNvSpPr txBox="1"/>
              <p:nvPr/>
            </p:nvSpPr>
            <p:spPr>
              <a:xfrm>
                <a:off x="24426340" y="6443094"/>
                <a:ext cx="6429965" cy="1291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7200" b="1" dirty="0"/>
                            <m:t> 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8390B-6024-FECA-78F0-5C47EBE83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340" y="6443094"/>
                <a:ext cx="6429965" cy="12916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4B2C6C5-9044-A6A5-26EB-5EDC2F0AC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206062"/>
              </p:ext>
            </p:extLst>
          </p:nvPr>
        </p:nvGraphicFramePr>
        <p:xfrm>
          <a:off x="19230859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3F1868-DBD1-4D55-614B-B4B2217F0007}"/>
                  </a:ext>
                </a:extLst>
              </p:cNvPr>
              <p:cNvSpPr txBox="1"/>
              <p:nvPr/>
            </p:nvSpPr>
            <p:spPr>
              <a:xfrm>
                <a:off x="18453010" y="6460741"/>
                <a:ext cx="4819076" cy="1250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3F1868-DBD1-4D55-614B-B4B2217F0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010" y="6460741"/>
                <a:ext cx="4819076" cy="12505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7B816B0-0D1C-4AE5-1DDC-337E7E27A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75901"/>
              </p:ext>
            </p:extLst>
          </p:nvPr>
        </p:nvGraphicFramePr>
        <p:xfrm>
          <a:off x="34113176" y="10062875"/>
          <a:ext cx="3263381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724400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76,510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168A6-2BE9-19A4-E7C1-E205080D7C6C}"/>
                  </a:ext>
                </a:extLst>
              </p:cNvPr>
              <p:cNvSpPr txBox="1"/>
              <p:nvPr/>
            </p:nvSpPr>
            <p:spPr>
              <a:xfrm>
                <a:off x="31166260" y="5542389"/>
                <a:ext cx="9768380" cy="31393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7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7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72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7200" b="1" dirty="0"/>
                                <m:t> </m:t>
                              </m:r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2E168A6-2BE9-19A4-E7C1-E205080D7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6260" y="5542389"/>
                <a:ext cx="9768380" cy="31393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C9589F-FD6C-D278-BA13-F241BE736E92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9291280" y="8930640"/>
            <a:ext cx="4821896" cy="349443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94A56B-743A-D239-2F92-3E35BF52CAE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9291280" y="11292840"/>
            <a:ext cx="4821896" cy="113223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B8638E0-5C4B-647A-1220-B0593BF92D14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9291280" y="12425075"/>
            <a:ext cx="4821896" cy="1178573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62A5A33-CFD3-2B0C-D0F8-3CD03FC90861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9291280" y="12425075"/>
            <a:ext cx="4821896" cy="359216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523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B0C4-7688-3A53-F196-01719D29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62157-BA56-8F33-6AEC-A3A88BEA126E}"/>
              </a:ext>
            </a:extLst>
          </p:cNvPr>
          <p:cNvGraphicFramePr>
            <a:graphicFrameLocks noGrp="1"/>
          </p:cNvGraphicFramePr>
          <p:nvPr/>
        </p:nvGraphicFramePr>
        <p:xfrm>
          <a:off x="2465288" y="7723085"/>
          <a:ext cx="4746812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9C2DFD-DADA-3EA4-02F2-EDC6C5786837}"/>
              </a:ext>
            </a:extLst>
          </p:cNvPr>
          <p:cNvGraphicFramePr>
            <a:graphicFrameLocks noGrp="1"/>
          </p:cNvGraphicFramePr>
          <p:nvPr/>
        </p:nvGraphicFramePr>
        <p:xfrm>
          <a:off x="2590796" y="3848091"/>
          <a:ext cx="4746812" cy="2350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315264681"/>
                    </a:ext>
                  </a:extLst>
                </a:gridCol>
                <a:gridCol w="2373406">
                  <a:extLst>
                    <a:ext uri="{9D8B030D-6E8A-4147-A177-3AD203B41FA5}">
                      <a16:colId xmlns:a16="http://schemas.microsoft.com/office/drawing/2014/main" val="2311210403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600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7778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54A6D3-F67D-1096-AAC5-C99BB73B8E83}"/>
                  </a:ext>
                </a:extLst>
              </p:cNvPr>
              <p:cNvSpPr txBox="1"/>
              <p:nvPr/>
            </p:nvSpPr>
            <p:spPr>
              <a:xfrm>
                <a:off x="5680965" y="2499361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54A6D3-F67D-1096-AAC5-C99BB73B8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965" y="2499361"/>
                <a:ext cx="1055078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453198-F06D-8E68-7EC5-79ADC9B1625B}"/>
                  </a:ext>
                </a:extLst>
              </p:cNvPr>
              <p:cNvSpPr txBox="1"/>
              <p:nvPr/>
            </p:nvSpPr>
            <p:spPr>
              <a:xfrm>
                <a:off x="3281680" y="2499361"/>
                <a:ext cx="1055078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8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3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453198-F06D-8E68-7EC5-79ADC9B16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680" y="2499361"/>
                <a:ext cx="1055078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B43BCF-AD0F-918A-C314-91559ABA8CD2}"/>
                  </a:ext>
                </a:extLst>
              </p:cNvPr>
              <p:cNvSpPr txBox="1"/>
              <p:nvPr/>
            </p:nvSpPr>
            <p:spPr>
              <a:xfrm>
                <a:off x="3060678" y="514168"/>
                <a:ext cx="9470093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96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9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9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B43BCF-AD0F-918A-C314-91559ABA8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678" y="514168"/>
                <a:ext cx="9470093" cy="1477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207468E-B2BD-B54B-454D-74C642A608E7}"/>
              </a:ext>
            </a:extLst>
          </p:cNvPr>
          <p:cNvGraphicFramePr>
            <a:graphicFrameLocks noGrp="1"/>
          </p:cNvGraphicFramePr>
          <p:nvPr/>
        </p:nvGraphicFramePr>
        <p:xfrm>
          <a:off x="10330699" y="772308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578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FFF1DC-1C53-6AA7-CAC7-FD261BA71076}"/>
              </a:ext>
            </a:extLst>
          </p:cNvPr>
          <p:cNvGraphicFramePr>
            <a:graphicFrameLocks noGrp="1"/>
          </p:cNvGraphicFramePr>
          <p:nvPr/>
        </p:nvGraphicFramePr>
        <p:xfrm>
          <a:off x="13774939" y="7753565"/>
          <a:ext cx="2373406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406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66DCA-D797-96B7-6D73-1450E5EE7ADB}"/>
                  </a:ext>
                </a:extLst>
              </p:cNvPr>
              <p:cNvSpPr txBox="1"/>
              <p:nvPr/>
            </p:nvSpPr>
            <p:spPr>
              <a:xfrm>
                <a:off x="14447520" y="6575067"/>
                <a:ext cx="989464" cy="1136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666DCA-D797-96B7-6D73-1450E5EE7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7520" y="6575067"/>
                <a:ext cx="989464" cy="1136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6C7096-9DAB-2806-AAE4-47F81E694CAD}"/>
                  </a:ext>
                </a:extLst>
              </p:cNvPr>
              <p:cNvSpPr txBox="1"/>
              <p:nvPr/>
            </p:nvSpPr>
            <p:spPr>
              <a:xfrm>
                <a:off x="10083259" y="6575067"/>
                <a:ext cx="2816220" cy="1136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sz="7200" b="1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sz="72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6C7096-9DAB-2806-AAE4-47F81E694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259" y="6575067"/>
                <a:ext cx="2816220" cy="1136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9D32F69-E4DE-D445-2BD8-EF36347B1D54}"/>
              </a:ext>
            </a:extLst>
          </p:cNvPr>
          <p:cNvSpPr txBox="1"/>
          <p:nvPr/>
        </p:nvSpPr>
        <p:spPr>
          <a:xfrm>
            <a:off x="9654086" y="4480560"/>
            <a:ext cx="368562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</a:p>
          <a:p>
            <a:pPr algn="ctr"/>
            <a:r>
              <a:rPr lang="en-US" sz="66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C8C05-44F9-9CF4-4E1D-9E53F964180A}"/>
              </a:ext>
            </a:extLst>
          </p:cNvPr>
          <p:cNvSpPr txBox="1"/>
          <p:nvPr/>
        </p:nvSpPr>
        <p:spPr>
          <a:xfrm>
            <a:off x="13610953" y="4480560"/>
            <a:ext cx="270138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</a:t>
            </a:r>
          </a:p>
          <a:p>
            <a:pPr algn="ctr"/>
            <a:r>
              <a:rPr lang="en-US" sz="6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12F5573-B8F1-5D0D-2FA4-1BF470354870}"/>
              </a:ext>
            </a:extLst>
          </p:cNvPr>
          <p:cNvGraphicFramePr>
            <a:graphicFrameLocks noGrp="1"/>
          </p:cNvGraphicFramePr>
          <p:nvPr/>
        </p:nvGraphicFramePr>
        <p:xfrm>
          <a:off x="26027899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133956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184900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133225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160000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C876B4-2FF2-79B3-3FF5-DFFA72DF1D01}"/>
                  </a:ext>
                </a:extLst>
              </p:cNvPr>
              <p:cNvSpPr txBox="1"/>
              <p:nvPr/>
            </p:nvSpPr>
            <p:spPr>
              <a:xfrm>
                <a:off x="24426340" y="6443094"/>
                <a:ext cx="6429965" cy="1291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e>
                                <m:sub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7200" b="1" dirty="0"/>
                            <m:t> 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C876B4-2FF2-79B3-3FF5-DFFA72DF1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340" y="6443094"/>
                <a:ext cx="6429965" cy="12916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0411DAE-A97C-62A0-7B1C-16C5D788E69B}"/>
              </a:ext>
            </a:extLst>
          </p:cNvPr>
          <p:cNvGraphicFramePr>
            <a:graphicFrameLocks noGrp="1"/>
          </p:cNvGraphicFramePr>
          <p:nvPr/>
        </p:nvGraphicFramePr>
        <p:xfrm>
          <a:off x="19230859" y="7753565"/>
          <a:ext cx="3263381" cy="940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2350995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109FBA-0E50-17B7-420F-583CD5A112E3}"/>
                  </a:ext>
                </a:extLst>
              </p:cNvPr>
              <p:cNvSpPr txBox="1"/>
              <p:nvPr/>
            </p:nvSpPr>
            <p:spPr>
              <a:xfrm>
                <a:off x="18453010" y="6460741"/>
                <a:ext cx="4819076" cy="1250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109FBA-0E50-17B7-420F-583CD5A11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010" y="6460741"/>
                <a:ext cx="4819076" cy="12505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E60D77C-4A65-4F08-C1C5-E2F4692455EE}"/>
              </a:ext>
            </a:extLst>
          </p:cNvPr>
          <p:cNvGraphicFramePr>
            <a:graphicFrameLocks noGrp="1"/>
          </p:cNvGraphicFramePr>
          <p:nvPr/>
        </p:nvGraphicFramePr>
        <p:xfrm>
          <a:off x="34113176" y="10062875"/>
          <a:ext cx="3263381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381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</a:tblGrid>
              <a:tr h="4724400">
                <a:tc>
                  <a:txBody>
                    <a:bodyPr/>
                    <a:lstStyle/>
                    <a:p>
                      <a:pPr algn="ctr"/>
                      <a:r>
                        <a:rPr lang="en-US" sz="6600" b="1" dirty="0">
                          <a:solidFill>
                            <a:schemeClr val="tx1"/>
                          </a:solidFill>
                        </a:rPr>
                        <a:t>76,510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84BA77-EABC-D779-913E-C9B28498F333}"/>
                  </a:ext>
                </a:extLst>
              </p:cNvPr>
              <p:cNvSpPr txBox="1"/>
              <p:nvPr/>
            </p:nvSpPr>
            <p:spPr>
              <a:xfrm>
                <a:off x="31166260" y="5542389"/>
                <a:ext cx="9768380" cy="31393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7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7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72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  <m:e>
                          <m:sSup>
                            <m:sSupPr>
                              <m:ctrlPr>
                                <a:rPr lang="en-US" sz="7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7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7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7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72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72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sz="72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7200" b="1" dirty="0"/>
                                <m:t> </m:t>
                              </m:r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7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72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84BA77-EABC-D779-913E-C9B28498F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6260" y="5542389"/>
                <a:ext cx="9768380" cy="31393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510EEC-4BA5-B939-0E65-DB895B572EF6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9291280" y="8930640"/>
            <a:ext cx="4821896" cy="349443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B406FE-DECA-A3BA-EC52-F005939FC609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9291280" y="11292840"/>
            <a:ext cx="4821896" cy="113223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F6E94B-C5A3-C8AB-6D65-67095CD74784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9291280" y="12425075"/>
            <a:ext cx="4821896" cy="1178573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218F87-213F-3DCA-1E10-1214B92FB39E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9291280" y="12425075"/>
            <a:ext cx="4821896" cy="3592165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006612C-503B-965E-9064-46D02D374385}"/>
              </a:ext>
            </a:extLst>
          </p:cNvPr>
          <p:cNvSpPr/>
          <p:nvPr/>
        </p:nvSpPr>
        <p:spPr>
          <a:xfrm>
            <a:off x="17678400" y="4480560"/>
            <a:ext cx="23256240" cy="1267698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465F8-4383-E08A-33DA-7F19CA8228C1}"/>
              </a:ext>
            </a:extLst>
          </p:cNvPr>
          <p:cNvSpPr txBox="1"/>
          <p:nvPr/>
        </p:nvSpPr>
        <p:spPr>
          <a:xfrm>
            <a:off x="25453385" y="4469590"/>
            <a:ext cx="77062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</a:t>
            </a:r>
            <a:endParaRPr 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40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1174</TotalTime>
  <Words>563</Words>
  <Application>Microsoft Office PowerPoint</Application>
  <PresentationFormat>Custom</PresentationFormat>
  <Paragraphs>392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14</cp:revision>
  <dcterms:created xsi:type="dcterms:W3CDTF">2025-02-01T09:18:47Z</dcterms:created>
  <dcterms:modified xsi:type="dcterms:W3CDTF">2025-09-05T04:21:45Z</dcterms:modified>
</cp:coreProperties>
</file>