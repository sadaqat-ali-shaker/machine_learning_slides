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321" r:id="rId14"/>
    <p:sldId id="269" r:id="rId15"/>
    <p:sldId id="270" r:id="rId16"/>
    <p:sldId id="271" r:id="rId17"/>
    <p:sldId id="274" r:id="rId18"/>
    <p:sldId id="273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2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3" r:id="rId40"/>
    <p:sldId id="296" r:id="rId41"/>
    <p:sldId id="297" r:id="rId42"/>
    <p:sldId id="295" r:id="rId43"/>
    <p:sldId id="298" r:id="rId44"/>
    <p:sldId id="300" r:id="rId45"/>
    <p:sldId id="299" r:id="rId46"/>
    <p:sldId id="302" r:id="rId47"/>
    <p:sldId id="301" r:id="rId48"/>
    <p:sldId id="304" r:id="rId49"/>
    <p:sldId id="305" r:id="rId50"/>
    <p:sldId id="306" r:id="rId51"/>
    <p:sldId id="307" r:id="rId52"/>
    <p:sldId id="303" r:id="rId53"/>
    <p:sldId id="309" r:id="rId54"/>
    <p:sldId id="308" r:id="rId55"/>
    <p:sldId id="312" r:id="rId56"/>
    <p:sldId id="313" r:id="rId57"/>
    <p:sldId id="314" r:id="rId58"/>
    <p:sldId id="315" r:id="rId59"/>
    <p:sldId id="316" r:id="rId60"/>
    <p:sldId id="317" r:id="rId61"/>
    <p:sldId id="319" r:id="rId62"/>
    <p:sldId id="320" r:id="rId63"/>
    <p:sldId id="322" r:id="rId64"/>
    <p:sldId id="323" r:id="rId65"/>
    <p:sldId id="326" r:id="rId66"/>
    <p:sldId id="325" r:id="rId67"/>
    <p:sldId id="327" r:id="rId68"/>
    <p:sldId id="328" r:id="rId69"/>
    <p:sldId id="329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9" r:id="rId78"/>
    <p:sldId id="340" r:id="rId79"/>
    <p:sldId id="338" r:id="rId80"/>
    <p:sldId id="341" r:id="rId81"/>
    <p:sldId id="342" r:id="rId82"/>
    <p:sldId id="343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4:23.6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3622 6824 24575,'-146'-1'-6441,"1"-1"3380,-525-29 5023,309-13-1206,63-6 1415,-189-45 2442,304 48-4613,-87-25 0,219 53 0,-82-43 0,56 24 0,23 14 0,1-2 0,2-2 0,1-3 0,1-2 0,2-2 0,-75-71 0,50 38 0,-26-28 0,89 85 0,0 1 0,1-1 0,1-1 0,0 1 0,0-1 0,1-1 0,-8-23 0,-79-315 0,77 275 0,4-1 0,-5-129 0,20-272 0,1 402 0,17-100 0,1-8 0,-17 138 0,2 0 0,2 0 0,21-63 0,59-130 0,-45 128 0,49-99 0,-19 44 0,-60 138 0,0 1 0,2 1 0,28-36 0,-22 30 0,26-44 0,-30 48 0,1 2 0,1 0 0,1 1 0,1 1 0,1 0 0,52-38 0,10-12 0,90-111 0,-114 130 0,-36 33 0,-1-1 0,36-43 0,-34 36 0,2 1 0,0 1 0,2 2 0,50-35 0,40-34 0,-48 36 0,104-68 0,44-34 0,-138 99 0,2 3 0,138-72 0,-10 7 0,1-15 0,-185 123 0,42-19 0,20-12 0,250-122 0,-220 115 0,124-76 0,-23 14 0,-58 35 0,-100 46 0,66-49 0,-103 67 0,2 1 0,0 1 0,43-16 0,22-11 0,166-81 0,-102 44 0,-156 79 0,1-1 0,0 0 0,-1 0 0,1 0 0,0 0 0,-1 0 0,1 0 0,-1-1 0,0 1 0,1 0 0,-1-1 0,0 1 0,0-1 0,0 1 0,2-3 0,-4 3 0,1 0 0,0 1 0,0-1 0,0 1 0,0-1 0,0 0 0,-1 1 0,1-1 0,0 1 0,0-1 0,-1 1 0,1-1 0,0 1 0,-1-1 0,1 1 0,0-1 0,-1 1 0,1 0 0,-1-1 0,1 1 0,-1 0 0,1-1 0,-1 1 0,1 0 0,-1-1 0,1 1 0,-1 0 0,0 0 0,1 0 0,-1 0 0,-10-3 0,1 1 0,0 0 0,-1 1 0,-11-1 0,-294-28 0,168 13 0,214 30 0,116 18 0,-113-27 0,-35-3 0,0 2 0,0 1 0,0 1 0,39 12 0,-72-17 0,1 1 0,0-1 0,0 1 0,-1-1 0,1 1 0,0-1 0,-1 1 0,1 0 0,-1 0 0,1 0 0,-1 0 0,1 0 0,-1 0 0,1 0 0,-1 1 0,0-1 0,0 0 0,0 1 0,0-1 0,0 1 0,0-1 0,0 1 0,0 0 0,-1-1 0,1 1 0,0 0 0,-1 0 0,0-1 0,1 1 0,-1 0 0,0 0 0,0-1 0,0 1 0,0 0 0,0 0 0,0 0 0,-1-1 0,1 1 0,0 0 0,-2 2 0,-3 5 0,0 1 0,-1-1 0,0 0 0,0-1 0,-14 15 0,-9 13 0,-12 22 0,34-50 0,0 1 0,0-1 0,1 1 0,1 1 0,-1-1 0,1 1 0,1-1 0,-5 14 0,6-13-114,0 0 1,-1 0-1,0-1 0,-1 0 0,0 0 1,0 0-1,-1 0 0,0-1 0,-1 0 1,1 0-1,-14 11 0,-4 5-6712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4:25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62 24575,'0'-2'0,"0"0"0,0 0 0,0 0 0,0-1 0,1 1 0,-1 0 0,1 0 0,0 0 0,0 0 0,-1 0 0,1 0 0,0 0 0,1 1 0,-1-1 0,0 0 0,0 0 0,1 1 0,-1-1 0,1 1 0,2-2 0,-1 0 0,1 1 0,0 0 0,0 0 0,1 0 0,-1 0 0,0 1 0,1 0 0,-1 0 0,6-1 0,3 1 0,1 0 0,0 1 0,-1 0 0,1 1 0,20 4 0,-28-4 0,0 0 0,1 1 0,-1 0 0,0 0 0,-1 0 0,1 1 0,0 0 0,-1 0 0,1 0 0,-1 1 0,0-1 0,0 1 0,0 0 0,-1 1 0,0-1 0,7 9 0,-7-5 0,-1-1 0,1 1 0,-1 0 0,-1 0 0,1 0 0,-2 0 0,1 0 0,-1 1 0,0-1 0,-1 0 0,1 1 0,-2 8 0,0 2 0,2-8 0,-1 1 0,0-1 0,-1 0 0,-1 1 0,1-1 0,-2 0 0,1 0 0,-2 0 0,1-1 0,-1 1 0,-1-1 0,-10 16 0,12-22 0,0 0 0,0 0 0,1 0 0,-1 1 0,1-1 0,0 1 0,0-1 0,0 1 0,-1 7 0,3-9 0,0-1 0,0 1 0,0-1 0,1 0 0,-1 1 0,1-1 0,-1 0 0,1 1 0,0-1 0,0 0 0,0 0 0,0 1 0,1-1 0,-1 0 0,0 0 0,1-1 0,0 1 0,-1 0 0,1 0 0,0-1 0,2 2 0,5 5-273,1-1 0,0 0 0,0 0 0,18 7 0,7 1-6553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4:27.3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12 24575,'0'-9'0,"0"6"0,0 8 0,0 8 0,0-4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4:28.3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1 130 24575,'0'-5'0,"13"-5"0,4-10 0,13-2 0,1-1 0,8 3 0,7 6 0,8 4 0,-5 4-8191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4:29.2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1 117 24575,'0'-4'0,"0"-6"0,13-2 0,4-2 0,0-9 0,5 1 0,13 4 0,-1 4-8191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4:31.5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90 24575,'1'-2'0,"-1"0"0,1 0 0,0 0 0,0 0 0,0 0 0,0 0 0,0 0 0,0 1 0,1-1 0,-1 0 0,0 1 0,1-1 0,-1 1 0,1-1 0,3-1 0,31-21 0,-27 18 0,1 1 0,1 1 0,-1 0 0,1 0 0,-1 1 0,1 0 0,0 1 0,0 0 0,0 1 0,0 0 0,0 0 0,1 2 0,-1-1 0,0 1 0,0 1 0,0 0 0,0 1 0,0 0 0,-1 0 0,1 1 0,-1 0 0,0 1 0,0 1 0,-1-1 0,1 1 0,-1 1 0,0 0 0,-1 0 0,0 1 0,0 0 0,-1 0 0,0 1 0,0 0 0,10 18 0,-12-17 0,6 9 0,0 0 0,-2 1 0,0 1 0,-2-1 0,0 1 0,-1 1 0,5 40 0,-9-51 0,-1 1 0,-1-1 0,0 1 0,0-1 0,-1 1 0,-1-1 0,0 0 0,0 1 0,-1-1 0,-1 0 0,0 0 0,0-1 0,-1 1 0,0-1 0,-1 0 0,0 0 0,-14 16 0,-15 17 0,-33 57 0,28-40 0,33-51 0,-1 0 0,0-1 0,-1 0 0,0 0 0,0-1 0,-13 8 0,-1 1 0,22-15 0,1-1 0,-1 0 0,1 0 0,-1 0 0,1 1 0,-1-1 0,1 0 0,-1 1 0,1-1 0,-1 0 0,1 1 0,-1-1 0,1 1 0,0-1 0,-1 1 0,1-1 0,0 1 0,-1-1 0,1 1 0,0-1 0,-1 1 0,1-1 0,0 1 0,0-1 0,0 1 0,0 0 0,0-1 0,0 2 0,16-2 0,31-13 0,266-89 0,-79 28 0,-180 57-1365,-8 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5:20.3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1238 24575,'21'2'0,"0"1"0,-1 0 0,1 2 0,-1 1 0,0 0 0,35 17 0,12 4 0,71 18 0,134 51 0,-191-65 0,123 28 0,14 4 0,-127-36 0,158 26 0,26 6 0,374 77 0,-478-106 0,333 39 0,-270-40 0,76 20 0,149 16 0,411-2 0,-646-40 0,132 6 0,-60-17 0,43 1 0,115 0 0,52 1 0,2363-15 0,-2442-14 0,-148 3 0,303-32 0,493-36 0,-429 42 0,-118-25 0,80 11 0,-591 51 0,413-34 0,-287 18 0,44-8 0,411-75 0,-463 78 0,72-15 0,382-64 0,-474 82 0,130-39 0,-21 3 0,168-39 0,-98 22 0,224-68 0,-250 62 0,-33 7 0,-170 51 0,110-51 0,-11 4 0,171-68 0,-271 108 0,-16 4 0,59-38 0,-26 13 0,76-56 0,-16 9 0,-112 79 0,4-3 0,-2 0 0,59-48 0,-30 5 0,-46 46 0,0 0 0,1 1 0,0 1 0,34-23 0,-41 32 0,-1 0 0,1 0 0,-1-1 0,-1 1 0,1-2 0,7-7 0,-13 13 0,0 0 0,0 0 0,-1-1 0,1 1 0,0 0 0,0 0 0,-1 0 0,1-1 0,0 1 0,-1 0 0,1-1 0,-1 1 0,0-1 0,1 1 0,-1 0 0,0-1 0,0 1 0,0-1 0,0 1 0,0-1 0,0 1 0,-1-1 0,1 1 0,0 0 0,-1-1 0,1 1 0,-1 0 0,1-1 0,-1 1 0,0 0 0,1-1 0,-1 1 0,0 0 0,0 0 0,0 0 0,0 0 0,0 0 0,0 0 0,0 0 0,0 0 0,-1 0 0,1 1 0,0-1 0,0 0 0,-1 1 0,-2-1 0,-15-6 0,0 2 0,-1 1 0,0 0 0,-26 0 0,129 4-37,-37-1-405,-1 2-1,58 9 0,-55 3-6383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5:28.4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225 1 24575,'-14'0'0,"-3"4"0,0 7 0,4 5 0,-10-1 0,0 7 0,3 4 0,6 1 0,4 1 0,5 0 0,2 4 0,3 1 0,-13-6 0,-12-6 0,-2-8-8191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5:32.5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40 24575,'8'0'0,"17"5"0,4-4 0,-4-5 0,-5-12 0,-20-2 0,-9 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5:31.1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465 1 24575,'5'0'0,"0"1"0,0 0 0,0 1 0,-1-1 0,1 1 0,0 0 0,-1 0 0,1 0 0,-1 0 0,0 1 0,0 0 0,0 0 0,0 0 0,0 0 0,-1 1 0,1-1 0,-1 1 0,0 0 0,0 0 0,0 0 0,-1 1 0,0-1 0,4 9 0,1 2 0,-1 0 0,-1 0 0,-1 0 0,0 1 0,0 0 0,0 20 0,-2-18 0,-1 0 0,-1 1 0,0-1 0,-2 0 0,-5 29 0,5-40 0,0-1 0,0 0 0,-1 0 0,1 0 0,-1-1 0,-1 1 0,1-1 0,-1 1 0,0-1 0,0 0 0,0 0 0,-1-1 0,1 0 0,-1 1 0,0-1 0,-1-1 0,1 1 0,-1-1 0,-7 3 0,-18 7 24,-2-1 0,1-2 0,-2-1 0,-55 7 0,-136-2-1509,166-14-5341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5:33.4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24575,'14'0'0,"16"0"0,13 0 0,12 0 0,9 0 0,-5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5:34.6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24575,'8'0'0,"17"0"0,16 0 0,11 0 0,-4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35:37.2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126 55 24575,'1'-1'0,"-1"0"0,1 0 0,-1-1 0,1 1 0,-1 0 0,1 0 0,0 0 0,-1 0 0,1 0 0,0 0 0,0 0 0,0 0 0,0 1 0,0-1 0,0 0 0,0 0 0,0 1 0,0-1 0,0 1 0,2-1 0,25-11 0,5 5 0,1 0 0,0 3 0,0 0 0,0 3 0,0 0 0,0 3 0,55 8 0,-84-10 0,0 1 0,0 0 0,0 1 0,0-1 0,0 1 0,0 0 0,0 0 0,-1 1 0,1-1 0,-1 1 0,1 0 0,-1 0 0,0 1 0,-1-1 0,1 1 0,0 0 0,-1 0 0,0 0 0,4 6 0,-5-6 0,-1 0 0,1 0 0,-1 0 0,0 1 0,0-1 0,-1 0 0,1 0 0,-1 1 0,0-1 0,0 0 0,-1 1 0,1-1 0,-1 0 0,0 0 0,0 1 0,0-1 0,-1 0 0,1 0 0,-1 0 0,0 0 0,0-1 0,0 1 0,-6 6 0,1-1 0,-1-1 0,0 1 0,0-1 0,-1-1 0,0 1 0,0-1 0,-1-1 0,0 0 0,-20 9 0,-9 1 0,-56 15 0,47-17 0,-41 16 0,89-30 0,-1 0 0,1 0 0,0 0 0,0 0 0,0 0 0,-1 0 0,1 0 0,0 0 0,0 1 0,0-1 0,-1 0 0,1 0 0,0 0 0,0 0 0,0 0 0,0 0 0,-1 0 0,1 0 0,0 0 0,0 1 0,0-1 0,0 0 0,0 0 0,-1 0 0,1 0 0,0 0 0,0 1 0,0-1 0,0 0 0,0 0 0,0 0 0,0 0 0,0 1 0,0-1 0,0 0 0,0 0 0,0 0 0,0 1 0,0-1 0,0 0 0,0 0 0,0 0 0,0 1 0,0-1 0,0 0 0,0 0 0,0 0 0,0 0 0,0 1 0,0-1 0,0 0 0,0 0 0,0 0 0,1 0 0,-1 1 0,0-1 0,16 5 0,25 0 0,-39-5 0,15 1 0,0 0 0,0 2 0,0 0 0,0 1 0,-1 0 0,25 11 0,-36-12 0,0-1 0,0 1 0,0 0 0,-1 1 0,1-1 0,-1 1 0,0-1 0,0 1 0,0 1 0,-1-1 0,0 0 0,1 1 0,-1 0 0,-1 0 0,1 0 0,-1 0 0,0 0 0,0 0 0,0 1 0,-1-1 0,0 0 0,0 1 0,0 10 0,1 12 0,-2 1 0,-1-1 0,-7 43 0,6-67 0,1 0 0,-1 0 0,0 0 0,-1 0 0,1-1 0,-1 1 0,0-1 0,0 1 0,0-1 0,0 0 0,0 0 0,-1 0 0,1-1 0,-1 1 0,0-1 0,0 0 0,0 0 0,-6 2 0,-8 3 0,1 0 0,-1-2 0,-18 4 0,19-5-91,0-1 0,-1-1 0,1-1 0,0 0 0,-1-1 0,1-1 0,0-1 0,0 0 0,0-2 0,0 1 0,0-2 0,1 0 0,-1-2 0,-16-8 0,-2-5-6735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3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24575,'1260'0'-1365,"-1184"0"-5461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4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24575,'9'0'0,"16"0"0,16 0 0,11 0 0,22 0 0,8 0 0,2 0 0,1 0 0,-7 0 0,-2 0 0,-1 0 0,-1 0 0,-4 0 0,-1 0 0,-3 0 0,0 0 0,-11 0-8191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7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24575,'0'3'0,"1"0"0,0-1 0,0 1 0,0 0 0,0-1 0,0 1 0,0-1 0,1 1 0,-1-1 0,1 0 0,0 1 0,0-1 0,0 0 0,0 0 0,0 0 0,0-1 0,0 1 0,0 0 0,1-1 0,2 2 0,57 27 0,-54-27 0,72 32 0,-2 4 0,-2 3 0,74 54 0,-139-89 0,1 0 0,0-1 0,21 7 0,-24-10 0,0 0 0,0 1 0,0 0 0,0 1 0,-1 0 0,1 1 0,8 7 0,-16-13 0,-1 1 0,1 0 0,-1-1 0,1 1 0,-1-1 0,0 1 0,1 0 0,-1-1 0,0 1 0,0-1 0,1 1 0,-1 0 0,0 0 0,0-1 0,0 1 0,0 0 0,0-1 0,0 1 0,0 0 0,0 0 0,0-1 0,0 1 0,0 0 0,0-1 0,0 1 0,-1 0 0,1-1 0,0 1 0,-1 0 0,1-1 0,0 1 0,-1-1 0,1 1 0,-1 0 0,1-1 0,-1 1 0,1-1 0,-1 1 0,1-1 0,-1 0 0,0 1 0,-31 19 0,24-16 0,-35 24 0,-54 44 0,-9 7 0,86-65 0,2 2 0,-28 29 0,-1 0 0,-41 43-1365,59-66-5461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3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24575,'1260'0'-1365,"-1184"0"-5461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4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24575,'9'0'0,"16"0"0,16 0 0,11 0 0,22 0 0,8 0 0,2 0 0,1 0 0,-7 0 0,-2 0 0,-1 0 0,-1 0 0,-4 0 0,-1 0 0,-3 0 0,0 0 0,-11 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7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24575,'0'3'0,"1"0"0,0-1 0,0 1 0,0 0 0,0-1 0,0 1 0,0-1 0,1 1 0,-1-1 0,1 0 0,0 1 0,0-1 0,0 0 0,0 0 0,0 0 0,0-1 0,0 1 0,0 0 0,1-1 0,2 2 0,57 27 0,-54-27 0,72 32 0,-2 4 0,-2 3 0,74 54 0,-139-89 0,1 0 0,0-1 0,21 7 0,-24-10 0,0 0 0,0 1 0,0 0 0,0 1 0,-1 0 0,1 1 0,8 7 0,-16-13 0,-1 1 0,1 0 0,-1-1 0,1 1 0,-1-1 0,0 1 0,1 0 0,-1-1 0,0 1 0,0-1 0,1 1 0,-1 0 0,0 0 0,0-1 0,0 1 0,0 0 0,0-1 0,0 1 0,0 0 0,0 0 0,0-1 0,0 1 0,0 0 0,0-1 0,0 1 0,-1 0 0,1-1 0,0 1 0,-1 0 0,1-1 0,0 1 0,-1-1 0,1 1 0,-1 0 0,1-1 0,-1 1 0,1-1 0,-1 1 0,1-1 0,-1 0 0,0 1 0,-31 19 0,24-16 0,-35 24 0,-54 44 0,-9 7 0,86-65 0,2 2 0,-28 29 0,-1 0 0,-41 43-1365,59-66-5461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4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9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3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24575,'1260'0'-1365,"-1184"0"-5461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4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24575,'9'0'0,"16"0"0,16 0 0,11 0 0,22 0 0,8 0 0,2 0 0,1 0 0,-7 0 0,-2 0 0,-1 0 0,-1 0 0,-4 0 0,-1 0 0,-3 0 0,0 0 0,-11 0-8191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7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24575,'0'3'0,"1"0"0,0-1 0,0 1 0,0 0 0,0-1 0,0 1 0,0-1 0,1 1 0,-1-1 0,1 0 0,0 1 0,0-1 0,0 0 0,0 0 0,0 0 0,0-1 0,0 1 0,0 0 0,1-1 0,2 2 0,57 27 0,-54-27 0,72 32 0,-2 4 0,-2 3 0,74 54 0,-139-89 0,1 0 0,0-1 0,21 7 0,-24-10 0,0 0 0,0 1 0,0 0 0,0 1 0,-1 0 0,1 1 0,8 7 0,-16-13 0,-1 1 0,1 0 0,-1-1 0,1 1 0,-1-1 0,0 1 0,1 0 0,-1-1 0,0 1 0,0-1 0,1 1 0,-1 0 0,0 0 0,0-1 0,0 1 0,0 0 0,0-1 0,0 1 0,0 0 0,0 0 0,0-1 0,0 1 0,0 0 0,0-1 0,0 1 0,-1 0 0,1-1 0,0 1 0,-1 0 0,1-1 0,0 1 0,-1-1 0,1 1 0,-1 0 0,1-1 0,-1 1 0,1-1 0,-1 1 0,1-1 0,-1 0 0,0 1 0,-31 19 0,24-16 0,-35 24 0,-54 44 0,-9 7 0,86-65 0,2 2 0,-28 29 0,-1 0 0,-41 43-1365,59-66-5461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4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9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3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24575,'1260'0'-1365,"-1184"0"-5461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4.7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24575,'9'0'0,"16"0"0,16 0 0,11 0 0,22 0 0,8 0 0,2 0 0,1 0 0,-7 0 0,-2 0 0,-1 0 0,-1 0 0,-4 0 0,-1 0 0,-3 0 0,0 0 0,-11 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4:47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24575,'0'3'0,"1"0"0,0-1 0,0 1 0,0 0 0,0-1 0,0 1 0,0-1 0,1 1 0,-1-1 0,1 0 0,0 1 0,0-1 0,0 0 0,0 0 0,0 0 0,0-1 0,0 1 0,0 0 0,1-1 0,2 2 0,57 27 0,-54-27 0,72 32 0,-2 4 0,-2 3 0,74 54 0,-139-89 0,1 0 0,0-1 0,21 7 0,-24-10 0,0 0 0,0 1 0,0 0 0,0 1 0,-1 0 0,1 1 0,8 7 0,-16-13 0,-1 1 0,1 0 0,-1-1 0,1 1 0,-1-1 0,0 1 0,1 0 0,-1-1 0,0 1 0,0-1 0,1 1 0,-1 0 0,0 0 0,0-1 0,0 1 0,0 0 0,0-1 0,0 1 0,0 0 0,0 0 0,0-1 0,0 1 0,0 0 0,0-1 0,0 1 0,-1 0 0,1-1 0,0 1 0,-1 0 0,1-1 0,0 1 0,-1-1 0,1 1 0,-1 0 0,1-1 0,-1 1 0,1-1 0,-1 1 0,1-1 0,-1 0 0,0 1 0,-31 19 0,24-16 0,-35 24 0,-54 44 0,-9 7 0,86-65 0,2 2 0,-28 29 0,-1 0 0,-41 43-1365,59-66-5461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4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9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4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9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4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9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4:36.51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23755,'616'0'0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4:38.12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24575,'13'4'0,"18"2"0,12-1 0,11 0 0,-2 3 0,-3-1 0,5 0 0,5-2 0,2-1 0,-10-2-8191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4:39.90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24575,'13'5'0,"1"2"0,-1-1 0,0 2 0,15 11 0,16 9 0,-3-3 0,56 45 0,-59-41 0,63 38 0,-67-49 0,-12-7 0,-1 0 0,-1 1 0,1 1 0,-2 1 0,35 33 0,-52-45 0,-1 0 0,1 0 0,-1 0 0,1 0 0,-1 1 0,0-1 0,0 0 0,0 1 0,-1-1 0,1 1 0,0-1 0,-1 1 0,0-1 0,1 1 0,-1-1 0,0 1 0,0-1 0,-1 1 0,0 3 0,0 0 0,-1 0 0,0 0 0,0 0 0,-1-1 0,0 1 0,0-1 0,-7 10 0,-3 1 0,0-1 0,-2 0 0,1-1 0,-19 13 0,18-14 0,0 1 0,1 1 0,1 0 0,-21 30 0,-16 20 0,42-56-114,0 1 1,1 0-1,0 0 0,1 0 0,0 1 1,1 0-1,0 0 0,0 0 0,1 1 1,1 0-1,-3 16 0,3-4-6712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4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49:49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24575,'0'1086'-1365,"0"-1078"-5461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21389,'0'1155'0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0:3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24575,'138'-1'0,"-2"-1"0,138 16 0,-260-13 0,0 2 0,-1 0 0,0 0 0,0 1 0,0 1 0,16 7 0,-23-8 0,1 0 0,-1 0 0,1 0 0,-1 1 0,-1 0 0,1 0 0,-1 0 0,0 1 0,0-1 0,0 1 0,-1 1 0,7 11 0,21 41 0,-24-47 0,-1 0 0,0 0 0,-1 1 0,0 1 0,-1-1 0,-1 1 0,0-1 0,-1 1 0,4 29 0,-7-36 0,0 1 0,0-1 0,0 1 0,-1-1 0,0 1 0,-1-1 0,0 0 0,0 0 0,0 1 0,-1-1 0,-6 11 0,3-9 0,-1-1 0,1 0 0,-1-1 0,0 1 0,-1-1 0,0-1 0,0 1 0,-10 4 0,-43 26 0,-1-4 0,-88 34 0,73-34 0,39-19 0,-1-1 0,-59 10 0,54-13 0,-54 18 0,98-28 0,-1 0 0,0 0 0,1 0 0,-1 1 0,1-1 0,-1 0 0,1 0 0,-1 0 0,0 0 0,1 0 0,-1 1 0,1-1 0,-1 0 0,1 1 0,-1-1 0,1 0 0,-1 1 0,1-1 0,0 0 0,-1 1 0,1-1 0,-1 1 0,1-1 0,0 1 0,-1-1 0,1 1 0,0-1 0,0 1 0,0-1 0,-1 1 0,1 0 0,0-1 0,0 1 0,0-1 0,0 1 0,0-1 0,0 2 0,21 11 0,48 4 0,-62-15 0,155 45 0,-59-15 0,120 38 0,-43 0 0,-64-22 0,-87-37-106,-9-2-209,1-2 1,0 0-1,29 4 0,-16-7-6511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4:36.51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23755,'616'0'0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4:38.12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24575,'13'4'0,"18"2"0,12-1 0,11 0 0,-2 3 0,-3-1 0,5 0 0,5-2 0,2-1 0,-10-2-8191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4:54:39.90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24575,'13'5'0,"1"2"0,-1-1 0,0 2 0,15 11 0,16 9 0,-3-3 0,56 45 0,-59-41 0,63 38 0,-67-49 0,-12-7 0,-1 0 0,-1 1 0,1 1 0,-2 1 0,35 33 0,-52-45 0,-1 0 0,1 0 0,-1 0 0,1 0 0,-1 1 0,0-1 0,0 0 0,0 1 0,-1-1 0,1 1 0,0-1 0,-1 1 0,0-1 0,1 1 0,-1-1 0,0 1 0,0-1 0,-1 1 0,0 3 0,0 0 0,-1 0 0,0 0 0,0 0 0,-1-1 0,0 1 0,0-1 0,-7 10 0,-3 1 0,0-1 0,-2 0 0,1-1 0,-19 13 0,18-14 0,0 1 0,1 1 0,1 0 0,-21 30 0,-16 20 0,42-56-114,0 1 1,1 0-1,0 0 0,1 0 0,0 1 1,1 0-1,0 0 0,0 0 0,1 1 1,1 0-1,-3 16 0,3-4-6712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6:03:07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1133 24575,'122'1'0,"458"-22"0,-37-13 0,1 35 0,-206 2 0,2122-3 0,-2410 0 0,0-2 0,83-15 0,-115 14 0,0-1 0,-1-2 0,1 0 0,-1 0 0,-1-2 0,1 0 0,-1 0 0,-1-2 0,0 0 0,26-23 0,1-6 0,-9 10 0,41-50 0,-58 62 0,1 0 0,0 2 0,1 0 0,33-22 0,3-2 0,17-28 0,-44 38 0,9-17 0,-32 38 0,1 0 0,1 0 0,0 1 0,0 0 0,10-9 0,3-1 0,-1-1 0,0-1 0,-2-1 0,0 0 0,19-33 0,-28 43 0,26-29 0,-27 33 0,0 0 0,0-1 0,0 0 0,-1 0 0,0-1 0,5-10 0,27-39 0,-32 52 0,0-1 0,-1 0 0,1 0 0,-1-1 0,0 0 0,-1 1 0,1-1 0,-2 0 0,1-1 0,-1 1 0,3-14 0,-5 18 0,-1 1 0,1-1 0,-1 1 0,0-1 0,0 1 0,0-1 0,0 1 0,0 0 0,0-1 0,-1 1 0,1 0 0,-1 0 0,0 0 0,0 0 0,1 0 0,-1 1 0,0-1 0,0 0 0,-1 1 0,1-1 0,0 1 0,0 0 0,-1 0 0,1 0 0,-1 0 0,1 0 0,-4 0 0,-10-4 0,0 2 0,0-1 0,-17 0 0,32 4 0,-49-3 0,18 1 0,62 2 0,187 4-1365,-144 4-5461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6:03:15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 47 24575,'-15'2'0,"1"0"0,-1 0 0,0 2 0,1-1 0,-1 2 0,1 0 0,0 1 0,-19 11 0,-47 16 0,79-32 0,0-1 0,1 1 0,-1-1 0,0 0 0,0 0 0,0 1 0,1-1 0,-1 0 0,0 0 0,0 0 0,0 0 0,0 0 0,1 0 0,-1 0 0,0 0 0,0 0 0,0-1 0,1 1 0,-1 0 0,-1-1 0,4-12 0,23-15 0,-7 14 0,0 1 0,1 1 0,0 1 0,28-12 0,-41 21 0,0 0 0,0 0 0,0 0 0,0 0 0,1 1 0,-1 0 0,0 1 0,1-1 0,-1 1 0,1 0 0,-1 1 0,1 0 0,-1 0 0,0 0 0,1 1 0,-1-1 0,0 2 0,0-1 0,7 5 0,-9-5 0,0 1 0,0 0 0,-1 0 0,1 0 0,-1 0 0,0 1 0,0-1 0,0 1 0,-1 0 0,1 0 0,-1 0 0,0 0 0,0 0 0,0 1 0,0-1 0,-1 1 0,0-1 0,1 10 0,0 6 0,-1 0 0,-1 0 0,-3 26 0,2-29 0,0 1 0,2 32 0,1-44-151,-1-1-1,1 0 0,0 0 0,0 0 1,0 0-1,1 0 0,0-1 1,6 9-1,7 7-6674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6:06:23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24575,'0'608'-1365,"0"-583"-5461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6:06:25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 24575,'13'0'0,"19"0"0,12 0 0,12 0 0,-3-9 0,-10-3-8191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6:06:25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6:06:27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0 24575,'-9'5'0,"-16"5"0,-4 11 0,3 5 0,-8-1 0,2 0 0,7 0 0,7 0 0,-2-4 0,2 3 0,4-2-8191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9T06:06:33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24575,'9'0'0,"12"0"0,8 0 0,9 0 0,6 0 0,2 0 0,-7 0-8191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05.2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0 241 24575,'257'231'0,"-236"-213"0,-2 2 0,0 0 0,29 42 0,-9-11 0,-39-51 0,1 1 0,-1-1 0,1 1 0,-1-1 0,1 1 0,0-1 0,-1 1 0,1-1 0,0 0 0,-1 1 0,1-1 0,0 0 0,0 0 0,-1 1 0,1-1 0,0 0 0,0 0 0,-1 0 0,1 0 0,0 0 0,0 0 0,0 0 0,-1 0 0,1 0 0,0 0 0,0-1 0,-1 1 0,1 0 0,0 0 0,-1-1 0,1 1 0,0 0 0,-1-1 0,1 1 0,0-1 0,-1 1 0,1-1 0,-1 1 0,1-1 0,0-1 0,25-30 0,-19 22 0,11-7 0,0 0 0,0 2 0,2 0 0,0 1 0,0 1 0,29-13 0,55-38 0,-76 45 0,2 2 0,0 1 0,0 1 0,34-10 0,8-5 0,322-111 0,-244 92 0,88-37-1365,-182 66-5461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07.6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1 284 24575,'10'1'0,"0"-1"0,0 2 0,-1-1 0,1 1 0,0 1 0,-1 0 0,0 0 0,1 1 0,-1 0 0,0 1 0,-1 0 0,1 0 0,-1 1 0,0 0 0,-1 0 0,1 1 0,-1 0 0,-1 0 0,11 14 0,22 32 0,2-2 0,54 50 0,-84-91 0,-1-1 0,2 0 0,14 9 0,-14-11 0,0 2 0,21 18 0,-25-18 0,-2-2 0,0-1 0,1 0 0,0 0 0,10 8 0,-16-14 0,0 1 0,-1-1 0,1 1 0,0-1 0,0 0 0,0 1 0,0-1 0,0 0 0,0 1 0,-1-1 0,1 0 0,0 0 0,0 0 0,0 0 0,0 0 0,0 0 0,0 0 0,0 0 0,0 0 0,0 0 0,0 0 0,0-1 0,0 1 0,-1 0 0,1-1 0,0 1 0,0-1 0,0 1 0,-1-1 0,1 1 0,0-1 0,0 1 0,-1-1 0,1 0 0,0 0 0,-1 1 0,1-1 0,-1 0 0,1 0 0,-1 0 0,1 1 0,-1-1 0,0 0 0,1 0 0,-1 0 0,0 0 0,0 0 0,0 0 0,0 0 0,0-1 0,3-10 0,0-1 0,1 0 0,0 1 0,1 0 0,0 0 0,1 1 0,1-1 0,-1 1 0,2 0 0,-1 1 0,2 0 0,-1 0 0,1 1 0,1 0 0,0 0 0,0 1 0,22-13 0,181-83 0,-117 53 0,3 4 0,108-36 0,-128 50 0,-54 21 0,2 1 0,30-8 0,2 2 0,0-2 0,104-50 0,-133 51-1365,-9 1-5461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13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523 0 24575,'0'12'0,"0"0"0,0-1 0,-1 1 0,-3 19 0,3-27 0,-1 0 0,1 0 0,-1 0 0,1 0 0,-1 0 0,-1 0 0,1-1 0,0 1 0,-1-1 0,0 1 0,0-1 0,0 0 0,-5 3 0,-4 6 0,1-1 0,0 2 0,-17 24 0,19-25 0,0 1 0,-1-2 0,0 1 0,-1-1 0,-13 10 0,-2-2-94,-35 25-224,2 1 0,2 4 1,-66 72-1,103-97-6508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14.3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24575,'3'3'0,"0"0"0,-1 0 0,1-1 0,0 1 0,0-1 0,1 0 0,6 4 0,7 6 0,32 27 0,2-2 0,2-2 0,101 49 0,-122-66 0,45 32 0,-47-29 0,48 25 0,87 45 0,-13-4-1365,-127-76-5461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15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467 1 24575,'-1'11'0,"0"-1"0,-1 1 0,0 0 0,-1-1 0,0 1 0,0-1 0,-1 0 0,-1 0 0,0-1 0,0 1 0,-8 10 0,-11 13 0,-43 46 0,65-78 0,-99 104 0,52-56 0,1 3 0,-45 63 0,88-107-105,0 0 0,1 1 0,0-1 0,0 1 0,1 0 0,0 0 0,1 0 0,0 0 0,0 0 0,1 1 0,1-1 0,-1 12 0,2 1-6721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16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24575,'1'10'0,"0"-1"0,1 0 0,0 0 0,1 0 0,0 0 0,0 0 0,1 0 0,0-1 0,0 1 0,1-1 0,0 0 0,0-1 0,7 8 0,15 15 0,49 46 0,-59-61 0,91 78 0,-55-48 0,56 58 0,-85-76-120,-6-6-87,0 0-1,2-2 1,0 0-1,1-2 1,39 26-1,-30-26-6618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05.2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0 241 24575,'257'231'0,"-236"-213"0,-2 2 0,0 0 0,29 42 0,-9-11 0,-39-51 0,1 1 0,-1-1 0,1 1 0,-1-1 0,1 1 0,0-1 0,-1 1 0,1-1 0,0 0 0,-1 1 0,1-1 0,0 0 0,0 0 0,-1 1 0,1-1 0,0 0 0,0 0 0,-1 0 0,1 0 0,0 0 0,0 0 0,0 0 0,-1 0 0,1 0 0,0 0 0,0-1 0,-1 1 0,1 0 0,0 0 0,-1-1 0,1 1 0,0 0 0,-1-1 0,1 1 0,0-1 0,-1 1 0,1-1 0,-1 1 0,1-1 0,0-1 0,25-30 0,-19 22 0,11-7 0,0 0 0,0 2 0,2 0 0,0 1 0,0 1 0,29-13 0,55-38 0,-76 45 0,2 2 0,0 1 0,0 1 0,34-10 0,8-5 0,322-111 0,-244 92 0,88-37-1365,-182 66-5461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07.6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1 284 24575,'10'1'0,"0"-1"0,0 2 0,-1-1 0,1 1 0,0 1 0,-1 0 0,0 0 0,1 1 0,-1 0 0,0 1 0,-1 0 0,1 0 0,-1 1 0,0 0 0,-1 0 0,1 1 0,-1 0 0,-1 0 0,11 14 0,22 32 0,2-2 0,54 50 0,-84-91 0,-1-1 0,2 0 0,14 9 0,-14-11 0,0 2 0,21 18 0,-25-18 0,-2-2 0,0-1 0,1 0 0,0 0 0,10 8 0,-16-14 0,0 1 0,-1-1 0,1 1 0,0-1 0,0 0 0,0 1 0,0-1 0,0 0 0,0 1 0,-1-1 0,1 0 0,0 0 0,0 0 0,0 0 0,0 0 0,0 0 0,0 0 0,0 0 0,0 0 0,0 0 0,0 0 0,0-1 0,0 1 0,-1 0 0,1-1 0,0 1 0,0-1 0,0 1 0,-1-1 0,1 1 0,0-1 0,0 1 0,-1-1 0,1 0 0,0 0 0,-1 1 0,1-1 0,-1 0 0,1 0 0,-1 0 0,1 1 0,-1-1 0,0 0 0,1 0 0,-1 0 0,0 0 0,0 0 0,0 0 0,0 0 0,0-1 0,3-10 0,0-1 0,1 0 0,0 1 0,1 0 0,0 0 0,1 1 0,1-1 0,-1 1 0,2 0 0,-1 1 0,2 0 0,-1 0 0,1 1 0,1 0 0,0 0 0,0 1 0,22-13 0,181-83 0,-117 53 0,3 4 0,108-36 0,-128 50 0,-54 21 0,2 1 0,30-8 0,2 2 0,0-2 0,104-50 0,-133 51-1365,-9 1-5461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13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523 0 24575,'0'12'0,"0"0"0,0-1 0,-1 1 0,-3 19 0,3-27 0,-1 0 0,1 0 0,-1 0 0,1 0 0,-1 0 0,-1 0 0,1-1 0,0 1 0,-1-1 0,0 1 0,0-1 0,0 0 0,-5 3 0,-4 6 0,1-1 0,0 2 0,-17 24 0,19-25 0,0 1 0,-1-2 0,0 1 0,-1-1 0,-13 10 0,-2-2-94,-35 25-224,2 1 0,2 4 1,-66 72-1,103-97-6508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14.3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24575,'3'3'0,"0"0"0,-1 0 0,1-1 0,0 1 0,0-1 0,1 0 0,6 4 0,7 6 0,32 27 0,2-2 0,2-2 0,101 49 0,-122-66 0,45 32 0,-47-29 0,48 25 0,87 45 0,-13-4-1365,-127-76-5461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15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467 1 24575,'-1'11'0,"0"-1"0,-1 1 0,0 0 0,-1-1 0,0 1 0,0-1 0,-1 0 0,-1 0 0,0-1 0,0 1 0,-8 10 0,-11 13 0,-43 46 0,65-78 0,-99 104 0,52-56 0,1 3 0,-45 63 0,88-107-105,0 0 0,1 1 0,0-1 0,0 1 0,1 0 0,0 0 0,1 0 0,0 0 0,0 0 0,1 1 0,1-1 0,-1 12 0,2 1-6721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08:16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24575,'1'10'0,"0"-1"0,1 0 0,0 0 0,1 0 0,0 0 0,0 0 0,1 0 0,0-1 0,0 1 0,1-1 0,0 0 0,0-1 0,7 8 0,15 15 0,49 46 0,-59-61 0,91 78 0,-55-48 0,56 58 0,-85-76-120,-6-6-87,0 0-1,2-2 1,0 0-1,1-2 1,39 26-1,-30-26-6618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45:17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24575,'-1'13'0,"1"-1"0,1 1 0,0-1 0,1 1 0,0-1 0,1 0 0,0 0 0,6 15 0,-1-7 0,1 0 0,1-1 0,1 0 0,0-1 0,2 0 0,0-1 0,26 26 0,-28-31 0,0 0 0,-1 1 0,-1 0 0,0 0 0,0 1 0,-2 0 0,1 1 0,-2-1 0,0 1 0,-1 1 0,5 21 0,11 11 0,-17-39 0,0-1 0,0 1 0,0 0 0,3 15 0,-2-4 0,0 0 0,2-1 0,0 1 0,14 23 0,-8-15 0,32 101 0,-35-104 0,-2 0 0,7 29 0,-11-35 0,1 0 0,1-1 0,0 0 0,1 0 0,16 27 0,-19-38 0,126 211 0,-118-192 0,-1 0 0,-2 0 0,0 1 0,-2 0 0,0 0 0,-2 1 0,1 28 0,-3-40 0,0-1 0,1 0 0,0 0 0,1-1 0,1 1 0,0-1 0,1 0 0,1-1 0,0 0 0,16 20 0,-14-19 0,0 1 0,-1-1 0,0 1 0,-1 1 0,-1 0 0,0 0 0,-2 0 0,5 18 0,-7-24 0,0 0 0,0 0 0,1 0 0,1-1 0,0 0 0,0 1 0,1-2 0,0 1 0,0-1 0,1 0 0,0 0 0,0-1 0,16 13 0,-12-12 0,-2 1 0,1 0 0,-1 1 0,-1 0 0,0 0 0,0 1 0,-1 0 0,7 17 0,13 33 0,3 0 0,60 93 0,-79-137 0,-1 2 0,8 22 0,-12-25 0,1-1 0,0 0 0,2-1 0,12 19 0,31 28 0,-32-40 0,-2 0 0,0 2 0,-1 0 0,-1 2 0,-1-1 0,14 34 0,-22-41 0,1 1 0,1-2 0,0 1 0,1-1 0,1-1 0,0 0 0,1-1 0,15 15 0,11 11 0,162 163 0,-180-181 0,0 0 0,-2 1 0,-1 1 0,26 48 0,-33-55 0,-1-5 0,0-1 0,1 0 0,0 0 0,0-1 0,1 0 0,1-1 0,12 8 0,43 38 0,-28-15 0,-15-17 0,-2 0 0,-1 1 0,19 28 0,-26-29 0,2 0 0,1-2 0,0 0 0,38 35 0,203 180 0,-201-176 0,-47-48 0,0 0 0,1-1 0,0 0 0,1 0 0,16 10 0,-4-4 0,-1 1 0,34 34 0,9 8 0,54 53-4247,-42-37 558,-22-28 4841,42 30-2216,44 45 5164,51 42-352,-116-109-3748,2-4 0,124 59 0,-59-33 0,-36-7 0,-77-48 0,1-2 0,52 25 0,-1-7 539,123 50-7682,-112-60 6963,-23-7 2997,93 42-1,-42-16-344,-39-20-3793,177 64 1321,-125-41 0,-23-2 0,22 8 0,-86-42 0,15 6 0,119 54 0,-141-55 0,2-3 0,70 19 0,-64-22 0,86 37 0,-73-25 232,104 31-1,-26-12-6347,142 51 4985,25-7 5470,156 19-9379,-257-61 5829,0 2 5907,91 6-6696,-138-29 0,110 7-7885,43 9 4450,-132-11 8259,92-3-6358,110 18-1000,-9 13 11779,-212-37-7926,277 21-1319,-169-23-7512,1-21 9225,-110-1 2721,-107 2-11260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45:17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24575,'-1'13'0,"1"-1"0,1 1 0,0-1 0,1 1 0,0-1 0,1 0 0,0 0 0,6 15 0,-1-7 0,1 0 0,1-1 0,1 0 0,0-1 0,2 0 0,0-1 0,26 26 0,-28-31 0,0 0 0,-1 1 0,-1 0 0,0 0 0,0 1 0,-2 0 0,1 1 0,-2-1 0,0 1 0,-1 1 0,5 21 0,11 11 0,-17-39 0,0-1 0,0 1 0,0 0 0,3 15 0,-2-4 0,0 0 0,2-1 0,0 1 0,14 23 0,-8-15 0,32 101 0,-35-104 0,-2 0 0,7 29 0,-11-35 0,1 0 0,1-1 0,0 0 0,1 0 0,16 27 0,-19-38 0,126 211 0,-118-192 0,-1 0 0,-2 0 0,0 1 0,-2 0 0,0 0 0,-2 1 0,1 28 0,-3-40 0,0-1 0,1 0 0,0 0 0,1-1 0,1 1 0,0-1 0,1 0 0,1-1 0,0 0 0,16 20 0,-14-19 0,0 1 0,-1-1 0,0 1 0,-1 1 0,-1 0 0,0 0 0,-2 0 0,5 18 0,-7-24 0,0 0 0,0 0 0,1 0 0,1-1 0,0 0 0,0 1 0,1-2 0,0 1 0,0-1 0,1 0 0,0 0 0,0-1 0,16 13 0,-12-12 0,-2 1 0,1 0 0,-1 1 0,-1 0 0,0 0 0,0 1 0,-1 0 0,7 17 0,13 33 0,3 0 0,60 93 0,-79-137 0,-1 2 0,8 22 0,-12-25 0,1-1 0,0 0 0,2-1 0,12 19 0,31 28 0,-32-40 0,-2 0 0,0 2 0,-1 0 0,-1 2 0,-1-1 0,14 34 0,-22-41 0,1 1 0,1-2 0,0 1 0,1-1 0,1-1 0,0 0 0,1-1 0,15 15 0,11 11 0,162 163 0,-180-181 0,0 0 0,-2 1 0,-1 1 0,26 48 0,-33-55 0,-1-5 0,0-1 0,1 0 0,0 0 0,0-1 0,1 0 0,1-1 0,12 8 0,43 38 0,-28-15 0,-15-17 0,-2 0 0,-1 1 0,19 28 0,-26-29 0,2 0 0,1-2 0,0 0 0,38 35 0,203 180 0,-201-176 0,-47-48 0,0 0 0,1-1 0,0 0 0,1 0 0,16 10 0,-4-4 0,-1 1 0,34 34 0,9 8 0,54 53-4247,-42-37 558,-22-28 4841,42 30-2216,44 45 5164,51 42-352,-116-109-3748,2-4 0,124 59 0,-59-33 0,-36-7 0,-77-48 0,1-2 0,52 25 0,-1-7 539,123 50-7682,-112-60 6963,-23-7 2997,93 42-1,-42-16-344,-39-20-3793,177 64 1321,-125-41 0,-23-2 0,22 8 0,-86-42 0,15 6 0,119 54 0,-141-55 0,2-3 0,70 19 0,-64-22 0,86 37 0,-73-25 232,104 31-1,-26-12-6347,142 51 4985,25-7 5470,156 19-9379,-257-61 5829,0 2 5907,91 6-6696,-138-29 0,110 7-7885,43 9 4450,-132-11 8259,92-3-6358,110 18-1000,-9 13 11779,-212-37-7926,277 21-1319,-169-23-7512,1-21 9225,-110-1 2721,-107 2-11260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45:17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24575,'-1'13'0,"1"-1"0,1 1 0,0-1 0,1 1 0,0-1 0,1 0 0,0 0 0,6 15 0,-1-7 0,1 0 0,1-1 0,1 0 0,0-1 0,2 0 0,0-1 0,26 26 0,-28-31 0,0 0 0,-1 1 0,-1 0 0,0 0 0,0 1 0,-2 0 0,1 1 0,-2-1 0,0 1 0,-1 1 0,5 21 0,11 11 0,-17-39 0,0-1 0,0 1 0,0 0 0,3 15 0,-2-4 0,0 0 0,2-1 0,0 1 0,14 23 0,-8-15 0,32 101 0,-35-104 0,-2 0 0,7 29 0,-11-35 0,1 0 0,1-1 0,0 0 0,1 0 0,16 27 0,-19-38 0,126 211 0,-118-192 0,-1 0 0,-2 0 0,0 1 0,-2 0 0,0 0 0,-2 1 0,1 28 0,-3-40 0,0-1 0,1 0 0,0 0 0,1-1 0,1 1 0,0-1 0,1 0 0,1-1 0,0 0 0,16 20 0,-14-19 0,0 1 0,-1-1 0,0 1 0,-1 1 0,-1 0 0,0 0 0,-2 0 0,5 18 0,-7-24 0,0 0 0,0 0 0,1 0 0,1-1 0,0 0 0,0 1 0,1-2 0,0 1 0,0-1 0,1 0 0,0 0 0,0-1 0,16 13 0,-12-12 0,-2 1 0,1 0 0,-1 1 0,-1 0 0,0 0 0,0 1 0,-1 0 0,7 17 0,13 33 0,3 0 0,60 93 0,-79-137 0,-1 2 0,8 22 0,-12-25 0,1-1 0,0 0 0,2-1 0,12 19 0,31 28 0,-32-40 0,-2 0 0,0 2 0,-1 0 0,-1 2 0,-1-1 0,14 34 0,-22-41 0,1 1 0,1-2 0,0 1 0,1-1 0,1-1 0,0 0 0,1-1 0,15 15 0,11 11 0,162 163 0,-180-181 0,0 0 0,-2 1 0,-1 1 0,26 48 0,-33-55 0,-1-5 0,0-1 0,1 0 0,0 0 0,0-1 0,1 0 0,1-1 0,12 8 0,43 38 0,-28-15 0,-15-17 0,-2 0 0,-1 1 0,19 28 0,-26-29 0,2 0 0,1-2 0,0 0 0,38 35 0,203 180 0,-201-176 0,-47-48 0,0 0 0,1-1 0,0 0 0,1 0 0,16 10 0,-4-4 0,-1 1 0,34 34 0,9 8 0,54 53-4247,-42-37 558,-22-28 4841,42 30-2216,44 45 5164,51 42-352,-116-109-3748,2-4 0,124 59 0,-59-33 0,-36-7 0,-77-48 0,1-2 0,52 25 0,-1-7 539,123 50-7682,-112-60 6963,-23-7 2997,93 42-1,-42-16-344,-39-20-3793,177 64 1321,-125-41 0,-23-2 0,22 8 0,-86-42 0,15 6 0,119 54 0,-141-55 0,2-3 0,70 19 0,-64-22 0,86 37 0,-73-25 232,104 31-1,-26-12-6347,142 51 4985,25-7 5470,156 19-9379,-257-61 5829,0 2 5907,91 6-6696,-138-29 0,110 7-7885,43 9 4450,-132-11 8259,92-3-6358,110 18-1000,-9 13 11779,-212-37-7926,277 21-1319,-169-23-7512,1-21 9225,-110-1 2721,-107 2-11260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45:17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24575,'-1'13'0,"1"-1"0,1 1 0,0-1 0,1 1 0,0-1 0,1 0 0,0 0 0,6 15 0,-1-7 0,1 0 0,1-1 0,1 0 0,0-1 0,2 0 0,0-1 0,26 26 0,-28-31 0,0 0 0,-1 1 0,-1 0 0,0 0 0,0 1 0,-2 0 0,1 1 0,-2-1 0,0 1 0,-1 1 0,5 21 0,11 11 0,-17-39 0,0-1 0,0 1 0,0 0 0,3 15 0,-2-4 0,0 0 0,2-1 0,0 1 0,14 23 0,-8-15 0,32 101 0,-35-104 0,-2 0 0,7 29 0,-11-35 0,1 0 0,1-1 0,0 0 0,1 0 0,16 27 0,-19-38 0,126 211 0,-118-192 0,-1 0 0,-2 0 0,0 1 0,-2 0 0,0 0 0,-2 1 0,1 28 0,-3-40 0,0-1 0,1 0 0,0 0 0,1-1 0,1 1 0,0-1 0,1 0 0,1-1 0,0 0 0,16 20 0,-14-19 0,0 1 0,-1-1 0,0 1 0,-1 1 0,-1 0 0,0 0 0,-2 0 0,5 18 0,-7-24 0,0 0 0,0 0 0,1 0 0,1-1 0,0 0 0,0 1 0,1-2 0,0 1 0,0-1 0,1 0 0,0 0 0,0-1 0,16 13 0,-12-12 0,-2 1 0,1 0 0,-1 1 0,-1 0 0,0 0 0,0 1 0,-1 0 0,7 17 0,13 33 0,3 0 0,60 93 0,-79-137 0,-1 2 0,8 22 0,-12-25 0,1-1 0,0 0 0,2-1 0,12 19 0,31 28 0,-32-40 0,-2 0 0,0 2 0,-1 0 0,-1 2 0,-1-1 0,14 34 0,-22-41 0,1 1 0,1-2 0,0 1 0,1-1 0,1-1 0,0 0 0,1-1 0,15 15 0,11 11 0,162 163 0,-180-181 0,0 0 0,-2 1 0,-1 1 0,26 48 0,-33-55 0,-1-5 0,0-1 0,1 0 0,0 0 0,0-1 0,1 0 0,1-1 0,12 8 0,43 38 0,-28-15 0,-15-17 0,-2 0 0,-1 1 0,19 28 0,-26-29 0,2 0 0,1-2 0,0 0 0,38 35 0,203 180 0,-201-176 0,-47-48 0,0 0 0,1-1 0,0 0 0,1 0 0,16 10 0,-4-4 0,-1 1 0,34 34 0,9 8 0,54 53-4247,-42-37 558,-22-28 4841,42 30-2216,44 45 5164,51 42-352,-116-109-3748,2-4 0,124 59 0,-59-33 0,-36-7 0,-77-48 0,1-2 0,52 25 0,-1-7 539,123 50-7682,-112-60 6963,-23-7 2997,93 42-1,-42-16-344,-39-20-3793,177 64 1321,-125-41 0,-23-2 0,22 8 0,-86-42 0,15 6 0,119 54 0,-141-55 0,2-3 0,70 19 0,-64-22 0,86 37 0,-73-25 232,104 31-1,-26-12-6347,142 51 4985,25-7 5470,156 19-9379,-257-61 5829,0 2 5907,91 6-6696,-138-29 0,110 7-7885,43 9 4450,-132-11 8259,92-3-6358,110 18-1000,-9 13 11779,-212-37-7926,277 21-1319,-169-23-7512,1-21 9225,-110-1 2721,-107 2-11260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45:17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24575,'-1'13'0,"1"-1"0,1 1 0,0-1 0,1 1 0,0-1 0,1 0 0,0 0 0,6 15 0,-1-7 0,1 0 0,1-1 0,1 0 0,0-1 0,2 0 0,0-1 0,26 26 0,-28-31 0,0 0 0,-1 1 0,-1 0 0,0 0 0,0 1 0,-2 0 0,1 1 0,-2-1 0,0 1 0,-1 1 0,5 21 0,11 11 0,-17-39 0,0-1 0,0 1 0,0 0 0,3 15 0,-2-4 0,0 0 0,2-1 0,0 1 0,14 23 0,-8-15 0,32 101 0,-35-104 0,-2 0 0,7 29 0,-11-35 0,1 0 0,1-1 0,0 0 0,1 0 0,16 27 0,-19-38 0,126 211 0,-118-192 0,-1 0 0,-2 0 0,0 1 0,-2 0 0,0 0 0,-2 1 0,1 28 0,-3-40 0,0-1 0,1 0 0,0 0 0,1-1 0,1 1 0,0-1 0,1 0 0,1-1 0,0 0 0,16 20 0,-14-19 0,0 1 0,-1-1 0,0 1 0,-1 1 0,-1 0 0,0 0 0,-2 0 0,5 18 0,-7-24 0,0 0 0,0 0 0,1 0 0,1-1 0,0 0 0,0 1 0,1-2 0,0 1 0,0-1 0,1 0 0,0 0 0,0-1 0,16 13 0,-12-12 0,-2 1 0,1 0 0,-1 1 0,-1 0 0,0 0 0,0 1 0,-1 0 0,7 17 0,13 33 0,3 0 0,60 93 0,-79-137 0,-1 2 0,8 22 0,-12-25 0,1-1 0,0 0 0,2-1 0,12 19 0,31 28 0,-32-40 0,-2 0 0,0 2 0,-1 0 0,-1 2 0,-1-1 0,14 34 0,-22-41 0,1 1 0,1-2 0,0 1 0,1-1 0,1-1 0,0 0 0,1-1 0,15 15 0,11 11 0,162 163 0,-180-181 0,0 0 0,-2 1 0,-1 1 0,26 48 0,-33-55 0,-1-5 0,0-1 0,1 0 0,0 0 0,0-1 0,1 0 0,1-1 0,12 8 0,43 38 0,-28-15 0,-15-17 0,-2 0 0,-1 1 0,19 28 0,-26-29 0,2 0 0,1-2 0,0 0 0,38 35 0,203 180 0,-201-176 0,-47-48 0,0 0 0,1-1 0,0 0 0,1 0 0,16 10 0,-4-4 0,-1 1 0,34 34 0,9 8 0,54 53-4247,-42-37 558,-22-28 4841,42 30-2216,44 45 5164,51 42-352,-116-109-3748,2-4 0,124 59 0,-59-33 0,-36-7 0,-77-48 0,1-2 0,52 25 0,-1-7 539,123 50-7682,-112-60 6963,-23-7 2997,93 42-1,-42-16-344,-39-20-3793,177 64 1321,-125-41 0,-23-2 0,22 8 0,-86-42 0,15 6 0,119 54 0,-141-55 0,2-3 0,70 19 0,-64-22 0,86 37 0,-73-25 232,104 31-1,-26-12-6347,142 51 4985,25-7 5470,156 19-9379,-257-61 5829,0 2 5907,91 6-6696,-138-29 0,110 7-7885,43 9 4450,-132-11 8259,92-3-6358,110 18-1000,-9 13 11779,-212-37-7926,277 21-1319,-169-23-7512,1-21 9225,-110-1 2721,-107 2-11260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45:17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24575,'-1'13'0,"1"-1"0,1 1 0,0-1 0,1 1 0,0-1 0,1 0 0,0 0 0,6 15 0,-1-7 0,1 0 0,1-1 0,1 0 0,0-1 0,2 0 0,0-1 0,26 26 0,-28-31 0,0 0 0,-1 1 0,-1 0 0,0 0 0,0 1 0,-2 0 0,1 1 0,-2-1 0,0 1 0,-1 1 0,5 21 0,11 11 0,-17-39 0,0-1 0,0 1 0,0 0 0,3 15 0,-2-4 0,0 0 0,2-1 0,0 1 0,14 23 0,-8-15 0,32 101 0,-35-104 0,-2 0 0,7 29 0,-11-35 0,1 0 0,1-1 0,0 0 0,1 0 0,16 27 0,-19-38 0,126 211 0,-118-192 0,-1 0 0,-2 0 0,0 1 0,-2 0 0,0 0 0,-2 1 0,1 28 0,-3-40 0,0-1 0,1 0 0,0 0 0,1-1 0,1 1 0,0-1 0,1 0 0,1-1 0,0 0 0,16 20 0,-14-19 0,0 1 0,-1-1 0,0 1 0,-1 1 0,-1 0 0,0 0 0,-2 0 0,5 18 0,-7-24 0,0 0 0,0 0 0,1 0 0,1-1 0,0 0 0,0 1 0,1-2 0,0 1 0,0-1 0,1 0 0,0 0 0,0-1 0,16 13 0,-12-12 0,-2 1 0,1 0 0,-1 1 0,-1 0 0,0 0 0,0 1 0,-1 0 0,7 17 0,13 33 0,3 0 0,60 93 0,-79-137 0,-1 2 0,8 22 0,-12-25 0,1-1 0,0 0 0,2-1 0,12 19 0,31 28 0,-32-40 0,-2 0 0,0 2 0,-1 0 0,-1 2 0,-1-1 0,14 34 0,-22-41 0,1 1 0,1-2 0,0 1 0,1-1 0,1-1 0,0 0 0,1-1 0,15 15 0,11 11 0,162 163 0,-180-181 0,0 0 0,-2 1 0,-1 1 0,26 48 0,-33-55 0,-1-5 0,0-1 0,1 0 0,0 0 0,0-1 0,1 0 0,1-1 0,12 8 0,43 38 0,-28-15 0,-15-17 0,-2 0 0,-1 1 0,19 28 0,-26-29 0,2 0 0,1-2 0,0 0 0,38 35 0,203 180 0,-201-176 0,-47-48 0,0 0 0,1-1 0,0 0 0,1 0 0,16 10 0,-4-4 0,-1 1 0,34 34 0,9 8 0,54 53-4247,-42-37 558,-22-28 4841,42 30-2216,44 45 5164,51 42-352,-116-109-3748,2-4 0,124 59 0,-59-33 0,-36-7 0,-77-48 0,1-2 0,52 25 0,-1-7 539,123 50-7682,-112-60 6963,-23-7 2997,93 42-1,-42-16-344,-39-20-3793,177 64 1321,-125-41 0,-23-2 0,22 8 0,-86-42 0,15 6 0,119 54 0,-141-55 0,2-3 0,70 19 0,-64-22 0,86 37 0,-73-25 232,104 31-1,-26-12-6347,142 51 4985,25-7 5470,156 19-9379,-257-61 5829,0 2 5907,91 6-6696,-138-29 0,110 7-7885,43 9 4450,-132-11 8259,92-3-6358,110 18-1000,-9 13 11779,-212-37-7926,277 21-1319,-169-23-7512,1-21 9225,-110-1 2721,-107 2-11260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45:17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24575,'-1'13'0,"1"-1"0,1 1 0,0-1 0,1 1 0,0-1 0,1 0 0,0 0 0,6 15 0,-1-7 0,1 0 0,1-1 0,1 0 0,0-1 0,2 0 0,0-1 0,26 26 0,-28-31 0,0 0 0,-1 1 0,-1 0 0,0 0 0,0 1 0,-2 0 0,1 1 0,-2-1 0,0 1 0,-1 1 0,5 21 0,11 11 0,-17-39 0,0-1 0,0 1 0,0 0 0,3 15 0,-2-4 0,0 0 0,2-1 0,0 1 0,14 23 0,-8-15 0,32 101 0,-35-104 0,-2 0 0,7 29 0,-11-35 0,1 0 0,1-1 0,0 0 0,1 0 0,16 27 0,-19-38 0,126 211 0,-118-192 0,-1 0 0,-2 0 0,0 1 0,-2 0 0,0 0 0,-2 1 0,1 28 0,-3-40 0,0-1 0,1 0 0,0 0 0,1-1 0,1 1 0,0-1 0,1 0 0,1-1 0,0 0 0,16 20 0,-14-19 0,0 1 0,-1-1 0,0 1 0,-1 1 0,-1 0 0,0 0 0,-2 0 0,5 18 0,-7-24 0,0 0 0,0 0 0,1 0 0,1-1 0,0 0 0,0 1 0,1-2 0,0 1 0,0-1 0,1 0 0,0 0 0,0-1 0,16 13 0,-12-12 0,-2 1 0,1 0 0,-1 1 0,-1 0 0,0 0 0,0 1 0,-1 0 0,7 17 0,13 33 0,3 0 0,60 93 0,-79-137 0,-1 2 0,8 22 0,-12-25 0,1-1 0,0 0 0,2-1 0,12 19 0,31 28 0,-32-40 0,-2 0 0,0 2 0,-1 0 0,-1 2 0,-1-1 0,14 34 0,-22-41 0,1 1 0,1-2 0,0 1 0,1-1 0,1-1 0,0 0 0,1-1 0,15 15 0,11 11 0,162 163 0,-180-181 0,0 0 0,-2 1 0,-1 1 0,26 48 0,-33-55 0,-1-5 0,0-1 0,1 0 0,0 0 0,0-1 0,1 0 0,1-1 0,12 8 0,43 38 0,-28-15 0,-15-17 0,-2 0 0,-1 1 0,19 28 0,-26-29 0,2 0 0,1-2 0,0 0 0,38 35 0,203 180 0,-201-176 0,-47-48 0,0 0 0,1-1 0,0 0 0,1 0 0,16 10 0,-4-4 0,-1 1 0,34 34 0,9 8 0,54 53-4247,-42-37 558,-22-28 4841,42 30-2216,44 45 5164,51 42-352,-116-109-3748,2-4 0,124 59 0,-59-33 0,-36-7 0,-77-48 0,1-2 0,52 25 0,-1-7 539,123 50-7682,-112-60 6963,-23-7 2997,93 42-1,-42-16-344,-39-20-3793,177 64 1321,-125-41 0,-23-2 0,22 8 0,-86-42 0,15 6 0,119 54 0,-141-55 0,2-3 0,70 19 0,-64-22 0,86 37 0,-73-25 232,104 31-1,-26-12-6347,142 51 4985,25-7 5470,156 19-9379,-257-61 5829,0 2 5907,91 6-6696,-138-29 0,110 7-7885,43 9 4450,-132-11 8259,92-3-6358,110 18-1000,-9 13 11779,-212-37-7926,277 21-1319,-169-23-7512,1-21 9225,-110-1 2721,-107 2-11260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45:17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24575,'-1'13'0,"1"-1"0,1 1 0,0-1 0,1 1 0,0-1 0,1 0 0,0 0 0,6 15 0,-1-7 0,1 0 0,1-1 0,1 0 0,0-1 0,2 0 0,0-1 0,26 26 0,-28-31 0,0 0 0,-1 1 0,-1 0 0,0 0 0,0 1 0,-2 0 0,1 1 0,-2-1 0,0 1 0,-1 1 0,5 21 0,11 11 0,-17-39 0,0-1 0,0 1 0,0 0 0,3 15 0,-2-4 0,0 0 0,2-1 0,0 1 0,14 23 0,-8-15 0,32 101 0,-35-104 0,-2 0 0,7 29 0,-11-35 0,1 0 0,1-1 0,0 0 0,1 0 0,16 27 0,-19-38 0,126 211 0,-118-192 0,-1 0 0,-2 0 0,0 1 0,-2 0 0,0 0 0,-2 1 0,1 28 0,-3-40 0,0-1 0,1 0 0,0 0 0,1-1 0,1 1 0,0-1 0,1 0 0,1-1 0,0 0 0,16 20 0,-14-19 0,0 1 0,-1-1 0,0 1 0,-1 1 0,-1 0 0,0 0 0,-2 0 0,5 18 0,-7-24 0,0 0 0,0 0 0,1 0 0,1-1 0,0 0 0,0 1 0,1-2 0,0 1 0,0-1 0,1 0 0,0 0 0,0-1 0,16 13 0,-12-12 0,-2 1 0,1 0 0,-1 1 0,-1 0 0,0 0 0,0 1 0,-1 0 0,7 17 0,13 33 0,3 0 0,60 93 0,-79-137 0,-1 2 0,8 22 0,-12-25 0,1-1 0,0 0 0,2-1 0,12 19 0,31 28 0,-32-40 0,-2 0 0,0 2 0,-1 0 0,-1 2 0,-1-1 0,14 34 0,-22-41 0,1 1 0,1-2 0,0 1 0,1-1 0,1-1 0,0 0 0,1-1 0,15 15 0,11 11 0,162 163 0,-180-181 0,0 0 0,-2 1 0,-1 1 0,26 48 0,-33-55 0,-1-5 0,0-1 0,1 0 0,0 0 0,0-1 0,1 0 0,1-1 0,12 8 0,43 38 0,-28-15 0,-15-17 0,-2 0 0,-1 1 0,19 28 0,-26-29 0,2 0 0,1-2 0,0 0 0,38 35 0,203 180 0,-201-176 0,-47-48 0,0 0 0,1-1 0,0 0 0,1 0 0,16 10 0,-4-4 0,-1 1 0,34 34 0,9 8 0,54 53-4247,-42-37 558,-22-28 4841,42 30-2216,44 45 5164,51 42-352,-116-109-3748,2-4 0,124 59 0,-59-33 0,-36-7 0,-77-48 0,1-2 0,52 25 0,-1-7 539,123 50-7682,-112-60 6963,-23-7 2997,93 42-1,-42-16-344,-39-20-3793,177 64 1321,-125-41 0,-23-2 0,22 8 0,-86-42 0,15 6 0,119 54 0,-141-55 0,2-3 0,70 19 0,-64-22 0,86 37 0,-73-25 232,104 31-1,-26-12-6347,142 51 4985,25-7 5470,156 19-9379,-257-61 5829,0 2 5907,91 6-6696,-138-29 0,110 7-7885,43 9 4450,-132-11 8259,92-3-6358,110 18-1000,-9 13 11779,-212-37-7926,277 21-1319,-169-23-7512,1-21 9225,-110-1 2721,-107 2-11260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0T04:45:17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24575,'-1'13'0,"1"-1"0,1 1 0,0-1 0,1 1 0,0-1 0,1 0 0,0 0 0,6 15 0,-1-7 0,1 0 0,1-1 0,1 0 0,0-1 0,2 0 0,0-1 0,26 26 0,-28-31 0,0 0 0,-1 1 0,-1 0 0,0 0 0,0 1 0,-2 0 0,1 1 0,-2-1 0,0 1 0,-1 1 0,5 21 0,11 11 0,-17-39 0,0-1 0,0 1 0,0 0 0,3 15 0,-2-4 0,0 0 0,2-1 0,0 1 0,14 23 0,-8-15 0,32 101 0,-35-104 0,-2 0 0,7 29 0,-11-35 0,1 0 0,1-1 0,0 0 0,1 0 0,16 27 0,-19-38 0,126 211 0,-118-192 0,-1 0 0,-2 0 0,0 1 0,-2 0 0,0 0 0,-2 1 0,1 28 0,-3-40 0,0-1 0,1 0 0,0 0 0,1-1 0,1 1 0,0-1 0,1 0 0,1-1 0,0 0 0,16 20 0,-14-19 0,0 1 0,-1-1 0,0 1 0,-1 1 0,-1 0 0,0 0 0,-2 0 0,5 18 0,-7-24 0,0 0 0,0 0 0,1 0 0,1-1 0,0 0 0,0 1 0,1-2 0,0 1 0,0-1 0,1 0 0,0 0 0,0-1 0,16 13 0,-12-12 0,-2 1 0,1 0 0,-1 1 0,-1 0 0,0 0 0,0 1 0,-1 0 0,7 17 0,13 33 0,3 0 0,60 93 0,-79-137 0,-1 2 0,8 22 0,-12-25 0,1-1 0,0 0 0,2-1 0,12 19 0,31 28 0,-32-40 0,-2 0 0,0 2 0,-1 0 0,-1 2 0,-1-1 0,14 34 0,-22-41 0,1 1 0,1-2 0,0 1 0,1-1 0,1-1 0,0 0 0,1-1 0,15 15 0,11 11 0,162 163 0,-180-181 0,0 0 0,-2 1 0,-1 1 0,26 48 0,-33-55 0,-1-5 0,0-1 0,1 0 0,0 0 0,0-1 0,1 0 0,1-1 0,12 8 0,43 38 0,-28-15 0,-15-17 0,-2 0 0,-1 1 0,19 28 0,-26-29 0,2 0 0,1-2 0,0 0 0,38 35 0,203 180 0,-201-176 0,-47-48 0,0 0 0,1-1 0,0 0 0,1 0 0,16 10 0,-4-4 0,-1 1 0,34 34 0,9 8 0,54 53-4247,-42-37 558,-22-28 4841,42 30-2216,44 45 5164,51 42-352,-116-109-3748,2-4 0,124 59 0,-59-33 0,-36-7 0,-77-48 0,1-2 0,52 25 0,-1-7 539,123 50-7682,-112-60 6963,-23-7 2997,93 42-1,-42-16-344,-39-20-3793,177 64 1321,-125-41 0,-23-2 0,22 8 0,-86-42 0,15 6 0,119 54 0,-141-55 0,2-3 0,70 19 0,-64-22 0,86 37 0,-73-25 232,104 31-1,-26-12-6347,142 51 4985,25-7 5470,156 19-9379,-257-61 5829,0 2 5907,91 6-6696,-138-29 0,110 7-7885,43 9 4450,-132-11 8259,92-3-6358,110 18-1000,-9 13 11779,-212-37-7926,277 21-1319,-169-23-7512,1-21 9225,-110-1 2721,-107 2-11260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18:17.3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3630 24575,'107'2'0,"116"-4"0,-200-2 0,0-1 0,-1 0 0,1-2 0,-1-1 0,0 0 0,-1-2 0,37-22 0,-35 20 0,-9 6 0,0 1 0,1 0 0,0 1 0,0 1 0,20-3 0,10-2 0,84-27 0,-94 26 0,0-2 0,-1-2 0,56-29 0,-52 24 0,0 1 0,56-17 0,110-17 0,-89 23 0,-77 21 0,0-2 0,-1-2 0,0-1 0,-1-2 0,60-32 0,-28 9 0,78-32 0,-27 14 0,-87 39 0,0 1 0,1 1 0,0 2 0,1 2 0,1 1 0,-1 1 0,62-5 0,-81 12 0,-1-1 0,0-1 0,0 0 0,0 0 0,0-2 0,-1 0 0,16-8 0,89-55 0,-42 21 0,67-48 0,-69 42 0,56-44 0,-21 14 0,105-80 0,-149 112 0,-3-2 0,84-94 0,-60 59 0,202-220 0,7-4 0,-281 296 0,-1 0 0,-1-1 0,14-25 0,-15 24 0,0 0 0,2 1 0,17-20 0,3 0 0,33-48 0,5-7 0,-37 50 0,32-52 0,-54 78 0,0-1 0,20-18 0,-17 21 0,-2-2 0,17-23 0,17-26 0,2 2 0,66-65 0,-87 98 0,-3 0 0,28-44 0,14-17 0,-48 67-455,-2-1 0,23-41 0,-28 44-6371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18:17.3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3630 24575,'107'2'0,"116"-4"0,-200-2 0,0-1 0,-1 0 0,1-2 0,-1-1 0,0 0 0,-1-2 0,37-22 0,-35 20 0,-9 6 0,0 1 0,1 0 0,0 1 0,0 1 0,20-3 0,10-2 0,84-27 0,-94 26 0,0-2 0,-1-2 0,56-29 0,-52 24 0,0 1 0,56-17 0,110-17 0,-89 23 0,-77 21 0,0-2 0,-1-2 0,0-1 0,-1-2 0,60-32 0,-28 9 0,78-32 0,-27 14 0,-87 39 0,0 1 0,1 1 0,0 2 0,1 2 0,1 1 0,-1 1 0,62-5 0,-81 12 0,-1-1 0,0-1 0,0 0 0,0 0 0,0-2 0,-1 0 0,16-8 0,89-55 0,-42 21 0,67-48 0,-69 42 0,56-44 0,-21 14 0,105-80 0,-149 112 0,-3-2 0,84-94 0,-60 59 0,202-220 0,7-4 0,-281 296 0,-1 0 0,-1-1 0,14-25 0,-15 24 0,0 0 0,2 1 0,17-20 0,3 0 0,33-48 0,5-7 0,-37 50 0,32-52 0,-54 78 0,0-1 0,20-18 0,-17 21 0,-2-2 0,17-23 0,17-26 0,2 2 0,66-65 0,-87 98 0,-3 0 0,28-44 0,14-17 0,-48 67-455,-2-1 0,23-41 0,-28 44-6371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18:17.3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3630 24575,'107'2'0,"116"-4"0,-200-2 0,0-1 0,-1 0 0,1-2 0,-1-1 0,0 0 0,-1-2 0,37-22 0,-35 20 0,-9 6 0,0 1 0,1 0 0,0 1 0,0 1 0,20-3 0,10-2 0,84-27 0,-94 26 0,0-2 0,-1-2 0,56-29 0,-52 24 0,0 1 0,56-17 0,110-17 0,-89 23 0,-77 21 0,0-2 0,-1-2 0,0-1 0,-1-2 0,60-32 0,-28 9 0,78-32 0,-27 14 0,-87 39 0,0 1 0,1 1 0,0 2 0,1 2 0,1 1 0,-1 1 0,62-5 0,-81 12 0,-1-1 0,0-1 0,0 0 0,0 0 0,0-2 0,-1 0 0,16-8 0,89-55 0,-42 21 0,67-48 0,-69 42 0,56-44 0,-21 14 0,105-80 0,-149 112 0,-3-2 0,84-94 0,-60 59 0,202-220 0,7-4 0,-281 296 0,-1 0 0,-1-1 0,14-25 0,-15 24 0,0 0 0,2 1 0,17-20 0,3 0 0,33-48 0,5-7 0,-37 50 0,32-52 0,-54 78 0,0-1 0,20-18 0,-17 21 0,-2-2 0,17-23 0,17-26 0,2 2 0,66-65 0,-87 98 0,-3 0 0,28-44 0,14-17 0,-48 67-455,-2-1 0,23-41 0,-28 44-6371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3:54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24575,'1'2'0,"-1"1"0,1 0 0,0-1 0,0 1 0,0 0 0,0-1 0,1 1 0,-1-1 0,3 3 0,4 9 0,4 15 0,9 35 0,-13-37 0,1-1 0,14 28 0,-15-36 0,0 0 0,-1 0 0,-1 0 0,-1 1 0,-1 0 0,0 0 0,1 22 0,0-8 0,3 0 0,1 0 0,1-1 0,1 0 0,30 56 0,-32-67 0,9 37 0,-14-42 0,1 0 0,0-1 0,1 1 0,1-1 0,10 18 0,-7-17 0,-1 0 0,8 20 0,8 14 0,-8-23 0,2-2 0,1 0 0,1-1 0,39 33 0,-19-17 0,-9-10 0,1-1 0,2-2 0,58 35 0,-79-54 0,2-1 0,-1-1 0,1 0 0,0 0 0,0-2 0,0 0 0,26 3 0,-9-5 0,0 0 0,61-6 0,-64-2 0,-1 0 0,0-2 0,0-1 0,-1-2 0,51-25 0,-59 26 0,12-7 0,-1-2 0,-1-2 0,-1 0 0,-1-2 0,0-1 0,29-36 0,-27 24 0,-24 26 0,1 1 0,0 1 0,14-13 0,-10 10 0,0-1 0,-1 0 0,0 0 0,-1-1 0,11-21 0,23-30 0,-34 51 0,0 0 0,-1 0 0,8-19 0,-10 19 0,1-1 0,0 2 0,16-22 0,-12 20 0,-2 0 0,15-28 0,5-7 0,-7 12 0,-2-1 0,27-68 0,9-21 0,-39 91 0,22-73 0,-14 36 0,-6 8 82,-14 44-806,16-39 1,-10 37-6103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3:57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24575,'1'4'0,"0"1"0,0-1 0,0 1 0,1-1 0,-1 0 0,1 0 0,0 1 0,0-1 0,4 4 0,4 10 0,3 10 0,5 7 0,-3 1 0,14 43 0,-2-5 0,-20-59 0,-1 1 0,-1-1 0,0 1 0,-1 0 0,4 29 0,-5-20 0,1 0 0,1 0 0,2 0 0,0-1 0,1 1 0,2-2 0,0 0 0,17 26 0,-10-18 0,2 1 0,22 53 0,15 46 0,-51-120 0,1 1 0,1-1 0,0 0 0,1 0 0,0-1 0,15 16 0,19 24 0,-35-40 0,-3-3 0,1 1 0,0-1 0,0 0 0,0-1 0,1 1 0,0-1 0,0 0 0,1 0 0,0-1 0,0 0 0,0 0 0,9 4 0,3 0 0,-1 1 0,0 1 0,-1 1 0,26 23 0,18 11 0,41 36 0,-19-14 0,-65-56 0,0-2 0,26 12 0,-2 0 0,-25-15 0,0-1 0,0 0 0,1-1 0,31 4 0,-27-5 0,11 2 0,1-2 0,-1-1 0,1-2 0,0-1 0,-1-1 0,1-3 0,38-7 0,-45 2 0,0 0 0,-1-2 0,0-1 0,30-18 0,-20 8 0,-1-2 0,-1 0 0,-1-3 0,-1-1 0,-2-1 0,28-34 0,-41 45 0,-2-2 0,0 0 0,-1-1 0,18-36 0,34-102 0,-43 105 0,13-39 0,-1-7 0,-16 48 0,18-80 0,-30 96 0,24-105 0,-25 122 0,0 0 0,1 1 0,1 0 0,1 0 0,11-18 0,16-18-69,-17 21-363,3 2 0,42-49 0,-47 64-6394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3:59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89 24575,'1'10'0,"1"1"0,1-1 0,0 1 0,0-1 0,1 0 0,0-1 0,1 1 0,10 16 0,-2-2 0,24 51 0,62 105 0,-61-117 0,-25-39 0,1-1 0,1-1 0,22 25 0,-13-19 0,20 32 0,24 28 0,202 193 0,-246-257 0,28 23 0,-30-29 0,-2 1 0,25 27 0,-24-22 0,2-2 0,1 0 0,1-1 0,29 18 0,22 19 0,-62-48 0,0 0 0,1-1 0,0-1 0,0 0 0,1-1 0,0-1 0,0 0 0,1-1 0,-1-1 0,31 4 0,12-3 0,106-4 0,-91-2 0,-61 0 0,1 0 0,-1-1 0,0-1 0,-1 0 0,1-1 0,0 0 0,-1-1 0,0 0 0,23-13 0,-7-1 0,0-1 0,42-38 0,22-38 0,-19 17 0,-55 61 0,-1-2 0,-1 1 0,25-42 0,29-71 0,-70 131 0,33-64 0,-8 18 0,28-75 0,-48 104 0,-1-1 0,0-1 0,0-25 0,-2 24 0,1 1 0,8-35 0,4 4 0,2 1 0,2 1 0,39-71 0,-44 92 33,-1 1-1,-1-2 1,8-32-1,17-42-1527,-29 86-5331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4:02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 24575,'17'22'0,"0"0"0,-2 1 0,-1 0 0,-1 1 0,11 29 0,-13-29 0,-10-23 0,157 313 0,-99-208 0,18 15 0,21 41 0,-82-133 0,30 37 0,-11-15 0,-23-35 0,1-1 0,0-1 0,1 0 0,26 21 0,-21-19 0,0 1 0,17 20 0,-21-19 0,1 0 0,0 0 0,2-2 0,0 0 0,1-1 0,0-1 0,1-1 0,22 11 0,62 31 0,18 7 0,-106-56 0,1 0 0,0-1 0,0-1 0,0 0 0,0-1 0,18 0 0,14-1 0,87-7 0,-118 2 0,0 0 0,0 0 0,0-2 0,-1 0 0,0-2 0,0 1 0,0-2 0,16-10 0,37-17 0,-54 29 0,-1-1 0,-1-1 0,1 0 0,24-18 0,11-16 0,-20 18 0,37-38 0,-27 22 0,-27 29 0,-1-1 0,0 0 0,-1-1 0,-1 0 0,10-16 0,39-88 0,-33 64 0,38-61 0,-42 77 0,-1-2 0,30-82 0,-35 80 0,-2 11 0,2 1 0,26-40 0,-22 39 0,28-58 0,-26 39 0,25-67 0,-14 38 23,-25 61-254,-1 1 0,0-1-1,-1-1 1,-1 1-1,6-33 1,-9 25-6595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18:17.3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3630 24575,'107'2'0,"116"-4"0,-200-2 0,0-1 0,-1 0 0,1-2 0,-1-1 0,0 0 0,-1-2 0,37-22 0,-35 20 0,-9 6 0,0 1 0,1 0 0,0 1 0,0 1 0,20-3 0,10-2 0,84-27 0,-94 26 0,0-2 0,-1-2 0,56-29 0,-52 24 0,0 1 0,56-17 0,110-17 0,-89 23 0,-77 21 0,0-2 0,-1-2 0,0-1 0,-1-2 0,60-32 0,-28 9 0,78-32 0,-27 14 0,-87 39 0,0 1 0,1 1 0,0 2 0,1 2 0,1 1 0,-1 1 0,62-5 0,-81 12 0,-1-1 0,0-1 0,0 0 0,0 0 0,0-2 0,-1 0 0,16-8 0,89-55 0,-42 21 0,67-48 0,-69 42 0,56-44 0,-21 14 0,105-80 0,-149 112 0,-3-2 0,84-94 0,-60 59 0,202-220 0,7-4 0,-281 296 0,-1 0 0,-1-1 0,14-25 0,-15 24 0,0 0 0,2 1 0,17-20 0,3 0 0,33-48 0,5-7 0,-37 50 0,32-52 0,-54 78 0,0-1 0,20-18 0,-17 21 0,-2-2 0,17-23 0,17-26 0,2 2 0,66-65 0,-87 98 0,-3 0 0,28-44 0,14-17 0,-48 67-455,-2-1 0,23-41 0,-28 44-6371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3:54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24575,'1'2'0,"-1"1"0,1 0 0,0-1 0,0 1 0,0 0 0,0-1 0,1 1 0,-1-1 0,3 3 0,4 9 0,4 15 0,9 35 0,-13-37 0,1-1 0,14 28 0,-15-36 0,0 0 0,-1 0 0,-1 0 0,-1 1 0,-1 0 0,0 0 0,1 22 0,0-8 0,3 0 0,1 0 0,1-1 0,1 0 0,30 56 0,-32-67 0,9 37 0,-14-42 0,1 0 0,0-1 0,1 1 0,1-1 0,10 18 0,-7-17 0,-1 0 0,8 20 0,8 14 0,-8-23 0,2-2 0,1 0 0,1-1 0,39 33 0,-19-17 0,-9-10 0,1-1 0,2-2 0,58 35 0,-79-54 0,2-1 0,-1-1 0,1 0 0,0 0 0,0-2 0,0 0 0,26 3 0,-9-5 0,0 0 0,61-6 0,-64-2 0,-1 0 0,0-2 0,0-1 0,-1-2 0,51-25 0,-59 26 0,12-7 0,-1-2 0,-1-2 0,-1 0 0,-1-2 0,0-1 0,29-36 0,-27 24 0,-24 26 0,1 1 0,0 1 0,14-13 0,-10 10 0,0-1 0,-1 0 0,0 0 0,-1-1 0,11-21 0,23-30 0,-34 51 0,0 0 0,-1 0 0,8-19 0,-10 19 0,1-1 0,0 2 0,16-22 0,-12 20 0,-2 0 0,15-28 0,5-7 0,-7 12 0,-2-1 0,27-68 0,9-21 0,-39 91 0,22-73 0,-14 36 0,-6 8 82,-14 44-806,16-39 1,-10 37-6103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3:57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24575,'1'4'0,"0"1"0,0-1 0,0 1 0,1-1 0,-1 0 0,1 0 0,0 1 0,0-1 0,4 4 0,4 10 0,3 10 0,5 7 0,-3 1 0,14 43 0,-2-5 0,-20-59 0,-1 1 0,-1-1 0,0 1 0,-1 0 0,4 29 0,-5-20 0,1 0 0,1 0 0,2 0 0,0-1 0,1 1 0,2-2 0,0 0 0,17 26 0,-10-18 0,2 1 0,22 53 0,15 46 0,-51-120 0,1 1 0,1-1 0,0 0 0,1 0 0,0-1 0,15 16 0,19 24 0,-35-40 0,-3-3 0,1 1 0,0-1 0,0 0 0,0-1 0,1 1 0,0-1 0,0 0 0,1 0 0,0-1 0,0 0 0,0 0 0,9 4 0,3 0 0,-1 1 0,0 1 0,-1 1 0,26 23 0,18 11 0,41 36 0,-19-14 0,-65-56 0,0-2 0,26 12 0,-2 0 0,-25-15 0,0-1 0,0 0 0,1-1 0,31 4 0,-27-5 0,11 2 0,1-2 0,-1-1 0,1-2 0,0-1 0,-1-1 0,1-3 0,38-7 0,-45 2 0,0 0 0,-1-2 0,0-1 0,30-18 0,-20 8 0,-1-2 0,-1 0 0,-1-3 0,-1-1 0,-2-1 0,28-34 0,-41 45 0,-2-2 0,0 0 0,-1-1 0,18-36 0,34-102 0,-43 105 0,13-39 0,-1-7 0,-16 48 0,18-80 0,-30 96 0,24-105 0,-25 122 0,0 0 0,1 1 0,1 0 0,1 0 0,11-18 0,16-18-69,-17 21-363,3 2 0,42-49 0,-47 64-6394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3:59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89 24575,'1'10'0,"1"1"0,1-1 0,0 1 0,0-1 0,1 0 0,0-1 0,1 1 0,10 16 0,-2-2 0,24 51 0,62 105 0,-61-117 0,-25-39 0,1-1 0,1-1 0,22 25 0,-13-19 0,20 32 0,24 28 0,202 193 0,-246-257 0,28 23 0,-30-29 0,-2 1 0,25 27 0,-24-22 0,2-2 0,1 0 0,1-1 0,29 18 0,22 19 0,-62-48 0,0 0 0,1-1 0,0-1 0,0 0 0,1-1 0,0-1 0,0 0 0,1-1 0,-1-1 0,31 4 0,12-3 0,106-4 0,-91-2 0,-61 0 0,1 0 0,-1-1 0,0-1 0,-1 0 0,1-1 0,0 0 0,-1-1 0,0 0 0,23-13 0,-7-1 0,0-1 0,42-38 0,22-38 0,-19 17 0,-55 61 0,-1-2 0,-1 1 0,25-42 0,29-71 0,-70 131 0,33-64 0,-8 18 0,28-75 0,-48 104 0,-1-1 0,0-1 0,0-25 0,-2 24 0,1 1 0,8-35 0,4 4 0,2 1 0,2 1 0,39-71 0,-44 92 33,-1 1-1,-1-2 1,8-32-1,17-42-1527,-29 86-5331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4:02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 24575,'17'22'0,"0"0"0,-2 1 0,-1 0 0,-1 1 0,11 29 0,-13-29 0,-10-23 0,157 313 0,-99-208 0,18 15 0,21 41 0,-82-133 0,30 37 0,-11-15 0,-23-35 0,1-1 0,0-1 0,1 0 0,26 21 0,-21-19 0,0 1 0,17 20 0,-21-19 0,1 0 0,0 0 0,2-2 0,0 0 0,1-1 0,0-1 0,1-1 0,22 11 0,62 31 0,18 7 0,-106-56 0,1 0 0,0-1 0,0-1 0,0 0 0,0-1 0,18 0 0,14-1 0,87-7 0,-118 2 0,0 0 0,0 0 0,0-2 0,-1 0 0,0-2 0,0 1 0,0-2 0,16-10 0,37-17 0,-54 29 0,-1-1 0,-1-1 0,1 0 0,24-18 0,11-16 0,-20 18 0,37-38 0,-27 22 0,-27 29 0,-1-1 0,0 0 0,-1-1 0,-1 0 0,10-16 0,39-88 0,-33 64 0,38-61 0,-42 77 0,-1-2 0,30-82 0,-35 80 0,-2 11 0,2 1 0,26-40 0,-22 39 0,28-58 0,-26 39 0,25-67 0,-14 38 23,-25 61-254,-1 1 0,0-1-1,-1-1 1,-1 1-1,6-33 1,-9 25-6595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18:17.3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3630 24575,'107'2'0,"116"-4"0,-200-2 0,0-1 0,-1 0 0,1-2 0,-1-1 0,0 0 0,-1-2 0,37-22 0,-35 20 0,-9 6 0,0 1 0,1 0 0,0 1 0,0 1 0,20-3 0,10-2 0,84-27 0,-94 26 0,0-2 0,-1-2 0,56-29 0,-52 24 0,0 1 0,56-17 0,110-17 0,-89 23 0,-77 21 0,0-2 0,-1-2 0,0-1 0,-1-2 0,60-32 0,-28 9 0,78-32 0,-27 14 0,-87 39 0,0 1 0,1 1 0,0 2 0,1 2 0,1 1 0,-1 1 0,62-5 0,-81 12 0,-1-1 0,0-1 0,0 0 0,0 0 0,0-2 0,-1 0 0,16-8 0,89-55 0,-42 21 0,67-48 0,-69 42 0,56-44 0,-21 14 0,105-80 0,-149 112 0,-3-2 0,84-94 0,-60 59 0,202-220 0,7-4 0,-281 296 0,-1 0 0,-1-1 0,14-25 0,-15 24 0,0 0 0,2 1 0,17-20 0,3 0 0,33-48 0,5-7 0,-37 50 0,32-52 0,-54 78 0,0-1 0,20-18 0,-17 21 0,-2-2 0,17-23 0,17-26 0,2 2 0,66-65 0,-87 98 0,-3 0 0,28-44 0,14-17 0,-48 67-455,-2-1 0,23-41 0,-28 44-6371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3:54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24575,'1'2'0,"-1"1"0,1 0 0,0-1 0,0 1 0,0 0 0,0-1 0,1 1 0,-1-1 0,3 3 0,4 9 0,4 15 0,9 35 0,-13-37 0,1-1 0,14 28 0,-15-36 0,0 0 0,-1 0 0,-1 0 0,-1 1 0,-1 0 0,0 0 0,1 22 0,0-8 0,3 0 0,1 0 0,1-1 0,1 0 0,30 56 0,-32-67 0,9 37 0,-14-42 0,1 0 0,0-1 0,1 1 0,1-1 0,10 18 0,-7-17 0,-1 0 0,8 20 0,8 14 0,-8-23 0,2-2 0,1 0 0,1-1 0,39 33 0,-19-17 0,-9-10 0,1-1 0,2-2 0,58 35 0,-79-54 0,2-1 0,-1-1 0,1 0 0,0 0 0,0-2 0,0 0 0,26 3 0,-9-5 0,0 0 0,61-6 0,-64-2 0,-1 0 0,0-2 0,0-1 0,-1-2 0,51-25 0,-59 26 0,12-7 0,-1-2 0,-1-2 0,-1 0 0,-1-2 0,0-1 0,29-36 0,-27 24 0,-24 26 0,1 1 0,0 1 0,14-13 0,-10 10 0,0-1 0,-1 0 0,0 0 0,-1-1 0,11-21 0,23-30 0,-34 51 0,0 0 0,-1 0 0,8-19 0,-10 19 0,1-1 0,0 2 0,16-22 0,-12 20 0,-2 0 0,15-28 0,5-7 0,-7 12 0,-2-1 0,27-68 0,9-21 0,-39 91 0,22-73 0,-14 36 0,-6 8 82,-14 44-806,16-39 1,-10 37-6103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3:57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24575,'1'4'0,"0"1"0,0-1 0,0 1 0,1-1 0,-1 0 0,1 0 0,0 1 0,0-1 0,4 4 0,4 10 0,3 10 0,5 7 0,-3 1 0,14 43 0,-2-5 0,-20-59 0,-1 1 0,-1-1 0,0 1 0,-1 0 0,4 29 0,-5-20 0,1 0 0,1 0 0,2 0 0,0-1 0,1 1 0,2-2 0,0 0 0,17 26 0,-10-18 0,2 1 0,22 53 0,15 46 0,-51-120 0,1 1 0,1-1 0,0 0 0,1 0 0,0-1 0,15 16 0,19 24 0,-35-40 0,-3-3 0,1 1 0,0-1 0,0 0 0,0-1 0,1 1 0,0-1 0,0 0 0,1 0 0,0-1 0,0 0 0,0 0 0,9 4 0,3 0 0,-1 1 0,0 1 0,-1 1 0,26 23 0,18 11 0,41 36 0,-19-14 0,-65-56 0,0-2 0,26 12 0,-2 0 0,-25-15 0,0-1 0,0 0 0,1-1 0,31 4 0,-27-5 0,11 2 0,1-2 0,-1-1 0,1-2 0,0-1 0,-1-1 0,1-3 0,38-7 0,-45 2 0,0 0 0,-1-2 0,0-1 0,30-18 0,-20 8 0,-1-2 0,-1 0 0,-1-3 0,-1-1 0,-2-1 0,28-34 0,-41 45 0,-2-2 0,0 0 0,-1-1 0,18-36 0,34-102 0,-43 105 0,13-39 0,-1-7 0,-16 48 0,18-80 0,-30 96 0,24-105 0,-25 122 0,0 0 0,1 1 0,1 0 0,1 0 0,11-18 0,16-18-69,-17 21-363,3 2 0,42-49 0,-47 64-6394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3:59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89 24575,'1'10'0,"1"1"0,1-1 0,0 1 0,0-1 0,1 0 0,0-1 0,1 1 0,10 16 0,-2-2 0,24 51 0,62 105 0,-61-117 0,-25-39 0,1-1 0,1-1 0,22 25 0,-13-19 0,20 32 0,24 28 0,202 193 0,-246-257 0,28 23 0,-30-29 0,-2 1 0,25 27 0,-24-22 0,2-2 0,1 0 0,1-1 0,29 18 0,22 19 0,-62-48 0,0 0 0,1-1 0,0-1 0,0 0 0,1-1 0,0-1 0,0 0 0,1-1 0,-1-1 0,31 4 0,12-3 0,106-4 0,-91-2 0,-61 0 0,1 0 0,-1-1 0,0-1 0,-1 0 0,1-1 0,0 0 0,-1-1 0,0 0 0,23-13 0,-7-1 0,0-1 0,42-38 0,22-38 0,-19 17 0,-55 61 0,-1-2 0,-1 1 0,25-42 0,29-71 0,-70 131 0,33-64 0,-8 18 0,28-75 0,-48 104 0,-1-1 0,0-1 0,0-25 0,-2 24 0,1 1 0,8-35 0,4 4 0,2 1 0,2 1 0,39-71 0,-44 92 33,-1 1-1,-1-2 1,8-32-1,17-42-1527,-29 86-5331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6:24:02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 24575,'17'22'0,"0"0"0,-2 1 0,-1 0 0,-1 1 0,11 29 0,-13-29 0,-10-23 0,157 313 0,-99-208 0,18 15 0,21 41 0,-82-133 0,30 37 0,-11-15 0,-23-35 0,1-1 0,0-1 0,1 0 0,26 21 0,-21-19 0,0 1 0,17 20 0,-21-19 0,1 0 0,0 0 0,2-2 0,0 0 0,1-1 0,0-1 0,1-1 0,22 11 0,62 31 0,18 7 0,-106-56 0,1 0 0,0-1 0,0-1 0,0 0 0,0-1 0,18 0 0,14-1 0,87-7 0,-118 2 0,0 0 0,0 0 0,0-2 0,-1 0 0,0-2 0,0 1 0,0-2 0,16-10 0,37-17 0,-54 29 0,-1-1 0,-1-1 0,1 0 0,24-18 0,11-16 0,-20 18 0,37-38 0,-27 22 0,-27 29 0,-1-1 0,0 0 0,-1-1 0,-1 0 0,10-16 0,39-88 0,-33 64 0,38-61 0,-42 77 0,-1-2 0,30-82 0,-35 80 0,-2 11 0,2 1 0,26-40 0,-22 39 0,28-58 0,-26 39 0,25-67 0,-14 38 23,-25 61-254,-1 1 0,0-1-1,-1-1 1,-1 1-1,6-33 1,-9 25-6595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20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5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74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0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24575,'4'0'0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25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24575,'5'0'0,"6"0"0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4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24575,'0'5'0,"5"1"0,1 5 0,9 0 0,2 3 0,12-1 0,15 2 0,14 8 0,-3-1-8191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5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24575,'5'0'0,"6"5"0,10 1 0,11 4 0,1 1-8191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6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24575,'5'0'0,"6"0"0,5 5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8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24575,'5'4'0,"6"2"0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9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24575,'5'5'0,"6"5"0,1 7 0,3 0 0,14 6 0,5 4 0,12 2 0,-3-4-8191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1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24575,'5'0'0,"6"5"0,5 6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2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24575,'0'4'0,"5"7"0,6 6 0,5 4 0,1-1-8191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4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24575,'4'0'0,"7"0"0,6 0 0,-1 4 0,3 7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5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7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8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4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2697 0 24575,'-28'26'0,"-1"-2"0,-1-1 0,-46 27 0,6-5 0,-11 10 0,-365 259 0,318-214 0,-159 159 0,-133 200 0,140-148 0,-27 30 0,24 20 0,66-20-1365,202-314-5461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24575,'1'3'0,"0"0"0,1 1 0,-1-1 0,0 0 0,1 0 0,0 0 0,0-1 0,0 1 0,0 0 0,0-1 0,5 5 0,2 2 0,19 23 0,2-2 0,2-1 0,0-2 0,38 25 0,16 13 0,189 186 0,-18 20 0,32 32 0,122 146 0,-396-431 0,6 8 0,-1 1 0,-2 0 0,22 42 0,23 41 0,-17-32 0,4 5 0,97 123 0,-22-33 0,-98-135-1365,-5-9-5461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20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5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74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0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24575,'4'0'0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25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24575,'5'0'0,"6"0"0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4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24575,'0'5'0,"5"1"0,1 5 0,9 0 0,2 3 0,12-1 0,15 2 0,14 8 0,-3-1-8191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5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24575,'5'0'0,"6"5"0,10 1 0,11 4 0,1 1-8191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6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24575,'5'0'0,"6"0"0,5 5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8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24575,'5'4'0,"6"2"0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9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24575,'5'5'0,"6"5"0,1 7 0,3 0 0,14 6 0,5 4 0,12 2 0,-3-4-8191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1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24575,'5'0'0,"6"5"0,5 6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2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24575,'0'4'0,"5"7"0,6 6 0,5 4 0,1-1-8191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4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24575,'4'0'0,"7"0"0,6 0 0,-1 4 0,3 7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5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7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8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4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2697 0 24575,'-28'26'0,"-1"-2"0,-1-1 0,-46 27 0,6-5 0,-11 10 0,-365 259 0,318-214 0,-159 159 0,-133 200 0,140-148 0,-27 30 0,24 20 0,66-20-1365,202-314-5461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24575,'1'3'0,"0"0"0,1 1 0,-1-1 0,0 0 0,1 0 0,0 0 0,0-1 0,0 1 0,0 0 0,0-1 0,5 5 0,2 2 0,19 23 0,2-2 0,2-1 0,0-2 0,38 25 0,16 13 0,189 186 0,-18 20 0,32 32 0,122 146 0,-396-431 0,6 8 0,-1 1 0,-2 0 0,22 42 0,23 41 0,-17-32 0,4 5 0,97 123 0,-22-33 0,-98-135-1365,-5-9-5461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20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5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74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0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24575,'4'0'0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25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24575,'5'0'0,"6"0"0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4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24575,'0'5'0,"5"1"0,1 5 0,9 0 0,2 3 0,12-1 0,15 2 0,14 8 0,-3-1-8191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5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24575,'5'0'0,"6"5"0,10 1 0,11 4 0,1 1-8191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6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24575,'5'0'0,"6"0"0,5 5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8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24575,'5'4'0,"6"2"0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9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24575,'5'5'0,"6"5"0,1 7 0,3 0 0,14 6 0,5 4 0,12 2 0,-3-4-8191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1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24575,'5'0'0,"6"5"0,5 6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2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24575,'0'4'0,"5"7"0,6 6 0,5 4 0,1-1-8191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4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24575,'4'0'0,"7"0"0,6 0 0,-1 4 0,3 7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5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7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8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4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2697 0 24575,'-28'26'0,"-1"-2"0,-1-1 0,-46 27 0,6-5 0,-11 10 0,-365 259 0,318-214 0,-159 159 0,-133 200 0,140-148 0,-27 30 0,24 20 0,66-20-1365,202-314-5461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24575,'1'3'0,"0"0"0,1 1 0,-1-1 0,0 0 0,1 0 0,0 0 0,0-1 0,0 1 0,0 0 0,0-1 0,5 5 0,2 2 0,19 23 0,2-2 0,2-1 0,0-2 0,38 25 0,16 13 0,189 186 0,-18 20 0,32 32 0,122 146 0,-396-431 0,6 8 0,-1 1 0,-2 0 0,22 42 0,23 41 0,-17-32 0,4 5 0,97 123 0,-22-33 0,-98-135-1365,-5-9-5461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0:40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6228 24575,'4'-6'0,"-1"1"0,1 0 0,-1-1 0,0 0 0,0 0 0,-1 0 0,0 0 0,3-10 0,3-9 0,67-224 0,-70 230 0,8-36 0,-9 33 0,1 1 0,1-1 0,1 1 0,17-34 0,53-117 0,-1 29 0,-10 22 0,13-20 0,-46 87 0,39-55 0,13-17 0,-31 47 0,-12 15 0,3 2 0,2 3 0,69-68 0,1 2 0,-21 20 0,17-13 0,42-40 0,89-58 0,-163 150 0,106-67 0,-107 79 0,142-92 0,151-111 0,-311 212 0,85-47 0,-31 22 0,-18 13 0,123-51 0,-161 81 0,170-70 0,375-101 0,-363 134 0,206-67 0,-185 53 0,-97 33 0,-71 17 0,1 4 0,135-16 0,134-30 0,-255 45 0,-41 9 0,355-63 0,-359 69 0,70-21 0,-39 8 0,310-60 0,-289 60 0,-37 6 0,0 3 0,155-6 0,-190 18 0,0-2 0,-1-2 0,53-14 0,28-5 0,-101 22 0,110-18 0,229-6 0,-66 6 0,-241 14 0,-10 0 0,-1-2 0,54-18 0,36-9 0,-52 13 0,-58 15 0,51-10 0,-15 7 0,73-24 0,22-4 0,-79 21 0,77-29 0,3-2 0,-101 32 0,68-32 0,10-4 0,71-33 0,-23 7 0,-110 50 0,76-45 0,1 0 0,1 9 0,185-90 0,-181 82 0,-101 50 0,0-2 0,77-51 0,-26 13 43,-78 50-325,-1-2 1,0 0-1,-1-2 1,31-28-1,-38 28-6544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20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5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74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0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24575,'4'0'0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25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24575,'5'0'0,"6"0"0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4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24575,'0'5'0,"5"1"0,1 5 0,9 0 0,2 3 0,12-1 0,15 2 0,14 8 0,-3-1-8191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5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24575,'5'0'0,"6"5"0,10 1 0,11 4 0,1 1-8191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6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24575,'5'0'0,"6"0"0,5 5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8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24575,'5'4'0,"6"2"0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9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24575,'5'5'0,"6"5"0,1 7 0,3 0 0,14 6 0,5 4 0,12 2 0,-3-4-8191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1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24575,'5'0'0,"6"5"0,5 6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2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24575,'0'4'0,"5"7"0,6 6 0,5 4 0,1-1-8191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4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24575,'4'0'0,"7"0"0,6 0 0,-1 4 0,3 7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5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7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8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4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2697 0 24575,'-28'26'0,"-1"-2"0,-1-1 0,-46 27 0,6-5 0,-11 10 0,-365 259 0,318-214 0,-159 159 0,-133 200 0,140-148 0,-27 30 0,24 20 0,66-20-1365,202-314-5461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24575,'1'3'0,"0"0"0,1 1 0,-1-1 0,0 0 0,1 0 0,0 0 0,0-1 0,0 1 0,0 0 0,0-1 0,5 5 0,2 2 0,19 23 0,2-2 0,2-1 0,0-2 0,38 25 0,16 13 0,189 186 0,-18 20 0,32 32 0,122 146 0,-396-431 0,6 8 0,-1 1 0,-2 0 0,22 42 0,23 41 0,-17-32 0,4 5 0,97 123 0,-22-33 0,-98-135-1365,-5-9-5461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0:40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6228 24575,'4'-6'0,"-1"1"0,1 0 0,-1-1 0,0 0 0,0 0 0,-1 0 0,0 0 0,3-10 0,3-9 0,67-224 0,-70 230 0,8-36 0,-9 33 0,1 1 0,1-1 0,1 1 0,17-34 0,53-117 0,-1 29 0,-10 22 0,13-20 0,-46 87 0,39-55 0,13-17 0,-31 47 0,-12 15 0,3 2 0,2 3 0,69-68 0,1 2 0,-21 20 0,17-13 0,42-40 0,89-58 0,-163 150 0,106-67 0,-107 79 0,142-92 0,151-111 0,-311 212 0,85-47 0,-31 22 0,-18 13 0,123-51 0,-161 81 0,170-70 0,375-101 0,-363 134 0,206-67 0,-185 53 0,-97 33 0,-71 17 0,1 4 0,135-16 0,134-30 0,-255 45 0,-41 9 0,355-63 0,-359 69 0,70-21 0,-39 8 0,310-60 0,-289 60 0,-37 6 0,0 3 0,155-6 0,-190 18 0,0-2 0,-1-2 0,53-14 0,28-5 0,-101 22 0,110-18 0,229-6 0,-66 6 0,-241 14 0,-10 0 0,-1-2 0,54-18 0,36-9 0,-52 13 0,-58 15 0,51-10 0,-15 7 0,73-24 0,22-4 0,-79 21 0,77-29 0,3-2 0,-101 32 0,68-32 0,10-4 0,71-33 0,-23 7 0,-110 50 0,76-45 0,1 0 0,1 9 0,185-90 0,-181 82 0,-101 50 0,0-2 0,77-51 0,-26 13 43,-78 50-325,-1-2 1,0 0-1,-1-2 1,31-28-1,-38 28-6544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4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24575,'109'8'0,"-22"1"0,1051 4 0,-763-15 0,3339 1 0,-3160 16 0,21 0 0,-215-14 0,396-4 0,-461-10 0,84-2 0,722 14 91,-511 2-1547,-562-1-5370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6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24575,'0'1241'0,"32"-1324"0,-11 28 0,1 0 0,3 1 0,2 2 0,3 1 0,1 1 0,73-87 0,-95 128 0,0 0 0,1 1 0,0 0 0,0 0 0,1 1 0,19-10 0,-25 14 0,0 1 0,0 0 0,0 0 0,1 0 0,-1 1 0,0 0 0,1 0 0,-1 0 0,1 1 0,-1-1 0,1 1 0,0 1 0,-1-1 0,1 1 0,-1 0 0,1 0 0,7 3 0,-9-2 0,0 0 0,-1 1 0,0-1 0,0 1 0,0 0 0,0 0 0,0 0 0,0 0 0,-1 0 0,1 0 0,1 5 0,23 43 0,-23-42 0,10 24 0,-2 1 0,-1 0 0,-2 0 0,-1 1 0,6 66 0,-8 178 0,-6-272 0,1-5-80,2-9 145,7-20-18,2-9-1444,6-7-5429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7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 24575,'-2'0'0,"0"0"0,0 1 0,1-1 0,-1 1 0,0-1 0,1 1 0,-1 0 0,1 0 0,-1 0 0,1 0 0,-1 0 0,1 0 0,-1 0 0,1 0 0,0 0 0,-2 2 0,-20 27 0,12-14 0,5-8 0,-13 15 0,-27 42 0,40-55 0,2 0 0,-1 0 0,1 0 0,0 0 0,1 1 0,0 0 0,1-1 0,-1 14 0,0 6 0,2 0 0,3 46 0,-1-66 0,1 1 0,0-1 0,0 0 0,1 0 0,0 0 0,1 0 0,0 0 0,1 0 0,0-1 0,10 15 0,-6-14 0,1 0 0,0 0 0,0-1 0,1 0 0,0-1 0,0 0 0,1-1 0,0 0 0,1-1 0,19 7 0,-6-5 0,0 0 0,1-2 0,0-1 0,39 3 0,-58-7 0,1 0 0,0-1 0,0 0 0,0-1 0,17-2 0,-24 2 0,1 0 0,-1 0 0,0 0 0,1 0 0,-1 0 0,0-1 0,0 1 0,0 0 0,0-1 0,0 0 0,-1 1 0,1-1 0,0 0 0,-1 0 0,1 0 0,-1 0 0,0 0 0,0-1 0,1 1 0,-1 0 0,-1 0 0,1-1 0,0 1 0,-1-1 0,1-4 0,2-14 0,-2 0 0,-1 0 0,0-1 0,-2 1 0,0 0 0,-2 0 0,0 0 0,-1 1 0,-1-1 0,-1 1 0,-1 0 0,-1 1 0,0 0 0,-16-24 0,16 32 0,1 0 0,-2 0 0,1 1 0,-2 0 0,1 1 0,-23-15 0,-54-50 0,65 58-1365,1 1-5461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9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3 184 24575,'-2'98'0,"4"106"0,-2-202 0,0-1 0,0 1 0,1 0 0,-1 0 0,0 0 0,1-1 0,-1 1 0,1 0 0,-1 0 0,1-1 0,0 1 0,0-1 0,0 1 0,0 0 0,0-1 0,2 3 0,-2-4 0,0 1 0,0-1 0,0 1 0,-1-1 0,1 0 0,0 0 0,0 1 0,0-1 0,0 0 0,0 0 0,0 0 0,0 0 0,0 0 0,0 0 0,0 0 0,0-1 0,-1 1 0,1 0 0,0 0 0,0-1 0,0 1 0,0 0 0,0-1 0,6-4 0,0 1 0,-1-1 0,0 0 0,0 0 0,0-1 0,6-7 0,95-122 0,-92 113 0,-1-1 0,-2-1 0,0 0 0,13-37 0,-3-6 0,-22 66 0,0 1 0,0-1 0,0 0 0,0 1 0,0-1 0,1 1 0,-1-1 0,0 1 0,0-1 0,1 0 0,-1 1 0,0-1 0,1 1 0,-1-1 0,1 1 0,-1 0 0,0-1 0,1 1 0,-1-1 0,1 1 0,-1 0 0,1-1 0,-1 1 0,1 0 0,1-1 0,8 11 0,10 35 0,-15-33 0,36 94 0,-14-34 0,52 96 0,-54-121 0,-11-19 0,2 0 0,1-1 0,34 43 0,-49-68 0,-1-1 0,1 1 0,-1 0 0,1-1 0,0 1 0,-1-1 0,1 0 0,0 1 0,0-1 0,0 0 0,0 0 0,0 0 0,0-1 0,0 1 0,1 0 0,-1-1 0,0 1 0,0-1 0,4 0 0,-4 0 0,-1-1 0,1 1 0,0-1 0,0 0 0,0 1 0,-1-1 0,1 0 0,0 0 0,-1 0 0,1-1 0,-1 1 0,0 0 0,1-1 0,-1 1 0,0 0 0,0-1 0,0 0 0,1-1 0,3-6 0,0 0 0,-1-1 0,-1 1 0,0-1 0,0 0 0,3-20 0,33-282 0,-22 127 0,-12 105 0,-5 77 8,0 1 0,1-1 0,-1 0 0,0 1 0,1-1 0,0 0 0,-1 1 0,1-1 0,0 1 0,1-1 0,-1 1 0,0 0 0,1-1 0,2-3 0,-2 5-91,0 0 1,0-1-1,0 1 1,0 0-1,0 0 1,0 1-1,0-1 1,0 0-1,0 1 1,1-1-1,-1 1 1,0 0-1,0 0 1,0 0-1,1 0 1,-1 0-1,3 0 1,21 4-6744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24575,'45'-2'0,"34"1"0,-72 2 0,0-1 0,0 1 0,0 1 0,0-1 0,0 1 0,-1 0 0,1 1 0,9 4 0,-12-4 0,0 0 0,0 1 0,0-1 0,0 1 0,-1 0 0,0 0 0,1 0 0,-1 1 0,-1-1 0,1 1 0,-1-1 0,1 1 0,-1 0 0,-1 0 0,1 0 0,-1 0 0,0 0 0,1 7 0,1 11 0,-1 2 0,-3 39 0,1-42 0,0-4 0,-1 1 0,0-1 0,-2 1 0,0-1 0,0 0 0,-2 0 0,-1-1 0,0 1 0,-1-1 0,0 0 0,-2-1 0,-14 23 0,17-32-114,1 0 1,1 1-1,0-1 0,0 1 0,0 0 1,1 0-1,0 0 0,0 0 0,1 1 1,0-1-1,-1 17 0,2-3-6712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1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24575,'4'-3'0,"1"0"0,-1 0 0,0 1 0,1-1 0,0 1 0,-1 0 0,1 1 0,0-1 0,0 1 0,0 0 0,8-1 0,4 0 0,-1 1 0,21 2 0,-32-1 0,-1 1 0,1-1 0,-1 1 0,0 0 0,1 0 0,-1 0 0,0 1 0,0-1 0,0 1 0,0 0 0,0 0 0,0 1 0,-1-1 0,1 1 0,5 5 0,-5-3 0,0 0 0,0 1 0,-1-1 0,1 1 0,-1-1 0,0 1 0,-1 0 0,1 0 0,1 11 0,1 10 0,-1 0 0,-2 0 0,-1 0 0,-2 32 0,0-33 0,-1 13-170,-2 1-1,-1-1 0,-2 0 1,-2 0-1,-2-1 0,-1 0 1,-22 43-1,12-34-6655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2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20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5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74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0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24575,'4'0'0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25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24575,'5'0'0,"6"0"0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4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24575,'0'5'0,"5"1"0,1 5 0,9 0 0,2 3 0,12-1 0,15 2 0,14 8 0,-3-1-8191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5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24575,'5'0'0,"6"5"0,10 1 0,11 4 0,1 1-8191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6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24575,'5'0'0,"6"0"0,5 5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8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24575,'5'4'0,"6"2"0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9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24575,'5'5'0,"6"5"0,1 7 0,3 0 0,14 6 0,5 4 0,12 2 0,-3-4-8191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1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24575,'5'0'0,"6"5"0,5 6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2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24575,'0'4'0,"5"7"0,6 6 0,5 4 0,1-1-8191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4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24575,'4'0'0,"7"0"0,6 0 0,-1 4 0,3 7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5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7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8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4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2697 0 24575,'-28'26'0,"-1"-2"0,-1-1 0,-46 27 0,6-5 0,-11 10 0,-365 259 0,318-214 0,-159 159 0,-133 200 0,140-148 0,-27 30 0,24 20 0,66-20-1365,202-314-5461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24575,'1'3'0,"0"0"0,1 1 0,-1-1 0,0 0 0,1 0 0,0 0 0,0-1 0,0 1 0,0 0 0,0-1 0,5 5 0,2 2 0,19 23 0,2-2 0,2-1 0,0-2 0,38 25 0,16 13 0,189 186 0,-18 20 0,32 32 0,122 146 0,-396-431 0,6 8 0,-1 1 0,-2 0 0,22 42 0,23 41 0,-17-32 0,4 5 0,97 123 0,-22-33 0,-98-135-1365,-5-9-5461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0:40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6228 24575,'4'-6'0,"-1"1"0,1 0 0,-1-1 0,0 0 0,0 0 0,-1 0 0,0 0 0,3-10 0,3-9 0,67-224 0,-70 230 0,8-36 0,-9 33 0,1 1 0,1-1 0,1 1 0,17-34 0,53-117 0,-1 29 0,-10 22 0,13-20 0,-46 87 0,39-55 0,13-17 0,-31 47 0,-12 15 0,3 2 0,2 3 0,69-68 0,1 2 0,-21 20 0,17-13 0,42-40 0,89-58 0,-163 150 0,106-67 0,-107 79 0,142-92 0,151-111 0,-311 212 0,85-47 0,-31 22 0,-18 13 0,123-51 0,-161 81 0,170-70 0,375-101 0,-363 134 0,206-67 0,-185 53 0,-97 33 0,-71 17 0,1 4 0,135-16 0,134-30 0,-255 45 0,-41 9 0,355-63 0,-359 69 0,70-21 0,-39 8 0,310-60 0,-289 60 0,-37 6 0,0 3 0,155-6 0,-190 18 0,0-2 0,-1-2 0,53-14 0,28-5 0,-101 22 0,110-18 0,229-6 0,-66 6 0,-241 14 0,-10 0 0,-1-2 0,54-18 0,36-9 0,-52 13 0,-58 15 0,51-10 0,-15 7 0,73-24 0,22-4 0,-79 21 0,77-29 0,3-2 0,-101 32 0,68-32 0,10-4 0,71-33 0,-23 7 0,-110 50 0,76-45 0,1 0 0,1 9 0,185-90 0,-181 82 0,-101 50 0,0-2 0,77-51 0,-26 13 43,-78 50-325,-1-2 1,0 0-1,-1-2 1,31-28-1,-38 28-6544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4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24575,'109'8'0,"-22"1"0,1051 4 0,-763-15 0,3339 1 0,-3160 16 0,21 0 0,-215-14 0,396-4 0,-461-10 0,84-2 0,722 14 91,-511 2-1547,-562-1-5370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6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24575,'0'1241'0,"32"-1324"0,-11 28 0,1 0 0,3 1 0,2 2 0,3 1 0,1 1 0,73-87 0,-95 128 0,0 0 0,1 1 0,0 0 0,0 0 0,1 1 0,19-10 0,-25 14 0,0 1 0,0 0 0,0 0 0,1 0 0,-1 1 0,0 0 0,1 0 0,-1 0 0,1 1 0,-1-1 0,1 1 0,0 1 0,-1-1 0,1 1 0,-1 0 0,1 0 0,7 3 0,-9-2 0,0 0 0,-1 1 0,0-1 0,0 1 0,0 0 0,0 0 0,0 0 0,0 0 0,-1 0 0,1 0 0,1 5 0,23 43 0,-23-42 0,10 24 0,-2 1 0,-1 0 0,-2 0 0,-1 1 0,6 66 0,-8 178 0,-6-272 0,1-5-80,2-9 145,7-20-18,2-9-1444,6-7-5429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7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 24575,'-2'0'0,"0"0"0,0 1 0,1-1 0,-1 1 0,0-1 0,1 1 0,-1 0 0,1 0 0,-1 0 0,1 0 0,-1 0 0,1 0 0,-1 0 0,1 0 0,0 0 0,-2 2 0,-20 27 0,12-14 0,5-8 0,-13 15 0,-27 42 0,40-55 0,2 0 0,-1 0 0,1 0 0,0 0 0,1 1 0,0 0 0,1-1 0,-1 14 0,0 6 0,2 0 0,3 46 0,-1-66 0,1 1 0,0-1 0,0 0 0,1 0 0,0 0 0,1 0 0,0 0 0,1 0 0,0-1 0,10 15 0,-6-14 0,1 0 0,0 0 0,0-1 0,1 0 0,0-1 0,0 0 0,1-1 0,0 0 0,1-1 0,19 7 0,-6-5 0,0 0 0,1-2 0,0-1 0,39 3 0,-58-7 0,1 0 0,0-1 0,0 0 0,0-1 0,17-2 0,-24 2 0,1 0 0,-1 0 0,0 0 0,1 0 0,-1 0 0,0-1 0,0 1 0,0 0 0,0-1 0,0 0 0,-1 1 0,1-1 0,0 0 0,-1 0 0,1 0 0,-1 0 0,0 0 0,0-1 0,1 1 0,-1 0 0,-1 0 0,1-1 0,0 1 0,-1-1 0,1-4 0,2-14 0,-2 0 0,-1 0 0,0-1 0,-2 1 0,0 0 0,-2 0 0,0 0 0,-1 1 0,-1-1 0,-1 1 0,-1 0 0,-1 1 0,0 0 0,-16-24 0,16 32 0,1 0 0,-2 0 0,1 1 0,-2 0 0,1 1 0,-23-15 0,-54-50 0,65 58-1365,1 1-5461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9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3 184 24575,'-2'98'0,"4"106"0,-2-202 0,0-1 0,0 1 0,1 0 0,-1 0 0,0 0 0,1-1 0,-1 1 0,1 0 0,-1 0 0,1-1 0,0 1 0,0-1 0,0 1 0,0 0 0,0-1 0,2 3 0,-2-4 0,0 1 0,0-1 0,0 1 0,-1-1 0,1 0 0,0 0 0,0 1 0,0-1 0,0 0 0,0 0 0,0 0 0,0 0 0,0 0 0,0 0 0,0 0 0,0-1 0,-1 1 0,1 0 0,0 0 0,0-1 0,0 1 0,0 0 0,0-1 0,6-4 0,0 1 0,-1-1 0,0 0 0,0 0 0,0-1 0,6-7 0,95-122 0,-92 113 0,-1-1 0,-2-1 0,0 0 0,13-37 0,-3-6 0,-22 66 0,0 1 0,0-1 0,0 0 0,0 1 0,0-1 0,1 1 0,-1-1 0,0 1 0,0-1 0,1 0 0,-1 1 0,0-1 0,1 1 0,-1-1 0,1 1 0,-1 0 0,0-1 0,1 1 0,-1-1 0,1 1 0,-1 0 0,1-1 0,-1 1 0,1 0 0,1-1 0,8 11 0,10 35 0,-15-33 0,36 94 0,-14-34 0,52 96 0,-54-121 0,-11-19 0,2 0 0,1-1 0,34 43 0,-49-68 0,-1-1 0,1 1 0,-1 0 0,1-1 0,0 1 0,-1-1 0,1 0 0,0 1 0,0-1 0,0 0 0,0 0 0,0 0 0,0-1 0,0 1 0,1 0 0,-1-1 0,0 1 0,0-1 0,4 0 0,-4 0 0,-1-1 0,1 1 0,0-1 0,0 0 0,0 1 0,-1-1 0,1 0 0,0 0 0,-1 0 0,1-1 0,-1 1 0,0 0 0,1-1 0,-1 1 0,0 0 0,0-1 0,0 0 0,1-1 0,3-6 0,0 0 0,-1-1 0,-1 1 0,0-1 0,0 0 0,3-20 0,33-282 0,-22 127 0,-12 105 0,-5 77 8,0 1 0,1-1 0,-1 0 0,0 1 0,1-1 0,0 0 0,-1 1 0,1-1 0,0 1 0,1-1 0,-1 1 0,0 0 0,1-1 0,2-3 0,-2 5-91,0 0 1,0-1-1,0 1 1,0 0-1,0 0 1,0 1-1,0-1 1,0 0-1,0 1 1,1-1-1,-1 1 1,0 0-1,0 0 1,0 0-1,1 0 1,-1 0-1,3 0 1,21 4-6744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24575,'45'-2'0,"34"1"0,-72 2 0,0-1 0,0 1 0,0 1 0,0-1 0,0 1 0,-1 0 0,1 1 0,9 4 0,-12-4 0,0 0 0,0 1 0,0-1 0,0 1 0,-1 0 0,0 0 0,1 0 0,-1 1 0,-1-1 0,1 1 0,-1-1 0,1 1 0,-1 0 0,-1 0 0,1 0 0,-1 0 0,0 0 0,1 7 0,1 11 0,-1 2 0,-3 39 0,1-42 0,0-4 0,-1 1 0,0-1 0,-2 1 0,0-1 0,0 0 0,-2 0 0,-1-1 0,0 1 0,-1-1 0,0 0 0,-2-1 0,-14 23 0,17-32-114,1 0 1,1 1-1,0-1 0,0 1 0,0 0 1,1 0-1,0 0 0,0 0 0,1 1 1,0-1-1,-1 17 0,2-3-6712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1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24575,'4'-3'0,"1"0"0,-1 0 0,0 1 0,1-1 0,0 1 0,-1 0 0,1 1 0,0-1 0,0 1 0,0 0 0,8-1 0,4 0 0,-1 1 0,21 2 0,-32-1 0,-1 1 0,1-1 0,-1 1 0,0 0 0,1 0 0,-1 0 0,0 1 0,0-1 0,0 1 0,0 0 0,0 0 0,0 1 0,-1-1 0,1 1 0,5 5 0,-5-3 0,0 0 0,0 1 0,-1-1 0,1 1 0,-1-1 0,0 1 0,-1 0 0,1 0 0,1 11 0,1 10 0,-1 0 0,-2 0 0,-1 0 0,-2 32 0,0-33 0,-1 13-170,-2 1-1,-1-1 0,-2 0 1,-2 0-1,-2-1 0,-1 0 1,-22 43-1,12-34-6655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2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20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5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74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0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24575,'4'0'0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25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24575,'5'0'0,"6"0"0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4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24575,'0'5'0,"5"1"0,1 5 0,9 0 0,2 3 0,12-1 0,15 2 0,14 8 0,-3-1-8191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5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24575,'5'0'0,"6"5"0,10 1 0,11 4 0,1 1-8191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6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24575,'5'0'0,"6"0"0,5 5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8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24575,'5'4'0,"6"2"0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9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24575,'5'5'0,"6"5"0,1 7 0,3 0 0,14 6 0,5 4 0,12 2 0,-3-4-8191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1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24575,'5'0'0,"6"5"0,5 6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2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24575,'0'4'0,"5"7"0,6 6 0,5 4 0,1-1-8191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4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24575,'4'0'0,"7"0"0,6 0 0,-1 4 0,3 7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5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7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8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4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2697 0 24575,'-28'26'0,"-1"-2"0,-1-1 0,-46 27 0,6-5 0,-11 10 0,-365 259 0,318-214 0,-159 159 0,-133 200 0,140-148 0,-27 30 0,24 20 0,66-20-1365,202-314-5461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24575,'1'3'0,"0"0"0,1 1 0,-1-1 0,0 0 0,1 0 0,0 0 0,0-1 0,0 1 0,0 0 0,0-1 0,5 5 0,2 2 0,19 23 0,2-2 0,2-1 0,0-2 0,38 25 0,16 13 0,189 186 0,-18 20 0,32 32 0,122 146 0,-396-431 0,6 8 0,-1 1 0,-2 0 0,22 42 0,23 41 0,-17-32 0,4 5 0,97 123 0,-22-33 0,-98-135-1365,-5-9-5461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0:40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6228 24575,'4'-6'0,"-1"1"0,1 0 0,-1-1 0,0 0 0,0 0 0,-1 0 0,0 0 0,3-10 0,3-9 0,67-224 0,-70 230 0,8-36 0,-9 33 0,1 1 0,1-1 0,1 1 0,17-34 0,53-117 0,-1 29 0,-10 22 0,13-20 0,-46 87 0,39-55 0,13-17 0,-31 47 0,-12 15 0,3 2 0,2 3 0,69-68 0,1 2 0,-21 20 0,17-13 0,42-40 0,89-58 0,-163 150 0,106-67 0,-107 79 0,142-92 0,151-111 0,-311 212 0,85-47 0,-31 22 0,-18 13 0,123-51 0,-161 81 0,170-70 0,375-101 0,-363 134 0,206-67 0,-185 53 0,-97 33 0,-71 17 0,1 4 0,135-16 0,134-30 0,-255 45 0,-41 9 0,355-63 0,-359 69 0,70-21 0,-39 8 0,310-60 0,-289 60 0,-37 6 0,0 3 0,155-6 0,-190 18 0,0-2 0,-1-2 0,53-14 0,28-5 0,-101 22 0,110-18 0,229-6 0,-66 6 0,-241 14 0,-10 0 0,-1-2 0,54-18 0,36-9 0,-52 13 0,-58 15 0,51-10 0,-15 7 0,73-24 0,22-4 0,-79 21 0,77-29 0,3-2 0,-101 32 0,68-32 0,10-4 0,71-33 0,-23 7 0,-110 50 0,76-45 0,1 0 0,1 9 0,185-90 0,-181 82 0,-101 50 0,0-2 0,77-51 0,-26 13 43,-78 50-325,-1-2 1,0 0-1,-1-2 1,31-28-1,-38 28-6544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4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24575,'109'8'0,"-22"1"0,1051 4 0,-763-15 0,3339 1 0,-3160 16 0,21 0 0,-215-14 0,396-4 0,-461-10 0,84-2 0,722 14 91,-511 2-1547,-562-1-5370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6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24575,'0'1241'0,"32"-1324"0,-11 28 0,1 0 0,3 1 0,2 2 0,3 1 0,1 1 0,73-87 0,-95 128 0,0 0 0,1 1 0,0 0 0,0 0 0,1 1 0,19-10 0,-25 14 0,0 1 0,0 0 0,0 0 0,1 0 0,-1 1 0,0 0 0,1 0 0,-1 0 0,1 1 0,-1-1 0,1 1 0,0 1 0,-1-1 0,1 1 0,-1 0 0,1 0 0,7 3 0,-9-2 0,0 0 0,-1 1 0,0-1 0,0 1 0,0 0 0,0 0 0,0 0 0,0 0 0,-1 0 0,1 0 0,1 5 0,23 43 0,-23-42 0,10 24 0,-2 1 0,-1 0 0,-2 0 0,-1 1 0,6 66 0,-8 178 0,-6-272 0,1-5-80,2-9 145,7-20-18,2-9-1444,6-7-5429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7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 24575,'-2'0'0,"0"0"0,0 1 0,1-1 0,-1 1 0,0-1 0,1 1 0,-1 0 0,1 0 0,-1 0 0,1 0 0,-1 0 0,1 0 0,-1 0 0,1 0 0,0 0 0,-2 2 0,-20 27 0,12-14 0,5-8 0,-13 15 0,-27 42 0,40-55 0,2 0 0,-1 0 0,1 0 0,0 0 0,1 1 0,0 0 0,1-1 0,-1 14 0,0 6 0,2 0 0,3 46 0,-1-66 0,1 1 0,0-1 0,0 0 0,1 0 0,0 0 0,1 0 0,0 0 0,1 0 0,0-1 0,10 15 0,-6-14 0,1 0 0,0 0 0,0-1 0,1 0 0,0-1 0,0 0 0,1-1 0,0 0 0,1-1 0,19 7 0,-6-5 0,0 0 0,1-2 0,0-1 0,39 3 0,-58-7 0,1 0 0,0-1 0,0 0 0,0-1 0,17-2 0,-24 2 0,1 0 0,-1 0 0,0 0 0,1 0 0,-1 0 0,0-1 0,0 1 0,0 0 0,0-1 0,0 0 0,-1 1 0,1-1 0,0 0 0,-1 0 0,1 0 0,-1 0 0,0 0 0,0-1 0,1 1 0,-1 0 0,-1 0 0,1-1 0,0 1 0,-1-1 0,1-4 0,2-14 0,-2 0 0,-1 0 0,0-1 0,-2 1 0,0 0 0,-2 0 0,0 0 0,-1 1 0,-1-1 0,-1 1 0,-1 0 0,-1 1 0,0 0 0,-16-24 0,16 32 0,1 0 0,-2 0 0,1 1 0,-2 0 0,1 1 0,-23-15 0,-54-50 0,65 58-1365,1 1-5461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9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3 184 24575,'-2'98'0,"4"106"0,-2-202 0,0-1 0,0 1 0,1 0 0,-1 0 0,0 0 0,1-1 0,-1 1 0,1 0 0,-1 0 0,1-1 0,0 1 0,0-1 0,0 1 0,0 0 0,0-1 0,2 3 0,-2-4 0,0 1 0,0-1 0,0 1 0,-1-1 0,1 0 0,0 0 0,0 1 0,0-1 0,0 0 0,0 0 0,0 0 0,0 0 0,0 0 0,0 0 0,0 0 0,0-1 0,-1 1 0,1 0 0,0 0 0,0-1 0,0 1 0,0 0 0,0-1 0,6-4 0,0 1 0,-1-1 0,0 0 0,0 0 0,0-1 0,6-7 0,95-122 0,-92 113 0,-1-1 0,-2-1 0,0 0 0,13-37 0,-3-6 0,-22 66 0,0 1 0,0-1 0,0 0 0,0 1 0,0-1 0,1 1 0,-1-1 0,0 1 0,0-1 0,1 0 0,-1 1 0,0-1 0,1 1 0,-1-1 0,1 1 0,-1 0 0,0-1 0,1 1 0,-1-1 0,1 1 0,-1 0 0,1-1 0,-1 1 0,1 0 0,1-1 0,8 11 0,10 35 0,-15-33 0,36 94 0,-14-34 0,52 96 0,-54-121 0,-11-19 0,2 0 0,1-1 0,34 43 0,-49-68 0,-1-1 0,1 1 0,-1 0 0,1-1 0,0 1 0,-1-1 0,1 0 0,0 1 0,0-1 0,0 0 0,0 0 0,0 0 0,0-1 0,0 1 0,1 0 0,-1-1 0,0 1 0,0-1 0,4 0 0,-4 0 0,-1-1 0,1 1 0,0-1 0,0 0 0,0 1 0,-1-1 0,1 0 0,0 0 0,-1 0 0,1-1 0,-1 1 0,0 0 0,1-1 0,-1 1 0,0 0 0,0-1 0,0 0 0,1-1 0,3-6 0,0 0 0,-1-1 0,-1 1 0,0-1 0,0 0 0,3-20 0,33-282 0,-22 127 0,-12 105 0,-5 77 8,0 1 0,1-1 0,-1 0 0,0 1 0,1-1 0,0 0 0,-1 1 0,1-1 0,0 1 0,1-1 0,-1 1 0,0 0 0,1-1 0,2-3 0,-2 5-91,0 0 1,0-1-1,0 1 1,0 0-1,0 0 1,0 1-1,0-1 1,0 0-1,0 1 1,1-1-1,-1 1 1,0 0-1,0 0 1,0 0-1,1 0 1,-1 0-1,3 0 1,21 4-6744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24575,'45'-2'0,"34"1"0,-72 2 0,0-1 0,0 1 0,0 1 0,0-1 0,0 1 0,-1 0 0,1 1 0,9 4 0,-12-4 0,0 0 0,0 1 0,0-1 0,0 1 0,-1 0 0,0 0 0,1 0 0,-1 1 0,-1-1 0,1 1 0,-1-1 0,1 1 0,-1 0 0,-1 0 0,1 0 0,-1 0 0,0 0 0,1 7 0,1 11 0,-1 2 0,-3 39 0,1-42 0,0-4 0,-1 1 0,0-1 0,-2 1 0,0-1 0,0 0 0,-2 0 0,-1-1 0,0 1 0,-1-1 0,0 0 0,-2-1 0,-14 23 0,17-32-114,1 0 1,1 1-1,0-1 0,0 1 0,0 0 1,1 0-1,0 0 0,0 0 0,1 1 1,0-1-1,-1 17 0,2-3-6712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1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24575,'4'-3'0,"1"0"0,-1 0 0,0 1 0,1-1 0,0 1 0,-1 0 0,1 1 0,0-1 0,0 1 0,0 0 0,8-1 0,4 0 0,-1 1 0,21 2 0,-32-1 0,-1 1 0,1-1 0,-1 1 0,0 0 0,1 0 0,-1 0 0,0 1 0,0-1 0,0 1 0,0 0 0,0 0 0,0 1 0,-1-1 0,1 1 0,5 5 0,-5-3 0,0 0 0,0 1 0,-1-1 0,1 1 0,-1-1 0,0 1 0,-1 0 0,1 0 0,1 11 0,1 10 0,-1 0 0,-2 0 0,-1 0 0,-2 32 0,0-33 0,-1 13-170,-2 1-1,-1-1 0,-2 0 1,-2 0-1,-2-1 0,-1 0 1,-22 43-1,12-34-6655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2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20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5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74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0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24575,'4'0'0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25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24575,'5'0'0,"6"0"0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4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24575,'0'5'0,"5"1"0,1 5 0,9 0 0,2 3 0,12-1 0,15 2 0,14 8 0,-3-1-8191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5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24575,'5'0'0,"6"5"0,10 1 0,11 4 0,1 1-8191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6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24575,'5'0'0,"6"0"0,5 5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8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24575,'5'4'0,"6"2"0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9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24575,'5'5'0,"6"5"0,1 7 0,3 0 0,14 6 0,5 4 0,12 2 0,-3-4-8191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1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24575,'5'0'0,"6"5"0,5 6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2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24575,'0'4'0,"5"7"0,6 6 0,5 4 0,1-1-8191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4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24575,'4'0'0,"7"0"0,6 0 0,-1 4 0,3 7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5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7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8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4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2697 0 24575,'-28'26'0,"-1"-2"0,-1-1 0,-46 27 0,6-5 0,-11 10 0,-365 259 0,318-214 0,-159 159 0,-133 200 0,140-148 0,-27 30 0,24 20 0,66-20-1365,202-314-5461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24575,'1'3'0,"0"0"0,1 1 0,-1-1 0,0 0 0,1 0 0,0 0 0,0-1 0,0 1 0,0 0 0,0-1 0,5 5 0,2 2 0,19 23 0,2-2 0,2-1 0,0-2 0,38 25 0,16 13 0,189 186 0,-18 20 0,32 32 0,122 146 0,-396-431 0,6 8 0,-1 1 0,-2 0 0,22 42 0,23 41 0,-17-32 0,4 5 0,97 123 0,-22-33 0,-98-135-1365,-5-9-5461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0:40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6228 24575,'4'-6'0,"-1"1"0,1 0 0,-1-1 0,0 0 0,0 0 0,-1 0 0,0 0 0,3-10 0,3-9 0,67-224 0,-70 230 0,8-36 0,-9 33 0,1 1 0,1-1 0,1 1 0,17-34 0,53-117 0,-1 29 0,-10 22 0,13-20 0,-46 87 0,39-55 0,13-17 0,-31 47 0,-12 15 0,3 2 0,2 3 0,69-68 0,1 2 0,-21 20 0,17-13 0,42-40 0,89-58 0,-163 150 0,106-67 0,-107 79 0,142-92 0,151-111 0,-311 212 0,85-47 0,-31 22 0,-18 13 0,123-51 0,-161 81 0,170-70 0,375-101 0,-363 134 0,206-67 0,-185 53 0,-97 33 0,-71 17 0,1 4 0,135-16 0,134-30 0,-255 45 0,-41 9 0,355-63 0,-359 69 0,70-21 0,-39 8 0,310-60 0,-289 60 0,-37 6 0,0 3 0,155-6 0,-190 18 0,0-2 0,-1-2 0,53-14 0,28-5 0,-101 22 0,110-18 0,229-6 0,-66 6 0,-241 14 0,-10 0 0,-1-2 0,54-18 0,36-9 0,-52 13 0,-58 15 0,51-10 0,-15 7 0,73-24 0,22-4 0,-79 21 0,77-29 0,3-2 0,-101 32 0,68-32 0,10-4 0,71-33 0,-23 7 0,-110 50 0,76-45 0,1 0 0,1 9 0,185-90 0,-181 82 0,-101 50 0,0-2 0,77-51 0,-26 13 43,-78 50-325,-1-2 1,0 0-1,-1-2 1,31-28-1,-38 28-6544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4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24575,'109'8'0,"-22"1"0,1051 4 0,-763-15 0,3339 1 0,-3160 16 0,21 0 0,-215-14 0,396-4 0,-461-10 0,84-2 0,722 14 91,-511 2-1547,-562-1-5370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6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24575,'0'1241'0,"32"-1324"0,-11 28 0,1 0 0,3 1 0,2 2 0,3 1 0,1 1 0,73-87 0,-95 128 0,0 0 0,1 1 0,0 0 0,0 0 0,1 1 0,19-10 0,-25 14 0,0 1 0,0 0 0,0 0 0,1 0 0,-1 1 0,0 0 0,1 0 0,-1 0 0,1 1 0,-1-1 0,1 1 0,0 1 0,-1-1 0,1 1 0,-1 0 0,1 0 0,7 3 0,-9-2 0,0 0 0,-1 1 0,0-1 0,0 1 0,0 0 0,0 0 0,0 0 0,0 0 0,-1 0 0,1 0 0,1 5 0,23 43 0,-23-42 0,10 24 0,-2 1 0,-1 0 0,-2 0 0,-1 1 0,6 66 0,-8 178 0,-6-272 0,1-5-80,2-9 145,7-20-18,2-9-1444,6-7-5429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7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 24575,'-2'0'0,"0"0"0,0 1 0,1-1 0,-1 1 0,0-1 0,1 1 0,-1 0 0,1 0 0,-1 0 0,1 0 0,-1 0 0,1 0 0,-1 0 0,1 0 0,0 0 0,-2 2 0,-20 27 0,12-14 0,5-8 0,-13 15 0,-27 42 0,40-55 0,2 0 0,-1 0 0,1 0 0,0 0 0,1 1 0,0 0 0,1-1 0,-1 14 0,0 6 0,2 0 0,3 46 0,-1-66 0,1 1 0,0-1 0,0 0 0,1 0 0,0 0 0,1 0 0,0 0 0,1 0 0,0-1 0,10 15 0,-6-14 0,1 0 0,0 0 0,0-1 0,1 0 0,0-1 0,0 0 0,1-1 0,0 0 0,1-1 0,19 7 0,-6-5 0,0 0 0,1-2 0,0-1 0,39 3 0,-58-7 0,1 0 0,0-1 0,0 0 0,0-1 0,17-2 0,-24 2 0,1 0 0,-1 0 0,0 0 0,1 0 0,-1 0 0,0-1 0,0 1 0,0 0 0,0-1 0,0 0 0,-1 1 0,1-1 0,0 0 0,-1 0 0,1 0 0,-1 0 0,0 0 0,0-1 0,1 1 0,-1 0 0,-1 0 0,1-1 0,0 1 0,-1-1 0,1-4 0,2-14 0,-2 0 0,-1 0 0,0-1 0,-2 1 0,0 0 0,-2 0 0,0 0 0,-1 1 0,-1-1 0,-1 1 0,-1 0 0,-1 1 0,0 0 0,-16-24 0,16 32 0,1 0 0,-2 0 0,1 1 0,-2 0 0,1 1 0,-23-15 0,-54-50 0,65 58-1365,1 1-5461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9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3 184 24575,'-2'98'0,"4"106"0,-2-202 0,0-1 0,0 1 0,1 0 0,-1 0 0,0 0 0,1-1 0,-1 1 0,1 0 0,-1 0 0,1-1 0,0 1 0,0-1 0,0 1 0,0 0 0,0-1 0,2 3 0,-2-4 0,0 1 0,0-1 0,0 1 0,-1-1 0,1 0 0,0 0 0,0 1 0,0-1 0,0 0 0,0 0 0,0 0 0,0 0 0,0 0 0,0 0 0,0 0 0,0-1 0,-1 1 0,1 0 0,0 0 0,0-1 0,0 1 0,0 0 0,0-1 0,6-4 0,0 1 0,-1-1 0,0 0 0,0 0 0,0-1 0,6-7 0,95-122 0,-92 113 0,-1-1 0,-2-1 0,0 0 0,13-37 0,-3-6 0,-22 66 0,0 1 0,0-1 0,0 0 0,0 1 0,0-1 0,1 1 0,-1-1 0,0 1 0,0-1 0,1 0 0,-1 1 0,0-1 0,1 1 0,-1-1 0,1 1 0,-1 0 0,0-1 0,1 1 0,-1-1 0,1 1 0,-1 0 0,1-1 0,-1 1 0,1 0 0,1-1 0,8 11 0,10 35 0,-15-33 0,36 94 0,-14-34 0,52 96 0,-54-121 0,-11-19 0,2 0 0,1-1 0,34 43 0,-49-68 0,-1-1 0,1 1 0,-1 0 0,1-1 0,0 1 0,-1-1 0,1 0 0,0 1 0,0-1 0,0 0 0,0 0 0,0 0 0,0-1 0,0 1 0,1 0 0,-1-1 0,0 1 0,0-1 0,4 0 0,-4 0 0,-1-1 0,1 1 0,0-1 0,0 0 0,0 1 0,-1-1 0,1 0 0,0 0 0,-1 0 0,1-1 0,-1 1 0,0 0 0,1-1 0,-1 1 0,0 0 0,0-1 0,0 0 0,1-1 0,3-6 0,0 0 0,-1-1 0,-1 1 0,0-1 0,0 0 0,3-20 0,33-282 0,-22 127 0,-12 105 0,-5 77 8,0 1 0,1-1 0,-1 0 0,0 1 0,1-1 0,0 0 0,-1 1 0,1-1 0,0 1 0,1-1 0,-1 1 0,0 0 0,1-1 0,2-3 0,-2 5-91,0 0 1,0-1-1,0 1 1,0 0-1,0 0 1,0 1-1,0-1 1,0 0-1,0 1 1,1-1-1,-1 1 1,0 0-1,0 0 1,0 0-1,1 0 1,-1 0-1,3 0 1,21 4-6744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24575,'45'-2'0,"34"1"0,-72 2 0,0-1 0,0 1 0,0 1 0,0-1 0,0 1 0,-1 0 0,1 1 0,9 4 0,-12-4 0,0 0 0,0 1 0,0-1 0,0 1 0,-1 0 0,0 0 0,1 0 0,-1 1 0,-1-1 0,1 1 0,-1-1 0,1 1 0,-1 0 0,-1 0 0,1 0 0,-1 0 0,0 0 0,1 7 0,1 11 0,-1 2 0,-3 39 0,1-42 0,0-4 0,-1 1 0,0-1 0,-2 1 0,0-1 0,0 0 0,-2 0 0,-1-1 0,0 1 0,-1-1 0,0 0 0,-2-1 0,-14 23 0,17-32-114,1 0 1,1 1-1,0-1 0,0 1 0,0 0 1,1 0-1,0 0 0,0 0 0,1 1 1,0-1-1,-1 17 0,2-3-6712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1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24575,'4'-3'0,"1"0"0,-1 0 0,0 1 0,1-1 0,0 1 0,-1 0 0,1 1 0,0-1 0,0 1 0,0 0 0,8-1 0,4 0 0,-1 1 0,21 2 0,-32-1 0,-1 1 0,1-1 0,-1 1 0,0 0 0,1 0 0,-1 0 0,0 1 0,0-1 0,0 1 0,0 0 0,0 0 0,0 1 0,-1-1 0,1 1 0,5 5 0,-5-3 0,0 0 0,0 1 0,-1-1 0,1 1 0,-1-1 0,0 1 0,-1 0 0,1 0 0,1 11 0,1 10 0,-1 0 0,-2 0 0,-1 0 0,-2 32 0,0-33 0,-1 13-170,-2 1-1,-1-1 0,-2 0 1,-2 0-1,-2-1 0,-1 0 1,-22 43-1,12-34-6655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2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20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5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74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0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24575,'4'0'0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25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24575,'5'0'0,"6"0"0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4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24575,'0'5'0,"5"1"0,1 5 0,9 0 0,2 3 0,12-1 0,15 2 0,14 8 0,-3-1-8191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5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24575,'5'0'0,"6"5"0,10 1 0,11 4 0,1 1-8191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6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24575,'5'0'0,"6"0"0,5 5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8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24575,'5'4'0,"6"2"0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9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24575,'5'5'0,"6"5"0,1 7 0,3 0 0,14 6 0,5 4 0,12 2 0,-3-4-8191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1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24575,'5'0'0,"6"5"0,5 6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2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24575,'0'4'0,"5"7"0,6 6 0,5 4 0,1-1-8191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4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24575,'4'0'0,"7"0"0,6 0 0,-1 4 0,3 7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5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7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8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4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2697 0 24575,'-28'26'0,"-1"-2"0,-1-1 0,-46 27 0,6-5 0,-11 10 0,-365 259 0,318-214 0,-159 159 0,-133 200 0,140-148 0,-27 30 0,24 20 0,66-20-1365,202-314-5461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24575,'1'3'0,"0"0"0,1 1 0,-1-1 0,0 0 0,1 0 0,0 0 0,0-1 0,0 1 0,0 0 0,0-1 0,5 5 0,2 2 0,19 23 0,2-2 0,2-1 0,0-2 0,38 25 0,16 13 0,189 186 0,-18 20 0,32 32 0,122 146 0,-396-431 0,6 8 0,-1 1 0,-2 0 0,22 42 0,23 41 0,-17-32 0,4 5 0,97 123 0,-22-33 0,-98-135-1365,-5-9-5461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0:40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6228 24575,'4'-6'0,"-1"1"0,1 0 0,-1-1 0,0 0 0,0 0 0,-1 0 0,0 0 0,3-10 0,3-9 0,67-224 0,-70 230 0,8-36 0,-9 33 0,1 1 0,1-1 0,1 1 0,17-34 0,53-117 0,-1 29 0,-10 22 0,13-20 0,-46 87 0,39-55 0,13-17 0,-31 47 0,-12 15 0,3 2 0,2 3 0,69-68 0,1 2 0,-21 20 0,17-13 0,42-40 0,89-58 0,-163 150 0,106-67 0,-107 79 0,142-92 0,151-111 0,-311 212 0,85-47 0,-31 22 0,-18 13 0,123-51 0,-161 81 0,170-70 0,375-101 0,-363 134 0,206-67 0,-185 53 0,-97 33 0,-71 17 0,1 4 0,135-16 0,134-30 0,-255 45 0,-41 9 0,355-63 0,-359 69 0,70-21 0,-39 8 0,310-60 0,-289 60 0,-37 6 0,0 3 0,155-6 0,-190 18 0,0-2 0,-1-2 0,53-14 0,28-5 0,-101 22 0,110-18 0,229-6 0,-66 6 0,-241 14 0,-10 0 0,-1-2 0,54-18 0,36-9 0,-52 13 0,-58 15 0,51-10 0,-15 7 0,73-24 0,22-4 0,-79 21 0,77-29 0,3-2 0,-101 32 0,68-32 0,10-4 0,71-33 0,-23 7 0,-110 50 0,76-45 0,1 0 0,1 9 0,185-90 0,-181 82 0,-101 50 0,0-2 0,77-51 0,-26 13 43,-78 50-325,-1-2 1,0 0-1,-1-2 1,31-28-1,-38 28-6544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4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24575,'109'8'0,"-22"1"0,1051 4 0,-763-15 0,3339 1 0,-3160 16 0,21 0 0,-215-14 0,396-4 0,-461-10 0,84-2 0,722 14 91,-511 2-1547,-562-1-5370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6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24575,'0'1241'0,"32"-1324"0,-11 28 0,1 0 0,3 1 0,2 2 0,3 1 0,1 1 0,73-87 0,-95 128 0,0 0 0,1 1 0,0 0 0,0 0 0,1 1 0,19-10 0,-25 14 0,0 1 0,0 0 0,0 0 0,1 0 0,-1 1 0,0 0 0,1 0 0,-1 0 0,1 1 0,-1-1 0,1 1 0,0 1 0,-1-1 0,1 1 0,-1 0 0,1 0 0,7 3 0,-9-2 0,0 0 0,-1 1 0,0-1 0,0 1 0,0 0 0,0 0 0,0 0 0,0 0 0,-1 0 0,1 0 0,1 5 0,23 43 0,-23-42 0,10 24 0,-2 1 0,-1 0 0,-2 0 0,-1 1 0,6 66 0,-8 178 0,-6-272 0,1-5-80,2-9 145,7-20-18,2-9-1444,6-7-5429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7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 24575,'-2'0'0,"0"0"0,0 1 0,1-1 0,-1 1 0,0-1 0,1 1 0,-1 0 0,1 0 0,-1 0 0,1 0 0,-1 0 0,1 0 0,-1 0 0,1 0 0,0 0 0,-2 2 0,-20 27 0,12-14 0,5-8 0,-13 15 0,-27 42 0,40-55 0,2 0 0,-1 0 0,1 0 0,0 0 0,1 1 0,0 0 0,1-1 0,-1 14 0,0 6 0,2 0 0,3 46 0,-1-66 0,1 1 0,0-1 0,0 0 0,1 0 0,0 0 0,1 0 0,0 0 0,1 0 0,0-1 0,10 15 0,-6-14 0,1 0 0,0 0 0,0-1 0,1 0 0,0-1 0,0 0 0,1-1 0,0 0 0,1-1 0,19 7 0,-6-5 0,0 0 0,1-2 0,0-1 0,39 3 0,-58-7 0,1 0 0,0-1 0,0 0 0,0-1 0,17-2 0,-24 2 0,1 0 0,-1 0 0,0 0 0,1 0 0,-1 0 0,0-1 0,0 1 0,0 0 0,0-1 0,0 0 0,-1 1 0,1-1 0,0 0 0,-1 0 0,1 0 0,-1 0 0,0 0 0,0-1 0,1 1 0,-1 0 0,-1 0 0,1-1 0,0 1 0,-1-1 0,1-4 0,2-14 0,-2 0 0,-1 0 0,0-1 0,-2 1 0,0 0 0,-2 0 0,0 0 0,-1 1 0,-1-1 0,-1 1 0,-1 0 0,-1 1 0,0 0 0,-16-24 0,16 32 0,1 0 0,-2 0 0,1 1 0,-2 0 0,1 1 0,-23-15 0,-54-50 0,65 58-1365,1 1-5461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9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3 184 24575,'-2'98'0,"4"106"0,-2-202 0,0-1 0,0 1 0,1 0 0,-1 0 0,0 0 0,1-1 0,-1 1 0,1 0 0,-1 0 0,1-1 0,0 1 0,0-1 0,0 1 0,0 0 0,0-1 0,2 3 0,-2-4 0,0 1 0,0-1 0,0 1 0,-1-1 0,1 0 0,0 0 0,0 1 0,0-1 0,0 0 0,0 0 0,0 0 0,0 0 0,0 0 0,0 0 0,0 0 0,0-1 0,-1 1 0,1 0 0,0 0 0,0-1 0,0 1 0,0 0 0,0-1 0,6-4 0,0 1 0,-1-1 0,0 0 0,0 0 0,0-1 0,6-7 0,95-122 0,-92 113 0,-1-1 0,-2-1 0,0 0 0,13-37 0,-3-6 0,-22 66 0,0 1 0,0-1 0,0 0 0,0 1 0,0-1 0,1 1 0,-1-1 0,0 1 0,0-1 0,1 0 0,-1 1 0,0-1 0,1 1 0,-1-1 0,1 1 0,-1 0 0,0-1 0,1 1 0,-1-1 0,1 1 0,-1 0 0,1-1 0,-1 1 0,1 0 0,1-1 0,8 11 0,10 35 0,-15-33 0,36 94 0,-14-34 0,52 96 0,-54-121 0,-11-19 0,2 0 0,1-1 0,34 43 0,-49-68 0,-1-1 0,1 1 0,-1 0 0,1-1 0,0 1 0,-1-1 0,1 0 0,0 1 0,0-1 0,0 0 0,0 0 0,0 0 0,0-1 0,0 1 0,1 0 0,-1-1 0,0 1 0,0-1 0,4 0 0,-4 0 0,-1-1 0,1 1 0,0-1 0,0 0 0,0 1 0,-1-1 0,1 0 0,0 0 0,-1 0 0,1-1 0,-1 1 0,0 0 0,1-1 0,-1 1 0,0 0 0,0-1 0,0 0 0,1-1 0,3-6 0,0 0 0,-1-1 0,-1 1 0,0-1 0,0 0 0,3-20 0,33-282 0,-22 127 0,-12 105 0,-5 77 8,0 1 0,1-1 0,-1 0 0,0 1 0,1-1 0,0 0 0,-1 1 0,1-1 0,0 1 0,1-1 0,-1 1 0,0 0 0,1-1 0,2-3 0,-2 5-91,0 0 1,0-1-1,0 1 1,0 0-1,0 0 1,0 1-1,0-1 1,0 0-1,0 1 1,1-1-1,-1 1 1,0 0-1,0 0 1,0 0-1,1 0 1,-1 0-1,3 0 1,21 4-6744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24575,'45'-2'0,"34"1"0,-72 2 0,0-1 0,0 1 0,0 1 0,0-1 0,0 1 0,-1 0 0,1 1 0,9 4 0,-12-4 0,0 0 0,0 1 0,0-1 0,0 1 0,-1 0 0,0 0 0,1 0 0,-1 1 0,-1-1 0,1 1 0,-1-1 0,1 1 0,-1 0 0,-1 0 0,1 0 0,-1 0 0,0 0 0,1 7 0,1 11 0,-1 2 0,-3 39 0,1-42 0,0-4 0,-1 1 0,0-1 0,-2 1 0,0-1 0,0 0 0,-2 0 0,-1-1 0,0 1 0,-1-1 0,0 0 0,-2-1 0,-14 23 0,17-32-114,1 0 1,1 1-1,0-1 0,0 1 0,0 0 1,1 0-1,0 0 0,0 0 0,1 1 1,0-1-1,-1 17 0,2-3-6712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1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24575,'4'-3'0,"1"0"0,-1 0 0,0 1 0,1-1 0,0 1 0,-1 0 0,1 1 0,0-1 0,0 1 0,0 0 0,8-1 0,4 0 0,-1 1 0,21 2 0,-32-1 0,-1 1 0,1-1 0,-1 1 0,0 0 0,1 0 0,-1 0 0,0 1 0,0-1 0,0 1 0,0 0 0,0 0 0,0 1 0,-1-1 0,1 1 0,5 5 0,-5-3 0,0 0 0,0 1 0,-1-1 0,1 1 0,-1-1 0,0 1 0,-1 0 0,1 0 0,1 11 0,1 10 0,-1 0 0,-2 0 0,-1 0 0,-2 32 0,0-33 0,-1 13-170,-2 1-1,-1-1 0,-2 0 1,-2 0-1,-2-1 0,-1 0 1,-22 43-1,12-34-6655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2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20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5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74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0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24575,'4'0'0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25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24575,'5'0'0,"6"0"0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4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24575,'0'5'0,"5"1"0,1 5 0,9 0 0,2 3 0,12-1 0,15 2 0,14 8 0,-3-1-8191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5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24575,'5'0'0,"6"5"0,10 1 0,11 4 0,1 1-8191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6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24575,'5'0'0,"6"0"0,5 5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8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24575,'5'4'0,"6"2"0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9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24575,'5'5'0,"6"5"0,1 7 0,3 0 0,14 6 0,5 4 0,12 2 0,-3-4-8191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1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24575,'5'0'0,"6"5"0,5 6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2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24575,'0'4'0,"5"7"0,6 6 0,5 4 0,1-1-8191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4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24575,'4'0'0,"7"0"0,6 0 0,-1 4 0,3 7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5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7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8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4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2697 0 24575,'-28'26'0,"-1"-2"0,-1-1 0,-46 27 0,6-5 0,-11 10 0,-365 259 0,318-214 0,-159 159 0,-133 200 0,140-148 0,-27 30 0,24 20 0,66-20-1365,202-314-5461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24575,'1'3'0,"0"0"0,1 1 0,-1-1 0,0 0 0,1 0 0,0 0 0,0-1 0,0 1 0,0 0 0,0-1 0,5 5 0,2 2 0,19 23 0,2-2 0,2-1 0,0-2 0,38 25 0,16 13 0,189 186 0,-18 20 0,32 32 0,122 146 0,-396-431 0,6 8 0,-1 1 0,-2 0 0,22 42 0,23 41 0,-17-32 0,4 5 0,97 123 0,-22-33 0,-98-135-1365,-5-9-5461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0:40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6228 24575,'4'-6'0,"-1"1"0,1 0 0,-1-1 0,0 0 0,0 0 0,-1 0 0,0 0 0,3-10 0,3-9 0,67-224 0,-70 230 0,8-36 0,-9 33 0,1 1 0,1-1 0,1 1 0,17-34 0,53-117 0,-1 29 0,-10 22 0,13-20 0,-46 87 0,39-55 0,13-17 0,-31 47 0,-12 15 0,3 2 0,2 3 0,69-68 0,1 2 0,-21 20 0,17-13 0,42-40 0,89-58 0,-163 150 0,106-67 0,-107 79 0,142-92 0,151-111 0,-311 212 0,85-47 0,-31 22 0,-18 13 0,123-51 0,-161 81 0,170-70 0,375-101 0,-363 134 0,206-67 0,-185 53 0,-97 33 0,-71 17 0,1 4 0,135-16 0,134-30 0,-255 45 0,-41 9 0,355-63 0,-359 69 0,70-21 0,-39 8 0,310-60 0,-289 60 0,-37 6 0,0 3 0,155-6 0,-190 18 0,0-2 0,-1-2 0,53-14 0,28-5 0,-101 22 0,110-18 0,229-6 0,-66 6 0,-241 14 0,-10 0 0,-1-2 0,54-18 0,36-9 0,-52 13 0,-58 15 0,51-10 0,-15 7 0,73-24 0,22-4 0,-79 21 0,77-29 0,3-2 0,-101 32 0,68-32 0,10-4 0,71-33 0,-23 7 0,-110 50 0,76-45 0,1 0 0,1 9 0,185-90 0,-181 82 0,-101 50 0,0-2 0,77-51 0,-26 13 43,-78 50-325,-1-2 1,0 0-1,-1-2 1,31-28-1,-38 28-6544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4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24575,'109'8'0,"-22"1"0,1051 4 0,-763-15 0,3339 1 0,-3160 16 0,21 0 0,-215-14 0,396-4 0,-461-10 0,84-2 0,722 14 91,-511 2-1547,-562-1-5370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6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24575,'0'1241'0,"32"-1324"0,-11 28 0,1 0 0,3 1 0,2 2 0,3 1 0,1 1 0,73-87 0,-95 128 0,0 0 0,1 1 0,0 0 0,0 0 0,1 1 0,19-10 0,-25 14 0,0 1 0,0 0 0,0 0 0,1 0 0,-1 1 0,0 0 0,1 0 0,-1 0 0,1 1 0,-1-1 0,1 1 0,0 1 0,-1-1 0,1 1 0,-1 0 0,1 0 0,7 3 0,-9-2 0,0 0 0,-1 1 0,0-1 0,0 1 0,0 0 0,0 0 0,0 0 0,0 0 0,-1 0 0,1 0 0,1 5 0,23 43 0,-23-42 0,10 24 0,-2 1 0,-1 0 0,-2 0 0,-1 1 0,6 66 0,-8 178 0,-6-272 0,1-5-80,2-9 145,7-20-18,2-9-1444,6-7-5429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7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 24575,'-2'0'0,"0"0"0,0 1 0,1-1 0,-1 1 0,0-1 0,1 1 0,-1 0 0,1 0 0,-1 0 0,1 0 0,-1 0 0,1 0 0,-1 0 0,1 0 0,0 0 0,-2 2 0,-20 27 0,12-14 0,5-8 0,-13 15 0,-27 42 0,40-55 0,2 0 0,-1 0 0,1 0 0,0 0 0,1 1 0,0 0 0,1-1 0,-1 14 0,0 6 0,2 0 0,3 46 0,-1-66 0,1 1 0,0-1 0,0 0 0,1 0 0,0 0 0,1 0 0,0 0 0,1 0 0,0-1 0,10 15 0,-6-14 0,1 0 0,0 0 0,0-1 0,1 0 0,0-1 0,0 0 0,1-1 0,0 0 0,1-1 0,19 7 0,-6-5 0,0 0 0,1-2 0,0-1 0,39 3 0,-58-7 0,1 0 0,0-1 0,0 0 0,0-1 0,17-2 0,-24 2 0,1 0 0,-1 0 0,0 0 0,1 0 0,-1 0 0,0-1 0,0 1 0,0 0 0,0-1 0,0 0 0,-1 1 0,1-1 0,0 0 0,-1 0 0,1 0 0,-1 0 0,0 0 0,0-1 0,1 1 0,-1 0 0,-1 0 0,1-1 0,0 1 0,-1-1 0,1-4 0,2-14 0,-2 0 0,-1 0 0,0-1 0,-2 1 0,0 0 0,-2 0 0,0 0 0,-1 1 0,-1-1 0,-1 1 0,-1 0 0,-1 1 0,0 0 0,-16-24 0,16 32 0,1 0 0,-2 0 0,1 1 0,-2 0 0,1 1 0,-23-15 0,-54-50 0,65 58-1365,1 1-5461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9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3 184 24575,'-2'98'0,"4"106"0,-2-202 0,0-1 0,0 1 0,1 0 0,-1 0 0,0 0 0,1-1 0,-1 1 0,1 0 0,-1 0 0,1-1 0,0 1 0,0-1 0,0 1 0,0 0 0,0-1 0,2 3 0,-2-4 0,0 1 0,0-1 0,0 1 0,-1-1 0,1 0 0,0 0 0,0 1 0,0-1 0,0 0 0,0 0 0,0 0 0,0 0 0,0 0 0,0 0 0,0 0 0,0-1 0,-1 1 0,1 0 0,0 0 0,0-1 0,0 1 0,0 0 0,0-1 0,6-4 0,0 1 0,-1-1 0,0 0 0,0 0 0,0-1 0,6-7 0,95-122 0,-92 113 0,-1-1 0,-2-1 0,0 0 0,13-37 0,-3-6 0,-22 66 0,0 1 0,0-1 0,0 0 0,0 1 0,0-1 0,1 1 0,-1-1 0,0 1 0,0-1 0,1 0 0,-1 1 0,0-1 0,1 1 0,-1-1 0,1 1 0,-1 0 0,0-1 0,1 1 0,-1-1 0,1 1 0,-1 0 0,1-1 0,-1 1 0,1 0 0,1-1 0,8 11 0,10 35 0,-15-33 0,36 94 0,-14-34 0,52 96 0,-54-121 0,-11-19 0,2 0 0,1-1 0,34 43 0,-49-68 0,-1-1 0,1 1 0,-1 0 0,1-1 0,0 1 0,-1-1 0,1 0 0,0 1 0,0-1 0,0 0 0,0 0 0,0 0 0,0-1 0,0 1 0,1 0 0,-1-1 0,0 1 0,0-1 0,4 0 0,-4 0 0,-1-1 0,1 1 0,0-1 0,0 0 0,0 1 0,-1-1 0,1 0 0,0 0 0,-1 0 0,1-1 0,-1 1 0,0 0 0,1-1 0,-1 1 0,0 0 0,0-1 0,0 0 0,1-1 0,3-6 0,0 0 0,-1-1 0,-1 1 0,0-1 0,0 0 0,3-20 0,33-282 0,-22 127 0,-12 105 0,-5 77 8,0 1 0,1-1 0,-1 0 0,0 1 0,1-1 0,0 0 0,-1 1 0,1-1 0,0 1 0,1-1 0,-1 1 0,0 0 0,1-1 0,2-3 0,-2 5-91,0 0 1,0-1-1,0 1 1,0 0-1,0 0 1,0 1-1,0-1 1,0 0-1,0 1 1,1-1-1,-1 1 1,0 0-1,0 0 1,0 0-1,1 0 1,-1 0-1,3 0 1,21 4-6744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24575,'45'-2'0,"34"1"0,-72 2 0,0-1 0,0 1 0,0 1 0,0-1 0,0 1 0,-1 0 0,1 1 0,9 4 0,-12-4 0,0 0 0,0 1 0,0-1 0,0 1 0,-1 0 0,0 0 0,1 0 0,-1 1 0,-1-1 0,1 1 0,-1-1 0,1 1 0,-1 0 0,-1 0 0,1 0 0,-1 0 0,0 0 0,1 7 0,1 11 0,-1 2 0,-3 39 0,1-42 0,0-4 0,-1 1 0,0-1 0,-2 1 0,0-1 0,0 0 0,-2 0 0,-1-1 0,0 1 0,-1-1 0,0 0 0,-2-1 0,-14 23 0,17-32-114,1 0 1,1 1-1,0-1 0,0 1 0,0 0 1,1 0-1,0 0 0,0 0 0,1 1 1,0-1-1,-1 17 0,2-3-6712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1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24575,'4'-3'0,"1"0"0,-1 0 0,0 1 0,1-1 0,0 1 0,-1 0 0,1 1 0,0-1 0,0 1 0,0 0 0,8-1 0,4 0 0,-1 1 0,21 2 0,-32-1 0,-1 1 0,1-1 0,-1 1 0,0 0 0,1 0 0,-1 0 0,0 1 0,0-1 0,0 1 0,0 0 0,0 0 0,0 1 0,-1-1 0,1 1 0,5 5 0,-5-3 0,0 0 0,0 1 0,-1-1 0,1 1 0,-1-1 0,0 1 0,-1 0 0,1 0 0,1 11 0,1 10 0,-1 0 0,-2 0 0,-1 0 0,-2 32 0,0-33 0,-1 13-170,-2 1-1,-1-1 0,-2 0 1,-2 0-1,-2-1 0,-1 0 1,-22 43-1,12-34-6655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2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35.2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4999 24575,'6'-1'0,"-1"1"0,1-1 0,-1 0 0,1-1 0,-1 1 0,0-1 0,1 0 0,-1 0 0,0-1 0,0 0 0,-1 0 0,1 0 0,0 0 0,-1-1 0,0 1 0,7-9 0,4-6 0,0-1 0,20-34 0,-23 34 0,63-120 0,-12 19 0,-21 52 0,71-130 0,-91 160 0,39-54 0,-34 54 0,27-51 0,-7-5 0,5 3 0,90-123 0,-105 165 0,2 1 0,3 2 0,1 3 0,97-76 0,317-207 0,-305 219 0,171-115 0,-214 140 0,20-13 0,-83 67 0,131-89 0,-133 83 0,133-112 0,-113 93 0,85-56 0,4-2 0,97-65 0,-18 15 0,214-142 0,-424 290 0,12-6 0,-2-2 0,0 0 0,56-52 0,-43 32 0,87-60 0,-82 65 0,-12 8 0,54-31 0,-1 7 0,-33 18 0,67-29 0,-62 33 0,25-10 0,348-125 0,-327 122 0,-36 14 0,130-35 0,-114 46 0,81-20 0,-67 13 0,191-21 0,46-10 0,-130 2 0,-170 48 0,0 2 0,0 1 0,81 5 0,-36 1 0,1878-3 0,-1924-2 0,62-10 0,-58 5 0,47-1 0,94-8 0,-79 5 0,107-12 0,206-8 0,-203 32-1365,-191-1-5461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20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5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6.74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09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24575,'4'0'0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25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24575,'5'0'0,"6"0"0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4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24575,'0'5'0,"5"1"0,1 5 0,9 0 0,2 3 0,12-1 0,15 2 0,14 8 0,-3-1-8191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5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24575,'5'0'0,"6"5"0,10 1 0,11 4 0,1 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6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24575,'5'0'0,"6"0"0,5 5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8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24575,'5'4'0,"6"2"0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7.9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24575,'5'5'0,"6"5"0,1 7 0,3 0 0,14 6 0,5 4 0,12 2 0,-3-4-8191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1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24575,'5'0'0,"6"5"0,5 6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26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24575,'0'4'0,"5"7"0,6 6 0,5 4 0,1-1-8191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4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24575,'4'0'0,"7"0"0,6 0 0,-1 4 0,3 7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5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24575,'5'0'0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7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48.88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24575,'5'0'0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4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2697 0 24575,'-28'26'0,"-1"-2"0,-1-1 0,-46 27 0,6-5 0,-11 10 0,-365 259 0,318-214 0,-159 159 0,-133 200 0,140-148 0,-27 30 0,24 20 0,66-20-1365,202-314-5461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8:58:5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24575,'1'3'0,"0"0"0,1 1 0,-1-1 0,0 0 0,1 0 0,0 0 0,0-1 0,0 1 0,0 0 0,0-1 0,5 5 0,2 2 0,19 23 0,2-2 0,2-1 0,0-2 0,38 25 0,16 13 0,189 186 0,-18 20 0,32 32 0,122 146 0,-396-431 0,6 8 0,-1 1 0,-2 0 0,22 42 0,23 41 0,-17-32 0,4 5 0,97 123 0,-22-33 0,-98-135-1365,-5-9-5461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0:40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6228 24575,'4'-6'0,"-1"1"0,1 0 0,-1-1 0,0 0 0,0 0 0,-1 0 0,0 0 0,3-10 0,3-9 0,67-224 0,-70 230 0,8-36 0,-9 33 0,1 1 0,1-1 0,1 1 0,17-34 0,53-117 0,-1 29 0,-10 22 0,13-20 0,-46 87 0,39-55 0,13-17 0,-31 47 0,-12 15 0,3 2 0,2 3 0,69-68 0,1 2 0,-21 20 0,17-13 0,42-40 0,89-58 0,-163 150 0,106-67 0,-107 79 0,142-92 0,151-111 0,-311 212 0,85-47 0,-31 22 0,-18 13 0,123-51 0,-161 81 0,170-70 0,375-101 0,-363 134 0,206-67 0,-185 53 0,-97 33 0,-71 17 0,1 4 0,135-16 0,134-30 0,-255 45 0,-41 9 0,355-63 0,-359 69 0,70-21 0,-39 8 0,310-60 0,-289 60 0,-37 6 0,0 3 0,155-6 0,-190 18 0,0-2 0,-1-2 0,53-14 0,28-5 0,-101 22 0,110-18 0,229-6 0,-66 6 0,-241 14 0,-10 0 0,-1-2 0,54-18 0,36-9 0,-52 13 0,-58 15 0,51-10 0,-15 7 0,73-24 0,22-4 0,-79 21 0,77-29 0,3-2 0,-101 32 0,68-32 0,10-4 0,71-33 0,-23 7 0,-110 50 0,76-45 0,1 0 0,1 9 0,185-90 0,-181 82 0,-101 50 0,0-2 0,77-51 0,-26 13 43,-78 50-325,-1-2 1,0 0-1,-1-2 1,31-28-1,-38 28-6544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4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24575,'109'8'0,"-22"1"0,1051 4 0,-763-15 0,3339 1 0,-3160 16 0,21 0 0,-215-14 0,396-4 0,-461-10 0,84-2 0,722 14 91,-511 2-1547,-562-1-5370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6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24575,'0'1241'0,"32"-1324"0,-11 28 0,1 0 0,3 1 0,2 2 0,3 1 0,1 1 0,73-87 0,-95 128 0,0 0 0,1 1 0,0 0 0,0 0 0,1 1 0,19-10 0,-25 14 0,0 1 0,0 0 0,0 0 0,1 0 0,-1 1 0,0 0 0,1 0 0,-1 0 0,1 1 0,-1-1 0,1 1 0,0 1 0,-1-1 0,1 1 0,-1 0 0,1 0 0,7 3 0,-9-2 0,0 0 0,-1 1 0,0-1 0,0 1 0,0 0 0,0 0 0,0 0 0,0 0 0,-1 0 0,1 0 0,1 5 0,23 43 0,-23-42 0,10 24 0,-2 1 0,-1 0 0,-2 0 0,-1 1 0,6 66 0,-8 178 0,-6-272 0,1-5-80,2-9 145,7-20-18,2-9-1444,6-7-5429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7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 24575,'-2'0'0,"0"0"0,0 1 0,1-1 0,-1 1 0,0-1 0,1 1 0,-1 0 0,1 0 0,-1 0 0,1 0 0,-1 0 0,1 0 0,-1 0 0,1 0 0,0 0 0,-2 2 0,-20 27 0,12-14 0,5-8 0,-13 15 0,-27 42 0,40-55 0,2 0 0,-1 0 0,1 0 0,0 0 0,1 1 0,0 0 0,1-1 0,-1 14 0,0 6 0,2 0 0,3 46 0,-1-66 0,1 1 0,0-1 0,0 0 0,1 0 0,0 0 0,1 0 0,0 0 0,1 0 0,0-1 0,10 15 0,-6-14 0,1 0 0,0 0 0,0-1 0,1 0 0,0-1 0,0 0 0,1-1 0,0 0 0,1-1 0,19 7 0,-6-5 0,0 0 0,1-2 0,0-1 0,39 3 0,-58-7 0,1 0 0,0-1 0,0 0 0,0-1 0,17-2 0,-24 2 0,1 0 0,-1 0 0,0 0 0,1 0 0,-1 0 0,0-1 0,0 1 0,0 0 0,0-1 0,0 0 0,-1 1 0,1-1 0,0 0 0,-1 0 0,1 0 0,-1 0 0,0 0 0,0-1 0,1 1 0,-1 0 0,-1 0 0,1-1 0,0 1 0,-1-1 0,1-4 0,2-14 0,-2 0 0,-1 0 0,0-1 0,-2 1 0,0 0 0,-2 0 0,0 0 0,-1 1 0,-1-1 0,-1 1 0,-1 0 0,-1 1 0,0 0 0,-16-24 0,16 32 0,1 0 0,-2 0 0,1 1 0,-2 0 0,1 1 0,-23-15 0,-54-50 0,65 58-1365,1 1-5461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29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3 184 24575,'-2'98'0,"4"106"0,-2-202 0,0-1 0,0 1 0,1 0 0,-1 0 0,0 0 0,1-1 0,-1 1 0,1 0 0,-1 0 0,1-1 0,0 1 0,0-1 0,0 1 0,0 0 0,0-1 0,2 3 0,-2-4 0,0 1 0,0-1 0,0 1 0,-1-1 0,1 0 0,0 0 0,0 1 0,0-1 0,0 0 0,0 0 0,0 0 0,0 0 0,0 0 0,0 0 0,0 0 0,0-1 0,-1 1 0,1 0 0,0 0 0,0-1 0,0 1 0,0 0 0,0-1 0,6-4 0,0 1 0,-1-1 0,0 0 0,0 0 0,0-1 0,6-7 0,95-122 0,-92 113 0,-1-1 0,-2-1 0,0 0 0,13-37 0,-3-6 0,-22 66 0,0 1 0,0-1 0,0 0 0,0 1 0,0-1 0,1 1 0,-1-1 0,0 1 0,0-1 0,1 0 0,-1 1 0,0-1 0,1 1 0,-1-1 0,1 1 0,-1 0 0,0-1 0,1 1 0,-1-1 0,1 1 0,-1 0 0,1-1 0,-1 1 0,1 0 0,1-1 0,8 11 0,10 35 0,-15-33 0,36 94 0,-14-34 0,52 96 0,-54-121 0,-11-19 0,2 0 0,1-1 0,34 43 0,-49-68 0,-1-1 0,1 1 0,-1 0 0,1-1 0,0 1 0,-1-1 0,1 0 0,0 1 0,0-1 0,0 0 0,0 0 0,0 0 0,0-1 0,0 1 0,1 0 0,-1-1 0,0 1 0,0-1 0,4 0 0,-4 0 0,-1-1 0,1 1 0,0-1 0,0 0 0,0 1 0,-1-1 0,1 0 0,0 0 0,-1 0 0,1-1 0,-1 1 0,0 0 0,1-1 0,-1 1 0,0 0 0,0-1 0,0 0 0,1-1 0,3-6 0,0 0 0,-1-1 0,-1 1 0,0-1 0,0 0 0,3-20 0,33-282 0,-22 127 0,-12 105 0,-5 77 8,0 1 0,1-1 0,-1 0 0,0 1 0,1-1 0,0 0 0,-1 1 0,1-1 0,0 1 0,1-1 0,-1 1 0,0 0 0,1-1 0,2-3 0,-2 5-91,0 0 1,0-1-1,0 1 1,0 0-1,0 0 1,0 1-1,0-1 1,0 0-1,0 1 1,1-1-1,-1 1 1,0 0-1,0 0 1,0 0-1,1 0 1,-1 0-1,3 0 1,21 4-6744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24575,'45'-2'0,"34"1"0,-72 2 0,0-1 0,0 1 0,0 1 0,0-1 0,0 1 0,-1 0 0,1 1 0,9 4 0,-12-4 0,0 0 0,0 1 0,0-1 0,0 1 0,-1 0 0,0 0 0,1 0 0,-1 1 0,-1-1 0,1 1 0,-1-1 0,1 1 0,-1 0 0,-1 0 0,1 0 0,-1 0 0,0 0 0,1 7 0,1 11 0,-1 2 0,-3 39 0,1-42 0,0-4 0,-1 1 0,0-1 0,-2 1 0,0-1 0,0 0 0,-2 0 0,-1-1 0,0 1 0,-1-1 0,0 0 0,-2-1 0,-14 23 0,17-32-114,1 0 1,1 1-1,0-1 0,0 1 0,0 0 1,1 0-1,0 0 0,0 0 0,1 1 1,0-1-1,-1 17 0,2-3-6712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0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1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24575,'4'-3'0,"1"0"0,-1 0 0,0 1 0,1-1 0,0 1 0,-1 0 0,1 1 0,0-1 0,0 1 0,0 0 0,8-1 0,4 0 0,-1 1 0,21 2 0,-32-1 0,-1 1 0,1-1 0,-1 1 0,0 0 0,1 0 0,-1 0 0,0 1 0,0-1 0,0 1 0,0 0 0,0 0 0,0 1 0,-1-1 0,1 1 0,5 5 0,-5-3 0,0 0 0,0 1 0,-1-1 0,1 1 0,-1-1 0,0 1 0,-1 0 0,1 0 0,1 11 0,1 10 0,-1 0 0,-2 0 0,-1 0 0,-2 32 0,0-33 0,-1 13-170,-2 1-1,-1-1 0,-2 0 1,-2 0-1,-2-1 0,-1 0 1,-22 43-1,12-34-6655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1T09:01:32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CB1D-B304-20DA-F9AD-1376D49BE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F6219-43E0-104D-3A97-BF4E8734C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0DEDA-1138-2987-C9FA-CED524E8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5B843-27F6-7C0E-87DA-E2FA2101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1FD5F-3E48-C6FE-263D-AC531A079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3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ED7B-7D60-64E1-A8EF-A07F5577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6B4D6-6A7B-FD40-5FD8-ABDEAC252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3808-D7C8-07A2-F887-96953F5B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0146B-3CE1-DB2E-AEEF-1BF0F91D4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41678-2200-D18E-6A71-F814C459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2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00C9-6BC5-ED8C-1569-A0A7B1FD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1B5C2-20F0-4609-1DA4-FCB0FE33E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B6002-2DD9-660B-B9FF-D7B87D26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01CFE-C4BC-D3A7-BE3A-95E597FE2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95F49-16D6-868B-55AB-B289A5F1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97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FCB2-5A81-098D-E8AA-472E0D7D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66E9C-0A80-92BB-9893-8BCA7F416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98889-3BAA-86D4-6A2A-B1D213AA0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39EEF-655C-2F3E-02C4-39DDEA5B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388CD-C870-DF1C-C7BC-BA07E032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1AE7D-EBA6-2D20-F8BD-8F7A1530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1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FE580-9162-2F79-E06C-2B65D2399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146BD-F627-F6E5-87A5-B9825F845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7ACAC-B5C4-223E-E870-CA8CB1A12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811AD-83C3-0B91-8645-55FF7BE53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C5F55-D228-E761-3F13-38AE058B8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E5F346-6E2C-02D9-E003-69E29F37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658F9-924B-8DFD-729B-93925015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5C8F1-7584-A6B4-C7AC-1255BBAF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D8E2-9A46-6FD0-4A70-BFA3E375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C8F9C-A12F-33C4-7BCA-C262E0DD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39169-4BB5-A166-A539-7095238E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EDC97-3BC2-A100-B66B-E63EAE55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69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EA28D-38D7-0995-0101-606BF6D1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33BABD-946B-BF3F-53A9-366D5948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5085B-8F1E-CD04-164B-1CE3ED772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7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B9E2C-07EE-B087-4742-824C5E1E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36240-8E3E-1554-F74C-1BF1F9012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1B25D-8554-38CE-D0E3-443047090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43697-A47D-43AE-9E37-27EE5B7F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24E04-30D0-7CD3-C9E5-47BF2F822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FC7CA-9B54-3E49-90A8-C06FD17C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2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BCF37-3F18-ABE4-4422-DA376CC9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8D5B1-F281-BDB8-1002-071A1BD28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4550E-6440-ABD6-7936-CA14FD2DC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8374B-8B04-4362-DD2D-30B9B0685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A9E19-D595-D1A2-0F34-0E8B549B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8B3D1-8B39-AC7F-2980-7B5CA57A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43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E349-5B9C-5E77-9FA1-7FBE282B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B4D8E-B923-1763-A924-C5AA2E850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84440-01E3-979E-E88B-EAF94E83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D7979-DE64-88F4-C52C-7D6E5D46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F0592-9DF1-0548-8DDC-D09B30FD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06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9E5EB5-3AED-0C82-A0CB-3815C6F88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61F1E-A363-DB27-FA13-E27138196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B8078-F02A-698E-F052-C8447689E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F2BEF-5898-4727-90FA-BCC63035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16171-6544-7CF2-5DF4-35B234FD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7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7FC289-0C8D-028F-EC5B-D6491C769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BB46F-D698-5D87-C1FC-C0765DA54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8BB2-0D6E-9F5B-4CC2-170213433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E6074-3B2C-43BA-9398-8A92722B57BB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DBEF-9CFE-AA1E-1512-C7EF2CE43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E90A4-38F3-9B72-2C5D-99873BB57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669B2-FDEB-4A68-B9F5-D2D9C6B7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7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11.xml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customXml" Target="../ink/ink8.xml"/><Relationship Id="rId12" Type="http://schemas.openxmlformats.org/officeDocument/2006/relationships/image" Target="../media/image16.png"/><Relationship Id="rId17" Type="http://schemas.openxmlformats.org/officeDocument/2006/relationships/customXml" Target="../ink/ink13.xml"/><Relationship Id="rId2" Type="http://schemas.openxmlformats.org/officeDocument/2006/relationships/image" Target="../media/image3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9.xml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.xml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customXml" Target="../ink/ink14.xml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customXml" Target="../ink/ink20.xml"/><Relationship Id="rId18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17" Type="http://schemas.openxmlformats.org/officeDocument/2006/relationships/customXml" Target="../ink/ink22.xml"/><Relationship Id="rId2" Type="http://schemas.openxmlformats.org/officeDocument/2006/relationships/image" Target="../media/image24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.xml"/><Relationship Id="rId11" Type="http://schemas.openxmlformats.org/officeDocument/2006/relationships/image" Target="../media/image30.png"/><Relationship Id="rId5" Type="http://schemas.openxmlformats.org/officeDocument/2006/relationships/image" Target="../media/image26.png"/><Relationship Id="rId15" Type="http://schemas.openxmlformats.org/officeDocument/2006/relationships/customXml" Target="../ink/ink21.xml"/><Relationship Id="rId10" Type="http://schemas.openxmlformats.org/officeDocument/2006/relationships/image" Target="../media/image29.png"/><Relationship Id="rId4" Type="http://schemas.openxmlformats.org/officeDocument/2006/relationships/customXml" Target="../ink/ink17.xml"/><Relationship Id="rId9" Type="http://schemas.openxmlformats.org/officeDocument/2006/relationships/image" Target="../media/image28.png"/><Relationship Id="rId1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31.png"/><Relationship Id="rId18" Type="http://schemas.openxmlformats.org/officeDocument/2006/relationships/customXml" Target="../ink/ink28.xml"/><Relationship Id="rId3" Type="http://schemas.openxmlformats.org/officeDocument/2006/relationships/image" Target="../media/image25.png"/><Relationship Id="rId21" Type="http://schemas.openxmlformats.org/officeDocument/2006/relationships/customXml" Target="../ink/ink29.xml"/><Relationship Id="rId7" Type="http://schemas.openxmlformats.org/officeDocument/2006/relationships/image" Target="../media/image27.png"/><Relationship Id="rId12" Type="http://schemas.openxmlformats.org/officeDocument/2006/relationships/image" Target="../media/image35.png"/><Relationship Id="rId17" Type="http://schemas.openxmlformats.org/officeDocument/2006/relationships/image" Target="../media/image33.png"/><Relationship Id="rId2" Type="http://schemas.openxmlformats.org/officeDocument/2006/relationships/image" Target="../media/image24.png"/><Relationship Id="rId16" Type="http://schemas.openxmlformats.org/officeDocument/2006/relationships/customXml" Target="../ink/ink27.xml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.xml"/><Relationship Id="rId11" Type="http://schemas.openxmlformats.org/officeDocument/2006/relationships/image" Target="../media/image30.png"/><Relationship Id="rId5" Type="http://schemas.openxmlformats.org/officeDocument/2006/relationships/image" Target="../media/image26.png"/><Relationship Id="rId15" Type="http://schemas.openxmlformats.org/officeDocument/2006/relationships/image" Target="../media/image32.png"/><Relationship Id="rId23" Type="http://schemas.openxmlformats.org/officeDocument/2006/relationships/customXml" Target="../ink/ink31.xml"/><Relationship Id="rId10" Type="http://schemas.openxmlformats.org/officeDocument/2006/relationships/image" Target="../media/image29.png"/><Relationship Id="rId19" Type="http://schemas.openxmlformats.org/officeDocument/2006/relationships/image" Target="../media/image34.png"/><Relationship Id="rId4" Type="http://schemas.openxmlformats.org/officeDocument/2006/relationships/customXml" Target="../ink/ink23.xml"/><Relationship Id="rId9" Type="http://schemas.openxmlformats.org/officeDocument/2006/relationships/image" Target="../media/image28.png"/><Relationship Id="rId14" Type="http://schemas.openxmlformats.org/officeDocument/2006/relationships/customXml" Target="../ink/ink26.xml"/><Relationship Id="rId22" Type="http://schemas.openxmlformats.org/officeDocument/2006/relationships/customXml" Target="../ink/ink3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31.png"/><Relationship Id="rId18" Type="http://schemas.openxmlformats.org/officeDocument/2006/relationships/customXml" Target="../ink/ink37.xml"/><Relationship Id="rId3" Type="http://schemas.openxmlformats.org/officeDocument/2006/relationships/image" Target="../media/image25.png"/><Relationship Id="rId21" Type="http://schemas.openxmlformats.org/officeDocument/2006/relationships/customXml" Target="../ink/ink38.xml"/><Relationship Id="rId7" Type="http://schemas.openxmlformats.org/officeDocument/2006/relationships/image" Target="../media/image27.png"/><Relationship Id="rId12" Type="http://schemas.openxmlformats.org/officeDocument/2006/relationships/image" Target="../media/image35.png"/><Relationship Id="rId17" Type="http://schemas.openxmlformats.org/officeDocument/2006/relationships/image" Target="../media/image33.png"/><Relationship Id="rId2" Type="http://schemas.openxmlformats.org/officeDocument/2006/relationships/image" Target="../media/image24.png"/><Relationship Id="rId16" Type="http://schemas.openxmlformats.org/officeDocument/2006/relationships/customXml" Target="../ink/ink36.xml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.xml"/><Relationship Id="rId11" Type="http://schemas.openxmlformats.org/officeDocument/2006/relationships/image" Target="../media/image30.png"/><Relationship Id="rId24" Type="http://schemas.openxmlformats.org/officeDocument/2006/relationships/image" Target="../media/image37.png"/><Relationship Id="rId5" Type="http://schemas.openxmlformats.org/officeDocument/2006/relationships/image" Target="../media/image26.png"/><Relationship Id="rId15" Type="http://schemas.openxmlformats.org/officeDocument/2006/relationships/image" Target="../media/image32.png"/><Relationship Id="rId23" Type="http://schemas.openxmlformats.org/officeDocument/2006/relationships/customXml" Target="../ink/ink40.xml"/><Relationship Id="rId10" Type="http://schemas.openxmlformats.org/officeDocument/2006/relationships/image" Target="../media/image29.png"/><Relationship Id="rId19" Type="http://schemas.openxmlformats.org/officeDocument/2006/relationships/image" Target="../media/image34.png"/><Relationship Id="rId4" Type="http://schemas.openxmlformats.org/officeDocument/2006/relationships/customXml" Target="../ink/ink32.xml"/><Relationship Id="rId9" Type="http://schemas.openxmlformats.org/officeDocument/2006/relationships/image" Target="../media/image28.png"/><Relationship Id="rId14" Type="http://schemas.openxmlformats.org/officeDocument/2006/relationships/customXml" Target="../ink/ink35.xml"/><Relationship Id="rId22" Type="http://schemas.openxmlformats.org/officeDocument/2006/relationships/customXml" Target="../ink/ink3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png"/><Relationship Id="rId18" Type="http://schemas.openxmlformats.org/officeDocument/2006/relationships/image" Target="../media/image38.png"/><Relationship Id="rId3" Type="http://schemas.openxmlformats.org/officeDocument/2006/relationships/image" Target="../media/image25.png"/><Relationship Id="rId7" Type="http://schemas.openxmlformats.org/officeDocument/2006/relationships/customXml" Target="../ink/ink41.xml"/><Relationship Id="rId12" Type="http://schemas.openxmlformats.org/officeDocument/2006/relationships/image" Target="../media/image34.png"/><Relationship Id="rId17" Type="http://schemas.openxmlformats.org/officeDocument/2006/relationships/image" Target="../media/image37.png"/><Relationship Id="rId2" Type="http://schemas.openxmlformats.org/officeDocument/2006/relationships/image" Target="../media/image24.png"/><Relationship Id="rId16" Type="http://schemas.openxmlformats.org/officeDocument/2006/relationships/customXml" Target="../ink/ink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customXml" Target="../ink/ink43.xml"/><Relationship Id="rId5" Type="http://schemas.openxmlformats.org/officeDocument/2006/relationships/image" Target="../media/image35.png"/><Relationship Id="rId15" Type="http://schemas.openxmlformats.org/officeDocument/2006/relationships/customXml" Target="../ink/ink45.xml"/><Relationship Id="rId10" Type="http://schemas.openxmlformats.org/officeDocument/2006/relationships/image" Target="../media/image33.png"/><Relationship Id="rId19" Type="http://schemas.openxmlformats.org/officeDocument/2006/relationships/image" Target="../media/image39.png"/><Relationship Id="rId4" Type="http://schemas.openxmlformats.org/officeDocument/2006/relationships/image" Target="../media/image30.png"/><Relationship Id="rId9" Type="http://schemas.openxmlformats.org/officeDocument/2006/relationships/customXml" Target="../ink/ink42.xml"/><Relationship Id="rId14" Type="http://schemas.openxmlformats.org/officeDocument/2006/relationships/customXml" Target="../ink/ink4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png"/><Relationship Id="rId18" Type="http://schemas.openxmlformats.org/officeDocument/2006/relationships/image" Target="../media/image38.png"/><Relationship Id="rId26" Type="http://schemas.openxmlformats.org/officeDocument/2006/relationships/image" Target="../media/image43.png"/><Relationship Id="rId3" Type="http://schemas.openxmlformats.org/officeDocument/2006/relationships/image" Target="../media/image25.png"/><Relationship Id="rId21" Type="http://schemas.openxmlformats.org/officeDocument/2006/relationships/image" Target="../media/image40.png"/><Relationship Id="rId7" Type="http://schemas.openxmlformats.org/officeDocument/2006/relationships/customXml" Target="../ink/ink47.xml"/><Relationship Id="rId12" Type="http://schemas.openxmlformats.org/officeDocument/2006/relationships/image" Target="../media/image34.png"/><Relationship Id="rId17" Type="http://schemas.openxmlformats.org/officeDocument/2006/relationships/image" Target="../media/image37.png"/><Relationship Id="rId25" Type="http://schemas.openxmlformats.org/officeDocument/2006/relationships/image" Target="../media/image42.png"/><Relationship Id="rId2" Type="http://schemas.openxmlformats.org/officeDocument/2006/relationships/image" Target="../media/image24.png"/><Relationship Id="rId16" Type="http://schemas.openxmlformats.org/officeDocument/2006/relationships/customXml" Target="../ink/ink52.xml"/><Relationship Id="rId20" Type="http://schemas.openxmlformats.org/officeDocument/2006/relationships/customXml" Target="../ink/ink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customXml" Target="../ink/ink49.xml"/><Relationship Id="rId24" Type="http://schemas.openxmlformats.org/officeDocument/2006/relationships/customXml" Target="../ink/ink55.xml"/><Relationship Id="rId5" Type="http://schemas.openxmlformats.org/officeDocument/2006/relationships/image" Target="../media/image35.png"/><Relationship Id="rId15" Type="http://schemas.openxmlformats.org/officeDocument/2006/relationships/customXml" Target="../ink/ink51.xml"/><Relationship Id="rId23" Type="http://schemas.openxmlformats.org/officeDocument/2006/relationships/image" Target="../media/image41.png"/><Relationship Id="rId10" Type="http://schemas.openxmlformats.org/officeDocument/2006/relationships/image" Target="../media/image33.png"/><Relationship Id="rId19" Type="http://schemas.openxmlformats.org/officeDocument/2006/relationships/image" Target="../media/image39.png"/><Relationship Id="rId4" Type="http://schemas.openxmlformats.org/officeDocument/2006/relationships/image" Target="../media/image30.png"/><Relationship Id="rId9" Type="http://schemas.openxmlformats.org/officeDocument/2006/relationships/customXml" Target="../ink/ink48.xml"/><Relationship Id="rId14" Type="http://schemas.openxmlformats.org/officeDocument/2006/relationships/customXml" Target="../ink/ink50.xml"/><Relationship Id="rId22" Type="http://schemas.openxmlformats.org/officeDocument/2006/relationships/customXml" Target="../ink/ink5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png"/><Relationship Id="rId18" Type="http://schemas.openxmlformats.org/officeDocument/2006/relationships/image" Target="../media/image38.png"/><Relationship Id="rId26" Type="http://schemas.openxmlformats.org/officeDocument/2006/relationships/image" Target="../media/image43.png"/><Relationship Id="rId3" Type="http://schemas.openxmlformats.org/officeDocument/2006/relationships/image" Target="../media/image25.png"/><Relationship Id="rId21" Type="http://schemas.openxmlformats.org/officeDocument/2006/relationships/image" Target="../media/image40.png"/><Relationship Id="rId7" Type="http://schemas.openxmlformats.org/officeDocument/2006/relationships/customXml" Target="../ink/ink56.xml"/><Relationship Id="rId12" Type="http://schemas.openxmlformats.org/officeDocument/2006/relationships/image" Target="../media/image34.png"/><Relationship Id="rId17" Type="http://schemas.openxmlformats.org/officeDocument/2006/relationships/image" Target="../media/image37.png"/><Relationship Id="rId25" Type="http://schemas.openxmlformats.org/officeDocument/2006/relationships/image" Target="../media/image42.png"/><Relationship Id="rId2" Type="http://schemas.openxmlformats.org/officeDocument/2006/relationships/image" Target="../media/image24.png"/><Relationship Id="rId16" Type="http://schemas.openxmlformats.org/officeDocument/2006/relationships/customXml" Target="../ink/ink61.xml"/><Relationship Id="rId20" Type="http://schemas.openxmlformats.org/officeDocument/2006/relationships/customXml" Target="../ink/ink6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customXml" Target="../ink/ink58.xml"/><Relationship Id="rId24" Type="http://schemas.openxmlformats.org/officeDocument/2006/relationships/customXml" Target="../ink/ink64.xml"/><Relationship Id="rId5" Type="http://schemas.openxmlformats.org/officeDocument/2006/relationships/image" Target="../media/image35.png"/><Relationship Id="rId15" Type="http://schemas.openxmlformats.org/officeDocument/2006/relationships/customXml" Target="../ink/ink60.xml"/><Relationship Id="rId23" Type="http://schemas.openxmlformats.org/officeDocument/2006/relationships/image" Target="../media/image41.png"/><Relationship Id="rId10" Type="http://schemas.openxmlformats.org/officeDocument/2006/relationships/image" Target="../media/image33.png"/><Relationship Id="rId19" Type="http://schemas.openxmlformats.org/officeDocument/2006/relationships/image" Target="../media/image39.png"/><Relationship Id="rId4" Type="http://schemas.openxmlformats.org/officeDocument/2006/relationships/image" Target="../media/image30.png"/><Relationship Id="rId9" Type="http://schemas.openxmlformats.org/officeDocument/2006/relationships/customXml" Target="../ink/ink57.xml"/><Relationship Id="rId14" Type="http://schemas.openxmlformats.org/officeDocument/2006/relationships/customXml" Target="../ink/ink59.xml"/><Relationship Id="rId22" Type="http://schemas.openxmlformats.org/officeDocument/2006/relationships/customXml" Target="../ink/ink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openxmlformats.org/officeDocument/2006/relationships/customXml" Target="../ink/ink66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customXml" Target="../ink/ink65.xml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.xml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60.png"/><Relationship Id="rId12" Type="http://schemas.openxmlformats.org/officeDocument/2006/relationships/customXml" Target="../ink/ink70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.xml"/><Relationship Id="rId11" Type="http://schemas.openxmlformats.org/officeDocument/2006/relationships/image" Target="../media/image62.png"/><Relationship Id="rId5" Type="http://schemas.openxmlformats.org/officeDocument/2006/relationships/image" Target="../media/image59.png"/><Relationship Id="rId15" Type="http://schemas.openxmlformats.org/officeDocument/2006/relationships/image" Target="../media/image64.png"/><Relationship Id="rId10" Type="http://schemas.openxmlformats.org/officeDocument/2006/relationships/customXml" Target="../ink/ink69.xml"/><Relationship Id="rId4" Type="http://schemas.openxmlformats.org/officeDocument/2006/relationships/image" Target="../media/image58.png"/><Relationship Id="rId9" Type="http://schemas.openxmlformats.org/officeDocument/2006/relationships/image" Target="../media/image61.png"/><Relationship Id="rId14" Type="http://schemas.openxmlformats.org/officeDocument/2006/relationships/customXml" Target="../ink/ink7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6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3.png"/><Relationship Id="rId7" Type="http://schemas.openxmlformats.org/officeDocument/2006/relationships/image" Target="../media/image6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0.png"/><Relationship Id="rId7" Type="http://schemas.openxmlformats.org/officeDocument/2006/relationships/image" Target="../media/image7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1.png"/><Relationship Id="rId9" Type="http://schemas.openxmlformats.org/officeDocument/2006/relationships/image" Target="../media/image7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0.png"/><Relationship Id="rId7" Type="http://schemas.openxmlformats.org/officeDocument/2006/relationships/image" Target="../media/image7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1.png"/><Relationship Id="rId9" Type="http://schemas.openxmlformats.org/officeDocument/2006/relationships/image" Target="../media/image7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customXml" Target="../ink/ink77.xml"/><Relationship Id="rId3" Type="http://schemas.openxmlformats.org/officeDocument/2006/relationships/customXml" Target="../ink/ink72.xml"/><Relationship Id="rId7" Type="http://schemas.openxmlformats.org/officeDocument/2006/relationships/customXml" Target="../ink/ink74.xml"/><Relationship Id="rId12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customXml" Target="../ink/ink76.xml"/><Relationship Id="rId5" Type="http://schemas.openxmlformats.org/officeDocument/2006/relationships/customXml" Target="../ink/ink73.xml"/><Relationship Id="rId10" Type="http://schemas.openxmlformats.org/officeDocument/2006/relationships/image" Target="../media/image85.png"/><Relationship Id="rId4" Type="http://schemas.openxmlformats.org/officeDocument/2006/relationships/image" Target="../media/image82.png"/><Relationship Id="rId9" Type="http://schemas.openxmlformats.org/officeDocument/2006/relationships/customXml" Target="../ink/ink75.xml"/><Relationship Id="rId14" Type="http://schemas.openxmlformats.org/officeDocument/2006/relationships/image" Target="../media/image8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customXml" Target="../ink/ink83.xml"/><Relationship Id="rId3" Type="http://schemas.openxmlformats.org/officeDocument/2006/relationships/customXml" Target="../ink/ink78.xml"/><Relationship Id="rId7" Type="http://schemas.openxmlformats.org/officeDocument/2006/relationships/customXml" Target="../ink/ink80.xml"/><Relationship Id="rId12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customXml" Target="../ink/ink82.xml"/><Relationship Id="rId5" Type="http://schemas.openxmlformats.org/officeDocument/2006/relationships/customXml" Target="../ink/ink79.xml"/><Relationship Id="rId15" Type="http://schemas.openxmlformats.org/officeDocument/2006/relationships/image" Target="../media/image88.png"/><Relationship Id="rId10" Type="http://schemas.openxmlformats.org/officeDocument/2006/relationships/image" Target="../media/image85.png"/><Relationship Id="rId4" Type="http://schemas.openxmlformats.org/officeDocument/2006/relationships/image" Target="../media/image82.png"/><Relationship Id="rId9" Type="http://schemas.openxmlformats.org/officeDocument/2006/relationships/customXml" Target="../ink/ink81.xml"/><Relationship Id="rId14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4.xml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5.xml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6.xml"/><Relationship Id="rId7" Type="http://schemas.openxmlformats.org/officeDocument/2006/relationships/image" Target="../media/image10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customXml" Target="../ink/ink87.xml"/><Relationship Id="rId7" Type="http://schemas.openxmlformats.org/officeDocument/2006/relationships/image" Target="../media/image10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customXml" Target="../ink/ink88.xml"/><Relationship Id="rId7" Type="http://schemas.openxmlformats.org/officeDocument/2006/relationships/image" Target="../media/image10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7.png"/><Relationship Id="rId4" Type="http://schemas.openxmlformats.org/officeDocument/2006/relationships/image" Target="../media/image98.png"/><Relationship Id="rId9" Type="http://schemas.openxmlformats.org/officeDocument/2006/relationships/image" Target="../media/image10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customXml" Target="../ink/ink89.xml"/><Relationship Id="rId7" Type="http://schemas.openxmlformats.org/officeDocument/2006/relationships/image" Target="../media/image10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7.png"/><Relationship Id="rId4" Type="http://schemas.openxmlformats.org/officeDocument/2006/relationships/image" Target="../media/image98.png"/><Relationship Id="rId9" Type="http://schemas.openxmlformats.org/officeDocument/2006/relationships/image" Target="../media/image10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customXml" Target="../ink/ink90.xml"/><Relationship Id="rId7" Type="http://schemas.openxmlformats.org/officeDocument/2006/relationships/image" Target="../media/image10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7.png"/><Relationship Id="rId4" Type="http://schemas.openxmlformats.org/officeDocument/2006/relationships/image" Target="../media/image98.png"/><Relationship Id="rId9" Type="http://schemas.openxmlformats.org/officeDocument/2006/relationships/image" Target="../media/image10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1.xml"/><Relationship Id="rId7" Type="http://schemas.openxmlformats.org/officeDocument/2006/relationships/image" Target="../media/image103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2.xml"/><Relationship Id="rId7" Type="http://schemas.openxmlformats.org/officeDocument/2006/relationships/image" Target="../media/image103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3.xm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4.xm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customXml" Target="../ink/ink99.xml"/><Relationship Id="rId3" Type="http://schemas.openxmlformats.org/officeDocument/2006/relationships/customXml" Target="../ink/ink95.xml"/><Relationship Id="rId7" Type="http://schemas.openxmlformats.org/officeDocument/2006/relationships/customXml" Target="../ink/ink96.xml"/><Relationship Id="rId12" Type="http://schemas.openxmlformats.org/officeDocument/2006/relationships/image" Target="../media/image11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11" Type="http://schemas.openxmlformats.org/officeDocument/2006/relationships/customXml" Target="../ink/ink98.xml"/><Relationship Id="rId5" Type="http://schemas.openxmlformats.org/officeDocument/2006/relationships/image" Target="../media/image106.png"/><Relationship Id="rId10" Type="http://schemas.openxmlformats.org/officeDocument/2006/relationships/image" Target="../media/image109.png"/><Relationship Id="rId4" Type="http://schemas.openxmlformats.org/officeDocument/2006/relationships/image" Target="../media/image105.png"/><Relationship Id="rId9" Type="http://schemas.openxmlformats.org/officeDocument/2006/relationships/customXml" Target="../ink/ink97.xml"/><Relationship Id="rId14" Type="http://schemas.openxmlformats.org/officeDocument/2006/relationships/image" Target="../media/image11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customXml" Target="../ink/ink104.xml"/><Relationship Id="rId3" Type="http://schemas.openxmlformats.org/officeDocument/2006/relationships/customXml" Target="../ink/ink100.xml"/><Relationship Id="rId7" Type="http://schemas.openxmlformats.org/officeDocument/2006/relationships/customXml" Target="../ink/ink101.xml"/><Relationship Id="rId12" Type="http://schemas.openxmlformats.org/officeDocument/2006/relationships/image" Target="../media/image11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11" Type="http://schemas.openxmlformats.org/officeDocument/2006/relationships/customXml" Target="../ink/ink103.xml"/><Relationship Id="rId5" Type="http://schemas.openxmlformats.org/officeDocument/2006/relationships/image" Target="../media/image106.png"/><Relationship Id="rId10" Type="http://schemas.openxmlformats.org/officeDocument/2006/relationships/image" Target="../media/image109.png"/><Relationship Id="rId4" Type="http://schemas.openxmlformats.org/officeDocument/2006/relationships/image" Target="../media/image105.png"/><Relationship Id="rId9" Type="http://schemas.openxmlformats.org/officeDocument/2006/relationships/customXml" Target="../ink/ink102.xml"/><Relationship Id="rId14" Type="http://schemas.openxmlformats.org/officeDocument/2006/relationships/image" Target="../media/image111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customXml" Target="../ink/ink109.xml"/><Relationship Id="rId3" Type="http://schemas.openxmlformats.org/officeDocument/2006/relationships/customXml" Target="../ink/ink105.xml"/><Relationship Id="rId7" Type="http://schemas.openxmlformats.org/officeDocument/2006/relationships/customXml" Target="../ink/ink106.xml"/><Relationship Id="rId12" Type="http://schemas.openxmlformats.org/officeDocument/2006/relationships/image" Target="../media/image11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11" Type="http://schemas.openxmlformats.org/officeDocument/2006/relationships/customXml" Target="../ink/ink108.xml"/><Relationship Id="rId5" Type="http://schemas.openxmlformats.org/officeDocument/2006/relationships/image" Target="../media/image106.png"/><Relationship Id="rId15" Type="http://schemas.openxmlformats.org/officeDocument/2006/relationships/image" Target="../media/image112.png"/><Relationship Id="rId10" Type="http://schemas.openxmlformats.org/officeDocument/2006/relationships/image" Target="../media/image109.png"/><Relationship Id="rId4" Type="http://schemas.openxmlformats.org/officeDocument/2006/relationships/image" Target="../media/image105.png"/><Relationship Id="rId9" Type="http://schemas.openxmlformats.org/officeDocument/2006/relationships/customXml" Target="../ink/ink107.xml"/><Relationship Id="rId14" Type="http://schemas.openxmlformats.org/officeDocument/2006/relationships/image" Target="../media/image11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customXml" Target="../ink/ink110.xml"/></Relationships>
</file>

<file path=ppt/slides/_rels/slide7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119.xml"/><Relationship Id="rId26" Type="http://schemas.openxmlformats.org/officeDocument/2006/relationships/customXml" Target="../ink/ink123.xml"/><Relationship Id="rId3" Type="http://schemas.openxmlformats.org/officeDocument/2006/relationships/image" Target="../media/image115.png"/><Relationship Id="rId21" Type="http://schemas.openxmlformats.org/officeDocument/2006/relationships/image" Target="../media/image123.png"/><Relationship Id="rId34" Type="http://schemas.openxmlformats.org/officeDocument/2006/relationships/image" Target="../media/image128.png"/><Relationship Id="rId7" Type="http://schemas.openxmlformats.org/officeDocument/2006/relationships/image" Target="../media/image117.png"/><Relationship Id="rId12" Type="http://schemas.openxmlformats.org/officeDocument/2006/relationships/customXml" Target="../ink/ink116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customXml" Target="../ink/ink128.xml"/><Relationship Id="rId2" Type="http://schemas.openxmlformats.org/officeDocument/2006/relationships/image" Target="../media/image114.png"/><Relationship Id="rId16" Type="http://schemas.openxmlformats.org/officeDocument/2006/relationships/customXml" Target="../ink/ink118.xml"/><Relationship Id="rId20" Type="http://schemas.openxmlformats.org/officeDocument/2006/relationships/customXml" Target="../ink/ink120.xml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2.xml"/><Relationship Id="rId11" Type="http://schemas.openxmlformats.org/officeDocument/2006/relationships/image" Target="../media/image118.png"/><Relationship Id="rId24" Type="http://schemas.openxmlformats.org/officeDocument/2006/relationships/customXml" Target="../ink/ink122.xml"/><Relationship Id="rId32" Type="http://schemas.openxmlformats.org/officeDocument/2006/relationships/customXml" Target="../ink/ink127.xml"/><Relationship Id="rId5" Type="http://schemas.openxmlformats.org/officeDocument/2006/relationships/image" Target="../media/image116.png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124.xml"/><Relationship Id="rId36" Type="http://schemas.openxmlformats.org/officeDocument/2006/relationships/image" Target="../media/image129.png"/><Relationship Id="rId10" Type="http://schemas.openxmlformats.org/officeDocument/2006/relationships/customXml" Target="../ink/ink115.xml"/><Relationship Id="rId19" Type="http://schemas.openxmlformats.org/officeDocument/2006/relationships/image" Target="../media/image122.png"/><Relationship Id="rId31" Type="http://schemas.openxmlformats.org/officeDocument/2006/relationships/customXml" Target="../ink/ink126.xml"/><Relationship Id="rId4" Type="http://schemas.openxmlformats.org/officeDocument/2006/relationships/customXml" Target="../ink/ink111.xml"/><Relationship Id="rId9" Type="http://schemas.openxmlformats.org/officeDocument/2006/relationships/customXml" Target="../ink/ink114.xml"/><Relationship Id="rId14" Type="http://schemas.openxmlformats.org/officeDocument/2006/relationships/customXml" Target="../ink/ink117.xml"/><Relationship Id="rId22" Type="http://schemas.openxmlformats.org/officeDocument/2006/relationships/customXml" Target="../ink/ink121.xml"/><Relationship Id="rId27" Type="http://schemas.openxmlformats.org/officeDocument/2006/relationships/image" Target="../media/image126.png"/><Relationship Id="rId30" Type="http://schemas.openxmlformats.org/officeDocument/2006/relationships/customXml" Target="../ink/ink125.xml"/><Relationship Id="rId35" Type="http://schemas.openxmlformats.org/officeDocument/2006/relationships/customXml" Target="../ink/ink129.xml"/><Relationship Id="rId8" Type="http://schemas.openxmlformats.org/officeDocument/2006/relationships/customXml" Target="../ink/ink113.xml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138.xml"/><Relationship Id="rId26" Type="http://schemas.openxmlformats.org/officeDocument/2006/relationships/customXml" Target="../ink/ink142.xml"/><Relationship Id="rId21" Type="http://schemas.openxmlformats.org/officeDocument/2006/relationships/image" Target="../media/image123.png"/><Relationship Id="rId34" Type="http://schemas.openxmlformats.org/officeDocument/2006/relationships/image" Target="../media/image128.png"/><Relationship Id="rId7" Type="http://schemas.openxmlformats.org/officeDocument/2006/relationships/image" Target="../media/image117.png"/><Relationship Id="rId12" Type="http://schemas.openxmlformats.org/officeDocument/2006/relationships/customXml" Target="../ink/ink135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customXml" Target="../ink/ink147.xml"/><Relationship Id="rId2" Type="http://schemas.openxmlformats.org/officeDocument/2006/relationships/image" Target="../media/image114.png"/><Relationship Id="rId16" Type="http://schemas.openxmlformats.org/officeDocument/2006/relationships/customXml" Target="../ink/ink137.xml"/><Relationship Id="rId20" Type="http://schemas.openxmlformats.org/officeDocument/2006/relationships/customXml" Target="../ink/ink139.xml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1.xml"/><Relationship Id="rId11" Type="http://schemas.openxmlformats.org/officeDocument/2006/relationships/image" Target="../media/image118.png"/><Relationship Id="rId24" Type="http://schemas.openxmlformats.org/officeDocument/2006/relationships/customXml" Target="../ink/ink141.xml"/><Relationship Id="rId32" Type="http://schemas.openxmlformats.org/officeDocument/2006/relationships/customXml" Target="../ink/ink146.xml"/><Relationship Id="rId37" Type="http://schemas.openxmlformats.org/officeDocument/2006/relationships/image" Target="../media/image130.png"/><Relationship Id="rId5" Type="http://schemas.openxmlformats.org/officeDocument/2006/relationships/image" Target="../media/image116.png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143.xml"/><Relationship Id="rId36" Type="http://schemas.openxmlformats.org/officeDocument/2006/relationships/image" Target="../media/image129.png"/><Relationship Id="rId10" Type="http://schemas.openxmlformats.org/officeDocument/2006/relationships/customXml" Target="../ink/ink134.xml"/><Relationship Id="rId19" Type="http://schemas.openxmlformats.org/officeDocument/2006/relationships/image" Target="../media/image122.png"/><Relationship Id="rId31" Type="http://schemas.openxmlformats.org/officeDocument/2006/relationships/customXml" Target="../ink/ink145.xml"/><Relationship Id="rId4" Type="http://schemas.openxmlformats.org/officeDocument/2006/relationships/customXml" Target="../ink/ink130.xml"/><Relationship Id="rId9" Type="http://schemas.openxmlformats.org/officeDocument/2006/relationships/customXml" Target="../ink/ink133.xml"/><Relationship Id="rId14" Type="http://schemas.openxmlformats.org/officeDocument/2006/relationships/customXml" Target="../ink/ink136.xml"/><Relationship Id="rId22" Type="http://schemas.openxmlformats.org/officeDocument/2006/relationships/customXml" Target="../ink/ink140.xml"/><Relationship Id="rId27" Type="http://schemas.openxmlformats.org/officeDocument/2006/relationships/image" Target="../media/image126.png"/><Relationship Id="rId30" Type="http://schemas.openxmlformats.org/officeDocument/2006/relationships/customXml" Target="../ink/ink144.xml"/><Relationship Id="rId35" Type="http://schemas.openxmlformats.org/officeDocument/2006/relationships/customXml" Target="../ink/ink148.xml"/><Relationship Id="rId8" Type="http://schemas.openxmlformats.org/officeDocument/2006/relationships/customXml" Target="../ink/ink132.xml"/><Relationship Id="rId3" Type="http://schemas.openxmlformats.org/officeDocument/2006/relationships/image" Target="../media/image115.png"/></Relationships>
</file>

<file path=ppt/slides/_rels/slide7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157.xml"/><Relationship Id="rId26" Type="http://schemas.openxmlformats.org/officeDocument/2006/relationships/customXml" Target="../ink/ink161.xml"/><Relationship Id="rId39" Type="http://schemas.openxmlformats.org/officeDocument/2006/relationships/image" Target="../media/image131.png"/><Relationship Id="rId21" Type="http://schemas.openxmlformats.org/officeDocument/2006/relationships/image" Target="../media/image123.png"/><Relationship Id="rId34" Type="http://schemas.openxmlformats.org/officeDocument/2006/relationships/image" Target="../media/image128.png"/><Relationship Id="rId7" Type="http://schemas.openxmlformats.org/officeDocument/2006/relationships/image" Target="../media/image117.png"/><Relationship Id="rId12" Type="http://schemas.openxmlformats.org/officeDocument/2006/relationships/customXml" Target="../ink/ink154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customXml" Target="../ink/ink166.xml"/><Relationship Id="rId38" Type="http://schemas.openxmlformats.org/officeDocument/2006/relationships/customXml" Target="../ink/ink168.xml"/><Relationship Id="rId2" Type="http://schemas.openxmlformats.org/officeDocument/2006/relationships/image" Target="../media/image114.png"/><Relationship Id="rId16" Type="http://schemas.openxmlformats.org/officeDocument/2006/relationships/customXml" Target="../ink/ink156.xml"/><Relationship Id="rId20" Type="http://schemas.openxmlformats.org/officeDocument/2006/relationships/customXml" Target="../ink/ink158.xml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0.xml"/><Relationship Id="rId11" Type="http://schemas.openxmlformats.org/officeDocument/2006/relationships/image" Target="../media/image118.png"/><Relationship Id="rId24" Type="http://schemas.openxmlformats.org/officeDocument/2006/relationships/customXml" Target="../ink/ink160.xml"/><Relationship Id="rId32" Type="http://schemas.openxmlformats.org/officeDocument/2006/relationships/customXml" Target="../ink/ink165.xml"/><Relationship Id="rId37" Type="http://schemas.openxmlformats.org/officeDocument/2006/relationships/image" Target="../media/image130.png"/><Relationship Id="rId5" Type="http://schemas.openxmlformats.org/officeDocument/2006/relationships/image" Target="../media/image116.png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162.xml"/><Relationship Id="rId36" Type="http://schemas.openxmlformats.org/officeDocument/2006/relationships/image" Target="../media/image129.png"/><Relationship Id="rId10" Type="http://schemas.openxmlformats.org/officeDocument/2006/relationships/customXml" Target="../ink/ink153.xml"/><Relationship Id="rId19" Type="http://schemas.openxmlformats.org/officeDocument/2006/relationships/image" Target="../media/image122.png"/><Relationship Id="rId31" Type="http://schemas.openxmlformats.org/officeDocument/2006/relationships/customXml" Target="../ink/ink164.xml"/><Relationship Id="rId4" Type="http://schemas.openxmlformats.org/officeDocument/2006/relationships/customXml" Target="../ink/ink149.xml"/><Relationship Id="rId9" Type="http://schemas.openxmlformats.org/officeDocument/2006/relationships/customXml" Target="../ink/ink152.xml"/><Relationship Id="rId14" Type="http://schemas.openxmlformats.org/officeDocument/2006/relationships/customXml" Target="../ink/ink155.xml"/><Relationship Id="rId22" Type="http://schemas.openxmlformats.org/officeDocument/2006/relationships/customXml" Target="../ink/ink159.xml"/><Relationship Id="rId27" Type="http://schemas.openxmlformats.org/officeDocument/2006/relationships/image" Target="../media/image126.png"/><Relationship Id="rId30" Type="http://schemas.openxmlformats.org/officeDocument/2006/relationships/customXml" Target="../ink/ink163.xml"/><Relationship Id="rId35" Type="http://schemas.openxmlformats.org/officeDocument/2006/relationships/customXml" Target="../ink/ink167.xml"/><Relationship Id="rId8" Type="http://schemas.openxmlformats.org/officeDocument/2006/relationships/customXml" Target="../ink/ink151.xml"/><Relationship Id="rId3" Type="http://schemas.openxmlformats.org/officeDocument/2006/relationships/image" Target="../media/image115.png"/></Relationships>
</file>

<file path=ppt/slides/_rels/slide7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177.xml"/><Relationship Id="rId26" Type="http://schemas.openxmlformats.org/officeDocument/2006/relationships/customXml" Target="../ink/ink181.xml"/><Relationship Id="rId39" Type="http://schemas.openxmlformats.org/officeDocument/2006/relationships/image" Target="../media/image131.png"/><Relationship Id="rId21" Type="http://schemas.openxmlformats.org/officeDocument/2006/relationships/image" Target="../media/image123.png"/><Relationship Id="rId34" Type="http://schemas.openxmlformats.org/officeDocument/2006/relationships/image" Target="../media/image128.png"/><Relationship Id="rId42" Type="http://schemas.openxmlformats.org/officeDocument/2006/relationships/customXml" Target="../ink/ink190.xml"/><Relationship Id="rId47" Type="http://schemas.openxmlformats.org/officeDocument/2006/relationships/image" Target="../media/image135.png"/><Relationship Id="rId50" Type="http://schemas.openxmlformats.org/officeDocument/2006/relationships/customXml" Target="../ink/ink194.xml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6" Type="http://schemas.openxmlformats.org/officeDocument/2006/relationships/customXml" Target="../ink/ink176.xml"/><Relationship Id="rId29" Type="http://schemas.openxmlformats.org/officeDocument/2006/relationships/image" Target="../media/image127.png"/><Relationship Id="rId11" Type="http://schemas.openxmlformats.org/officeDocument/2006/relationships/image" Target="../media/image118.png"/><Relationship Id="rId24" Type="http://schemas.openxmlformats.org/officeDocument/2006/relationships/customXml" Target="../ink/ink180.xml"/><Relationship Id="rId32" Type="http://schemas.openxmlformats.org/officeDocument/2006/relationships/customXml" Target="../ink/ink185.xml"/><Relationship Id="rId37" Type="http://schemas.openxmlformats.org/officeDocument/2006/relationships/image" Target="../media/image130.png"/><Relationship Id="rId40" Type="http://schemas.openxmlformats.org/officeDocument/2006/relationships/customXml" Target="../ink/ink189.xml"/><Relationship Id="rId45" Type="http://schemas.openxmlformats.org/officeDocument/2006/relationships/image" Target="../media/image134.png"/><Relationship Id="rId53" Type="http://schemas.openxmlformats.org/officeDocument/2006/relationships/image" Target="../media/image138.png"/><Relationship Id="rId5" Type="http://schemas.openxmlformats.org/officeDocument/2006/relationships/image" Target="../media/image116.png"/><Relationship Id="rId10" Type="http://schemas.openxmlformats.org/officeDocument/2006/relationships/customXml" Target="../ink/ink173.xml"/><Relationship Id="rId19" Type="http://schemas.openxmlformats.org/officeDocument/2006/relationships/image" Target="../media/image122.png"/><Relationship Id="rId31" Type="http://schemas.openxmlformats.org/officeDocument/2006/relationships/customXml" Target="../ink/ink184.xml"/><Relationship Id="rId44" Type="http://schemas.openxmlformats.org/officeDocument/2006/relationships/customXml" Target="../ink/ink191.xml"/><Relationship Id="rId52" Type="http://schemas.openxmlformats.org/officeDocument/2006/relationships/customXml" Target="../ink/ink195.xml"/><Relationship Id="rId4" Type="http://schemas.openxmlformats.org/officeDocument/2006/relationships/customXml" Target="../ink/ink169.xml"/><Relationship Id="rId9" Type="http://schemas.openxmlformats.org/officeDocument/2006/relationships/customXml" Target="../ink/ink172.xml"/><Relationship Id="rId14" Type="http://schemas.openxmlformats.org/officeDocument/2006/relationships/customXml" Target="../ink/ink175.xml"/><Relationship Id="rId22" Type="http://schemas.openxmlformats.org/officeDocument/2006/relationships/customXml" Target="../ink/ink179.xml"/><Relationship Id="rId27" Type="http://schemas.openxmlformats.org/officeDocument/2006/relationships/image" Target="../media/image126.png"/><Relationship Id="rId30" Type="http://schemas.openxmlformats.org/officeDocument/2006/relationships/customXml" Target="../ink/ink183.xml"/><Relationship Id="rId35" Type="http://schemas.openxmlformats.org/officeDocument/2006/relationships/customXml" Target="../ink/ink187.xml"/><Relationship Id="rId43" Type="http://schemas.openxmlformats.org/officeDocument/2006/relationships/image" Target="../media/image133.png"/><Relationship Id="rId48" Type="http://schemas.openxmlformats.org/officeDocument/2006/relationships/customXml" Target="../ink/ink193.xml"/><Relationship Id="rId8" Type="http://schemas.openxmlformats.org/officeDocument/2006/relationships/customXml" Target="../ink/ink171.xml"/><Relationship Id="rId51" Type="http://schemas.openxmlformats.org/officeDocument/2006/relationships/image" Target="../media/image137.png"/><Relationship Id="rId3" Type="http://schemas.openxmlformats.org/officeDocument/2006/relationships/image" Target="../media/image115.png"/><Relationship Id="rId12" Type="http://schemas.openxmlformats.org/officeDocument/2006/relationships/customXml" Target="../ink/ink174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customXml" Target="../ink/ink186.xml"/><Relationship Id="rId38" Type="http://schemas.openxmlformats.org/officeDocument/2006/relationships/customXml" Target="../ink/ink188.xml"/><Relationship Id="rId46" Type="http://schemas.openxmlformats.org/officeDocument/2006/relationships/customXml" Target="../ink/ink192.xml"/><Relationship Id="rId20" Type="http://schemas.openxmlformats.org/officeDocument/2006/relationships/customXml" Target="../ink/ink178.xml"/><Relationship Id="rId41" Type="http://schemas.openxmlformats.org/officeDocument/2006/relationships/image" Target="../media/image132.png"/><Relationship Id="rId54" Type="http://schemas.openxmlformats.org/officeDocument/2006/relationships/customXml" Target="../ink/ink1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0.xml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182.xml"/><Relationship Id="rId36" Type="http://schemas.openxmlformats.org/officeDocument/2006/relationships/image" Target="../media/image129.png"/><Relationship Id="rId49" Type="http://schemas.openxmlformats.org/officeDocument/2006/relationships/image" Target="../media/image136.png"/></Relationships>
</file>

<file path=ppt/slides/_rels/slide7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205.xml"/><Relationship Id="rId26" Type="http://schemas.openxmlformats.org/officeDocument/2006/relationships/customXml" Target="../ink/ink209.xml"/><Relationship Id="rId39" Type="http://schemas.openxmlformats.org/officeDocument/2006/relationships/image" Target="../media/image131.png"/><Relationship Id="rId21" Type="http://schemas.openxmlformats.org/officeDocument/2006/relationships/image" Target="../media/image123.png"/><Relationship Id="rId34" Type="http://schemas.openxmlformats.org/officeDocument/2006/relationships/image" Target="../media/image128.png"/><Relationship Id="rId42" Type="http://schemas.openxmlformats.org/officeDocument/2006/relationships/customXml" Target="../ink/ink218.xml"/><Relationship Id="rId47" Type="http://schemas.openxmlformats.org/officeDocument/2006/relationships/image" Target="../media/image135.png"/><Relationship Id="rId50" Type="http://schemas.openxmlformats.org/officeDocument/2006/relationships/customXml" Target="../ink/ink222.xml"/><Relationship Id="rId55" Type="http://schemas.openxmlformats.org/officeDocument/2006/relationships/image" Target="../media/image139.png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6" Type="http://schemas.openxmlformats.org/officeDocument/2006/relationships/customXml" Target="../ink/ink204.xml"/><Relationship Id="rId29" Type="http://schemas.openxmlformats.org/officeDocument/2006/relationships/image" Target="../media/image127.png"/><Relationship Id="rId11" Type="http://schemas.openxmlformats.org/officeDocument/2006/relationships/image" Target="../media/image118.png"/><Relationship Id="rId24" Type="http://schemas.openxmlformats.org/officeDocument/2006/relationships/customXml" Target="../ink/ink208.xml"/><Relationship Id="rId32" Type="http://schemas.openxmlformats.org/officeDocument/2006/relationships/customXml" Target="../ink/ink213.xml"/><Relationship Id="rId37" Type="http://schemas.openxmlformats.org/officeDocument/2006/relationships/image" Target="../media/image130.png"/><Relationship Id="rId40" Type="http://schemas.openxmlformats.org/officeDocument/2006/relationships/customXml" Target="../ink/ink217.xml"/><Relationship Id="rId45" Type="http://schemas.openxmlformats.org/officeDocument/2006/relationships/image" Target="../media/image134.png"/><Relationship Id="rId53" Type="http://schemas.openxmlformats.org/officeDocument/2006/relationships/image" Target="../media/image138.png"/><Relationship Id="rId5" Type="http://schemas.openxmlformats.org/officeDocument/2006/relationships/image" Target="../media/image116.png"/><Relationship Id="rId10" Type="http://schemas.openxmlformats.org/officeDocument/2006/relationships/customXml" Target="../ink/ink201.xml"/><Relationship Id="rId19" Type="http://schemas.openxmlformats.org/officeDocument/2006/relationships/image" Target="../media/image122.png"/><Relationship Id="rId31" Type="http://schemas.openxmlformats.org/officeDocument/2006/relationships/customXml" Target="../ink/ink212.xml"/><Relationship Id="rId44" Type="http://schemas.openxmlformats.org/officeDocument/2006/relationships/customXml" Target="../ink/ink219.xml"/><Relationship Id="rId52" Type="http://schemas.openxmlformats.org/officeDocument/2006/relationships/customXml" Target="../ink/ink223.xml"/><Relationship Id="rId4" Type="http://schemas.openxmlformats.org/officeDocument/2006/relationships/customXml" Target="../ink/ink197.xml"/><Relationship Id="rId9" Type="http://schemas.openxmlformats.org/officeDocument/2006/relationships/customXml" Target="../ink/ink200.xml"/><Relationship Id="rId14" Type="http://schemas.openxmlformats.org/officeDocument/2006/relationships/customXml" Target="../ink/ink203.xml"/><Relationship Id="rId22" Type="http://schemas.openxmlformats.org/officeDocument/2006/relationships/customXml" Target="../ink/ink207.xml"/><Relationship Id="rId27" Type="http://schemas.openxmlformats.org/officeDocument/2006/relationships/image" Target="../media/image126.png"/><Relationship Id="rId30" Type="http://schemas.openxmlformats.org/officeDocument/2006/relationships/customXml" Target="../ink/ink211.xml"/><Relationship Id="rId35" Type="http://schemas.openxmlformats.org/officeDocument/2006/relationships/customXml" Target="../ink/ink215.xml"/><Relationship Id="rId43" Type="http://schemas.openxmlformats.org/officeDocument/2006/relationships/image" Target="../media/image133.png"/><Relationship Id="rId48" Type="http://schemas.openxmlformats.org/officeDocument/2006/relationships/customXml" Target="../ink/ink221.xml"/><Relationship Id="rId56" Type="http://schemas.openxmlformats.org/officeDocument/2006/relationships/image" Target="../media/image140.png"/><Relationship Id="rId8" Type="http://schemas.openxmlformats.org/officeDocument/2006/relationships/customXml" Target="../ink/ink199.xml"/><Relationship Id="rId51" Type="http://schemas.openxmlformats.org/officeDocument/2006/relationships/image" Target="../media/image137.png"/><Relationship Id="rId3" Type="http://schemas.openxmlformats.org/officeDocument/2006/relationships/image" Target="../media/image115.png"/><Relationship Id="rId12" Type="http://schemas.openxmlformats.org/officeDocument/2006/relationships/customXml" Target="../ink/ink202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customXml" Target="../ink/ink214.xml"/><Relationship Id="rId38" Type="http://schemas.openxmlformats.org/officeDocument/2006/relationships/customXml" Target="../ink/ink216.xml"/><Relationship Id="rId46" Type="http://schemas.openxmlformats.org/officeDocument/2006/relationships/customXml" Target="../ink/ink220.xml"/><Relationship Id="rId20" Type="http://schemas.openxmlformats.org/officeDocument/2006/relationships/customXml" Target="../ink/ink206.xml"/><Relationship Id="rId41" Type="http://schemas.openxmlformats.org/officeDocument/2006/relationships/image" Target="../media/image132.png"/><Relationship Id="rId54" Type="http://schemas.openxmlformats.org/officeDocument/2006/relationships/customXml" Target="../ink/ink2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8.xml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210.xml"/><Relationship Id="rId36" Type="http://schemas.openxmlformats.org/officeDocument/2006/relationships/image" Target="../media/image129.png"/><Relationship Id="rId49" Type="http://schemas.openxmlformats.org/officeDocument/2006/relationships/image" Target="../media/image136.png"/></Relationships>
</file>

<file path=ppt/slides/_rels/slide7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233.xml"/><Relationship Id="rId26" Type="http://schemas.openxmlformats.org/officeDocument/2006/relationships/customXml" Target="../ink/ink237.xml"/><Relationship Id="rId39" Type="http://schemas.openxmlformats.org/officeDocument/2006/relationships/image" Target="../media/image131.png"/><Relationship Id="rId21" Type="http://schemas.openxmlformats.org/officeDocument/2006/relationships/image" Target="../media/image123.png"/><Relationship Id="rId34" Type="http://schemas.openxmlformats.org/officeDocument/2006/relationships/image" Target="../media/image128.png"/><Relationship Id="rId42" Type="http://schemas.openxmlformats.org/officeDocument/2006/relationships/customXml" Target="../ink/ink246.xml"/><Relationship Id="rId47" Type="http://schemas.openxmlformats.org/officeDocument/2006/relationships/image" Target="../media/image135.png"/><Relationship Id="rId50" Type="http://schemas.openxmlformats.org/officeDocument/2006/relationships/customXml" Target="../ink/ink250.xml"/><Relationship Id="rId55" Type="http://schemas.openxmlformats.org/officeDocument/2006/relationships/image" Target="../media/image141.png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6" Type="http://schemas.openxmlformats.org/officeDocument/2006/relationships/customXml" Target="../ink/ink232.xml"/><Relationship Id="rId29" Type="http://schemas.openxmlformats.org/officeDocument/2006/relationships/image" Target="../media/image127.png"/><Relationship Id="rId11" Type="http://schemas.openxmlformats.org/officeDocument/2006/relationships/image" Target="../media/image118.png"/><Relationship Id="rId24" Type="http://schemas.openxmlformats.org/officeDocument/2006/relationships/customXml" Target="../ink/ink236.xml"/><Relationship Id="rId32" Type="http://schemas.openxmlformats.org/officeDocument/2006/relationships/customXml" Target="../ink/ink241.xml"/><Relationship Id="rId37" Type="http://schemas.openxmlformats.org/officeDocument/2006/relationships/image" Target="../media/image130.png"/><Relationship Id="rId40" Type="http://schemas.openxmlformats.org/officeDocument/2006/relationships/customXml" Target="../ink/ink245.xml"/><Relationship Id="rId45" Type="http://schemas.openxmlformats.org/officeDocument/2006/relationships/image" Target="../media/image134.png"/><Relationship Id="rId53" Type="http://schemas.openxmlformats.org/officeDocument/2006/relationships/image" Target="../media/image138.png"/><Relationship Id="rId5" Type="http://schemas.openxmlformats.org/officeDocument/2006/relationships/image" Target="../media/image116.png"/><Relationship Id="rId10" Type="http://schemas.openxmlformats.org/officeDocument/2006/relationships/customXml" Target="../ink/ink229.xml"/><Relationship Id="rId19" Type="http://schemas.openxmlformats.org/officeDocument/2006/relationships/image" Target="../media/image122.png"/><Relationship Id="rId31" Type="http://schemas.openxmlformats.org/officeDocument/2006/relationships/customXml" Target="../ink/ink240.xml"/><Relationship Id="rId44" Type="http://schemas.openxmlformats.org/officeDocument/2006/relationships/customXml" Target="../ink/ink247.xml"/><Relationship Id="rId52" Type="http://schemas.openxmlformats.org/officeDocument/2006/relationships/customXml" Target="../ink/ink251.xml"/><Relationship Id="rId4" Type="http://schemas.openxmlformats.org/officeDocument/2006/relationships/customXml" Target="../ink/ink225.xml"/><Relationship Id="rId9" Type="http://schemas.openxmlformats.org/officeDocument/2006/relationships/customXml" Target="../ink/ink228.xml"/><Relationship Id="rId14" Type="http://schemas.openxmlformats.org/officeDocument/2006/relationships/customXml" Target="../ink/ink231.xml"/><Relationship Id="rId22" Type="http://schemas.openxmlformats.org/officeDocument/2006/relationships/customXml" Target="../ink/ink235.xml"/><Relationship Id="rId27" Type="http://schemas.openxmlformats.org/officeDocument/2006/relationships/image" Target="../media/image126.png"/><Relationship Id="rId30" Type="http://schemas.openxmlformats.org/officeDocument/2006/relationships/customXml" Target="../ink/ink239.xml"/><Relationship Id="rId35" Type="http://schemas.openxmlformats.org/officeDocument/2006/relationships/customXml" Target="../ink/ink243.xml"/><Relationship Id="rId43" Type="http://schemas.openxmlformats.org/officeDocument/2006/relationships/image" Target="../media/image133.png"/><Relationship Id="rId48" Type="http://schemas.openxmlformats.org/officeDocument/2006/relationships/customXml" Target="../ink/ink249.xml"/><Relationship Id="rId8" Type="http://schemas.openxmlformats.org/officeDocument/2006/relationships/customXml" Target="../ink/ink227.xml"/><Relationship Id="rId51" Type="http://schemas.openxmlformats.org/officeDocument/2006/relationships/image" Target="../media/image137.png"/><Relationship Id="rId3" Type="http://schemas.openxmlformats.org/officeDocument/2006/relationships/image" Target="../media/image115.png"/><Relationship Id="rId12" Type="http://schemas.openxmlformats.org/officeDocument/2006/relationships/customXml" Target="../ink/ink230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customXml" Target="../ink/ink242.xml"/><Relationship Id="rId38" Type="http://schemas.openxmlformats.org/officeDocument/2006/relationships/customXml" Target="../ink/ink244.xml"/><Relationship Id="rId46" Type="http://schemas.openxmlformats.org/officeDocument/2006/relationships/customXml" Target="../ink/ink248.xml"/><Relationship Id="rId20" Type="http://schemas.openxmlformats.org/officeDocument/2006/relationships/customXml" Target="../ink/ink234.xml"/><Relationship Id="rId41" Type="http://schemas.openxmlformats.org/officeDocument/2006/relationships/image" Target="../media/image132.png"/><Relationship Id="rId54" Type="http://schemas.openxmlformats.org/officeDocument/2006/relationships/customXml" Target="../ink/ink25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6.xml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238.xml"/><Relationship Id="rId36" Type="http://schemas.openxmlformats.org/officeDocument/2006/relationships/image" Target="../media/image129.png"/><Relationship Id="rId49" Type="http://schemas.openxmlformats.org/officeDocument/2006/relationships/image" Target="../media/image136.png"/></Relationships>
</file>

<file path=ppt/slides/_rels/slide7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261.xml"/><Relationship Id="rId26" Type="http://schemas.openxmlformats.org/officeDocument/2006/relationships/customXml" Target="../ink/ink265.xml"/><Relationship Id="rId39" Type="http://schemas.openxmlformats.org/officeDocument/2006/relationships/image" Target="../media/image131.png"/><Relationship Id="rId21" Type="http://schemas.openxmlformats.org/officeDocument/2006/relationships/image" Target="../media/image123.png"/><Relationship Id="rId34" Type="http://schemas.openxmlformats.org/officeDocument/2006/relationships/image" Target="../media/image128.png"/><Relationship Id="rId42" Type="http://schemas.openxmlformats.org/officeDocument/2006/relationships/customXml" Target="../ink/ink274.xml"/><Relationship Id="rId47" Type="http://schemas.openxmlformats.org/officeDocument/2006/relationships/image" Target="../media/image135.png"/><Relationship Id="rId50" Type="http://schemas.openxmlformats.org/officeDocument/2006/relationships/customXml" Target="../ink/ink278.xml"/><Relationship Id="rId55" Type="http://schemas.openxmlformats.org/officeDocument/2006/relationships/image" Target="../media/image141.png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6" Type="http://schemas.openxmlformats.org/officeDocument/2006/relationships/customXml" Target="../ink/ink260.xml"/><Relationship Id="rId29" Type="http://schemas.openxmlformats.org/officeDocument/2006/relationships/image" Target="../media/image127.png"/><Relationship Id="rId11" Type="http://schemas.openxmlformats.org/officeDocument/2006/relationships/image" Target="../media/image118.png"/><Relationship Id="rId24" Type="http://schemas.openxmlformats.org/officeDocument/2006/relationships/customXml" Target="../ink/ink264.xml"/><Relationship Id="rId32" Type="http://schemas.openxmlformats.org/officeDocument/2006/relationships/customXml" Target="../ink/ink269.xml"/><Relationship Id="rId37" Type="http://schemas.openxmlformats.org/officeDocument/2006/relationships/image" Target="../media/image130.png"/><Relationship Id="rId40" Type="http://schemas.openxmlformats.org/officeDocument/2006/relationships/customXml" Target="../ink/ink273.xml"/><Relationship Id="rId45" Type="http://schemas.openxmlformats.org/officeDocument/2006/relationships/image" Target="../media/image134.png"/><Relationship Id="rId53" Type="http://schemas.openxmlformats.org/officeDocument/2006/relationships/image" Target="../media/image138.png"/><Relationship Id="rId5" Type="http://schemas.openxmlformats.org/officeDocument/2006/relationships/image" Target="../media/image116.png"/><Relationship Id="rId10" Type="http://schemas.openxmlformats.org/officeDocument/2006/relationships/customXml" Target="../ink/ink257.xml"/><Relationship Id="rId19" Type="http://schemas.openxmlformats.org/officeDocument/2006/relationships/image" Target="../media/image122.png"/><Relationship Id="rId31" Type="http://schemas.openxmlformats.org/officeDocument/2006/relationships/customXml" Target="../ink/ink268.xml"/><Relationship Id="rId44" Type="http://schemas.openxmlformats.org/officeDocument/2006/relationships/customXml" Target="../ink/ink275.xml"/><Relationship Id="rId52" Type="http://schemas.openxmlformats.org/officeDocument/2006/relationships/customXml" Target="../ink/ink279.xml"/><Relationship Id="rId4" Type="http://schemas.openxmlformats.org/officeDocument/2006/relationships/customXml" Target="../ink/ink253.xml"/><Relationship Id="rId9" Type="http://schemas.openxmlformats.org/officeDocument/2006/relationships/customXml" Target="../ink/ink256.xml"/><Relationship Id="rId14" Type="http://schemas.openxmlformats.org/officeDocument/2006/relationships/customXml" Target="../ink/ink259.xml"/><Relationship Id="rId22" Type="http://schemas.openxmlformats.org/officeDocument/2006/relationships/customXml" Target="../ink/ink263.xml"/><Relationship Id="rId27" Type="http://schemas.openxmlformats.org/officeDocument/2006/relationships/image" Target="../media/image126.png"/><Relationship Id="rId30" Type="http://schemas.openxmlformats.org/officeDocument/2006/relationships/customXml" Target="../ink/ink267.xml"/><Relationship Id="rId35" Type="http://schemas.openxmlformats.org/officeDocument/2006/relationships/customXml" Target="../ink/ink271.xml"/><Relationship Id="rId43" Type="http://schemas.openxmlformats.org/officeDocument/2006/relationships/image" Target="../media/image133.png"/><Relationship Id="rId48" Type="http://schemas.openxmlformats.org/officeDocument/2006/relationships/customXml" Target="../ink/ink277.xml"/><Relationship Id="rId56" Type="http://schemas.openxmlformats.org/officeDocument/2006/relationships/image" Target="../media/image140.png"/><Relationship Id="rId8" Type="http://schemas.openxmlformats.org/officeDocument/2006/relationships/customXml" Target="../ink/ink255.xml"/><Relationship Id="rId51" Type="http://schemas.openxmlformats.org/officeDocument/2006/relationships/image" Target="../media/image137.png"/><Relationship Id="rId3" Type="http://schemas.openxmlformats.org/officeDocument/2006/relationships/image" Target="../media/image115.png"/><Relationship Id="rId12" Type="http://schemas.openxmlformats.org/officeDocument/2006/relationships/customXml" Target="../ink/ink258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customXml" Target="../ink/ink270.xml"/><Relationship Id="rId38" Type="http://schemas.openxmlformats.org/officeDocument/2006/relationships/customXml" Target="../ink/ink272.xml"/><Relationship Id="rId46" Type="http://schemas.openxmlformats.org/officeDocument/2006/relationships/customXml" Target="../ink/ink276.xml"/><Relationship Id="rId20" Type="http://schemas.openxmlformats.org/officeDocument/2006/relationships/customXml" Target="../ink/ink262.xml"/><Relationship Id="rId41" Type="http://schemas.openxmlformats.org/officeDocument/2006/relationships/image" Target="../media/image132.png"/><Relationship Id="rId54" Type="http://schemas.openxmlformats.org/officeDocument/2006/relationships/customXml" Target="../ink/ink28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4.xml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266.xml"/><Relationship Id="rId36" Type="http://schemas.openxmlformats.org/officeDocument/2006/relationships/image" Target="../media/image129.png"/><Relationship Id="rId49" Type="http://schemas.openxmlformats.org/officeDocument/2006/relationships/image" Target="../media/image136.png"/></Relationships>
</file>

<file path=ppt/slides/_rels/slide8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289.xml"/><Relationship Id="rId26" Type="http://schemas.openxmlformats.org/officeDocument/2006/relationships/customXml" Target="../ink/ink293.xml"/><Relationship Id="rId39" Type="http://schemas.openxmlformats.org/officeDocument/2006/relationships/image" Target="../media/image131.png"/><Relationship Id="rId21" Type="http://schemas.openxmlformats.org/officeDocument/2006/relationships/image" Target="../media/image123.png"/><Relationship Id="rId34" Type="http://schemas.openxmlformats.org/officeDocument/2006/relationships/image" Target="../media/image128.png"/><Relationship Id="rId42" Type="http://schemas.openxmlformats.org/officeDocument/2006/relationships/customXml" Target="../ink/ink302.xml"/><Relationship Id="rId47" Type="http://schemas.openxmlformats.org/officeDocument/2006/relationships/image" Target="../media/image135.png"/><Relationship Id="rId50" Type="http://schemas.openxmlformats.org/officeDocument/2006/relationships/customXml" Target="../ink/ink306.xml"/><Relationship Id="rId55" Type="http://schemas.openxmlformats.org/officeDocument/2006/relationships/image" Target="../media/image141.png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6" Type="http://schemas.openxmlformats.org/officeDocument/2006/relationships/customXml" Target="../ink/ink288.xml"/><Relationship Id="rId29" Type="http://schemas.openxmlformats.org/officeDocument/2006/relationships/image" Target="../media/image127.png"/><Relationship Id="rId11" Type="http://schemas.openxmlformats.org/officeDocument/2006/relationships/image" Target="../media/image118.png"/><Relationship Id="rId24" Type="http://schemas.openxmlformats.org/officeDocument/2006/relationships/customXml" Target="../ink/ink292.xml"/><Relationship Id="rId32" Type="http://schemas.openxmlformats.org/officeDocument/2006/relationships/customXml" Target="../ink/ink297.xml"/><Relationship Id="rId37" Type="http://schemas.openxmlformats.org/officeDocument/2006/relationships/image" Target="../media/image130.png"/><Relationship Id="rId40" Type="http://schemas.openxmlformats.org/officeDocument/2006/relationships/customXml" Target="../ink/ink301.xml"/><Relationship Id="rId45" Type="http://schemas.openxmlformats.org/officeDocument/2006/relationships/image" Target="../media/image134.png"/><Relationship Id="rId53" Type="http://schemas.openxmlformats.org/officeDocument/2006/relationships/image" Target="../media/image138.png"/><Relationship Id="rId5" Type="http://schemas.openxmlformats.org/officeDocument/2006/relationships/image" Target="../media/image116.png"/><Relationship Id="rId10" Type="http://schemas.openxmlformats.org/officeDocument/2006/relationships/customXml" Target="../ink/ink285.xml"/><Relationship Id="rId19" Type="http://schemas.openxmlformats.org/officeDocument/2006/relationships/image" Target="../media/image122.png"/><Relationship Id="rId31" Type="http://schemas.openxmlformats.org/officeDocument/2006/relationships/customXml" Target="../ink/ink296.xml"/><Relationship Id="rId44" Type="http://schemas.openxmlformats.org/officeDocument/2006/relationships/customXml" Target="../ink/ink303.xml"/><Relationship Id="rId52" Type="http://schemas.openxmlformats.org/officeDocument/2006/relationships/customXml" Target="../ink/ink307.xml"/><Relationship Id="rId4" Type="http://schemas.openxmlformats.org/officeDocument/2006/relationships/customXml" Target="../ink/ink281.xml"/><Relationship Id="rId9" Type="http://schemas.openxmlformats.org/officeDocument/2006/relationships/customXml" Target="../ink/ink284.xml"/><Relationship Id="rId14" Type="http://schemas.openxmlformats.org/officeDocument/2006/relationships/customXml" Target="../ink/ink287.xml"/><Relationship Id="rId22" Type="http://schemas.openxmlformats.org/officeDocument/2006/relationships/customXml" Target="../ink/ink291.xml"/><Relationship Id="rId27" Type="http://schemas.openxmlformats.org/officeDocument/2006/relationships/image" Target="../media/image126.png"/><Relationship Id="rId30" Type="http://schemas.openxmlformats.org/officeDocument/2006/relationships/customXml" Target="../ink/ink295.xml"/><Relationship Id="rId35" Type="http://schemas.openxmlformats.org/officeDocument/2006/relationships/customXml" Target="../ink/ink299.xml"/><Relationship Id="rId43" Type="http://schemas.openxmlformats.org/officeDocument/2006/relationships/image" Target="../media/image133.png"/><Relationship Id="rId48" Type="http://schemas.openxmlformats.org/officeDocument/2006/relationships/customXml" Target="../ink/ink305.xml"/><Relationship Id="rId56" Type="http://schemas.openxmlformats.org/officeDocument/2006/relationships/image" Target="../media/image140.png"/><Relationship Id="rId8" Type="http://schemas.openxmlformats.org/officeDocument/2006/relationships/customXml" Target="../ink/ink283.xml"/><Relationship Id="rId51" Type="http://schemas.openxmlformats.org/officeDocument/2006/relationships/image" Target="../media/image137.png"/><Relationship Id="rId3" Type="http://schemas.openxmlformats.org/officeDocument/2006/relationships/image" Target="../media/image115.png"/><Relationship Id="rId12" Type="http://schemas.openxmlformats.org/officeDocument/2006/relationships/customXml" Target="../ink/ink286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customXml" Target="../ink/ink298.xml"/><Relationship Id="rId38" Type="http://schemas.openxmlformats.org/officeDocument/2006/relationships/customXml" Target="../ink/ink300.xml"/><Relationship Id="rId46" Type="http://schemas.openxmlformats.org/officeDocument/2006/relationships/customXml" Target="../ink/ink304.xml"/><Relationship Id="rId20" Type="http://schemas.openxmlformats.org/officeDocument/2006/relationships/customXml" Target="../ink/ink290.xml"/><Relationship Id="rId41" Type="http://schemas.openxmlformats.org/officeDocument/2006/relationships/image" Target="../media/image132.png"/><Relationship Id="rId54" Type="http://schemas.openxmlformats.org/officeDocument/2006/relationships/customXml" Target="../ink/ink30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82.xml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294.xml"/><Relationship Id="rId36" Type="http://schemas.openxmlformats.org/officeDocument/2006/relationships/image" Target="../media/image129.png"/><Relationship Id="rId49" Type="http://schemas.openxmlformats.org/officeDocument/2006/relationships/image" Target="../media/image136.png"/></Relationships>
</file>

<file path=ppt/slides/_rels/slide8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317.xml"/><Relationship Id="rId26" Type="http://schemas.openxmlformats.org/officeDocument/2006/relationships/customXml" Target="../ink/ink321.xml"/><Relationship Id="rId39" Type="http://schemas.openxmlformats.org/officeDocument/2006/relationships/image" Target="../media/image131.png"/><Relationship Id="rId21" Type="http://schemas.openxmlformats.org/officeDocument/2006/relationships/image" Target="../media/image123.png"/><Relationship Id="rId34" Type="http://schemas.openxmlformats.org/officeDocument/2006/relationships/image" Target="../media/image128.png"/><Relationship Id="rId42" Type="http://schemas.openxmlformats.org/officeDocument/2006/relationships/customXml" Target="../ink/ink330.xml"/><Relationship Id="rId47" Type="http://schemas.openxmlformats.org/officeDocument/2006/relationships/image" Target="../media/image135.png"/><Relationship Id="rId50" Type="http://schemas.openxmlformats.org/officeDocument/2006/relationships/customXml" Target="../ink/ink334.xml"/><Relationship Id="rId55" Type="http://schemas.openxmlformats.org/officeDocument/2006/relationships/image" Target="../media/image141.png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6" Type="http://schemas.openxmlformats.org/officeDocument/2006/relationships/customXml" Target="../ink/ink316.xml"/><Relationship Id="rId29" Type="http://schemas.openxmlformats.org/officeDocument/2006/relationships/image" Target="../media/image127.png"/><Relationship Id="rId11" Type="http://schemas.openxmlformats.org/officeDocument/2006/relationships/image" Target="../media/image118.png"/><Relationship Id="rId24" Type="http://schemas.openxmlformats.org/officeDocument/2006/relationships/customXml" Target="../ink/ink320.xml"/><Relationship Id="rId32" Type="http://schemas.openxmlformats.org/officeDocument/2006/relationships/customXml" Target="../ink/ink325.xml"/><Relationship Id="rId37" Type="http://schemas.openxmlformats.org/officeDocument/2006/relationships/image" Target="../media/image130.png"/><Relationship Id="rId40" Type="http://schemas.openxmlformats.org/officeDocument/2006/relationships/customXml" Target="../ink/ink329.xml"/><Relationship Id="rId45" Type="http://schemas.openxmlformats.org/officeDocument/2006/relationships/image" Target="../media/image134.png"/><Relationship Id="rId53" Type="http://schemas.openxmlformats.org/officeDocument/2006/relationships/image" Target="../media/image138.png"/><Relationship Id="rId5" Type="http://schemas.openxmlformats.org/officeDocument/2006/relationships/image" Target="../media/image116.png"/><Relationship Id="rId10" Type="http://schemas.openxmlformats.org/officeDocument/2006/relationships/customXml" Target="../ink/ink313.xml"/><Relationship Id="rId19" Type="http://schemas.openxmlformats.org/officeDocument/2006/relationships/image" Target="../media/image122.png"/><Relationship Id="rId31" Type="http://schemas.openxmlformats.org/officeDocument/2006/relationships/customXml" Target="../ink/ink324.xml"/><Relationship Id="rId44" Type="http://schemas.openxmlformats.org/officeDocument/2006/relationships/customXml" Target="../ink/ink331.xml"/><Relationship Id="rId52" Type="http://schemas.openxmlformats.org/officeDocument/2006/relationships/customXml" Target="../ink/ink335.xml"/><Relationship Id="rId4" Type="http://schemas.openxmlformats.org/officeDocument/2006/relationships/customXml" Target="../ink/ink309.xml"/><Relationship Id="rId9" Type="http://schemas.openxmlformats.org/officeDocument/2006/relationships/customXml" Target="../ink/ink312.xml"/><Relationship Id="rId14" Type="http://schemas.openxmlformats.org/officeDocument/2006/relationships/customXml" Target="../ink/ink315.xml"/><Relationship Id="rId22" Type="http://schemas.openxmlformats.org/officeDocument/2006/relationships/customXml" Target="../ink/ink319.xml"/><Relationship Id="rId27" Type="http://schemas.openxmlformats.org/officeDocument/2006/relationships/image" Target="../media/image126.png"/><Relationship Id="rId30" Type="http://schemas.openxmlformats.org/officeDocument/2006/relationships/customXml" Target="../ink/ink323.xml"/><Relationship Id="rId35" Type="http://schemas.openxmlformats.org/officeDocument/2006/relationships/customXml" Target="../ink/ink327.xml"/><Relationship Id="rId43" Type="http://schemas.openxmlformats.org/officeDocument/2006/relationships/image" Target="../media/image133.png"/><Relationship Id="rId48" Type="http://schemas.openxmlformats.org/officeDocument/2006/relationships/customXml" Target="../ink/ink333.xml"/><Relationship Id="rId56" Type="http://schemas.openxmlformats.org/officeDocument/2006/relationships/image" Target="../media/image140.png"/><Relationship Id="rId8" Type="http://schemas.openxmlformats.org/officeDocument/2006/relationships/customXml" Target="../ink/ink311.xml"/><Relationship Id="rId51" Type="http://schemas.openxmlformats.org/officeDocument/2006/relationships/image" Target="../media/image137.png"/><Relationship Id="rId3" Type="http://schemas.openxmlformats.org/officeDocument/2006/relationships/image" Target="../media/image115.png"/><Relationship Id="rId12" Type="http://schemas.openxmlformats.org/officeDocument/2006/relationships/customXml" Target="../ink/ink314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customXml" Target="../ink/ink326.xml"/><Relationship Id="rId38" Type="http://schemas.openxmlformats.org/officeDocument/2006/relationships/customXml" Target="../ink/ink328.xml"/><Relationship Id="rId46" Type="http://schemas.openxmlformats.org/officeDocument/2006/relationships/customXml" Target="../ink/ink332.xml"/><Relationship Id="rId20" Type="http://schemas.openxmlformats.org/officeDocument/2006/relationships/customXml" Target="../ink/ink318.xml"/><Relationship Id="rId41" Type="http://schemas.openxmlformats.org/officeDocument/2006/relationships/image" Target="../media/image132.png"/><Relationship Id="rId54" Type="http://schemas.openxmlformats.org/officeDocument/2006/relationships/customXml" Target="../ink/ink3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0.xml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322.xml"/><Relationship Id="rId36" Type="http://schemas.openxmlformats.org/officeDocument/2006/relationships/image" Target="../media/image129.png"/><Relationship Id="rId49" Type="http://schemas.openxmlformats.org/officeDocument/2006/relationships/image" Target="../media/image136.png"/></Relationships>
</file>

<file path=ppt/slides/_rels/slide8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customXml" Target="../ink/ink345.xml"/><Relationship Id="rId26" Type="http://schemas.openxmlformats.org/officeDocument/2006/relationships/customXml" Target="../ink/ink349.xml"/><Relationship Id="rId39" Type="http://schemas.openxmlformats.org/officeDocument/2006/relationships/image" Target="../media/image131.png"/><Relationship Id="rId21" Type="http://schemas.openxmlformats.org/officeDocument/2006/relationships/image" Target="../media/image123.png"/><Relationship Id="rId34" Type="http://schemas.openxmlformats.org/officeDocument/2006/relationships/image" Target="../media/image128.png"/><Relationship Id="rId42" Type="http://schemas.openxmlformats.org/officeDocument/2006/relationships/customXml" Target="../ink/ink358.xml"/><Relationship Id="rId47" Type="http://schemas.openxmlformats.org/officeDocument/2006/relationships/image" Target="../media/image135.png"/><Relationship Id="rId50" Type="http://schemas.openxmlformats.org/officeDocument/2006/relationships/customXml" Target="../ink/ink362.xml"/><Relationship Id="rId55" Type="http://schemas.openxmlformats.org/officeDocument/2006/relationships/image" Target="../media/image141.png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6" Type="http://schemas.openxmlformats.org/officeDocument/2006/relationships/customXml" Target="../ink/ink344.xml"/><Relationship Id="rId29" Type="http://schemas.openxmlformats.org/officeDocument/2006/relationships/image" Target="../media/image127.png"/><Relationship Id="rId11" Type="http://schemas.openxmlformats.org/officeDocument/2006/relationships/image" Target="../media/image118.png"/><Relationship Id="rId24" Type="http://schemas.openxmlformats.org/officeDocument/2006/relationships/customXml" Target="../ink/ink348.xml"/><Relationship Id="rId32" Type="http://schemas.openxmlformats.org/officeDocument/2006/relationships/customXml" Target="../ink/ink353.xml"/><Relationship Id="rId37" Type="http://schemas.openxmlformats.org/officeDocument/2006/relationships/image" Target="../media/image130.png"/><Relationship Id="rId40" Type="http://schemas.openxmlformats.org/officeDocument/2006/relationships/customXml" Target="../ink/ink357.xml"/><Relationship Id="rId45" Type="http://schemas.openxmlformats.org/officeDocument/2006/relationships/image" Target="../media/image134.png"/><Relationship Id="rId53" Type="http://schemas.openxmlformats.org/officeDocument/2006/relationships/image" Target="../media/image138.png"/><Relationship Id="rId5" Type="http://schemas.openxmlformats.org/officeDocument/2006/relationships/image" Target="../media/image116.png"/><Relationship Id="rId10" Type="http://schemas.openxmlformats.org/officeDocument/2006/relationships/customXml" Target="../ink/ink341.xml"/><Relationship Id="rId19" Type="http://schemas.openxmlformats.org/officeDocument/2006/relationships/image" Target="../media/image122.png"/><Relationship Id="rId31" Type="http://schemas.openxmlformats.org/officeDocument/2006/relationships/customXml" Target="../ink/ink352.xml"/><Relationship Id="rId44" Type="http://schemas.openxmlformats.org/officeDocument/2006/relationships/customXml" Target="../ink/ink359.xml"/><Relationship Id="rId52" Type="http://schemas.openxmlformats.org/officeDocument/2006/relationships/customXml" Target="../ink/ink363.xml"/><Relationship Id="rId4" Type="http://schemas.openxmlformats.org/officeDocument/2006/relationships/customXml" Target="../ink/ink337.xml"/><Relationship Id="rId9" Type="http://schemas.openxmlformats.org/officeDocument/2006/relationships/customXml" Target="../ink/ink340.xml"/><Relationship Id="rId14" Type="http://schemas.openxmlformats.org/officeDocument/2006/relationships/customXml" Target="../ink/ink343.xml"/><Relationship Id="rId22" Type="http://schemas.openxmlformats.org/officeDocument/2006/relationships/customXml" Target="../ink/ink347.xml"/><Relationship Id="rId27" Type="http://schemas.openxmlformats.org/officeDocument/2006/relationships/image" Target="../media/image126.png"/><Relationship Id="rId30" Type="http://schemas.openxmlformats.org/officeDocument/2006/relationships/customXml" Target="../ink/ink351.xml"/><Relationship Id="rId35" Type="http://schemas.openxmlformats.org/officeDocument/2006/relationships/customXml" Target="../ink/ink355.xml"/><Relationship Id="rId43" Type="http://schemas.openxmlformats.org/officeDocument/2006/relationships/image" Target="../media/image133.png"/><Relationship Id="rId48" Type="http://schemas.openxmlformats.org/officeDocument/2006/relationships/customXml" Target="../ink/ink361.xml"/><Relationship Id="rId56" Type="http://schemas.openxmlformats.org/officeDocument/2006/relationships/image" Target="../media/image140.png"/><Relationship Id="rId8" Type="http://schemas.openxmlformats.org/officeDocument/2006/relationships/customXml" Target="../ink/ink339.xml"/><Relationship Id="rId51" Type="http://schemas.openxmlformats.org/officeDocument/2006/relationships/image" Target="../media/image137.png"/><Relationship Id="rId3" Type="http://schemas.openxmlformats.org/officeDocument/2006/relationships/image" Target="../media/image115.png"/><Relationship Id="rId12" Type="http://schemas.openxmlformats.org/officeDocument/2006/relationships/customXml" Target="../ink/ink342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customXml" Target="../ink/ink354.xml"/><Relationship Id="rId38" Type="http://schemas.openxmlformats.org/officeDocument/2006/relationships/customXml" Target="../ink/ink356.xml"/><Relationship Id="rId46" Type="http://schemas.openxmlformats.org/officeDocument/2006/relationships/customXml" Target="../ink/ink360.xml"/><Relationship Id="rId20" Type="http://schemas.openxmlformats.org/officeDocument/2006/relationships/customXml" Target="../ink/ink346.xml"/><Relationship Id="rId41" Type="http://schemas.openxmlformats.org/officeDocument/2006/relationships/image" Target="../media/image132.png"/><Relationship Id="rId54" Type="http://schemas.openxmlformats.org/officeDocument/2006/relationships/customXml" Target="../ink/ink36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8.xml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350.xml"/><Relationship Id="rId36" Type="http://schemas.openxmlformats.org/officeDocument/2006/relationships/image" Target="../media/image129.png"/><Relationship Id="rId49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D0A7E7-873A-C214-F6FA-AC32386452EE}"/>
              </a:ext>
            </a:extLst>
          </p:cNvPr>
          <p:cNvSpPr txBox="1"/>
          <p:nvPr/>
        </p:nvSpPr>
        <p:spPr>
          <a:xfrm>
            <a:off x="2642106" y="2905780"/>
            <a:ext cx="6907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Linear Regression with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1822092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1DA9EA-3BAC-5D85-2C0E-56E6268E6091}"/>
              </a:ext>
            </a:extLst>
          </p:cNvPr>
          <p:cNvSpPr txBox="1"/>
          <p:nvPr/>
        </p:nvSpPr>
        <p:spPr>
          <a:xfrm>
            <a:off x="630936" y="320040"/>
            <a:ext cx="4104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Multiple features (variables)</a:t>
            </a:r>
          </a:p>
        </p:txBody>
      </p:sp>
      <p:pic>
        <p:nvPicPr>
          <p:cNvPr id="4" name="Picture 3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2D259705-F945-C484-2B14-D73B2926C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49" t="20934" r="31651" b="29042"/>
          <a:stretch/>
        </p:blipFill>
        <p:spPr>
          <a:xfrm>
            <a:off x="4081304" y="1435607"/>
            <a:ext cx="3450368" cy="28895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B59B8F-D36C-F899-220F-42A6F8043F4B}"/>
                  </a:ext>
                </a:extLst>
              </p:cNvPr>
              <p:cNvSpPr txBox="1"/>
              <p:nvPr/>
            </p:nvSpPr>
            <p:spPr>
              <a:xfrm>
                <a:off x="4150297" y="4548126"/>
                <a:ext cx="338137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B59B8F-D36C-F899-220F-42A6F8043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297" y="4548126"/>
                <a:ext cx="3381375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1225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376E-78F5-7A29-B95C-1B5D8A10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7F72FE-8119-FD60-D79A-36AC3AAFD1BB}"/>
              </a:ext>
            </a:extLst>
          </p:cNvPr>
          <p:cNvSpPr txBox="1"/>
          <p:nvPr/>
        </p:nvSpPr>
        <p:spPr>
          <a:xfrm>
            <a:off x="630936" y="320040"/>
            <a:ext cx="4104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Multiple features (variables)</a:t>
            </a:r>
          </a:p>
        </p:txBody>
      </p:sp>
      <p:pic>
        <p:nvPicPr>
          <p:cNvPr id="6" name="Picture 5" descr="A table with numbers and text&#10;&#10;Description automatically generated">
            <a:extLst>
              <a:ext uri="{FF2B5EF4-FFF2-40B4-BE49-F238E27FC236}">
                <a16:creationId xmlns:a16="http://schemas.microsoft.com/office/drawing/2014/main" id="{F680B921-6F21-9D58-EC46-BA0FCABDB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9" t="15684" r="21631" b="37438"/>
          <a:stretch/>
        </p:blipFill>
        <p:spPr>
          <a:xfrm>
            <a:off x="1799924" y="1376413"/>
            <a:ext cx="7896404" cy="282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0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DFFC0-6B4A-AEBA-B2B0-464CD226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1F9D2-A10B-F4F0-4640-89B0981AFA8F}"/>
              </a:ext>
            </a:extLst>
          </p:cNvPr>
          <p:cNvSpPr txBox="1"/>
          <p:nvPr/>
        </p:nvSpPr>
        <p:spPr>
          <a:xfrm>
            <a:off x="630936" y="320040"/>
            <a:ext cx="4104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Multiple features (variables)</a:t>
            </a:r>
          </a:p>
        </p:txBody>
      </p:sp>
      <p:pic>
        <p:nvPicPr>
          <p:cNvPr id="6" name="Picture 5" descr="A table with numbers and text&#10;&#10;Description automatically generated">
            <a:extLst>
              <a:ext uri="{FF2B5EF4-FFF2-40B4-BE49-F238E27FC236}">
                <a16:creationId xmlns:a16="http://schemas.microsoft.com/office/drawing/2014/main" id="{1D603015-0F16-909C-7BF0-8DA3605A4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9" t="15684" r="21631" b="37438"/>
          <a:stretch/>
        </p:blipFill>
        <p:spPr>
          <a:xfrm>
            <a:off x="1799924" y="1376413"/>
            <a:ext cx="7896404" cy="2829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3F1F5B-D23E-FD29-1DA1-BE0791980E42}"/>
                  </a:ext>
                </a:extLst>
              </p:cNvPr>
              <p:cNvSpPr txBox="1"/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features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input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features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training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example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𝑡𝑟𝑎𝑖𝑛𝑖𝑛𝑔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𝑒𝑥𝑎𝑚𝑝𝑙𝑒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3F1F5B-D23E-FD29-1DA1-BE0791980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blipFill>
                <a:blip r:embed="rId3"/>
                <a:stretch>
                  <a:fillRect l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4798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720-CB07-A9CB-4E03-7B70F799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4FB333-2A6F-9278-AB5A-C4C6E17641EA}"/>
              </a:ext>
            </a:extLst>
          </p:cNvPr>
          <p:cNvSpPr txBox="1"/>
          <p:nvPr/>
        </p:nvSpPr>
        <p:spPr>
          <a:xfrm>
            <a:off x="630936" y="320040"/>
            <a:ext cx="4104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Multiple features (variables)</a:t>
            </a:r>
          </a:p>
        </p:txBody>
      </p:sp>
      <p:pic>
        <p:nvPicPr>
          <p:cNvPr id="6" name="Picture 5" descr="A table with numbers and text&#10;&#10;Description automatically generated">
            <a:extLst>
              <a:ext uri="{FF2B5EF4-FFF2-40B4-BE49-F238E27FC236}">
                <a16:creationId xmlns:a16="http://schemas.microsoft.com/office/drawing/2014/main" id="{A0310C37-70A4-5C9D-8F85-0673F2733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9" t="15684" r="21631" b="37438"/>
          <a:stretch/>
        </p:blipFill>
        <p:spPr>
          <a:xfrm>
            <a:off x="1799924" y="1376413"/>
            <a:ext cx="7896404" cy="2829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AEBF65-49CE-FFDF-8AB5-B553A3962ACD}"/>
                  </a:ext>
                </a:extLst>
              </p:cNvPr>
              <p:cNvSpPr txBox="1"/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features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input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features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training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example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𝑡𝑟𝑎𝑖𝑛𝑖𝑛𝑔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𝑒𝑥𝑎𝑚𝑝𝑙𝑒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AEBF65-49CE-FFDF-8AB5-B553A3962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blipFill>
                <a:blip r:embed="rId3"/>
                <a:stretch>
                  <a:fillRect l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llout: Line 2">
            <a:extLst>
              <a:ext uri="{FF2B5EF4-FFF2-40B4-BE49-F238E27FC236}">
                <a16:creationId xmlns:a16="http://schemas.microsoft.com/office/drawing/2014/main" id="{AA3505D2-E40D-C6E7-9A1F-0BA1432EFB9B}"/>
              </a:ext>
            </a:extLst>
          </p:cNvPr>
          <p:cNvSpPr/>
          <p:nvPr/>
        </p:nvSpPr>
        <p:spPr>
          <a:xfrm>
            <a:off x="1799924" y="4852988"/>
            <a:ext cx="3613324" cy="276225"/>
          </a:xfrm>
          <a:prstGeom prst="borderCallout1">
            <a:avLst>
              <a:gd name="adj1" fmla="val 43774"/>
              <a:gd name="adj2" fmla="val 100231"/>
              <a:gd name="adj3" fmla="val 37429"/>
              <a:gd name="adj4" fmla="val 126158"/>
            </a:avLst>
          </a:prstGeom>
          <a:noFill/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0A751-58E0-B155-0755-917B0229DF77}"/>
              </a:ext>
            </a:extLst>
          </p:cNvPr>
          <p:cNvSpPr txBox="1"/>
          <p:nvPr/>
        </p:nvSpPr>
        <p:spPr>
          <a:xfrm>
            <a:off x="6370725" y="470469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406A4-DBDC-083C-9C01-B9748EE78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8E398E-7C37-211E-73DA-2C41A3B24CD5}"/>
              </a:ext>
            </a:extLst>
          </p:cNvPr>
          <p:cNvSpPr txBox="1"/>
          <p:nvPr/>
        </p:nvSpPr>
        <p:spPr>
          <a:xfrm>
            <a:off x="630936" y="320040"/>
            <a:ext cx="4104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Multiple features (variables)</a:t>
            </a:r>
          </a:p>
        </p:txBody>
      </p:sp>
      <p:pic>
        <p:nvPicPr>
          <p:cNvPr id="6" name="Picture 5" descr="A table with numbers and text&#10;&#10;Description automatically generated">
            <a:extLst>
              <a:ext uri="{FF2B5EF4-FFF2-40B4-BE49-F238E27FC236}">
                <a16:creationId xmlns:a16="http://schemas.microsoft.com/office/drawing/2014/main" id="{15ACCD0F-ABAD-7DC0-3E11-54AF2770C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9" t="15684" r="21631" b="37438"/>
          <a:stretch/>
        </p:blipFill>
        <p:spPr>
          <a:xfrm>
            <a:off x="1799924" y="1376413"/>
            <a:ext cx="7896404" cy="2829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0D0109-573B-891F-C569-7D65FA0D7A11}"/>
                  </a:ext>
                </a:extLst>
              </p:cNvPr>
              <p:cNvSpPr txBox="1"/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features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input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features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training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example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𝑡𝑟𝑎𝑖𝑛𝑖𝑛𝑔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𝑒𝑥𝑎𝑚𝑝𝑙𝑒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0D0109-573B-891F-C569-7D65FA0D7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blipFill>
                <a:blip r:embed="rId3"/>
                <a:stretch>
                  <a:fillRect l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llout: Line 2">
            <a:extLst>
              <a:ext uri="{FF2B5EF4-FFF2-40B4-BE49-F238E27FC236}">
                <a16:creationId xmlns:a16="http://schemas.microsoft.com/office/drawing/2014/main" id="{D902E02A-B3E7-28CA-6053-65E7C09991DA}"/>
              </a:ext>
            </a:extLst>
          </p:cNvPr>
          <p:cNvSpPr/>
          <p:nvPr/>
        </p:nvSpPr>
        <p:spPr>
          <a:xfrm>
            <a:off x="1799924" y="4852988"/>
            <a:ext cx="3613324" cy="276225"/>
          </a:xfrm>
          <a:prstGeom prst="borderCallout1">
            <a:avLst>
              <a:gd name="adj1" fmla="val 43774"/>
              <a:gd name="adj2" fmla="val 100231"/>
              <a:gd name="adj3" fmla="val 37429"/>
              <a:gd name="adj4" fmla="val 126158"/>
            </a:avLst>
          </a:prstGeom>
          <a:noFill/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5533C0-1727-AD3F-EC90-0A576B0E8E20}"/>
              </a:ext>
            </a:extLst>
          </p:cNvPr>
          <p:cNvSpPr txBox="1"/>
          <p:nvPr/>
        </p:nvSpPr>
        <p:spPr>
          <a:xfrm>
            <a:off x="6370725" y="470469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3AA225-2832-1A09-DF61-A869D83F7C34}"/>
              </a:ext>
            </a:extLst>
          </p:cNvPr>
          <p:cNvSpPr/>
          <p:nvPr/>
        </p:nvSpPr>
        <p:spPr>
          <a:xfrm>
            <a:off x="2373745" y="2706255"/>
            <a:ext cx="5320146" cy="3786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061410-F746-97C1-74AA-51E13F5529EC}"/>
              </a:ext>
            </a:extLst>
          </p:cNvPr>
          <p:cNvGrpSpPr/>
          <p:nvPr/>
        </p:nvGrpSpPr>
        <p:grpSpPr>
          <a:xfrm>
            <a:off x="406269" y="2946913"/>
            <a:ext cx="1912680" cy="2457000"/>
            <a:chOff x="406269" y="2946913"/>
            <a:chExt cx="1912680" cy="245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ABD487-9764-A2A4-4596-9CEC54FE20A1}"/>
                    </a:ext>
                  </a:extLst>
                </p14:cNvPr>
                <p14:cNvContentPartPr/>
                <p14:nvPr/>
              </p14:nvContentPartPr>
              <p14:xfrm>
                <a:off x="534429" y="2946913"/>
                <a:ext cx="1784520" cy="2457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ABD487-9764-A2A4-4596-9CEC54FE20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6429" y="2928913"/>
                  <a:ext cx="1820160" cy="24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851A177-828B-6122-A028-C8ED2F57D932}"/>
                    </a:ext>
                  </a:extLst>
                </p14:cNvPr>
                <p14:cNvContentPartPr/>
                <p14:nvPr/>
              </p14:nvContentPartPr>
              <p14:xfrm>
                <a:off x="406269" y="3487273"/>
                <a:ext cx="127440" cy="185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851A177-828B-6122-A028-C8ED2F57D9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8629" y="3469633"/>
                  <a:ext cx="163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60A6706-3E2C-0FE8-9A65-2DFC4C25632D}"/>
                    </a:ext>
                  </a:extLst>
                </p14:cNvPr>
                <p14:cNvContentPartPr/>
                <p14:nvPr/>
              </p14:nvContentPartPr>
              <p14:xfrm>
                <a:off x="433629" y="3329953"/>
                <a:ext cx="360" cy="1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60A6706-3E2C-0FE8-9A65-2DFC4C25632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5989" y="3311953"/>
                  <a:ext cx="36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47D8682-5C62-8778-7F22-803CED5C2C26}"/>
                    </a:ext>
                  </a:extLst>
                </p14:cNvPr>
                <p14:cNvContentPartPr/>
                <p14:nvPr/>
              </p14:nvContentPartPr>
              <p14:xfrm>
                <a:off x="599949" y="3417073"/>
                <a:ext cx="100800" cy="47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47D8682-5C62-8778-7F22-803CED5C2C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2309" y="3399073"/>
                  <a:ext cx="136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C44A632-4276-EEC4-F132-0AB17EE1DEE1}"/>
                    </a:ext>
                  </a:extLst>
                </p14:cNvPr>
                <p14:cNvContentPartPr/>
                <p14:nvPr/>
              </p14:nvContentPartPr>
              <p14:xfrm>
                <a:off x="655389" y="3541633"/>
                <a:ext cx="50040" cy="42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C44A632-4276-EEC4-F132-0AB17EE1D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7749" y="3523633"/>
                  <a:ext cx="85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69E4E12-2571-9DDE-C3E6-6E7A3541B225}"/>
                    </a:ext>
                  </a:extLst>
                </p14:cNvPr>
                <p14:cNvContentPartPr/>
                <p14:nvPr/>
              </p14:nvContentPartPr>
              <p14:xfrm>
                <a:off x="775989" y="3190993"/>
                <a:ext cx="320760" cy="309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69E4E12-2571-9DDE-C3E6-6E7A3541B22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7989" y="3172993"/>
                  <a:ext cx="356400" cy="34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2551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6FA2F-62C9-4505-BD14-32FE8A916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19DF5A-B544-A3E3-9FDA-A53CDE93B7B2}"/>
              </a:ext>
            </a:extLst>
          </p:cNvPr>
          <p:cNvSpPr txBox="1"/>
          <p:nvPr/>
        </p:nvSpPr>
        <p:spPr>
          <a:xfrm>
            <a:off x="630936" y="320040"/>
            <a:ext cx="4104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Multiple features (variables)</a:t>
            </a:r>
          </a:p>
        </p:txBody>
      </p:sp>
      <p:pic>
        <p:nvPicPr>
          <p:cNvPr id="6" name="Picture 5" descr="A table with numbers and text&#10;&#10;Description automatically generated">
            <a:extLst>
              <a:ext uri="{FF2B5EF4-FFF2-40B4-BE49-F238E27FC236}">
                <a16:creationId xmlns:a16="http://schemas.microsoft.com/office/drawing/2014/main" id="{C41D1D4A-A27F-A47E-4B9E-BB8402D7B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9" t="15684" r="21631" b="37438"/>
          <a:stretch/>
        </p:blipFill>
        <p:spPr>
          <a:xfrm>
            <a:off x="1799924" y="1376413"/>
            <a:ext cx="7896404" cy="2829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3A0BAB-416C-BC43-FBA5-B3B55D90A2D4}"/>
                  </a:ext>
                </a:extLst>
              </p:cNvPr>
              <p:cNvSpPr txBox="1"/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features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input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features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training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example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𝑡𝑟𝑎𝑖𝑛𝑖𝑛𝑔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𝑒𝑥𝑎𝑚𝑝𝑙𝑒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3A0BAB-416C-BC43-FBA5-B3B55D90A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blipFill>
                <a:blip r:embed="rId3"/>
                <a:stretch>
                  <a:fillRect l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llout: Line 2">
            <a:extLst>
              <a:ext uri="{FF2B5EF4-FFF2-40B4-BE49-F238E27FC236}">
                <a16:creationId xmlns:a16="http://schemas.microsoft.com/office/drawing/2014/main" id="{DE2630C3-AD06-3209-DA2A-90DE1B681859}"/>
              </a:ext>
            </a:extLst>
          </p:cNvPr>
          <p:cNvSpPr/>
          <p:nvPr/>
        </p:nvSpPr>
        <p:spPr>
          <a:xfrm>
            <a:off x="1799924" y="4852988"/>
            <a:ext cx="3613324" cy="276225"/>
          </a:xfrm>
          <a:prstGeom prst="borderCallout1">
            <a:avLst>
              <a:gd name="adj1" fmla="val 43774"/>
              <a:gd name="adj2" fmla="val 100231"/>
              <a:gd name="adj3" fmla="val 37429"/>
              <a:gd name="adj4" fmla="val 126158"/>
            </a:avLst>
          </a:prstGeom>
          <a:noFill/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9F554-2E16-0BE5-1AC6-351BB5B2EA39}"/>
              </a:ext>
            </a:extLst>
          </p:cNvPr>
          <p:cNvSpPr txBox="1"/>
          <p:nvPr/>
        </p:nvSpPr>
        <p:spPr>
          <a:xfrm>
            <a:off x="6370725" y="470469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AA6F45-B0AA-A098-4CE2-9416546D203D}"/>
              </a:ext>
            </a:extLst>
          </p:cNvPr>
          <p:cNvSpPr/>
          <p:nvPr/>
        </p:nvSpPr>
        <p:spPr>
          <a:xfrm>
            <a:off x="2373745" y="2706255"/>
            <a:ext cx="5320146" cy="3786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E2CA98-1F92-FF43-92FD-D6E0C6C28A90}"/>
              </a:ext>
            </a:extLst>
          </p:cNvPr>
          <p:cNvCxnSpPr/>
          <p:nvPr/>
        </p:nvCxnSpPr>
        <p:spPr>
          <a:xfrm>
            <a:off x="7693891" y="2890982"/>
            <a:ext cx="942109" cy="155170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6C9F36-33FA-FDCD-8044-894D060F07E9}"/>
                  </a:ext>
                </a:extLst>
              </p:cNvPr>
              <p:cNvSpPr txBox="1"/>
              <p:nvPr/>
            </p:nvSpPr>
            <p:spPr>
              <a:xfrm>
                <a:off x="8636000" y="4472178"/>
                <a:ext cx="1256609" cy="541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6C9F36-33FA-FDCD-8044-894D060F0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4472178"/>
                <a:ext cx="1256609" cy="541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5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0260D-8902-8874-0B38-92C41A40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78DAD6-9D8B-5EAF-8ECE-1C56A2B68CE5}"/>
              </a:ext>
            </a:extLst>
          </p:cNvPr>
          <p:cNvSpPr txBox="1"/>
          <p:nvPr/>
        </p:nvSpPr>
        <p:spPr>
          <a:xfrm>
            <a:off x="630936" y="320040"/>
            <a:ext cx="4104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Multiple features (variables)</a:t>
            </a:r>
          </a:p>
        </p:txBody>
      </p:sp>
      <p:pic>
        <p:nvPicPr>
          <p:cNvPr id="6" name="Picture 5" descr="A table with numbers and text&#10;&#10;Description automatically generated">
            <a:extLst>
              <a:ext uri="{FF2B5EF4-FFF2-40B4-BE49-F238E27FC236}">
                <a16:creationId xmlns:a16="http://schemas.microsoft.com/office/drawing/2014/main" id="{4047A42B-7CC0-8244-3790-47D028F7F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9" t="15684" r="21631" b="37438"/>
          <a:stretch/>
        </p:blipFill>
        <p:spPr>
          <a:xfrm>
            <a:off x="1799924" y="1376413"/>
            <a:ext cx="7896404" cy="2829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18FE9D-AEEE-DBEC-487F-4A9538D99FF5}"/>
                  </a:ext>
                </a:extLst>
              </p:cNvPr>
              <p:cNvSpPr txBox="1"/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features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input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features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training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example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𝑡𝑟𝑎𝑖𝑛𝑖𝑛𝑔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𝑒𝑥𝑎𝑚𝑝𝑙𝑒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18FE9D-AEEE-DBEC-487F-4A9538D99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blipFill>
                <a:blip r:embed="rId3"/>
                <a:stretch>
                  <a:fillRect l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llout: Line 2">
            <a:extLst>
              <a:ext uri="{FF2B5EF4-FFF2-40B4-BE49-F238E27FC236}">
                <a16:creationId xmlns:a16="http://schemas.microsoft.com/office/drawing/2014/main" id="{BDB6EB57-7E50-8E16-AF2F-1AD224E5E01B}"/>
              </a:ext>
            </a:extLst>
          </p:cNvPr>
          <p:cNvSpPr/>
          <p:nvPr/>
        </p:nvSpPr>
        <p:spPr>
          <a:xfrm>
            <a:off x="1799924" y="4852988"/>
            <a:ext cx="3613324" cy="276225"/>
          </a:xfrm>
          <a:prstGeom prst="borderCallout1">
            <a:avLst>
              <a:gd name="adj1" fmla="val 43774"/>
              <a:gd name="adj2" fmla="val 100231"/>
              <a:gd name="adj3" fmla="val 37429"/>
              <a:gd name="adj4" fmla="val 126158"/>
            </a:avLst>
          </a:prstGeom>
          <a:noFill/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31338-CB03-F748-332D-3FBFC3B30C98}"/>
              </a:ext>
            </a:extLst>
          </p:cNvPr>
          <p:cNvSpPr txBox="1"/>
          <p:nvPr/>
        </p:nvSpPr>
        <p:spPr>
          <a:xfrm>
            <a:off x="6370725" y="470469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C3C60D-A421-47EE-5848-6111D9EC7FC2}"/>
              </a:ext>
            </a:extLst>
          </p:cNvPr>
          <p:cNvSpPr/>
          <p:nvPr/>
        </p:nvSpPr>
        <p:spPr>
          <a:xfrm>
            <a:off x="2373745" y="2706255"/>
            <a:ext cx="5320146" cy="3786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2FF727-3C20-622C-297A-D91655E4F2A3}"/>
              </a:ext>
            </a:extLst>
          </p:cNvPr>
          <p:cNvCxnSpPr>
            <a:cxnSpLocks/>
          </p:cNvCxnSpPr>
          <p:nvPr/>
        </p:nvCxnSpPr>
        <p:spPr>
          <a:xfrm>
            <a:off x="7693891" y="2890982"/>
            <a:ext cx="1256145" cy="169025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F3278A-69EB-D0F4-1B6E-5172B2C9A15D}"/>
                  </a:ext>
                </a:extLst>
              </p:cNvPr>
              <p:cNvSpPr txBox="1"/>
              <p:nvPr/>
            </p:nvSpPr>
            <p:spPr>
              <a:xfrm>
                <a:off x="8636000" y="4472178"/>
                <a:ext cx="2671215" cy="1679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chemeClr val="accent5"/>
                    </a:solidFill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1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𝟏𝟒𝟏𝟔</m:t>
                            </m:r>
                          </m:e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𝟒𝟎</m:t>
                            </m:r>
                          </m:e>
                        </m:eqArr>
                      </m:e>
                    </m:d>
                  </m:oMath>
                </a14:m>
                <a:endParaRPr lang="en-US" sz="28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F3278A-69EB-D0F4-1B6E-5172B2C9A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4472178"/>
                <a:ext cx="2671215" cy="16797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81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D8190-6A30-AFEC-3014-44E82C22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CB487-D662-8396-15C3-C042CF0EC60A}"/>
              </a:ext>
            </a:extLst>
          </p:cNvPr>
          <p:cNvSpPr txBox="1"/>
          <p:nvPr/>
        </p:nvSpPr>
        <p:spPr>
          <a:xfrm>
            <a:off x="630936" y="320040"/>
            <a:ext cx="4104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Multiple features (variables)</a:t>
            </a:r>
          </a:p>
        </p:txBody>
      </p:sp>
      <p:pic>
        <p:nvPicPr>
          <p:cNvPr id="6" name="Picture 5" descr="A table with numbers and text&#10;&#10;Description automatically generated">
            <a:extLst>
              <a:ext uri="{FF2B5EF4-FFF2-40B4-BE49-F238E27FC236}">
                <a16:creationId xmlns:a16="http://schemas.microsoft.com/office/drawing/2014/main" id="{356D12E6-BBA9-97A4-6057-BCE24753E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9" t="15684" r="21631" b="37438"/>
          <a:stretch/>
        </p:blipFill>
        <p:spPr>
          <a:xfrm>
            <a:off x="1799924" y="1376413"/>
            <a:ext cx="7896404" cy="2829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27334F-771E-DCDA-39CF-E6D10AC56517}"/>
                  </a:ext>
                </a:extLst>
              </p:cNvPr>
              <p:cNvSpPr txBox="1"/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features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input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features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training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example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𝑡𝑟𝑎𝑖𝑛𝑖𝑛𝑔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𝑒𝑥𝑎𝑚𝑝𝑙𝑒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27334F-771E-DCDA-39CF-E6D10AC56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blipFill>
                <a:blip r:embed="rId3"/>
                <a:stretch>
                  <a:fillRect l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llout: Line 2">
            <a:extLst>
              <a:ext uri="{FF2B5EF4-FFF2-40B4-BE49-F238E27FC236}">
                <a16:creationId xmlns:a16="http://schemas.microsoft.com/office/drawing/2014/main" id="{ACB06B81-8B94-55B1-4696-50E0B1BA6AB3}"/>
              </a:ext>
            </a:extLst>
          </p:cNvPr>
          <p:cNvSpPr/>
          <p:nvPr/>
        </p:nvSpPr>
        <p:spPr>
          <a:xfrm>
            <a:off x="1799924" y="4852988"/>
            <a:ext cx="3613324" cy="276225"/>
          </a:xfrm>
          <a:prstGeom prst="borderCallout1">
            <a:avLst>
              <a:gd name="adj1" fmla="val 43774"/>
              <a:gd name="adj2" fmla="val 100231"/>
              <a:gd name="adj3" fmla="val 37429"/>
              <a:gd name="adj4" fmla="val 126158"/>
            </a:avLst>
          </a:prstGeom>
          <a:noFill/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839B99-3F70-4FC7-9AB0-1A3FBAC12460}"/>
              </a:ext>
            </a:extLst>
          </p:cNvPr>
          <p:cNvSpPr txBox="1"/>
          <p:nvPr/>
        </p:nvSpPr>
        <p:spPr>
          <a:xfrm>
            <a:off x="6370725" y="470469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40B61-1C4E-D07D-F1B8-9019879D1A1A}"/>
              </a:ext>
            </a:extLst>
          </p:cNvPr>
          <p:cNvSpPr/>
          <p:nvPr/>
        </p:nvSpPr>
        <p:spPr>
          <a:xfrm>
            <a:off x="2373745" y="2706255"/>
            <a:ext cx="5320146" cy="3786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91F2F6-C0F9-CBDB-EFFC-C9F64B6D54B2}"/>
              </a:ext>
            </a:extLst>
          </p:cNvPr>
          <p:cNvCxnSpPr>
            <a:cxnSpLocks/>
          </p:cNvCxnSpPr>
          <p:nvPr/>
        </p:nvCxnSpPr>
        <p:spPr>
          <a:xfrm>
            <a:off x="7693891" y="2890982"/>
            <a:ext cx="1256145" cy="169025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BFEE60-3AF2-74F5-6606-3D5484B5AD2F}"/>
                  </a:ext>
                </a:extLst>
              </p:cNvPr>
              <p:cNvSpPr txBox="1"/>
              <p:nvPr/>
            </p:nvSpPr>
            <p:spPr>
              <a:xfrm>
                <a:off x="8636000" y="4472178"/>
                <a:ext cx="2671215" cy="1679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chemeClr val="accent5"/>
                    </a:solidFill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1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𝟏𝟒𝟏𝟔</m:t>
                            </m:r>
                          </m:e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𝟒𝟎</m:t>
                            </m:r>
                          </m:e>
                        </m:eqArr>
                      </m:e>
                    </m:d>
                  </m:oMath>
                </a14:m>
                <a:endParaRPr lang="en-US" sz="28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BFEE60-3AF2-74F5-6606-3D5484B5A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4472178"/>
                <a:ext cx="2671215" cy="16797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745D355-F2E7-F909-0250-61F14A901896}"/>
                  </a:ext>
                </a:extLst>
              </p14:cNvPr>
              <p14:cNvContentPartPr/>
              <p14:nvPr/>
            </p14:nvContentPartPr>
            <p14:xfrm>
              <a:off x="2105829" y="5632153"/>
              <a:ext cx="7447320" cy="824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745D355-F2E7-F909-0250-61F14A9018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88189" y="5614513"/>
                <a:ext cx="7482960" cy="86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06B03CF-B377-33A8-5422-BCC8F1592428}"/>
                  </a:ext>
                </a:extLst>
              </p14:cNvPr>
              <p14:cNvContentPartPr/>
              <p14:nvPr/>
            </p14:nvContentPartPr>
            <p14:xfrm>
              <a:off x="9469629" y="5670673"/>
              <a:ext cx="81000" cy="109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06B03CF-B377-33A8-5422-BCC8F15924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51989" y="5653033"/>
                <a:ext cx="116640" cy="14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58E1D5E-9777-5626-89A8-CA2EA6C7DB36}"/>
              </a:ext>
            </a:extLst>
          </p:cNvPr>
          <p:cNvGrpSpPr/>
          <p:nvPr/>
        </p:nvGrpSpPr>
        <p:grpSpPr>
          <a:xfrm>
            <a:off x="5189589" y="6044353"/>
            <a:ext cx="660600" cy="302400"/>
            <a:chOff x="5189589" y="6044353"/>
            <a:chExt cx="66060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C119799-1F1F-B2B8-77AD-01B9023435E0}"/>
                    </a:ext>
                  </a:extLst>
                </p14:cNvPr>
                <p14:cNvContentPartPr/>
                <p14:nvPr/>
              </p14:nvContentPartPr>
              <p14:xfrm>
                <a:off x="5310549" y="6044353"/>
                <a:ext cx="39240" cy="16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C119799-1F1F-B2B8-77AD-01B9023435E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92909" y="6026353"/>
                  <a:ext cx="74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CDB231-4950-8D32-B1F0-9D622B438495}"/>
                    </a:ext>
                  </a:extLst>
                </p14:cNvPr>
                <p14:cNvContentPartPr/>
                <p14:nvPr/>
              </p14:nvContentPartPr>
              <p14:xfrm>
                <a:off x="5189589" y="6160273"/>
                <a:ext cx="215640" cy="186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CDB231-4950-8D32-B1F0-9D622B43849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71589" y="6142633"/>
                  <a:ext cx="251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442E57E-93DA-957F-6CC5-9384F5982DD4}"/>
                    </a:ext>
                  </a:extLst>
                </p14:cNvPr>
                <p14:cNvContentPartPr/>
                <p14:nvPr/>
              </p14:nvContentPartPr>
              <p14:xfrm>
                <a:off x="5476869" y="6141913"/>
                <a:ext cx="9540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442E57E-93DA-957F-6CC5-9384F5982D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58869" y="6124273"/>
                  <a:ext cx="13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21854E8-DD04-4038-23AE-4E1E9DB3D30B}"/>
                    </a:ext>
                  </a:extLst>
                </p14:cNvPr>
                <p14:cNvContentPartPr/>
                <p14:nvPr/>
              </p14:nvContentPartPr>
              <p14:xfrm>
                <a:off x="5458509" y="6225073"/>
                <a:ext cx="63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21854E8-DD04-4038-23AE-4E1E9DB3D3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40869" y="6207073"/>
                  <a:ext cx="99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11D5F5C-8928-1581-CB5C-79B0D464EEBE}"/>
                    </a:ext>
                  </a:extLst>
                </p14:cNvPr>
                <p14:cNvContentPartPr/>
                <p14:nvPr/>
              </p14:nvContentPartPr>
              <p14:xfrm>
                <a:off x="5634909" y="6048673"/>
                <a:ext cx="215280" cy="276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11D5F5C-8928-1581-CB5C-79B0D464EEB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17269" y="6030673"/>
                  <a:ext cx="250920" cy="31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01078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3E409-31C2-028D-0BDB-B9B26999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76112B-1A75-85A6-7930-328B1EA70B24}"/>
              </a:ext>
            </a:extLst>
          </p:cNvPr>
          <p:cNvSpPr txBox="1"/>
          <p:nvPr/>
        </p:nvSpPr>
        <p:spPr>
          <a:xfrm>
            <a:off x="630936" y="320040"/>
            <a:ext cx="4104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Multiple features (variables)</a:t>
            </a:r>
          </a:p>
        </p:txBody>
      </p:sp>
      <p:pic>
        <p:nvPicPr>
          <p:cNvPr id="6" name="Picture 5" descr="A table with numbers and text&#10;&#10;Description automatically generated">
            <a:extLst>
              <a:ext uri="{FF2B5EF4-FFF2-40B4-BE49-F238E27FC236}">
                <a16:creationId xmlns:a16="http://schemas.microsoft.com/office/drawing/2014/main" id="{1486658C-4127-5576-569F-82658B233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9" t="15684" r="21631" b="37438"/>
          <a:stretch/>
        </p:blipFill>
        <p:spPr>
          <a:xfrm>
            <a:off x="1799924" y="1376413"/>
            <a:ext cx="7896404" cy="2829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BE89A1-328E-D13E-B2FF-677FFEBC9580}"/>
                  </a:ext>
                </a:extLst>
              </p:cNvPr>
              <p:cNvSpPr txBox="1"/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features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input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features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training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example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feature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𝑡𝑟𝑎𝑖𝑛𝑖𝑛𝑔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𝑒𝑥𝑎𝑚𝑝𝑙𝑒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BE89A1-328E-D13E-B2FF-677FFEBC9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364" y="4800948"/>
                <a:ext cx="6470105" cy="1265924"/>
              </a:xfrm>
              <a:prstGeom prst="rect">
                <a:avLst/>
              </a:prstGeom>
              <a:blipFill>
                <a:blip r:embed="rId3"/>
                <a:stretch>
                  <a:fillRect l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llout: Line 2">
            <a:extLst>
              <a:ext uri="{FF2B5EF4-FFF2-40B4-BE49-F238E27FC236}">
                <a16:creationId xmlns:a16="http://schemas.microsoft.com/office/drawing/2014/main" id="{B196932E-3D0D-51DA-F992-5743559E6D93}"/>
              </a:ext>
            </a:extLst>
          </p:cNvPr>
          <p:cNvSpPr/>
          <p:nvPr/>
        </p:nvSpPr>
        <p:spPr>
          <a:xfrm>
            <a:off x="1799924" y="4852988"/>
            <a:ext cx="3613324" cy="276225"/>
          </a:xfrm>
          <a:prstGeom prst="borderCallout1">
            <a:avLst>
              <a:gd name="adj1" fmla="val 43774"/>
              <a:gd name="adj2" fmla="val 100231"/>
              <a:gd name="adj3" fmla="val 37429"/>
              <a:gd name="adj4" fmla="val 126158"/>
            </a:avLst>
          </a:prstGeom>
          <a:noFill/>
          <a:ln w="31750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9730B-DBF6-7B76-CCFF-13E5321AAD19}"/>
              </a:ext>
            </a:extLst>
          </p:cNvPr>
          <p:cNvSpPr txBox="1"/>
          <p:nvPr/>
        </p:nvSpPr>
        <p:spPr>
          <a:xfrm>
            <a:off x="6370725" y="470469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4CF36B-8F03-226C-9F29-0995879D10EE}"/>
              </a:ext>
            </a:extLst>
          </p:cNvPr>
          <p:cNvSpPr/>
          <p:nvPr/>
        </p:nvSpPr>
        <p:spPr>
          <a:xfrm>
            <a:off x="2373745" y="2706255"/>
            <a:ext cx="5320146" cy="3786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A18E88-A646-137A-F7C9-04A8A6E67040}"/>
              </a:ext>
            </a:extLst>
          </p:cNvPr>
          <p:cNvCxnSpPr>
            <a:cxnSpLocks/>
          </p:cNvCxnSpPr>
          <p:nvPr/>
        </p:nvCxnSpPr>
        <p:spPr>
          <a:xfrm>
            <a:off x="7693891" y="2890982"/>
            <a:ext cx="1256145" cy="169025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EFA0B-3604-0146-BBE2-FA83623F27C9}"/>
                  </a:ext>
                </a:extLst>
              </p:cNvPr>
              <p:cNvSpPr txBox="1"/>
              <p:nvPr/>
            </p:nvSpPr>
            <p:spPr>
              <a:xfrm>
                <a:off x="8636000" y="4472178"/>
                <a:ext cx="2671215" cy="1679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chemeClr val="accent5"/>
                    </a:solidFill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1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𝟏𝟒𝟏𝟔</m:t>
                            </m:r>
                          </m:e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sz="2800" b="1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𝟒𝟎</m:t>
                            </m:r>
                          </m:e>
                        </m:eqArr>
                      </m:e>
                    </m:d>
                  </m:oMath>
                </a14:m>
                <a:endParaRPr lang="en-US" sz="28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EFA0B-3604-0146-BBE2-FA83623F2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4472178"/>
                <a:ext cx="2671215" cy="16797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E38FED-D71B-038E-57B5-FF2F1E161281}"/>
                  </a:ext>
                </a:extLst>
              </p:cNvPr>
              <p:cNvSpPr txBox="1"/>
              <p:nvPr/>
            </p:nvSpPr>
            <p:spPr>
              <a:xfrm>
                <a:off x="8321963" y="6163125"/>
                <a:ext cx="1134541" cy="4607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E38FED-D71B-038E-57B5-FF2F1E161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963" y="6163125"/>
                <a:ext cx="1134541" cy="4607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788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68678D-8ED4-662B-B8DB-FCAA12624CE1}"/>
              </a:ext>
            </a:extLst>
          </p:cNvPr>
          <p:cNvSpPr txBox="1"/>
          <p:nvPr/>
        </p:nvSpPr>
        <p:spPr>
          <a:xfrm>
            <a:off x="630936" y="320040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E32C3-303C-FA11-A800-52907647EEE0}"/>
              </a:ext>
            </a:extLst>
          </p:cNvPr>
          <p:cNvSpPr txBox="1"/>
          <p:nvPr/>
        </p:nvSpPr>
        <p:spPr>
          <a:xfrm>
            <a:off x="2362754" y="1082040"/>
            <a:ext cx="1733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Previously: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1A3BDE-21FD-D83B-83E5-7678196EB23B}"/>
                  </a:ext>
                </a:extLst>
              </p:cNvPr>
              <p:cNvSpPr txBox="1"/>
              <p:nvPr/>
            </p:nvSpPr>
            <p:spPr>
              <a:xfrm>
                <a:off x="4325788" y="1128206"/>
                <a:ext cx="2533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1A3BDE-21FD-D83B-83E5-7678196EB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788" y="1128206"/>
                <a:ext cx="2533129" cy="369332"/>
              </a:xfrm>
              <a:prstGeom prst="rect">
                <a:avLst/>
              </a:prstGeom>
              <a:blipFill>
                <a:blip r:embed="rId2"/>
                <a:stretch>
                  <a:fillRect l="-2892" r="-144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164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D41A9-9AB7-5C1B-B6E0-D9137C31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846848-F1D9-F0C3-4E14-B60AB5692BDE}"/>
              </a:ext>
            </a:extLst>
          </p:cNvPr>
          <p:cNvSpPr txBox="1"/>
          <p:nvPr/>
        </p:nvSpPr>
        <p:spPr>
          <a:xfrm>
            <a:off x="630936" y="320040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C4D7E-6452-45A6-F7AC-33613D4A25AC}"/>
              </a:ext>
            </a:extLst>
          </p:cNvPr>
          <p:cNvSpPr txBox="1"/>
          <p:nvPr/>
        </p:nvSpPr>
        <p:spPr>
          <a:xfrm>
            <a:off x="2362754" y="1082040"/>
            <a:ext cx="1733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Previously: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2A1CF9-33AB-35B8-23D6-1CA673492469}"/>
                  </a:ext>
                </a:extLst>
              </p:cNvPr>
              <p:cNvSpPr txBox="1"/>
              <p:nvPr/>
            </p:nvSpPr>
            <p:spPr>
              <a:xfrm>
                <a:off x="4325788" y="1128206"/>
                <a:ext cx="2533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2A1CF9-33AB-35B8-23D6-1CA673492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788" y="1128206"/>
                <a:ext cx="2533129" cy="369332"/>
              </a:xfrm>
              <a:prstGeom prst="rect">
                <a:avLst/>
              </a:prstGeom>
              <a:blipFill>
                <a:blip r:embed="rId2"/>
                <a:stretch>
                  <a:fillRect l="-2892" r="-144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B98714-899F-CFA7-1EB4-9B79CD3259CC}"/>
                  </a:ext>
                </a:extLst>
              </p:cNvPr>
              <p:cNvSpPr txBox="1"/>
              <p:nvPr/>
            </p:nvSpPr>
            <p:spPr>
              <a:xfrm>
                <a:off x="363388" y="2294453"/>
                <a:ext cx="780046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B98714-899F-CFA7-1EB4-9B79CD325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88" y="2294453"/>
                <a:ext cx="780046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867DE7-C567-579E-CB4B-3B29374ED7BB}"/>
              </a:ext>
            </a:extLst>
          </p:cNvPr>
          <p:cNvCxnSpPr/>
          <p:nvPr/>
        </p:nvCxnSpPr>
        <p:spPr>
          <a:xfrm flipH="1">
            <a:off x="4765964" y="781705"/>
            <a:ext cx="1505527" cy="95473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D6797D-E9D7-CA5F-2544-F657F431979A}"/>
              </a:ext>
            </a:extLst>
          </p:cNvPr>
          <p:cNvCxnSpPr>
            <a:cxnSpLocks/>
          </p:cNvCxnSpPr>
          <p:nvPr/>
        </p:nvCxnSpPr>
        <p:spPr>
          <a:xfrm flipH="1" flipV="1">
            <a:off x="4765964" y="782937"/>
            <a:ext cx="1505527" cy="95473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27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90D69-1C15-3B7E-FE43-4E6EC606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21F14C-7458-6B8F-52B1-4A23C6BEEBB5}"/>
              </a:ext>
            </a:extLst>
          </p:cNvPr>
          <p:cNvSpPr txBox="1"/>
          <p:nvPr/>
        </p:nvSpPr>
        <p:spPr>
          <a:xfrm>
            <a:off x="630936" y="320040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1FC71E-57C9-2787-0167-B95DF442529B}"/>
              </a:ext>
            </a:extLst>
          </p:cNvPr>
          <p:cNvSpPr txBox="1"/>
          <p:nvPr/>
        </p:nvSpPr>
        <p:spPr>
          <a:xfrm>
            <a:off x="2362754" y="1082040"/>
            <a:ext cx="1733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Previously: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BAFC96-5F18-860F-3AAD-C567D4DEFF24}"/>
                  </a:ext>
                </a:extLst>
              </p:cNvPr>
              <p:cNvSpPr txBox="1"/>
              <p:nvPr/>
            </p:nvSpPr>
            <p:spPr>
              <a:xfrm>
                <a:off x="4325788" y="1128206"/>
                <a:ext cx="2533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2A1CF9-33AB-35B8-23D6-1CA673492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788" y="1128206"/>
                <a:ext cx="2533129" cy="369332"/>
              </a:xfrm>
              <a:prstGeom prst="rect">
                <a:avLst/>
              </a:prstGeom>
              <a:blipFill>
                <a:blip r:embed="rId2"/>
                <a:stretch>
                  <a:fillRect l="-2892" r="-144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3B5353-96F6-6685-E9B1-83A3E0BF3615}"/>
                  </a:ext>
                </a:extLst>
              </p:cNvPr>
              <p:cNvSpPr txBox="1"/>
              <p:nvPr/>
            </p:nvSpPr>
            <p:spPr>
              <a:xfrm>
                <a:off x="363388" y="2294453"/>
                <a:ext cx="780046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B98714-899F-CFA7-1EB4-9B79CD325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88" y="2294453"/>
                <a:ext cx="780046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231682-0FDB-DF7D-E67F-96E44E93CC3A}"/>
              </a:ext>
            </a:extLst>
          </p:cNvPr>
          <p:cNvCxnSpPr/>
          <p:nvPr/>
        </p:nvCxnSpPr>
        <p:spPr>
          <a:xfrm flipH="1">
            <a:off x="4765964" y="781705"/>
            <a:ext cx="1505527" cy="95473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04C602-E2D7-19C7-32CC-E7234E7E6216}"/>
              </a:ext>
            </a:extLst>
          </p:cNvPr>
          <p:cNvCxnSpPr>
            <a:cxnSpLocks/>
          </p:cNvCxnSpPr>
          <p:nvPr/>
        </p:nvCxnSpPr>
        <p:spPr>
          <a:xfrm flipH="1" flipV="1">
            <a:off x="4765964" y="782937"/>
            <a:ext cx="1505527" cy="95473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F46A10-87BD-7DAA-473A-7D6DFA7BAABE}"/>
                  </a:ext>
                </a:extLst>
              </p:cNvPr>
              <p:cNvSpPr txBox="1"/>
              <p:nvPr/>
            </p:nvSpPr>
            <p:spPr>
              <a:xfrm>
                <a:off x="363387" y="3429000"/>
                <a:ext cx="89426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sz="3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3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sz="3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.    </m:t>
                          </m:r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𝟖𝟎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𝟎𝟏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28ADE6-7781-555A-7BE3-25CE23A02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87" y="3429000"/>
                <a:ext cx="894264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134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DEE8-3B7C-21B7-9C64-C15F7D8B8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6FC44A-67E4-329C-DE74-17877C5B910C}"/>
              </a:ext>
            </a:extLst>
          </p:cNvPr>
          <p:cNvSpPr txBox="1"/>
          <p:nvPr/>
        </p:nvSpPr>
        <p:spPr>
          <a:xfrm>
            <a:off x="630936" y="320040"/>
            <a:ext cx="4314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 for </a:t>
            </a:r>
            <a:r>
              <a:rPr lang="en-US" sz="2400" b="1" dirty="0" err="1"/>
              <a:t>multivariables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655062-B27C-3858-478D-1B328B681059}"/>
                  </a:ext>
                </a:extLst>
              </p:cNvPr>
              <p:cNvSpPr txBox="1"/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655062-B27C-3858-478D-1B328B681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744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36C16-1A00-CE6D-5B31-703B58F12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63325A-0364-29CE-C795-C71A3A8E02DB}"/>
              </a:ext>
            </a:extLst>
          </p:cNvPr>
          <p:cNvSpPr txBox="1"/>
          <p:nvPr/>
        </p:nvSpPr>
        <p:spPr>
          <a:xfrm>
            <a:off x="630936" y="320040"/>
            <a:ext cx="4314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 for multivariable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D57D2F-9139-C876-0F99-1552B3B285F8}"/>
                  </a:ext>
                </a:extLst>
              </p:cNvPr>
              <p:cNvSpPr txBox="1"/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D57D2F-9139-C876-0F99-1552B3B28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23DC1C-4D6E-074F-68CF-39D9D697FBC9}"/>
                  </a:ext>
                </a:extLst>
              </p:cNvPr>
              <p:cNvSpPr txBox="1"/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For convenience of notation,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dirty="0"/>
                  <a:t> = 1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23DC1C-4D6E-074F-68CF-39D9D697F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blipFill>
                <a:blip r:embed="rId3"/>
                <a:stretch>
                  <a:fillRect l="-1693" t="-10526" r="-74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680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C2BE-63A3-C777-B0B7-D9E2E49D0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F3E2A-DE95-9519-E7E2-3036E3800F24}"/>
              </a:ext>
            </a:extLst>
          </p:cNvPr>
          <p:cNvSpPr txBox="1"/>
          <p:nvPr/>
        </p:nvSpPr>
        <p:spPr>
          <a:xfrm>
            <a:off x="630936" y="320040"/>
            <a:ext cx="4314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 for multivariable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51D1FA-7A8A-9E13-259E-5C4A7929BB8E}"/>
                  </a:ext>
                </a:extLst>
              </p:cNvPr>
              <p:cNvSpPr txBox="1"/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51D1FA-7A8A-9E13-259E-5C4A7929B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A46EDB-0513-6054-E4D8-536967B050AE}"/>
                  </a:ext>
                </a:extLst>
              </p:cNvPr>
              <p:cNvSpPr txBox="1"/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For convenience of notation,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dirty="0"/>
                  <a:t> = 1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A46EDB-0513-6054-E4D8-536967B05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blipFill>
                <a:blip r:embed="rId3"/>
                <a:stretch>
                  <a:fillRect l="-1693" t="-10526" r="-74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CAB1D99-C566-F6EF-7F3B-0C736ED9E9A9}"/>
              </a:ext>
            </a:extLst>
          </p:cNvPr>
          <p:cNvGrpSpPr/>
          <p:nvPr/>
        </p:nvGrpSpPr>
        <p:grpSpPr>
          <a:xfrm>
            <a:off x="6511509" y="2152033"/>
            <a:ext cx="656280" cy="298080"/>
            <a:chOff x="6511509" y="2152033"/>
            <a:chExt cx="65628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6228611-1DAC-4CDD-5B7C-BC5E945A1F2B}"/>
                    </a:ext>
                  </a:extLst>
                </p14:cNvPr>
                <p14:cNvContentPartPr/>
                <p14:nvPr/>
              </p14:nvContentPartPr>
              <p14:xfrm>
                <a:off x="6511509" y="2244553"/>
                <a:ext cx="48132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6228611-1DAC-4CDD-5B7C-BC5E945A1F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05389" y="2238433"/>
                  <a:ext cx="493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ACF4AA2-A59F-A3A0-F2D4-5C4370303047}"/>
                    </a:ext>
                  </a:extLst>
                </p14:cNvPr>
                <p14:cNvContentPartPr/>
                <p14:nvPr/>
              </p14:nvContentPartPr>
              <p14:xfrm>
                <a:off x="6566949" y="2373793"/>
                <a:ext cx="38952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ACF4AA2-A59F-A3A0-F2D4-5C43703030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60829" y="2367673"/>
                  <a:ext cx="401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05A98FE-B8AF-6AE3-CCF5-95CA9E6F383A}"/>
                    </a:ext>
                  </a:extLst>
                </p14:cNvPr>
                <p14:cNvContentPartPr/>
                <p14:nvPr/>
              </p14:nvContentPartPr>
              <p14:xfrm>
                <a:off x="6936309" y="2152033"/>
                <a:ext cx="231480" cy="29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05A98FE-B8AF-6AE3-CCF5-95CA9E6F383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30189" y="2145913"/>
                  <a:ext cx="24372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BF4AF4-88D4-6667-42DC-AEE7DF54D101}"/>
                  </a:ext>
                </a:extLst>
              </p:cNvPr>
              <p:cNvSpPr txBox="1"/>
              <p:nvPr/>
            </p:nvSpPr>
            <p:spPr>
              <a:xfrm>
                <a:off x="7261308" y="2012919"/>
                <a:ext cx="1364028" cy="463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</m:sup>
                      </m:sSubSup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BF4AF4-88D4-6667-42DC-AEE7DF54D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308" y="2012919"/>
                <a:ext cx="1364028" cy="4632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320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DFB7C-8C2C-D8B7-A211-94B4C979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87C8C-C545-54E4-06A2-727FF259CD6F}"/>
              </a:ext>
            </a:extLst>
          </p:cNvPr>
          <p:cNvSpPr txBox="1"/>
          <p:nvPr/>
        </p:nvSpPr>
        <p:spPr>
          <a:xfrm>
            <a:off x="630936" y="320040"/>
            <a:ext cx="4314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 for multivariable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99E4EF-F6A2-2E0B-DA7D-93D127FCACBD}"/>
                  </a:ext>
                </a:extLst>
              </p:cNvPr>
              <p:cNvSpPr txBox="1"/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99E4EF-F6A2-2E0B-DA7D-93D127FCA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93C078-EA55-228E-EDB2-3F1B75230FE0}"/>
                  </a:ext>
                </a:extLst>
              </p:cNvPr>
              <p:cNvSpPr txBox="1"/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For convenience of notation,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dirty="0"/>
                  <a:t> = 1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93C078-EA55-228E-EDB2-3F1B75230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blipFill>
                <a:blip r:embed="rId3"/>
                <a:stretch>
                  <a:fillRect l="-1693" t="-10526" r="-74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BD47C1C-B730-C9E8-637B-82632C19DB30}"/>
              </a:ext>
            </a:extLst>
          </p:cNvPr>
          <p:cNvGrpSpPr/>
          <p:nvPr/>
        </p:nvGrpSpPr>
        <p:grpSpPr>
          <a:xfrm>
            <a:off x="6511509" y="2152033"/>
            <a:ext cx="656280" cy="298080"/>
            <a:chOff x="6511509" y="2152033"/>
            <a:chExt cx="65628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7B7460D-CA51-43AD-E0B5-C5026BCED94E}"/>
                    </a:ext>
                  </a:extLst>
                </p14:cNvPr>
                <p14:cNvContentPartPr/>
                <p14:nvPr/>
              </p14:nvContentPartPr>
              <p14:xfrm>
                <a:off x="6511509" y="2244553"/>
                <a:ext cx="48132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7B7460D-CA51-43AD-E0B5-C5026BCED94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05389" y="2238433"/>
                  <a:ext cx="493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D05036E-BB17-B8E4-BAF5-38DD20392DE1}"/>
                    </a:ext>
                  </a:extLst>
                </p14:cNvPr>
                <p14:cNvContentPartPr/>
                <p14:nvPr/>
              </p14:nvContentPartPr>
              <p14:xfrm>
                <a:off x="6566949" y="2373793"/>
                <a:ext cx="38952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D05036E-BB17-B8E4-BAF5-38DD20392D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60829" y="2367673"/>
                  <a:ext cx="401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56BDE57-6DDC-4375-5391-004A4653B419}"/>
                    </a:ext>
                  </a:extLst>
                </p14:cNvPr>
                <p14:cNvContentPartPr/>
                <p14:nvPr/>
              </p14:nvContentPartPr>
              <p14:xfrm>
                <a:off x="6936309" y="2152033"/>
                <a:ext cx="231480" cy="29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56BDE57-6DDC-4375-5391-004A4653B4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30189" y="2145913"/>
                  <a:ext cx="24372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C8225E-3A8A-E83F-4BD1-466D1D409A07}"/>
                  </a:ext>
                </a:extLst>
              </p:cNvPr>
              <p:cNvSpPr txBox="1"/>
              <p:nvPr/>
            </p:nvSpPr>
            <p:spPr>
              <a:xfrm>
                <a:off x="7261308" y="2012919"/>
                <a:ext cx="1364028" cy="463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</m:sup>
                      </m:sSubSup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C8225E-3A8A-E83F-4BD1-466D1D40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308" y="2012919"/>
                <a:ext cx="1364028" cy="4632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E0B6C7-FC2C-A6D7-7DBF-DCCC6F39BDE1}"/>
                  </a:ext>
                </a:extLst>
              </p:cNvPr>
              <p:cNvSpPr txBox="1"/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E0B6C7-FC2C-A6D7-7DBF-DCCC6F39B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04B2181-2C69-C290-6716-DEC9C2329FC8}"/>
              </a:ext>
            </a:extLst>
          </p:cNvPr>
          <p:cNvGrpSpPr/>
          <p:nvPr/>
        </p:nvGrpSpPr>
        <p:grpSpPr>
          <a:xfrm>
            <a:off x="2319367" y="326921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AE4AA0D-6018-CF2B-5A21-D012A38826BC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AE4AA0D-6018-CF2B-5A21-D012A3882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A90D744-B8FA-974F-8050-C9D8C9B296A0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A90D744-B8FA-974F-8050-C9D8C9B296A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E6DEA-6612-89ED-8155-828CBD8F5171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E6DEA-6612-89ED-8155-828CBD8F517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4353D11-7FCF-4524-33D4-813FAB6B3543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4353D11-7FCF-4524-33D4-813FAB6B354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D8CD76-E436-0505-83CE-A41CC8401519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1360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05BF9-DCDC-B11F-0EC4-717F39DB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B7AC4D-B2BD-5F0E-2B5B-4C3E82866F4A}"/>
              </a:ext>
            </a:extLst>
          </p:cNvPr>
          <p:cNvSpPr txBox="1"/>
          <p:nvPr/>
        </p:nvSpPr>
        <p:spPr>
          <a:xfrm>
            <a:off x="630936" y="320040"/>
            <a:ext cx="4314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 for multivariable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E68814-471E-13F3-5486-411C9B8623EA}"/>
                  </a:ext>
                </a:extLst>
              </p:cNvPr>
              <p:cNvSpPr txBox="1"/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E68814-471E-13F3-5486-411C9B862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629A88-CB78-932A-C932-58CF272EEB1F}"/>
                  </a:ext>
                </a:extLst>
              </p:cNvPr>
              <p:cNvSpPr txBox="1"/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For convenience of notation,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dirty="0"/>
                  <a:t> = 1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629A88-CB78-932A-C932-58CF272EE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blipFill>
                <a:blip r:embed="rId3"/>
                <a:stretch>
                  <a:fillRect l="-1693" t="-10526" r="-74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20BCFA6-A074-02D3-6E0B-FDE92CFBB26B}"/>
              </a:ext>
            </a:extLst>
          </p:cNvPr>
          <p:cNvGrpSpPr/>
          <p:nvPr/>
        </p:nvGrpSpPr>
        <p:grpSpPr>
          <a:xfrm>
            <a:off x="6511509" y="2152033"/>
            <a:ext cx="656280" cy="298080"/>
            <a:chOff x="6511509" y="2152033"/>
            <a:chExt cx="65628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A30817-E0C2-015B-5E5A-B89F02927411}"/>
                    </a:ext>
                  </a:extLst>
                </p14:cNvPr>
                <p14:cNvContentPartPr/>
                <p14:nvPr/>
              </p14:nvContentPartPr>
              <p14:xfrm>
                <a:off x="6511509" y="2244553"/>
                <a:ext cx="48132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A30817-E0C2-015B-5E5A-B89F029274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05389" y="2238433"/>
                  <a:ext cx="493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22D4015-56FF-403C-FFEF-93F7F45F918F}"/>
                    </a:ext>
                  </a:extLst>
                </p14:cNvPr>
                <p14:cNvContentPartPr/>
                <p14:nvPr/>
              </p14:nvContentPartPr>
              <p14:xfrm>
                <a:off x="6566949" y="2373793"/>
                <a:ext cx="38952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22D4015-56FF-403C-FFEF-93F7F45F918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60829" y="2367673"/>
                  <a:ext cx="401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77C883E-A83B-E07B-17BE-7AF79CF496B7}"/>
                    </a:ext>
                  </a:extLst>
                </p14:cNvPr>
                <p14:cNvContentPartPr/>
                <p14:nvPr/>
              </p14:nvContentPartPr>
              <p14:xfrm>
                <a:off x="6936309" y="2152033"/>
                <a:ext cx="231480" cy="29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77C883E-A83B-E07B-17BE-7AF79CF496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30189" y="2145913"/>
                  <a:ext cx="24372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3FBCD8-E64D-DF74-6246-9BDB6615BF98}"/>
                  </a:ext>
                </a:extLst>
              </p:cNvPr>
              <p:cNvSpPr txBox="1"/>
              <p:nvPr/>
            </p:nvSpPr>
            <p:spPr>
              <a:xfrm>
                <a:off x="7261308" y="2012919"/>
                <a:ext cx="1364028" cy="463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</m:sup>
                      </m:sSubSup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3FBCD8-E64D-DF74-6246-9BDB6615B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308" y="2012919"/>
                <a:ext cx="1364028" cy="4632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36993A-F5E3-B9B6-5313-689CF10BE127}"/>
                  </a:ext>
                </a:extLst>
              </p:cNvPr>
              <p:cNvSpPr txBox="1"/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36993A-F5E3-B9B6-5313-689CF10BE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AE9C49-2B50-7183-6E3E-58E6C57FB60F}"/>
                  </a:ext>
                </a:extLst>
              </p:cNvPr>
              <p:cNvSpPr txBox="1"/>
              <p:nvPr/>
            </p:nvSpPr>
            <p:spPr>
              <a:xfrm>
                <a:off x="4966851" y="2512020"/>
                <a:ext cx="1250599" cy="2485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AE9C49-2B50-7183-6E3E-58E6C57FB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851" y="2512020"/>
                <a:ext cx="1250599" cy="248542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BD7CF70-DEFB-7CD6-3617-45FFE9A5C44C}"/>
              </a:ext>
            </a:extLst>
          </p:cNvPr>
          <p:cNvGrpSpPr/>
          <p:nvPr/>
        </p:nvGrpSpPr>
        <p:grpSpPr>
          <a:xfrm>
            <a:off x="2319367" y="326921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AD8D5FD-E8A1-2A7E-6698-B937F80616EF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AD8D5FD-E8A1-2A7E-6698-B937F8061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B68E4D-833A-0EB6-5711-DC8DC31225DA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B68E4D-833A-0EB6-5711-DC8DC31225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6592DC-097B-3CDE-6156-046A62A69523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56592DC-097B-3CDE-6156-046A62A695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227E0C-F19C-ED8E-7085-250EADBA6BD7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227E0C-F19C-ED8E-7085-250EADBA6B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F4C98E-76B2-A541-86BE-C590A10FBA70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C92AFA-6718-B5F5-2000-A7B1E31934DB}"/>
              </a:ext>
            </a:extLst>
          </p:cNvPr>
          <p:cNvGrpSpPr/>
          <p:nvPr/>
        </p:nvGrpSpPr>
        <p:grpSpPr>
          <a:xfrm>
            <a:off x="6396104" y="318132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46306DF-BE4F-AB67-5830-1EB5F3951CCB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46306DF-BE4F-AB67-5830-1EB5F3951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20FF4AF-98BD-A5EF-8539-8241EE73250D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20FF4AF-98BD-A5EF-8539-8241EE7325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B30E256-BD0C-5F54-D403-CFE4C14862F4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B30E256-BD0C-5F54-D403-CFE4C14862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EA1B12-B156-02EC-5518-FC481E997723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EA1B12-B156-02EC-5518-FC481E9977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1D9C616-F25A-F91F-02FD-E6B56EA0EB40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5305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06A0-E6BF-9910-8936-88B0FBA9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B2DBB2-58FB-8DF4-E07F-515BF83E5225}"/>
              </a:ext>
            </a:extLst>
          </p:cNvPr>
          <p:cNvSpPr txBox="1"/>
          <p:nvPr/>
        </p:nvSpPr>
        <p:spPr>
          <a:xfrm>
            <a:off x="630936" y="320040"/>
            <a:ext cx="4314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 for multivariable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9F3994-3335-ED5E-EA8A-8BD1C747785C}"/>
                  </a:ext>
                </a:extLst>
              </p:cNvPr>
              <p:cNvSpPr txBox="1"/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9F3994-3335-ED5E-EA8A-8BD1C7477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0177E2-BC49-5B1A-1274-2DF700236484}"/>
                  </a:ext>
                </a:extLst>
              </p:cNvPr>
              <p:cNvSpPr txBox="1"/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For convenience of notation,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dirty="0"/>
                  <a:t> = 1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0177E2-BC49-5B1A-1274-2DF700236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blipFill>
                <a:blip r:embed="rId3"/>
                <a:stretch>
                  <a:fillRect l="-1693" t="-10526" r="-74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0946B1ED-8D1A-512E-7875-2CE9CB02CACE}"/>
              </a:ext>
            </a:extLst>
          </p:cNvPr>
          <p:cNvGrpSpPr/>
          <p:nvPr/>
        </p:nvGrpSpPr>
        <p:grpSpPr>
          <a:xfrm>
            <a:off x="6511509" y="2152033"/>
            <a:ext cx="656280" cy="298080"/>
            <a:chOff x="6511509" y="2152033"/>
            <a:chExt cx="65628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0E658B-F4F5-22AB-83CF-FC476213A2D3}"/>
                    </a:ext>
                  </a:extLst>
                </p14:cNvPr>
                <p14:cNvContentPartPr/>
                <p14:nvPr/>
              </p14:nvContentPartPr>
              <p14:xfrm>
                <a:off x="6511509" y="2244553"/>
                <a:ext cx="48132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0E658B-F4F5-22AB-83CF-FC476213A2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05389" y="2238433"/>
                  <a:ext cx="493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1B768D4-C254-CFA4-647A-25318C478FE0}"/>
                    </a:ext>
                  </a:extLst>
                </p14:cNvPr>
                <p14:cNvContentPartPr/>
                <p14:nvPr/>
              </p14:nvContentPartPr>
              <p14:xfrm>
                <a:off x="6566949" y="2373793"/>
                <a:ext cx="38952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1B768D4-C254-CFA4-647A-25318C478F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60829" y="2367673"/>
                  <a:ext cx="401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521D9C1-962B-4C90-469B-14D939F197BC}"/>
                    </a:ext>
                  </a:extLst>
                </p14:cNvPr>
                <p14:cNvContentPartPr/>
                <p14:nvPr/>
              </p14:nvContentPartPr>
              <p14:xfrm>
                <a:off x="6936309" y="2152033"/>
                <a:ext cx="231480" cy="29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521D9C1-962B-4C90-469B-14D939F197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30189" y="2145913"/>
                  <a:ext cx="24372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AC5391-07B0-6E27-B432-4AE504725E4E}"/>
                  </a:ext>
                </a:extLst>
              </p:cNvPr>
              <p:cNvSpPr txBox="1"/>
              <p:nvPr/>
            </p:nvSpPr>
            <p:spPr>
              <a:xfrm>
                <a:off x="7261308" y="2012919"/>
                <a:ext cx="1364028" cy="4632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</m:sup>
                      </m:sSubSup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AC5391-07B0-6E27-B432-4AE504725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308" y="2012919"/>
                <a:ext cx="1364028" cy="4632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B0467F-4D84-A2D1-EC14-B8C81AA2F179}"/>
                  </a:ext>
                </a:extLst>
              </p:cNvPr>
              <p:cNvSpPr txBox="1"/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B0467F-4D84-A2D1-EC14-B8C81AA2F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C21F1C-3835-2461-0CFD-A5D3493CEB46}"/>
                  </a:ext>
                </a:extLst>
              </p:cNvPr>
              <p:cNvSpPr txBox="1"/>
              <p:nvPr/>
            </p:nvSpPr>
            <p:spPr>
              <a:xfrm>
                <a:off x="4966851" y="2512020"/>
                <a:ext cx="1250599" cy="2485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C21F1C-3835-2461-0CFD-A5D3493CE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851" y="2512020"/>
                <a:ext cx="1250599" cy="248542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9AEE610-8AD5-92E5-E825-6FFBD95C5017}"/>
              </a:ext>
            </a:extLst>
          </p:cNvPr>
          <p:cNvGrpSpPr/>
          <p:nvPr/>
        </p:nvGrpSpPr>
        <p:grpSpPr>
          <a:xfrm>
            <a:off x="2319367" y="326921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4E4FD58-1AAF-DBEF-B855-E1E851DA6239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4E4FD58-1AAF-DBEF-B855-E1E851DA6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5DA1921-3148-6FBF-1667-9CCDD149EAF8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5DA1921-3148-6FBF-1667-9CCDD149EA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CD4F3FF-8F50-4E3A-C506-B55C4BCD9549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CD4F3FF-8F50-4E3A-C506-B55C4BCD954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A9B8C08-D652-3FD0-F910-3B5A132BD4F0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A9B8C08-D652-3FD0-F910-3B5A132BD4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028F048-5AF2-81F6-B618-D396A199C440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006B8C-5AE4-BE3F-4CA3-CD4487459D04}"/>
              </a:ext>
            </a:extLst>
          </p:cNvPr>
          <p:cNvGrpSpPr/>
          <p:nvPr/>
        </p:nvGrpSpPr>
        <p:grpSpPr>
          <a:xfrm>
            <a:off x="6396104" y="318132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3EA2B19-1267-1422-DBD1-789754B44CEE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3EA2B19-1267-1422-DBD1-789754B44C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893D214-E9F3-C2F8-B91A-A77E147ED65E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893D214-E9F3-C2F8-B91A-A77E147ED6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D7DCB5E-A937-CCC0-89C8-BD7D60D5A1D1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D7DCB5E-A937-CCC0-89C8-BD7D60D5A1D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FBEEA7-9C26-695C-A2BA-1899D3EB6537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FBEEA7-9C26-695C-A2BA-1899D3EB653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A5BCEE-283C-8E91-F406-C553079FA66A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FBD7102-BDAB-2A84-43FD-FC7CB5309FAD}"/>
                  </a:ext>
                </a:extLst>
              </p:cNvPr>
              <p:cNvSpPr txBox="1"/>
              <p:nvPr/>
            </p:nvSpPr>
            <p:spPr>
              <a:xfrm>
                <a:off x="339991" y="5222317"/>
                <a:ext cx="7464929" cy="993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  <a:p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FBD7102-BDAB-2A84-43FD-FC7CB5309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91" y="5222317"/>
                <a:ext cx="7464929" cy="9937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78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A63DD-2DB9-A49D-2185-E0F07C34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FCBD9D-1522-04D5-E811-A0C1C345A6AE}"/>
              </a:ext>
            </a:extLst>
          </p:cNvPr>
          <p:cNvSpPr txBox="1"/>
          <p:nvPr/>
        </p:nvSpPr>
        <p:spPr>
          <a:xfrm>
            <a:off x="630936" y="320040"/>
            <a:ext cx="4314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 for multivariable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D5CB90-B342-CA1A-B289-796449DBDB31}"/>
                  </a:ext>
                </a:extLst>
              </p:cNvPr>
              <p:cNvSpPr txBox="1"/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D5CB90-B342-CA1A-B289-796449DBD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22F1EE-B3C3-3A5B-4F66-97A1E25AF5D2}"/>
                  </a:ext>
                </a:extLst>
              </p:cNvPr>
              <p:cNvSpPr txBox="1"/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For convenience of notation,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dirty="0"/>
                  <a:t> = 1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22F1EE-B3C3-3A5B-4F66-97A1E25AF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blipFill>
                <a:blip r:embed="rId3"/>
                <a:stretch>
                  <a:fillRect l="-1693" t="-10526" r="-74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6BDB1E-91F1-D322-E0DE-65CF81B08FF9}"/>
                  </a:ext>
                </a:extLst>
              </p:cNvPr>
              <p:cNvSpPr txBox="1"/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6BDB1E-91F1-D322-E0DE-65CF81B08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CEED49-E308-E814-D337-FA4C637AFDB2}"/>
                  </a:ext>
                </a:extLst>
              </p:cNvPr>
              <p:cNvSpPr txBox="1"/>
              <p:nvPr/>
            </p:nvSpPr>
            <p:spPr>
              <a:xfrm>
                <a:off x="4966851" y="2512020"/>
                <a:ext cx="1250599" cy="2485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CEED49-E308-E814-D337-FA4C637AF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851" y="2512020"/>
                <a:ext cx="1250599" cy="24854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77C7C5FB-654E-CCDD-6F6D-763400AD407A}"/>
              </a:ext>
            </a:extLst>
          </p:cNvPr>
          <p:cNvGrpSpPr/>
          <p:nvPr/>
        </p:nvGrpSpPr>
        <p:grpSpPr>
          <a:xfrm>
            <a:off x="2319367" y="326921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2030DE8-5E49-6786-765A-05535EDF4B1D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2030DE8-5E49-6786-765A-05535EDF4B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75FBFD8-7B67-AAD8-AF52-EE4F1E03EE90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75FBFD8-7B67-AAD8-AF52-EE4F1E03EE9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94B3504-2798-608A-420B-0290D7D5E4D8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94B3504-2798-608A-420B-0290D7D5E4D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1C96F0-ACE4-543A-7F03-6645518A0E1B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1C96F0-ACE4-543A-7F03-6645518A0E1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72DBB5-EB46-7BC9-6971-3B50BDBA41F2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F0811D-B8BE-2444-9E11-BB338E7F46A0}"/>
              </a:ext>
            </a:extLst>
          </p:cNvPr>
          <p:cNvGrpSpPr/>
          <p:nvPr/>
        </p:nvGrpSpPr>
        <p:grpSpPr>
          <a:xfrm>
            <a:off x="6396104" y="318132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8C1F357-A125-C7AC-6EE2-7FEAA33D77FE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8C1F357-A125-C7AC-6EE2-7FEAA33D7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C4E26D-42D9-A529-0267-3906181CCD6B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C4E26D-42D9-A529-0267-3906181CCD6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9AECCA5-5E7B-B31D-0EB4-53C26B39032F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9AECCA5-5E7B-B31D-0EB4-53C26B39032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A7D4D43-6736-B6E1-2306-A25F06CC8C8F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A7D4D43-6736-B6E1-2306-A25F06CC8C8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3BC9ED-CDBF-36E8-AB04-FA03EC24A794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B81188-F063-152D-A310-9BF7D0F8CBF9}"/>
                  </a:ext>
                </a:extLst>
              </p:cNvPr>
              <p:cNvSpPr txBox="1"/>
              <p:nvPr/>
            </p:nvSpPr>
            <p:spPr>
              <a:xfrm>
                <a:off x="339991" y="5222317"/>
                <a:ext cx="7464929" cy="993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  <a:p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B81188-F063-152D-A310-9BF7D0F8C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91" y="5222317"/>
                <a:ext cx="7464929" cy="99373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5AFE5E-8D88-8FB4-5562-11216D524682}"/>
              </a:ext>
            </a:extLst>
          </p:cNvPr>
          <p:cNvCxnSpPr/>
          <p:nvPr/>
        </p:nvCxnSpPr>
        <p:spPr>
          <a:xfrm>
            <a:off x="7675418" y="2050355"/>
            <a:ext cx="0" cy="4627536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94A22B-E18F-5980-0AD3-B73BF6D7CCCB}"/>
                  </a:ext>
                </a:extLst>
              </p:cNvPr>
              <p:cNvSpPr txBox="1"/>
              <p:nvPr/>
            </p:nvSpPr>
            <p:spPr>
              <a:xfrm>
                <a:off x="9837368" y="2281187"/>
                <a:ext cx="600934" cy="2420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94A22B-E18F-5980-0AD3-B73BF6D7C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368" y="2281187"/>
                <a:ext cx="600934" cy="242091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E63E1E-6484-AC44-9B3F-EF03CBD85A59}"/>
                  </a:ext>
                </a:extLst>
              </p:cNvPr>
              <p:cNvSpPr txBox="1"/>
              <p:nvPr/>
            </p:nvSpPr>
            <p:spPr>
              <a:xfrm>
                <a:off x="7799502" y="2327354"/>
                <a:ext cx="20378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E63E1E-6484-AC44-9B3F-EF03CBD85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502" y="2327354"/>
                <a:ext cx="2037866" cy="369332"/>
              </a:xfrm>
              <a:prstGeom prst="rect">
                <a:avLst/>
              </a:prstGeom>
              <a:blipFill>
                <a:blip r:embed="rId19"/>
                <a:stretch>
                  <a:fillRect l="-4776" t="-1667" r="-507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306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6C3CB-E588-C388-0C67-8394B709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790334-91A6-02CF-2508-A183F3759A6B}"/>
              </a:ext>
            </a:extLst>
          </p:cNvPr>
          <p:cNvSpPr txBox="1"/>
          <p:nvPr/>
        </p:nvSpPr>
        <p:spPr>
          <a:xfrm>
            <a:off x="630936" y="320040"/>
            <a:ext cx="4314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 for multivariable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C36F4E-6E2C-045D-0D60-6EA1CF7C7012}"/>
                  </a:ext>
                </a:extLst>
              </p:cNvPr>
              <p:cNvSpPr txBox="1"/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C36F4E-6E2C-045D-0D60-6EA1CF7C7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0D6190-DE8B-6071-AB51-C31E676D5E76}"/>
                  </a:ext>
                </a:extLst>
              </p:cNvPr>
              <p:cNvSpPr txBox="1"/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For convenience of notation,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dirty="0"/>
                  <a:t> = 1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0D6190-DE8B-6071-AB51-C31E676D5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blipFill>
                <a:blip r:embed="rId3"/>
                <a:stretch>
                  <a:fillRect l="-1693" t="-10526" r="-74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45695F-E5CF-2CA9-5E28-AAE1AEC862BC}"/>
                  </a:ext>
                </a:extLst>
              </p:cNvPr>
              <p:cNvSpPr txBox="1"/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45695F-E5CF-2CA9-5E28-AAE1AEC86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05012D-A95A-BA52-F550-55DF92E1B10A}"/>
                  </a:ext>
                </a:extLst>
              </p:cNvPr>
              <p:cNvSpPr txBox="1"/>
              <p:nvPr/>
            </p:nvSpPr>
            <p:spPr>
              <a:xfrm>
                <a:off x="4966851" y="2512020"/>
                <a:ext cx="1250599" cy="2485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05012D-A95A-BA52-F550-55DF92E1B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851" y="2512020"/>
                <a:ext cx="1250599" cy="24854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1705EDD5-C45E-CC28-BEB6-87627FA31033}"/>
              </a:ext>
            </a:extLst>
          </p:cNvPr>
          <p:cNvGrpSpPr/>
          <p:nvPr/>
        </p:nvGrpSpPr>
        <p:grpSpPr>
          <a:xfrm>
            <a:off x="2319367" y="326921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42825FA-3B0F-6F64-1714-374E0FDF578D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42825FA-3B0F-6F64-1714-374E0FDF57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D61F0E3-415C-10AF-1258-89DE2AEEA869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D61F0E3-415C-10AF-1258-89DE2AEEA86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3A71759-3792-92F2-84C6-F47C15D0A274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3A71759-3792-92F2-84C6-F47C15D0A27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FBE09DE-7197-DA9D-00A5-97FD2993BB36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FBE09DE-7197-DA9D-00A5-97FD2993BB3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0977B1-2AA1-D935-30B9-ED00758BEEA7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437870-648F-4735-D2E3-E4510FDE5E30}"/>
              </a:ext>
            </a:extLst>
          </p:cNvPr>
          <p:cNvGrpSpPr/>
          <p:nvPr/>
        </p:nvGrpSpPr>
        <p:grpSpPr>
          <a:xfrm>
            <a:off x="6396104" y="318132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4F0A6E9-92CD-CE95-9642-A4978185E306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4F0A6E9-92CD-CE95-9642-A4978185E3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1884A1-8AE0-B907-9C4C-4233105115B6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1884A1-8AE0-B907-9C4C-4233105115B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C66489-A268-374F-4072-D2C6FB1C32FE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C66489-A268-374F-4072-D2C6FB1C32F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C21B4CC-8C36-8008-4B33-4E75996A168A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C21B4CC-8C36-8008-4B33-4E75996A16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6F1360-738F-2A2E-B05D-C1BB6531C721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2841C2-47BE-9073-5947-AC6559BA3505}"/>
                  </a:ext>
                </a:extLst>
              </p:cNvPr>
              <p:cNvSpPr txBox="1"/>
              <p:nvPr/>
            </p:nvSpPr>
            <p:spPr>
              <a:xfrm>
                <a:off x="339991" y="5222317"/>
                <a:ext cx="7464929" cy="993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  <a:p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2841C2-47BE-9073-5947-AC6559BA3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91" y="5222317"/>
                <a:ext cx="7464929" cy="99373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19F151C-C65E-56B2-8107-3FED7BBF75A8}"/>
              </a:ext>
            </a:extLst>
          </p:cNvPr>
          <p:cNvCxnSpPr/>
          <p:nvPr/>
        </p:nvCxnSpPr>
        <p:spPr>
          <a:xfrm>
            <a:off x="7675418" y="2050355"/>
            <a:ext cx="0" cy="4627536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CF056F-CBF3-9190-FFE5-72FB457901FB}"/>
                  </a:ext>
                </a:extLst>
              </p:cNvPr>
              <p:cNvSpPr txBox="1"/>
              <p:nvPr/>
            </p:nvSpPr>
            <p:spPr>
              <a:xfrm>
                <a:off x="9837368" y="2281187"/>
                <a:ext cx="600934" cy="2420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CF056F-CBF3-9190-FFE5-72FB45790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368" y="2281187"/>
                <a:ext cx="600934" cy="242091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FCD400-F0D8-6F62-1F56-EAC91AD33B2A}"/>
                  </a:ext>
                </a:extLst>
              </p:cNvPr>
              <p:cNvSpPr txBox="1"/>
              <p:nvPr/>
            </p:nvSpPr>
            <p:spPr>
              <a:xfrm>
                <a:off x="7799502" y="2327354"/>
                <a:ext cx="20378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FCD400-F0D8-6F62-1F56-EAC91AD33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502" y="2327354"/>
                <a:ext cx="2037866" cy="369332"/>
              </a:xfrm>
              <a:prstGeom prst="rect">
                <a:avLst/>
              </a:prstGeom>
              <a:blipFill>
                <a:blip r:embed="rId19"/>
                <a:stretch>
                  <a:fillRect l="-4776" t="-1667" r="-507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AADF6A-C67F-DD1B-04F3-4DE58EAD69A7}"/>
                  </a:ext>
                </a:extLst>
              </p14:cNvPr>
              <p14:cNvContentPartPr/>
              <p14:nvPr/>
            </p14:nvContentPartPr>
            <p14:xfrm>
              <a:off x="10575189" y="3361993"/>
              <a:ext cx="22212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AADF6A-C67F-DD1B-04F3-4DE58EAD69A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569069" y="3355873"/>
                <a:ext cx="23436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0101BFA-633D-4D4E-F431-5680AA07F876}"/>
              </a:ext>
            </a:extLst>
          </p:cNvPr>
          <p:cNvGrpSpPr/>
          <p:nvPr/>
        </p:nvGrpSpPr>
        <p:grpSpPr>
          <a:xfrm>
            <a:off x="10603269" y="3251113"/>
            <a:ext cx="339120" cy="331560"/>
            <a:chOff x="10603269" y="3251113"/>
            <a:chExt cx="33912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65649CB-65BE-00CD-109C-197419888848}"/>
                    </a:ext>
                  </a:extLst>
                </p14:cNvPr>
                <p14:cNvContentPartPr/>
                <p14:nvPr/>
              </p14:nvContentPartPr>
              <p14:xfrm>
                <a:off x="10603269" y="3444793"/>
                <a:ext cx="168480" cy="19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5649CB-65BE-00CD-109C-1974198888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97149" y="3438673"/>
                  <a:ext cx="180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C9162B-4EBB-5579-7F7F-41116D415F13}"/>
                    </a:ext>
                  </a:extLst>
                </p14:cNvPr>
                <p14:cNvContentPartPr/>
                <p14:nvPr/>
              </p14:nvContentPartPr>
              <p14:xfrm>
                <a:off x="10723149" y="3251113"/>
                <a:ext cx="219240" cy="331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C9162B-4EBB-5579-7F7F-41116D415F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17029" y="3244993"/>
                  <a:ext cx="231480" cy="34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0D7B74-F121-1ED5-1EF0-FCD63FFF8561}"/>
                  </a:ext>
                </a:extLst>
              </p:cNvPr>
              <p:cNvSpPr txBox="1"/>
              <p:nvPr/>
            </p:nvSpPr>
            <p:spPr>
              <a:xfrm>
                <a:off x="10962276" y="3135818"/>
                <a:ext cx="906401" cy="530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0D7B74-F121-1ED5-1EF0-FCD63FFF8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2276" y="3135818"/>
                <a:ext cx="906401" cy="53091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825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2476D-FF6B-E25E-B5A9-7C7BFFBF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FAD08-3766-EFB0-91F1-5F4C62359A9C}"/>
              </a:ext>
            </a:extLst>
          </p:cNvPr>
          <p:cNvSpPr txBox="1"/>
          <p:nvPr/>
        </p:nvSpPr>
        <p:spPr>
          <a:xfrm>
            <a:off x="630936" y="320040"/>
            <a:ext cx="4314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 for multivariable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4AB6E6-5D82-5660-558B-79B92F4AD588}"/>
                  </a:ext>
                </a:extLst>
              </p:cNvPr>
              <p:cNvSpPr txBox="1"/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4AB6E6-5D82-5660-558B-79B92F4AD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1285225"/>
                <a:ext cx="731238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2B23C0-888F-81DA-B174-F56B5E91DFF0}"/>
                  </a:ext>
                </a:extLst>
              </p:cNvPr>
              <p:cNvSpPr txBox="1"/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For convenience of notation,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dirty="0"/>
                  <a:t> = 1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2B23C0-888F-81DA-B174-F56B5E91D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" y="2050355"/>
                <a:ext cx="5765168" cy="461665"/>
              </a:xfrm>
              <a:prstGeom prst="rect">
                <a:avLst/>
              </a:prstGeom>
              <a:blipFill>
                <a:blip r:embed="rId3"/>
                <a:stretch>
                  <a:fillRect l="-1693" t="-10526" r="-74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EBD56F-B39A-DD02-EE2F-E1E376A580C0}"/>
                  </a:ext>
                </a:extLst>
              </p:cNvPr>
              <p:cNvSpPr txBox="1"/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EBD56F-B39A-DD02-EE2F-E1E376A58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82" y="2512020"/>
                <a:ext cx="1241237" cy="24209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EE7E4B-F9DF-A296-10B4-7E69E409490D}"/>
                  </a:ext>
                </a:extLst>
              </p:cNvPr>
              <p:cNvSpPr txBox="1"/>
              <p:nvPr/>
            </p:nvSpPr>
            <p:spPr>
              <a:xfrm>
                <a:off x="4966851" y="2512020"/>
                <a:ext cx="1250599" cy="2485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EE7E4B-F9DF-A296-10B4-7E69E4094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851" y="2512020"/>
                <a:ext cx="1250599" cy="24854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5A60959-DA3F-CF11-AC6A-B4EBECA5524A}"/>
              </a:ext>
            </a:extLst>
          </p:cNvPr>
          <p:cNvGrpSpPr/>
          <p:nvPr/>
        </p:nvGrpSpPr>
        <p:grpSpPr>
          <a:xfrm>
            <a:off x="2319367" y="326921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B13C8E7-3C02-505D-A939-53B282F86EBB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B13C8E7-3C02-505D-A939-53B282F86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2B320D-0C44-4BF7-7122-A54358EF87BF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B2B320D-0C44-4BF7-7122-A54358EF87B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A4402C1-F32A-E642-A2FF-F91BFB9323B4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A4402C1-F32A-E642-A2FF-F91BFB9323B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1E06A68-D84A-7FE0-43CF-E30DA6AA0F6C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1E06A68-D84A-7FE0-43CF-E30DA6AA0F6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C5CFFAA-9AE0-7B41-E855-3B14A43DD2E4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9B5D43-9466-493F-2419-85460016DC0C}"/>
              </a:ext>
            </a:extLst>
          </p:cNvPr>
          <p:cNvGrpSpPr/>
          <p:nvPr/>
        </p:nvGrpSpPr>
        <p:grpSpPr>
          <a:xfrm>
            <a:off x="6396104" y="3181323"/>
            <a:ext cx="937780" cy="656540"/>
            <a:chOff x="2516909" y="3269213"/>
            <a:chExt cx="937780" cy="656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B3CC514-D7DA-4600-B74D-21899B7D76B6}"/>
                    </a:ext>
                  </a:extLst>
                </p:cNvPr>
                <p:cNvSpPr txBox="1"/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B3CC514-D7DA-4600-B74D-21899B7D7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909" y="3583979"/>
                  <a:ext cx="19075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1875" r="-25000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B386B06-0E60-34C0-8D92-2E3EC6D3FFD9}"/>
                    </a:ext>
                  </a:extLst>
                </p14:cNvPr>
                <p14:cNvContentPartPr/>
                <p14:nvPr/>
              </p14:nvContentPartPr>
              <p14:xfrm>
                <a:off x="2798469" y="3500233"/>
                <a:ext cx="360" cy="39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B386B06-0E60-34C0-8D92-2E3EC6D3FF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349" y="3494113"/>
                  <a:ext cx="12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A5A500-1A15-9A7C-8643-1AC0FD2E98EC}"/>
                    </a:ext>
                  </a:extLst>
                </p14:cNvPr>
                <p14:cNvContentPartPr/>
                <p14:nvPr/>
              </p14:nvContentPartPr>
              <p14:xfrm>
                <a:off x="2872269" y="3509593"/>
                <a:ext cx="360" cy="41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A5A500-1A15-9A7C-8643-1AC0FD2E98E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6149" y="3503473"/>
                  <a:ext cx="126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D7A1887-2797-983D-F64F-B7A70E260FF3}"/>
                    </a:ext>
                  </a:extLst>
                </p14:cNvPr>
                <p14:cNvContentPartPr/>
                <p14:nvPr/>
              </p14:nvContentPartPr>
              <p14:xfrm>
                <a:off x="2771109" y="3462433"/>
                <a:ext cx="397080" cy="408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D7A1887-2797-983D-F64F-B7A70E260FF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64989" y="3456313"/>
                  <a:ext cx="409320" cy="4208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873C37-CDD4-E3C1-3446-3F0386F3AEDD}"/>
                </a:ext>
              </a:extLst>
            </p:cNvPr>
            <p:cNvSpPr txBox="1"/>
            <p:nvPr/>
          </p:nvSpPr>
          <p:spPr>
            <a:xfrm>
              <a:off x="3081189" y="3269213"/>
              <a:ext cx="37350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n+1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3D4F17B-CAFA-B062-A9A7-0398F8BFF1BD}"/>
                  </a:ext>
                </a:extLst>
              </p:cNvPr>
              <p:cNvSpPr txBox="1"/>
              <p:nvPr/>
            </p:nvSpPr>
            <p:spPr>
              <a:xfrm>
                <a:off x="339991" y="5222317"/>
                <a:ext cx="7464929" cy="993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  <a:p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3D4F17B-CAFA-B062-A9A7-0398F8BFF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91" y="5222317"/>
                <a:ext cx="7464929" cy="99373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FAA0552-1A13-3604-CD0F-F273C282011F}"/>
              </a:ext>
            </a:extLst>
          </p:cNvPr>
          <p:cNvCxnSpPr/>
          <p:nvPr/>
        </p:nvCxnSpPr>
        <p:spPr>
          <a:xfrm>
            <a:off x="7675418" y="2050355"/>
            <a:ext cx="0" cy="4627536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7AD0D6-2FAE-D4B9-5CA5-DF5A23A66EEC}"/>
                  </a:ext>
                </a:extLst>
              </p:cNvPr>
              <p:cNvSpPr txBox="1"/>
              <p:nvPr/>
            </p:nvSpPr>
            <p:spPr>
              <a:xfrm>
                <a:off x="9837368" y="2281187"/>
                <a:ext cx="600934" cy="2420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7AD0D6-2FAE-D4B9-5CA5-DF5A23A66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368" y="2281187"/>
                <a:ext cx="600934" cy="242091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5FC9DAD-2E07-DFCE-5346-BC5CB0712222}"/>
                  </a:ext>
                </a:extLst>
              </p:cNvPr>
              <p:cNvSpPr txBox="1"/>
              <p:nvPr/>
            </p:nvSpPr>
            <p:spPr>
              <a:xfrm>
                <a:off x="7799502" y="2327354"/>
                <a:ext cx="20378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5FC9DAD-2E07-DFCE-5346-BC5CB0712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502" y="2327354"/>
                <a:ext cx="2037866" cy="369332"/>
              </a:xfrm>
              <a:prstGeom prst="rect">
                <a:avLst/>
              </a:prstGeom>
              <a:blipFill>
                <a:blip r:embed="rId19"/>
                <a:stretch>
                  <a:fillRect l="-4776" t="-1667" r="-507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762798B-4A6D-EACD-C506-FB63ECC3B887}"/>
                  </a:ext>
                </a:extLst>
              </p14:cNvPr>
              <p14:cNvContentPartPr/>
              <p14:nvPr/>
            </p14:nvContentPartPr>
            <p14:xfrm>
              <a:off x="10575189" y="3361993"/>
              <a:ext cx="22212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762798B-4A6D-EACD-C506-FB63ECC3B88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569069" y="3355873"/>
                <a:ext cx="23436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B354170D-C99C-283A-0A2B-091A68C8090E}"/>
              </a:ext>
            </a:extLst>
          </p:cNvPr>
          <p:cNvGrpSpPr/>
          <p:nvPr/>
        </p:nvGrpSpPr>
        <p:grpSpPr>
          <a:xfrm>
            <a:off x="10603269" y="3251113"/>
            <a:ext cx="339120" cy="331560"/>
            <a:chOff x="10603269" y="3251113"/>
            <a:chExt cx="33912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E43E515-FB5F-3831-ADBD-C1424113AC7B}"/>
                    </a:ext>
                  </a:extLst>
                </p14:cNvPr>
                <p14:cNvContentPartPr/>
                <p14:nvPr/>
              </p14:nvContentPartPr>
              <p14:xfrm>
                <a:off x="10603269" y="3444793"/>
                <a:ext cx="168480" cy="19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E43E515-FB5F-3831-ADBD-C1424113AC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97149" y="3438673"/>
                  <a:ext cx="180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20D5E8C-1B32-19CC-0E85-DA8D13E12049}"/>
                    </a:ext>
                  </a:extLst>
                </p14:cNvPr>
                <p14:cNvContentPartPr/>
                <p14:nvPr/>
              </p14:nvContentPartPr>
              <p14:xfrm>
                <a:off x="10723149" y="3251113"/>
                <a:ext cx="219240" cy="331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20D5E8C-1B32-19CC-0E85-DA8D13E1204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17029" y="3244993"/>
                  <a:ext cx="231480" cy="34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5E9284-8B02-5DBF-33E5-E71197D44636}"/>
                  </a:ext>
                </a:extLst>
              </p:cNvPr>
              <p:cNvSpPr txBox="1"/>
              <p:nvPr/>
            </p:nvSpPr>
            <p:spPr>
              <a:xfrm>
                <a:off x="10962276" y="3135818"/>
                <a:ext cx="906401" cy="530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5E9284-8B02-5DBF-33E5-E71197D44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2276" y="3135818"/>
                <a:ext cx="906401" cy="53091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FC0603-EC46-D894-4A86-CF6BE7236727}"/>
              </a:ext>
            </a:extLst>
          </p:cNvPr>
          <p:cNvSpPr txBox="1"/>
          <p:nvPr/>
        </p:nvSpPr>
        <p:spPr>
          <a:xfrm>
            <a:off x="1145309" y="6284223"/>
            <a:ext cx="4521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Multi-variate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896516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8DAEF0-3D30-C2DC-F477-F138E6B059BB}"/>
                  </a:ext>
                </a:extLst>
              </p:cNvPr>
              <p:cNvSpPr txBox="1"/>
              <p:nvPr/>
            </p:nvSpPr>
            <p:spPr>
              <a:xfrm>
                <a:off x="659216" y="1285225"/>
                <a:ext cx="10238169" cy="23342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1" dirty="0"/>
                  <a:t>Hypothesis: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8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… 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endParaRPr lang="en-US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800" b="1" dirty="0"/>
                  <a:t>Parameters</a:t>
                </a:r>
                <a14:m>
                  <m:oMath xmlns:m="http://schemas.openxmlformats.org/officeDocument/2006/math">
                    <m:r>
                      <a:rPr lang="en-US" sz="2800" b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i="1" dirty="0"/>
              </a:p>
              <a:p>
                <a:endParaRPr lang="en-US" sz="2800" b="1" dirty="0"/>
              </a:p>
              <a:p>
                <a:r>
                  <a:rPr lang="en-US" sz="2800" b="1" dirty="0"/>
                  <a:t>Cost Function:  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 </m:t>
                        </m:r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8DAEF0-3D30-C2DC-F477-F138E6B05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16" y="1285225"/>
                <a:ext cx="10238169" cy="2334229"/>
              </a:xfrm>
              <a:prstGeom prst="rect">
                <a:avLst/>
              </a:prstGeom>
              <a:blipFill>
                <a:blip r:embed="rId2"/>
                <a:stretch>
                  <a:fillRect l="-2083" t="-4439" b="-4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076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CDBF-65E0-29C4-D0AC-53851680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470EC5-5B08-1B85-DF11-66B7EECB1B27}"/>
                  </a:ext>
                </a:extLst>
              </p:cNvPr>
              <p:cNvSpPr txBox="1"/>
              <p:nvPr/>
            </p:nvSpPr>
            <p:spPr>
              <a:xfrm>
                <a:off x="659216" y="1285225"/>
                <a:ext cx="10238169" cy="23342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1" dirty="0"/>
                  <a:t>Hypothesis: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8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… 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endParaRPr lang="en-US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800" b="1" dirty="0"/>
                  <a:t>Parameters</a:t>
                </a:r>
                <a14:m>
                  <m:oMath xmlns:m="http://schemas.openxmlformats.org/officeDocument/2006/math">
                    <m:r>
                      <a:rPr lang="en-US" sz="2800" b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i="1" dirty="0"/>
              </a:p>
              <a:p>
                <a:endParaRPr lang="en-US" sz="2800" b="1" dirty="0"/>
              </a:p>
              <a:p>
                <a:r>
                  <a:rPr lang="en-US" sz="2800" b="1" dirty="0"/>
                  <a:t>Cost Function:  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470EC5-5B08-1B85-DF11-66B7EECB1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16" y="1285225"/>
                <a:ext cx="10238169" cy="2334229"/>
              </a:xfrm>
              <a:prstGeom prst="rect">
                <a:avLst/>
              </a:prstGeom>
              <a:blipFill>
                <a:blip r:embed="rId2"/>
                <a:stretch>
                  <a:fillRect l="-2083" t="-4439" b="-4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6446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BA2EB-FE77-B695-87C2-40CB5B92E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C8C124-C40C-73A9-6039-78DCEDDFAAF1}"/>
                  </a:ext>
                </a:extLst>
              </p:cNvPr>
              <p:cNvSpPr txBox="1"/>
              <p:nvPr/>
            </p:nvSpPr>
            <p:spPr>
              <a:xfrm>
                <a:off x="659216" y="1285225"/>
                <a:ext cx="10238169" cy="53396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1" dirty="0"/>
                  <a:t>Hypothesis: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8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… 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endParaRPr lang="en-US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800" b="1" dirty="0"/>
                  <a:t>Parameters</a:t>
                </a:r>
                <a14:m>
                  <m:oMath xmlns:m="http://schemas.openxmlformats.org/officeDocument/2006/math">
                    <m:r>
                      <a:rPr lang="en-US" sz="2800" b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i="1" dirty="0"/>
              </a:p>
              <a:p>
                <a:endParaRPr lang="en-US" sz="2800" b="1" dirty="0"/>
              </a:p>
              <a:p>
                <a:r>
                  <a:rPr lang="en-US" sz="2800" b="1" dirty="0"/>
                  <a:t>Cost Function:  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3200" dirty="0"/>
              </a:p>
              <a:p>
                <a:endParaRPr lang="en-US" sz="3200" dirty="0"/>
              </a:p>
              <a:p>
                <a:r>
                  <a:rPr lang="en-US" sz="3200" b="1" dirty="0"/>
                  <a:t>Gradient descent:</a:t>
                </a:r>
              </a:p>
              <a:p>
                <a:r>
                  <a:rPr lang="en-US" sz="2400" b="1" dirty="0"/>
                  <a:t>                     </a:t>
                </a:r>
              </a:p>
              <a:p>
                <a:r>
                  <a:rPr lang="en-US" sz="2400" b="1" dirty="0"/>
                  <a:t>		Repeat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endParaRPr lang="en-US" sz="2400" b="1" dirty="0"/>
              </a:p>
              <a:p>
                <a:r>
                  <a:rPr lang="en-US" sz="3200" b="1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box>
                      <m:box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≔</m:t>
                        </m:r>
                        <m:sSub>
                          <m:sSub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</m:num>
                          <m:den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den>
                        </m:f>
                      </m:e>
                    </m:box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800" b="0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3200" b="1" dirty="0"/>
                  <a:t>	</a:t>
                </a:r>
                <a:r>
                  <a:rPr lang="en-US" sz="2400" dirty="0"/>
                  <a:t>(Simultaneously update for every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)</a:t>
                </a:r>
                <a:r>
                  <a:rPr lang="en-US" sz="3200" b="1" dirty="0"/>
                  <a:t>	 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C8C124-C40C-73A9-6039-78DCEDDFA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16" y="1285225"/>
                <a:ext cx="10238169" cy="5339603"/>
              </a:xfrm>
              <a:prstGeom prst="rect">
                <a:avLst/>
              </a:prstGeom>
              <a:blipFill>
                <a:blip r:embed="rId2"/>
                <a:stretch>
                  <a:fillRect l="-2381" t="-1941" b="-1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282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1C49-F1E5-A30D-45AF-1D67D85F4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EA46BA-D476-300F-0DD1-A1F1D5361C5D}"/>
                  </a:ext>
                </a:extLst>
              </p:cNvPr>
              <p:cNvSpPr txBox="1"/>
              <p:nvPr/>
            </p:nvSpPr>
            <p:spPr>
              <a:xfrm>
                <a:off x="659216" y="1285225"/>
                <a:ext cx="10238169" cy="53396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1" dirty="0"/>
                  <a:t>Hypothesis: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8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… 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endParaRPr lang="en-US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800" b="1" dirty="0"/>
                  <a:t>Parameters</a:t>
                </a:r>
                <a14:m>
                  <m:oMath xmlns:m="http://schemas.openxmlformats.org/officeDocument/2006/math">
                    <m:r>
                      <a:rPr lang="en-US" sz="2800" b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i="1" dirty="0"/>
              </a:p>
              <a:p>
                <a:endParaRPr lang="en-US" sz="2800" b="1" dirty="0"/>
              </a:p>
              <a:p>
                <a:r>
                  <a:rPr lang="en-US" sz="2800" b="1" dirty="0"/>
                  <a:t>Cost Function:  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3200" dirty="0"/>
              </a:p>
              <a:p>
                <a:endParaRPr lang="en-US" sz="3200" dirty="0"/>
              </a:p>
              <a:p>
                <a:r>
                  <a:rPr lang="en-US" sz="3200" b="1" dirty="0"/>
                  <a:t>Gradient descent:</a:t>
                </a:r>
              </a:p>
              <a:p>
                <a:r>
                  <a:rPr lang="en-US" sz="2400" b="1" dirty="0"/>
                  <a:t>                     </a:t>
                </a:r>
              </a:p>
              <a:p>
                <a:r>
                  <a:rPr lang="en-US" sz="2400" b="1" dirty="0"/>
                  <a:t>		Repeat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endParaRPr lang="en-US" sz="2400" b="1" dirty="0"/>
              </a:p>
              <a:p>
                <a:r>
                  <a:rPr lang="en-US" sz="3200" b="1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box>
                      <m:box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≔</m:t>
                        </m:r>
                        <m:sSub>
                          <m:sSub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</m:num>
                          <m:den>
                            <m: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den>
                        </m:f>
                      </m:e>
                    </m:box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800" b="0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3200" b="1" dirty="0"/>
                  <a:t>	</a:t>
                </a:r>
                <a:r>
                  <a:rPr lang="en-US" sz="2400" dirty="0"/>
                  <a:t>(Simultaneously update for every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/>
                  <a:t>)</a:t>
                </a:r>
                <a:r>
                  <a:rPr lang="en-US" sz="3200" b="1" dirty="0"/>
                  <a:t>	 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EA46BA-D476-300F-0DD1-A1F1D5361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16" y="1285225"/>
                <a:ext cx="10238169" cy="5339603"/>
              </a:xfrm>
              <a:prstGeom prst="rect">
                <a:avLst/>
              </a:prstGeom>
              <a:blipFill>
                <a:blip r:embed="rId2"/>
                <a:stretch>
                  <a:fillRect l="-2381" t="-1941" b="-1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37C9264-CD19-7DF1-1E46-0633B731C8A8}"/>
              </a:ext>
            </a:extLst>
          </p:cNvPr>
          <p:cNvCxnSpPr/>
          <p:nvPr/>
        </p:nvCxnSpPr>
        <p:spPr>
          <a:xfrm>
            <a:off x="5678424" y="5696712"/>
            <a:ext cx="3118104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D9DF23-D395-3BF1-AE31-6EA8E35E36BD}"/>
                  </a:ext>
                </a:extLst>
              </p:cNvPr>
              <p:cNvSpPr txBox="1"/>
              <p:nvPr/>
            </p:nvSpPr>
            <p:spPr>
              <a:xfrm>
                <a:off x="8796528" y="5435102"/>
                <a:ext cx="7749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D9DF23-D395-3BF1-AE31-6EA8E35E3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6528" y="5435102"/>
                <a:ext cx="77495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888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FDB2D-908B-EEE3-3A96-A82CC232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12AC98D-9F92-2559-951F-A139A13E2696}"/>
                  </a:ext>
                </a:extLst>
              </p:cNvPr>
              <p:cNvSpPr txBox="1"/>
              <p:nvPr/>
            </p:nvSpPr>
            <p:spPr>
              <a:xfrm>
                <a:off x="0" y="118872"/>
                <a:ext cx="9365672" cy="4565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Previously (n=1)</a:t>
                </a:r>
              </a:p>
              <a:p>
                <a:endParaRPr lang="en-US" sz="2400" dirty="0"/>
              </a:p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000" dirty="0"/>
                      <m:t> .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dirty="0"/>
              </a:p>
              <a:p>
                <a:r>
                  <a:rPr lang="en-US" sz="18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12AC98D-9F92-2559-951F-A139A13E2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8872"/>
                <a:ext cx="9365672" cy="4565737"/>
              </a:xfrm>
              <a:prstGeom prst="rect">
                <a:avLst/>
              </a:prstGeom>
              <a:blipFill>
                <a:blip r:embed="rId2"/>
                <a:stretch>
                  <a:fillRect l="-1302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3969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9ED50-684E-DA85-F2C4-4EFEC8FFF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8C69ED-5E6B-A06D-9E19-8F1B1E66D48A}"/>
                  </a:ext>
                </a:extLst>
              </p:cNvPr>
              <p:cNvSpPr txBox="1"/>
              <p:nvPr/>
            </p:nvSpPr>
            <p:spPr>
              <a:xfrm>
                <a:off x="0" y="57843"/>
                <a:ext cx="9365672" cy="4565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Previously (n=1)</a:t>
                </a:r>
              </a:p>
              <a:p>
                <a:endParaRPr lang="en-US" sz="2400" dirty="0"/>
              </a:p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000" dirty="0"/>
                      <m:t> .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dirty="0"/>
              </a:p>
              <a:p>
                <a:r>
                  <a:rPr lang="en-US" sz="18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8C69ED-5E6B-A06D-9E19-8F1B1E66D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843"/>
                <a:ext cx="9365672" cy="4565737"/>
              </a:xfrm>
              <a:prstGeom prst="rect">
                <a:avLst/>
              </a:prstGeom>
              <a:blipFill>
                <a:blip r:embed="rId2"/>
                <a:stretch>
                  <a:fillRect l="-1302" t="-1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C81560-2BA9-2B09-AD31-414B91A9A01F}"/>
                  </a:ext>
                </a:extLst>
              </p:cNvPr>
              <p:cNvSpPr txBox="1"/>
              <p:nvPr/>
            </p:nvSpPr>
            <p:spPr>
              <a:xfrm>
                <a:off x="5523438" y="2007671"/>
                <a:ext cx="1383030" cy="66608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sz="1800" dirty="0">
                          <a:solidFill>
                            <a:srgbClr val="0000FF"/>
                          </a:solidFill>
                        </a:rPr>
                        <m:t> 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C81560-2BA9-2B09-AD31-414B91A9A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438" y="2007671"/>
                <a:ext cx="1383030" cy="666080"/>
              </a:xfrm>
              <a:prstGeom prst="rect">
                <a:avLst/>
              </a:prstGeom>
              <a:blipFill>
                <a:blip r:embed="rId3"/>
                <a:stretch>
                  <a:fillRect r="-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75C24F-56CF-C624-E517-7E3D7BF59EA0}"/>
              </a:ext>
            </a:extLst>
          </p:cNvPr>
          <p:cNvCxnSpPr/>
          <p:nvPr/>
        </p:nvCxnSpPr>
        <p:spPr>
          <a:xfrm>
            <a:off x="2826328" y="2623127"/>
            <a:ext cx="169949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F8D153-CB72-9BD2-C9F5-68B3EA3C8597}"/>
              </a:ext>
            </a:extLst>
          </p:cNvPr>
          <p:cNvCxnSpPr>
            <a:cxnSpLocks/>
          </p:cNvCxnSpPr>
          <p:nvPr/>
        </p:nvCxnSpPr>
        <p:spPr>
          <a:xfrm flipV="1">
            <a:off x="4513118" y="2340711"/>
            <a:ext cx="997620" cy="28241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4BA809-F6AC-66EF-DBEA-D46A1D0B88AD}"/>
              </a:ext>
            </a:extLst>
          </p:cNvPr>
          <p:cNvCxnSpPr>
            <a:cxnSpLocks/>
          </p:cNvCxnSpPr>
          <p:nvPr/>
        </p:nvCxnSpPr>
        <p:spPr>
          <a:xfrm>
            <a:off x="2978728" y="3410527"/>
            <a:ext cx="2267527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95EC7E-241A-0EF5-4876-54E093DEED03}"/>
              </a:ext>
            </a:extLst>
          </p:cNvPr>
          <p:cNvCxnSpPr>
            <a:cxnSpLocks/>
          </p:cNvCxnSpPr>
          <p:nvPr/>
        </p:nvCxnSpPr>
        <p:spPr>
          <a:xfrm flipV="1">
            <a:off x="5217319" y="3219450"/>
            <a:ext cx="469106" cy="19107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361737-020B-FDD3-36E9-4D35B5616293}"/>
                  </a:ext>
                </a:extLst>
              </p:cNvPr>
              <p:cNvSpPr txBox="1"/>
              <p:nvPr/>
            </p:nvSpPr>
            <p:spPr>
              <a:xfrm>
                <a:off x="5686425" y="2886410"/>
                <a:ext cx="1383030" cy="66608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sz="1800" dirty="0">
                          <a:solidFill>
                            <a:srgbClr val="0000FF"/>
                          </a:solidFill>
                        </a:rPr>
                        <m:t> 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361737-020B-FDD3-36E9-4D35B5616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425" y="2886410"/>
                <a:ext cx="1383030" cy="6660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967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AAFC-9063-8607-6392-144C62108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F506CB4-8A39-73F5-D565-B3A3B54CD3EB}"/>
                  </a:ext>
                </a:extLst>
              </p:cNvPr>
              <p:cNvSpPr txBox="1"/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                              New algorithm 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≥1)</m:t>
                    </m:r>
                  </m:oMath>
                </a14:m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Previously (n=1)</a:t>
                </a:r>
              </a:p>
              <a:p>
                <a:endParaRPr lang="en-US" sz="2400" dirty="0"/>
              </a:p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000" dirty="0"/>
                      <m:t> .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dirty="0"/>
              </a:p>
              <a:p>
                <a:r>
                  <a:rPr lang="en-US" sz="18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F506CB4-8A39-73F5-D565-B3A3B54CD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blipFill>
                <a:blip r:embed="rId2"/>
                <a:stretch>
                  <a:fillRect l="-1109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FB51B7-82F3-EE9D-1E40-C059AA0692E3}"/>
              </a:ext>
            </a:extLst>
          </p:cNvPr>
          <p:cNvCxnSpPr/>
          <p:nvPr/>
        </p:nvCxnSpPr>
        <p:spPr>
          <a:xfrm>
            <a:off x="5577840" y="118872"/>
            <a:ext cx="0" cy="653796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D599B2-2780-CC15-64FD-4079D13B8988}"/>
                  </a:ext>
                </a:extLst>
              </p:cNvPr>
              <p:cNvSpPr txBox="1"/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r>
                  <a:rPr lang="en-US" sz="1800" dirty="0"/>
                  <a:t>    </a:t>
                </a:r>
              </a:p>
              <a:p>
                <a:r>
                  <a:rPr lang="en-US" sz="1600" dirty="0"/>
                  <a:t>           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600" dirty="0"/>
                  <a:t> for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 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16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D599B2-2780-CC15-64FD-4079D13B8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blipFill>
                <a:blip r:embed="rId3"/>
                <a:stretch>
                  <a:fillRect l="-792" t="-1449" b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638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8519B4-DF4E-E2D3-45B7-BD5F29F1910B}"/>
                  </a:ext>
                </a:extLst>
              </p:cNvPr>
              <p:cNvSpPr txBox="1"/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                              New algorithm 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≥1)</m:t>
                    </m:r>
                  </m:oMath>
                </a14:m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Previously (n=1)</a:t>
                </a:r>
              </a:p>
              <a:p>
                <a:endParaRPr lang="en-US" sz="2400" dirty="0"/>
              </a:p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000" dirty="0"/>
                      <m:t> .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dirty="0"/>
              </a:p>
              <a:p>
                <a:r>
                  <a:rPr lang="en-US" sz="18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8519B4-DF4E-E2D3-45B7-BD5F29F19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blipFill>
                <a:blip r:embed="rId2"/>
                <a:stretch>
                  <a:fillRect l="-1109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7D3275-B660-5E8A-D2C6-7E3FF63DCA97}"/>
              </a:ext>
            </a:extLst>
          </p:cNvPr>
          <p:cNvCxnSpPr/>
          <p:nvPr/>
        </p:nvCxnSpPr>
        <p:spPr>
          <a:xfrm>
            <a:off x="5577840" y="118872"/>
            <a:ext cx="0" cy="653796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D25C86-AE99-2C6F-8341-EDBEADC82FA8}"/>
                  </a:ext>
                </a:extLst>
              </p:cNvPr>
              <p:cNvSpPr txBox="1"/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r>
                  <a:rPr lang="en-US" sz="1800" dirty="0"/>
                  <a:t>    </a:t>
                </a:r>
              </a:p>
              <a:p>
                <a:r>
                  <a:rPr lang="en-US" sz="1600" dirty="0"/>
                  <a:t>           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600" dirty="0"/>
                  <a:t> for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 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16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D25C86-AE99-2C6F-8341-EDBEADC82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blipFill>
                <a:blip r:embed="rId3"/>
                <a:stretch>
                  <a:fillRect l="-792" t="-1449" b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20B464-AC1C-D1C6-27F3-39F4098D188D}"/>
                  </a:ext>
                </a:extLst>
              </p:cNvPr>
              <p:cNvSpPr txBox="1"/>
              <p:nvPr/>
            </p:nvSpPr>
            <p:spPr>
              <a:xfrm>
                <a:off x="10609326" y="1735660"/>
                <a:ext cx="1383030" cy="697179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sz="1800" dirty="0">
                          <a:solidFill>
                            <a:srgbClr val="0000FF"/>
                          </a:solidFill>
                        </a:rPr>
                        <m:t> 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20B464-AC1C-D1C6-27F3-39F4098D1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326" y="1735660"/>
                <a:ext cx="1383030" cy="6971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7E79D21-9043-375C-C0F4-A32EAC4C0332}"/>
                  </a:ext>
                </a:extLst>
              </p14:cNvPr>
              <p14:cNvContentPartPr/>
              <p14:nvPr/>
            </p14:nvContentPartPr>
            <p14:xfrm>
              <a:off x="8469695" y="2427433"/>
              <a:ext cx="2133000" cy="408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7E79D21-9043-375C-C0F4-A32EAC4C03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63575" y="2421313"/>
                <a:ext cx="214524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B56C74-89AD-39E2-A65D-4414346EB2D5}"/>
                  </a:ext>
                </a:extLst>
              </p14:cNvPr>
              <p14:cNvContentPartPr/>
              <p14:nvPr/>
            </p14:nvContentPartPr>
            <p14:xfrm>
              <a:off x="10449335" y="2439673"/>
              <a:ext cx="134280" cy="131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B56C74-89AD-39E2-A65D-4414346EB2D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43215" y="2433553"/>
                <a:ext cx="146520" cy="14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53098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0A84-0B50-F473-D829-548BC2C8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061BBE-8063-7B2F-889E-51D6E6AB59E6}"/>
                  </a:ext>
                </a:extLst>
              </p:cNvPr>
              <p:cNvSpPr txBox="1"/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                              New algorithm 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≥1)</m:t>
                    </m:r>
                  </m:oMath>
                </a14:m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Previously (n=1)</a:t>
                </a:r>
              </a:p>
              <a:p>
                <a:endParaRPr lang="en-US" sz="2400" dirty="0"/>
              </a:p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000" dirty="0"/>
                      <m:t> .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dirty="0"/>
              </a:p>
              <a:p>
                <a:r>
                  <a:rPr lang="en-US" sz="18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061BBE-8063-7B2F-889E-51D6E6AB5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blipFill>
                <a:blip r:embed="rId2"/>
                <a:stretch>
                  <a:fillRect l="-1109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B967D9-6FD9-9835-DB9B-62DC8DF7A684}"/>
              </a:ext>
            </a:extLst>
          </p:cNvPr>
          <p:cNvCxnSpPr/>
          <p:nvPr/>
        </p:nvCxnSpPr>
        <p:spPr>
          <a:xfrm>
            <a:off x="5577840" y="118872"/>
            <a:ext cx="0" cy="653796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35FF34-3C1B-E211-4B30-86E4F3762942}"/>
                  </a:ext>
                </a:extLst>
              </p:cNvPr>
              <p:cNvSpPr txBox="1"/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r>
                  <a:rPr lang="en-US" sz="1800" dirty="0"/>
                  <a:t>    </a:t>
                </a:r>
              </a:p>
              <a:p>
                <a:r>
                  <a:rPr lang="en-US" sz="1600" dirty="0"/>
                  <a:t>           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600" dirty="0"/>
                  <a:t> for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 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16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35FF34-3C1B-E211-4B30-86E4F3762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blipFill>
                <a:blip r:embed="rId3"/>
                <a:stretch>
                  <a:fillRect l="-792" t="-1449" b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B28F85-6D4B-7457-A8A7-C8ADB7C1D30E}"/>
                  </a:ext>
                </a:extLst>
              </p:cNvPr>
              <p:cNvSpPr txBox="1"/>
              <p:nvPr/>
            </p:nvSpPr>
            <p:spPr>
              <a:xfrm>
                <a:off x="6487017" y="4098874"/>
                <a:ext cx="5233925" cy="697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B28F85-6D4B-7457-A8A7-C8ADB7C1D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017" y="4098874"/>
                <a:ext cx="5233925" cy="697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2041CC-E435-2F77-CABC-A6B9C1C2425D}"/>
                  </a:ext>
                </a:extLst>
              </p:cNvPr>
              <p:cNvSpPr txBox="1"/>
              <p:nvPr/>
            </p:nvSpPr>
            <p:spPr>
              <a:xfrm>
                <a:off x="5872799" y="4262765"/>
                <a:ext cx="6142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2041CC-E435-2F77-CABC-A6B9C1C24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99" y="4262765"/>
                <a:ext cx="614218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21291B-4377-3270-AEB8-5169CB807C8A}"/>
              </a:ext>
            </a:extLst>
          </p:cNvPr>
          <p:cNvCxnSpPr>
            <a:stCxn id="11" idx="1"/>
          </p:cNvCxnSpPr>
          <p:nvPr/>
        </p:nvCxnSpPr>
        <p:spPr>
          <a:xfrm>
            <a:off x="6487017" y="4447431"/>
            <a:ext cx="532619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173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E4146-1AE7-50FB-6447-78D95EC8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01910E-47C0-0463-A955-B10F579D3177}"/>
                  </a:ext>
                </a:extLst>
              </p:cNvPr>
              <p:cNvSpPr txBox="1"/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                              New algorithm 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≥1)</m:t>
                    </m:r>
                  </m:oMath>
                </a14:m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Previously (n=1)</a:t>
                </a:r>
              </a:p>
              <a:p>
                <a:endParaRPr lang="en-US" sz="2400" dirty="0"/>
              </a:p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000" dirty="0"/>
                      <m:t> .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dirty="0"/>
              </a:p>
              <a:p>
                <a:r>
                  <a:rPr lang="en-US" sz="18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01910E-47C0-0463-A955-B10F579D3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blipFill>
                <a:blip r:embed="rId2"/>
                <a:stretch>
                  <a:fillRect l="-1109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580BDB-B5D5-E0A3-E389-F25520556760}"/>
              </a:ext>
            </a:extLst>
          </p:cNvPr>
          <p:cNvCxnSpPr/>
          <p:nvPr/>
        </p:nvCxnSpPr>
        <p:spPr>
          <a:xfrm>
            <a:off x="5577840" y="118872"/>
            <a:ext cx="0" cy="653796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1212CD-5EDD-661A-ADB4-8CEF1588BB33}"/>
                  </a:ext>
                </a:extLst>
              </p:cNvPr>
              <p:cNvSpPr txBox="1"/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r>
                  <a:rPr lang="en-US" sz="1800" dirty="0"/>
                  <a:t>    </a:t>
                </a:r>
              </a:p>
              <a:p>
                <a:r>
                  <a:rPr lang="en-US" sz="1600" dirty="0"/>
                  <a:t>           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600" dirty="0"/>
                  <a:t> for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 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16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1212CD-5EDD-661A-ADB4-8CEF1588B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blipFill>
                <a:blip r:embed="rId3"/>
                <a:stretch>
                  <a:fillRect l="-792" t="-1449" b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3C168E-8B1B-F0B9-CA72-D5962DF8AB68}"/>
                  </a:ext>
                </a:extLst>
              </p:cNvPr>
              <p:cNvSpPr txBox="1"/>
              <p:nvPr/>
            </p:nvSpPr>
            <p:spPr>
              <a:xfrm>
                <a:off x="6487017" y="4098874"/>
                <a:ext cx="5233925" cy="697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03C168E-8B1B-F0B9-CA72-D5962DF8A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017" y="4098874"/>
                <a:ext cx="5233925" cy="697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C054CB-A622-9A32-86DF-5F235A5F43FF}"/>
                  </a:ext>
                </a:extLst>
              </p:cNvPr>
              <p:cNvSpPr txBox="1"/>
              <p:nvPr/>
            </p:nvSpPr>
            <p:spPr>
              <a:xfrm>
                <a:off x="5872799" y="4262765"/>
                <a:ext cx="6142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C054CB-A622-9A32-86DF-5F235A5F4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99" y="4262765"/>
                <a:ext cx="614218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84337F-1FE6-7908-FE13-9C314F276B62}"/>
              </a:ext>
            </a:extLst>
          </p:cNvPr>
          <p:cNvCxnSpPr>
            <a:stCxn id="11" idx="1"/>
          </p:cNvCxnSpPr>
          <p:nvPr/>
        </p:nvCxnSpPr>
        <p:spPr>
          <a:xfrm>
            <a:off x="6487017" y="4447431"/>
            <a:ext cx="532619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6369AB-FE92-B971-9BC9-35FBB6D141D1}"/>
              </a:ext>
            </a:extLst>
          </p:cNvPr>
          <p:cNvCxnSpPr/>
          <p:nvPr/>
        </p:nvCxnSpPr>
        <p:spPr>
          <a:xfrm flipV="1">
            <a:off x="11077575" y="4098874"/>
            <a:ext cx="400050" cy="585735"/>
          </a:xfrm>
          <a:prstGeom prst="line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E0EE44-B364-140D-BB4A-8AE0A3FA942B}"/>
              </a:ext>
            </a:extLst>
          </p:cNvPr>
          <p:cNvGrpSpPr/>
          <p:nvPr/>
        </p:nvGrpSpPr>
        <p:grpSpPr>
          <a:xfrm>
            <a:off x="11539845" y="3810165"/>
            <a:ext cx="124355" cy="273065"/>
            <a:chOff x="11539845" y="3810165"/>
            <a:chExt cx="124355" cy="27306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2A1BC7F-D9D2-6AE8-DB1C-49EE36E4C146}"/>
                    </a:ext>
                  </a:extLst>
                </p14:cNvPr>
                <p14:cNvContentPartPr/>
                <p14:nvPr/>
              </p14:nvContentPartPr>
              <p14:xfrm>
                <a:off x="11610765" y="3819525"/>
                <a:ext cx="360" cy="227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2A1BC7F-D9D2-6AE8-DB1C-49EE36E4C1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04645" y="3813405"/>
                  <a:ext cx="12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2E53802-A86E-8440-1252-9C288158F529}"/>
                    </a:ext>
                  </a:extLst>
                </p14:cNvPr>
                <p14:cNvContentPartPr/>
                <p14:nvPr/>
              </p14:nvContentPartPr>
              <p14:xfrm>
                <a:off x="11553525" y="4069005"/>
                <a:ext cx="87120" cy="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E53802-A86E-8440-1252-9C288158F5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47405" y="4062885"/>
                  <a:ext cx="99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7EA3413-1919-0384-82A5-AFF8C29536EF}"/>
                    </a:ext>
                  </a:extLst>
                </p14:cNvPr>
                <p14:cNvContentPartPr/>
                <p14:nvPr/>
              </p14:nvContentPartPr>
              <p14:xfrm>
                <a:off x="11629845" y="3810165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7EA3413-1919-0384-82A5-AFF8C29536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623725" y="380404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3C85B77-A103-F3AE-2D38-B2BB40EA80E7}"/>
                    </a:ext>
                  </a:extLst>
                </p14:cNvPr>
                <p14:cNvContentPartPr/>
                <p14:nvPr/>
              </p14:nvContentPartPr>
              <p14:xfrm>
                <a:off x="11539845" y="3810165"/>
                <a:ext cx="90360" cy="82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3C85B77-A103-F3AE-2D38-B2BB40EA80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33725" y="3804045"/>
                  <a:ext cx="1026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C365188-CCC9-27DB-29C8-6331A75C58E2}"/>
                    </a:ext>
                  </a:extLst>
                </p14:cNvPr>
                <p14:cNvContentPartPr/>
                <p14:nvPr/>
              </p14:nvContentPartPr>
              <p14:xfrm>
                <a:off x="11582480" y="4082870"/>
                <a:ext cx="8172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C365188-CCC9-27DB-29C8-6331A75C58E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76360" y="4076750"/>
                  <a:ext cx="9396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92076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2EBED-0A09-BA73-8573-76B0C13B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68D74E-4F88-7095-0E9F-E8D2AEB0EE9A}"/>
                  </a:ext>
                </a:extLst>
              </p:cNvPr>
              <p:cNvSpPr txBox="1"/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                              New algorithm 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≥1)</m:t>
                    </m:r>
                  </m:oMath>
                </a14:m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Previously (n=1)</a:t>
                </a:r>
              </a:p>
              <a:p>
                <a:endParaRPr lang="en-US" sz="2400" dirty="0"/>
              </a:p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000" dirty="0"/>
                      <m:t> .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dirty="0"/>
              </a:p>
              <a:p>
                <a:r>
                  <a:rPr lang="en-US" sz="18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68D74E-4F88-7095-0E9F-E8D2AEB0E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blipFill>
                <a:blip r:embed="rId2"/>
                <a:stretch>
                  <a:fillRect l="-1109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2765DB-01FE-6CE1-8F97-6AA0ECACDB41}"/>
              </a:ext>
            </a:extLst>
          </p:cNvPr>
          <p:cNvCxnSpPr/>
          <p:nvPr/>
        </p:nvCxnSpPr>
        <p:spPr>
          <a:xfrm>
            <a:off x="5577840" y="118872"/>
            <a:ext cx="0" cy="653796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9D0FB5-7BCF-DE2D-8AE4-09670D00C635}"/>
                  </a:ext>
                </a:extLst>
              </p:cNvPr>
              <p:cNvSpPr txBox="1"/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r>
                  <a:rPr lang="en-US" sz="1800" dirty="0"/>
                  <a:t>    </a:t>
                </a:r>
              </a:p>
              <a:p>
                <a:r>
                  <a:rPr lang="en-US" sz="1600" dirty="0"/>
                  <a:t>           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600" dirty="0"/>
                  <a:t> for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 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16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9D0FB5-7BCF-DE2D-8AE4-09670D00C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blipFill>
                <a:blip r:embed="rId3"/>
                <a:stretch>
                  <a:fillRect l="-792" t="-1449" b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685669-2B5C-B723-C8D5-D6E16278A7E7}"/>
                  </a:ext>
                </a:extLst>
              </p:cNvPr>
              <p:cNvSpPr txBox="1"/>
              <p:nvPr/>
            </p:nvSpPr>
            <p:spPr>
              <a:xfrm>
                <a:off x="6487017" y="4098874"/>
                <a:ext cx="5233925" cy="697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685669-2B5C-B723-C8D5-D6E16278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017" y="4098874"/>
                <a:ext cx="5233925" cy="697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9244D7-71E7-BE1F-1311-1C6FFA7E7139}"/>
                  </a:ext>
                </a:extLst>
              </p:cNvPr>
              <p:cNvSpPr txBox="1"/>
              <p:nvPr/>
            </p:nvSpPr>
            <p:spPr>
              <a:xfrm>
                <a:off x="5872799" y="4262765"/>
                <a:ext cx="6142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9244D7-71E7-BE1F-1311-1C6FFA7E7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99" y="4262765"/>
                <a:ext cx="614218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DFFD59-7AB3-97A6-02BD-4EF11967EC75}"/>
              </a:ext>
            </a:extLst>
          </p:cNvPr>
          <p:cNvCxnSpPr>
            <a:stCxn id="11" idx="1"/>
          </p:cNvCxnSpPr>
          <p:nvPr/>
        </p:nvCxnSpPr>
        <p:spPr>
          <a:xfrm>
            <a:off x="6487017" y="4447431"/>
            <a:ext cx="532619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F3AAB0-2505-1D04-979F-6A3A26220212}"/>
                  </a:ext>
                </a:extLst>
              </p:cNvPr>
              <p:cNvSpPr txBox="1"/>
              <p:nvPr/>
            </p:nvSpPr>
            <p:spPr>
              <a:xfrm>
                <a:off x="6487017" y="4890518"/>
                <a:ext cx="5233925" cy="697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F3AAB0-2505-1D04-979F-6A3A26220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017" y="4890518"/>
                <a:ext cx="5233925" cy="6971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06BCC3-C649-D63E-2944-BC32BE3A14EF}"/>
                  </a:ext>
                </a:extLst>
              </p:cNvPr>
              <p:cNvSpPr txBox="1"/>
              <p:nvPr/>
            </p:nvSpPr>
            <p:spPr>
              <a:xfrm>
                <a:off x="5872799" y="5054409"/>
                <a:ext cx="6142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06BCC3-C649-D63E-2944-BC32BE3A1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99" y="5054409"/>
                <a:ext cx="614218" cy="400110"/>
              </a:xfrm>
              <a:prstGeom prst="rect">
                <a:avLst/>
              </a:prstGeom>
              <a:blipFill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C48E0E2-49B0-F524-4E26-535BC49CD3C1}"/>
              </a:ext>
            </a:extLst>
          </p:cNvPr>
          <p:cNvCxnSpPr/>
          <p:nvPr/>
        </p:nvCxnSpPr>
        <p:spPr>
          <a:xfrm>
            <a:off x="6487017" y="5247531"/>
            <a:ext cx="532619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721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AEC2-813D-C230-E1B2-09A224A3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B14721-5E4D-0D10-6BAE-42C3FBB1A207}"/>
                  </a:ext>
                </a:extLst>
              </p:cNvPr>
              <p:cNvSpPr txBox="1"/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                              New algorithm 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≥1)</m:t>
                    </m:r>
                  </m:oMath>
                </a14:m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Previously (n=1)</a:t>
                </a:r>
              </a:p>
              <a:p>
                <a:endParaRPr lang="en-US" sz="2400" dirty="0"/>
              </a:p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000" dirty="0"/>
                      <m:t> .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dirty="0"/>
              </a:p>
              <a:p>
                <a:r>
                  <a:rPr lang="en-US" sz="1800" dirty="0"/>
                  <a:t>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B14721-5E4D-0D10-6BAE-42C3FBB1A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8872"/>
                <a:ext cx="10991088" cy="4565737"/>
              </a:xfrm>
              <a:prstGeom prst="rect">
                <a:avLst/>
              </a:prstGeom>
              <a:blipFill>
                <a:blip r:embed="rId2"/>
                <a:stretch>
                  <a:fillRect l="-1109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C4F08C-55E3-E7A1-6C29-D79575808BEC}"/>
              </a:ext>
            </a:extLst>
          </p:cNvPr>
          <p:cNvCxnSpPr/>
          <p:nvPr/>
        </p:nvCxnSpPr>
        <p:spPr>
          <a:xfrm>
            <a:off x="5577840" y="118872"/>
            <a:ext cx="0" cy="653796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A6E869-3B12-1B16-50F4-C4E8D564B499}"/>
                  </a:ext>
                </a:extLst>
              </p:cNvPr>
              <p:cNvSpPr txBox="1"/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Repeat until convergence {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r>
                  <a:rPr lang="en-US" sz="1800" dirty="0"/>
                  <a:t>    </a:t>
                </a:r>
              </a:p>
              <a:p>
                <a:r>
                  <a:rPr lang="en-US" sz="1600" dirty="0"/>
                  <a:t>           (simultaneously update for every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600" dirty="0"/>
                  <a:t> for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 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1600" dirty="0"/>
                  <a:t>)</a:t>
                </a:r>
                <a:endParaRPr lang="en-US" dirty="0"/>
              </a:p>
              <a:p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A6E869-3B12-1B16-50F4-C4E8D564B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872" y="1650339"/>
                <a:ext cx="6158484" cy="2105385"/>
              </a:xfrm>
              <a:prstGeom prst="rect">
                <a:avLst/>
              </a:prstGeom>
              <a:blipFill>
                <a:blip r:embed="rId3"/>
                <a:stretch>
                  <a:fillRect l="-792" t="-1449" b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B0E058-AAA5-3C62-1B59-1BA1D5DFC086}"/>
                  </a:ext>
                </a:extLst>
              </p:cNvPr>
              <p:cNvSpPr txBox="1"/>
              <p:nvPr/>
            </p:nvSpPr>
            <p:spPr>
              <a:xfrm>
                <a:off x="6487017" y="4098874"/>
                <a:ext cx="5233925" cy="697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B0E058-AAA5-3C62-1B59-1BA1D5DFC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017" y="4098874"/>
                <a:ext cx="5233925" cy="697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8A5F5C-486F-7F2D-62A4-BF355F3D843E}"/>
                  </a:ext>
                </a:extLst>
              </p:cNvPr>
              <p:cNvSpPr txBox="1"/>
              <p:nvPr/>
            </p:nvSpPr>
            <p:spPr>
              <a:xfrm>
                <a:off x="5872799" y="4262765"/>
                <a:ext cx="6142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8A5F5C-486F-7F2D-62A4-BF355F3D8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99" y="4262765"/>
                <a:ext cx="614218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ADBB5-4194-8FBD-C8F1-A3B9DEFDF9B3}"/>
              </a:ext>
            </a:extLst>
          </p:cNvPr>
          <p:cNvCxnSpPr>
            <a:stCxn id="11" idx="1"/>
          </p:cNvCxnSpPr>
          <p:nvPr/>
        </p:nvCxnSpPr>
        <p:spPr>
          <a:xfrm>
            <a:off x="6487017" y="4447431"/>
            <a:ext cx="532619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05917D-A47E-6319-A440-382FD8779C2F}"/>
                  </a:ext>
                </a:extLst>
              </p:cNvPr>
              <p:cNvSpPr txBox="1"/>
              <p:nvPr/>
            </p:nvSpPr>
            <p:spPr>
              <a:xfrm>
                <a:off x="6487017" y="4890518"/>
                <a:ext cx="5233925" cy="697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05917D-A47E-6319-A440-382FD8779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017" y="4890518"/>
                <a:ext cx="5233925" cy="6971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322D6C-5451-8FC0-9741-09AA756ABCC3}"/>
                  </a:ext>
                </a:extLst>
              </p:cNvPr>
              <p:cNvSpPr txBox="1"/>
              <p:nvPr/>
            </p:nvSpPr>
            <p:spPr>
              <a:xfrm>
                <a:off x="5872799" y="5054409"/>
                <a:ext cx="6142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322D6C-5451-8FC0-9741-09AA756AB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99" y="5054409"/>
                <a:ext cx="614218" cy="400110"/>
              </a:xfrm>
              <a:prstGeom prst="rect">
                <a:avLst/>
              </a:prstGeom>
              <a:blipFill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56EC8A-2D5F-9128-D146-1993FEE093F9}"/>
              </a:ext>
            </a:extLst>
          </p:cNvPr>
          <p:cNvCxnSpPr/>
          <p:nvPr/>
        </p:nvCxnSpPr>
        <p:spPr>
          <a:xfrm>
            <a:off x="6487017" y="5247531"/>
            <a:ext cx="532619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BDF732-6C59-0331-0069-8ECD3E5C6FA2}"/>
                  </a:ext>
                </a:extLst>
              </p:cNvPr>
              <p:cNvSpPr txBox="1"/>
              <p:nvPr/>
            </p:nvSpPr>
            <p:spPr>
              <a:xfrm>
                <a:off x="6487017" y="5618410"/>
                <a:ext cx="5233925" cy="697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BDF732-6C59-0331-0069-8ECD3E5C6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017" y="5618410"/>
                <a:ext cx="5233925" cy="6971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C70894-95B7-D2FE-F9FF-158376EA0EEC}"/>
                  </a:ext>
                </a:extLst>
              </p:cNvPr>
              <p:cNvSpPr txBox="1"/>
              <p:nvPr/>
            </p:nvSpPr>
            <p:spPr>
              <a:xfrm>
                <a:off x="5872799" y="5782301"/>
                <a:ext cx="6142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C70894-95B7-D2FE-F9FF-158376EA0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99" y="5782301"/>
                <a:ext cx="614218" cy="400110"/>
              </a:xfrm>
              <a:prstGeom prst="rect">
                <a:avLst/>
              </a:prstGeom>
              <a:blipFill>
                <a:blip r:embed="rId9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85996D-5CE6-27FC-DCC4-E6F440AF4C67}"/>
              </a:ext>
            </a:extLst>
          </p:cNvPr>
          <p:cNvCxnSpPr/>
          <p:nvPr/>
        </p:nvCxnSpPr>
        <p:spPr>
          <a:xfrm>
            <a:off x="6487017" y="5975423"/>
            <a:ext cx="532619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253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656D3F-B7A9-DDEC-8BB3-6E51B7833EAF}"/>
              </a:ext>
            </a:extLst>
          </p:cNvPr>
          <p:cNvSpPr txBox="1"/>
          <p:nvPr/>
        </p:nvSpPr>
        <p:spPr>
          <a:xfrm>
            <a:off x="2625626" y="2420005"/>
            <a:ext cx="7854009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Linear Regression with multiple variables</a:t>
            </a:r>
          </a:p>
          <a:p>
            <a:pPr algn="ctr"/>
            <a:endParaRPr lang="en-US" sz="3200" b="1" dirty="0"/>
          </a:p>
          <a:p>
            <a:pPr algn="ctr"/>
            <a:r>
              <a:rPr lang="en-US" sz="2800" u="sng" dirty="0"/>
              <a:t>Gradient descent in practice: Features Scaling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2265968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296C53-E973-53F3-AE42-168519145D99}"/>
                  </a:ext>
                </a:extLst>
              </p:cNvPr>
              <p:cNvSpPr txBox="1"/>
              <p:nvPr/>
            </p:nvSpPr>
            <p:spPr>
              <a:xfrm>
                <a:off x="0" y="118872"/>
                <a:ext cx="1099108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Idea: Make sure features are on a similar scale</a:t>
                </a:r>
              </a:p>
              <a:p>
                <a:endParaRPr lang="en-US" sz="2400" dirty="0"/>
              </a:p>
              <a:p>
                <a:r>
                  <a:rPr lang="en-US" sz="2000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size(0 – 2000 feet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numer of bedrooms (1 – 5)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296C53-E973-53F3-AE42-168519145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8872"/>
                <a:ext cx="10991088" cy="2616101"/>
              </a:xfrm>
              <a:prstGeom prst="rect">
                <a:avLst/>
              </a:prstGeom>
              <a:blipFill>
                <a:blip r:embed="rId2"/>
                <a:stretch>
                  <a:fillRect l="-1109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1E31BA-F127-DEF7-5E91-1D25CA26EFB1}"/>
              </a:ext>
            </a:extLst>
          </p:cNvPr>
          <p:cNvCxnSpPr/>
          <p:nvPr/>
        </p:nvCxnSpPr>
        <p:spPr>
          <a:xfrm flipV="1">
            <a:off x="1657350" y="2590800"/>
            <a:ext cx="0" cy="367665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DCF618-5903-0969-7E7C-947F20B3DB4D}"/>
              </a:ext>
            </a:extLst>
          </p:cNvPr>
          <p:cNvCxnSpPr>
            <a:cxnSpLocks/>
          </p:cNvCxnSpPr>
          <p:nvPr/>
        </p:nvCxnSpPr>
        <p:spPr>
          <a:xfrm>
            <a:off x="1314450" y="6010275"/>
            <a:ext cx="24669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F402DA-A4C7-3886-DBB8-6012F8100DA7}"/>
                  </a:ext>
                </a:extLst>
              </p:cNvPr>
              <p:cNvSpPr txBox="1"/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F402DA-A4C7-3886-DBB8-6012F8100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blipFill>
                <a:blip r:embed="rId3"/>
                <a:stretch>
                  <a:fillRect r="-559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5F7622-300D-60F5-8BC0-3A52D7C073F5}"/>
                  </a:ext>
                </a:extLst>
              </p:cNvPr>
              <p:cNvSpPr txBox="1"/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5F7622-300D-60F5-8BC0-3A52D7C07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blipFill>
                <a:blip r:embed="rId4"/>
                <a:stretch>
                  <a:fillRect r="-9524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FB6C80-1319-046B-29F6-AA4F445A66E3}"/>
                  </a:ext>
                </a:extLst>
              </p:cNvPr>
              <p:cNvSpPr txBox="1"/>
              <p:nvPr/>
            </p:nvSpPr>
            <p:spPr>
              <a:xfrm>
                <a:off x="3412332" y="2845742"/>
                <a:ext cx="359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FB6C80-1319-046B-29F6-AA4F445A6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332" y="2845742"/>
                <a:ext cx="359569" cy="461665"/>
              </a:xfrm>
              <a:prstGeom prst="rect">
                <a:avLst/>
              </a:prstGeom>
              <a:blipFill>
                <a:blip r:embed="rId5"/>
                <a:stretch>
                  <a:fillRect l="-11864" r="-12372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54383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CF77A-8353-83BC-F33F-8DB25DD9B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1AA88B-460B-6778-B5CC-38ADF80CE53C}"/>
                  </a:ext>
                </a:extLst>
              </p:cNvPr>
              <p:cNvSpPr txBox="1"/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Idea: Make sure features are on a similar scale</a:t>
                </a:r>
              </a:p>
              <a:p>
                <a:endParaRPr lang="en-US" sz="2400" dirty="0"/>
              </a:p>
              <a:p>
                <a:r>
                  <a:rPr lang="en-US" sz="2000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size(0 – 2000 feet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numer of bedrooms (1 – 5)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1AA88B-460B-6778-B5CC-38ADF80CE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blipFill>
                <a:blip r:embed="rId2"/>
                <a:stretch>
                  <a:fillRect l="-1109" t="-2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878A87-97CF-5081-92DF-28AEF516B106}"/>
              </a:ext>
            </a:extLst>
          </p:cNvPr>
          <p:cNvCxnSpPr/>
          <p:nvPr/>
        </p:nvCxnSpPr>
        <p:spPr>
          <a:xfrm flipV="1">
            <a:off x="1657350" y="2590800"/>
            <a:ext cx="0" cy="367665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1EC06C-AC5C-AE42-9256-CF4DA9C8005B}"/>
              </a:ext>
            </a:extLst>
          </p:cNvPr>
          <p:cNvCxnSpPr>
            <a:cxnSpLocks/>
          </p:cNvCxnSpPr>
          <p:nvPr/>
        </p:nvCxnSpPr>
        <p:spPr>
          <a:xfrm>
            <a:off x="1314450" y="6010275"/>
            <a:ext cx="24669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712185-523E-635D-3C17-1F5B19C0B1E0}"/>
                  </a:ext>
                </a:extLst>
              </p:cNvPr>
              <p:cNvSpPr txBox="1"/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712185-523E-635D-3C17-1F5B19C0B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blipFill>
                <a:blip r:embed="rId3"/>
                <a:stretch>
                  <a:fillRect r="-559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280B65-68D1-A5EF-03D4-276915DF877B}"/>
                  </a:ext>
                </a:extLst>
              </p:cNvPr>
              <p:cNvSpPr txBox="1"/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280B65-68D1-A5EF-03D4-276915DF8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blipFill>
                <a:blip r:embed="rId4"/>
                <a:stretch>
                  <a:fillRect r="-9524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34D12A-C80C-C3E3-9D20-28F381F65C31}"/>
                  </a:ext>
                </a:extLst>
              </p:cNvPr>
              <p:cNvSpPr txBox="1"/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34D12A-C80C-C3E3-9D20-28F381F65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blipFill>
                <a:blip r:embed="rId5"/>
                <a:stretch>
                  <a:fillRect l="-4762" r="-555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ECF398F5-F381-4F6F-9132-44DE60483908}"/>
              </a:ext>
            </a:extLst>
          </p:cNvPr>
          <p:cNvGrpSpPr/>
          <p:nvPr/>
        </p:nvGrpSpPr>
        <p:grpSpPr>
          <a:xfrm>
            <a:off x="1766891" y="2333624"/>
            <a:ext cx="1904993" cy="3676650"/>
            <a:chOff x="6858000" y="1809750"/>
            <a:chExt cx="1904993" cy="36766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40FFA8A-C1F6-1D7A-5F70-BC1FDFC3EDA8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C668910-AAEA-8CA0-4616-98071EC099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E775574-EBD7-9317-6407-2D4F193115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10E0499-D17E-74F9-C312-8D55B4E6C0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ABD9A21-62B8-7F11-F8E5-FD74933C8F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99C7355-5A5B-F2BB-3087-10CF0CAEB2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CC6AE03-B1C6-1E08-552B-F195A8B0D9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47970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3AB7-1367-AF8A-FA00-C7C9A677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B0CB13-08BD-3798-D008-950D6C923244}"/>
                  </a:ext>
                </a:extLst>
              </p:cNvPr>
              <p:cNvSpPr txBox="1"/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Idea: Make sure features are on a similar scale</a:t>
                </a:r>
              </a:p>
              <a:p>
                <a:endParaRPr lang="en-US" sz="2400" dirty="0"/>
              </a:p>
              <a:p>
                <a:r>
                  <a:rPr lang="en-US" sz="2000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size(0 – 2000 feet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numer of bedrooms (1 – 5)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B0CB13-08BD-3798-D008-950D6C923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blipFill>
                <a:blip r:embed="rId2"/>
                <a:stretch>
                  <a:fillRect l="-1109" t="-2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9668AF-F627-A746-B0BF-9A52F0D824C5}"/>
              </a:ext>
            </a:extLst>
          </p:cNvPr>
          <p:cNvCxnSpPr/>
          <p:nvPr/>
        </p:nvCxnSpPr>
        <p:spPr>
          <a:xfrm flipV="1">
            <a:off x="1657350" y="2590800"/>
            <a:ext cx="0" cy="367665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ED40E34-7BBE-7C25-B49E-398BC76F58E6}"/>
              </a:ext>
            </a:extLst>
          </p:cNvPr>
          <p:cNvCxnSpPr>
            <a:cxnSpLocks/>
          </p:cNvCxnSpPr>
          <p:nvPr/>
        </p:nvCxnSpPr>
        <p:spPr>
          <a:xfrm>
            <a:off x="1314450" y="6010275"/>
            <a:ext cx="24669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A5405B-8F66-A803-C616-4053DCC4E464}"/>
                  </a:ext>
                </a:extLst>
              </p:cNvPr>
              <p:cNvSpPr txBox="1"/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A5405B-8F66-A803-C616-4053DCC4E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blipFill>
                <a:blip r:embed="rId3"/>
                <a:stretch>
                  <a:fillRect r="-559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5B9568-9D7B-C804-C879-AE4663CF52B8}"/>
                  </a:ext>
                </a:extLst>
              </p:cNvPr>
              <p:cNvSpPr txBox="1"/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5B9568-9D7B-C804-C879-AE4663CF5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blipFill>
                <a:blip r:embed="rId4"/>
                <a:stretch>
                  <a:fillRect r="-9524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07832D-CCD1-3A68-211E-770465E07514}"/>
                  </a:ext>
                </a:extLst>
              </p:cNvPr>
              <p:cNvSpPr txBox="1"/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07832D-CCD1-3A68-211E-770465E07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blipFill>
                <a:blip r:embed="rId5"/>
                <a:stretch>
                  <a:fillRect l="-4762" r="-555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753E643-5EA6-841F-0022-2B1D48C32B15}"/>
              </a:ext>
            </a:extLst>
          </p:cNvPr>
          <p:cNvGrpSpPr/>
          <p:nvPr/>
        </p:nvGrpSpPr>
        <p:grpSpPr>
          <a:xfrm>
            <a:off x="1766891" y="2333624"/>
            <a:ext cx="1904993" cy="3676650"/>
            <a:chOff x="6858000" y="1809750"/>
            <a:chExt cx="1904993" cy="36766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5E93F2D-352D-5823-977D-ADE44284B427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BE331F-9CD5-2DDE-EEC2-882F12FD44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37A5462-4AF8-C43E-E5E9-4CE273582F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6948DCA-6380-607B-5328-85656E71AA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F8C0F3-B280-06F0-19C7-FB6FD00125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CCDD64-A54F-3A4C-7321-88892DCEC5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6EC69AA-BC87-E8C2-7970-4699059390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6B872F-9B4F-572E-631D-80C86B0EE6FB}"/>
              </a:ext>
            </a:extLst>
          </p:cNvPr>
          <p:cNvCxnSpPr/>
          <p:nvPr/>
        </p:nvCxnSpPr>
        <p:spPr>
          <a:xfrm flipV="1">
            <a:off x="2311400" y="5680709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767291-D893-7A3F-D320-133D6831DDAA}"/>
              </a:ext>
            </a:extLst>
          </p:cNvPr>
          <p:cNvCxnSpPr/>
          <p:nvPr/>
        </p:nvCxnSpPr>
        <p:spPr>
          <a:xfrm flipV="1">
            <a:off x="2577122" y="5560538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8A1941-5073-8E89-78AE-6710E01124F2}"/>
              </a:ext>
            </a:extLst>
          </p:cNvPr>
          <p:cNvCxnSpPr/>
          <p:nvPr/>
        </p:nvCxnSpPr>
        <p:spPr>
          <a:xfrm flipV="1">
            <a:off x="2814494" y="5438059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841277-72D2-FCE5-3ECA-672383D7D961}"/>
              </a:ext>
            </a:extLst>
          </p:cNvPr>
          <p:cNvCxnSpPr>
            <a:cxnSpLocks/>
          </p:cNvCxnSpPr>
          <p:nvPr/>
        </p:nvCxnSpPr>
        <p:spPr>
          <a:xfrm flipH="1" flipV="1">
            <a:off x="2721319" y="5315580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B350D34-96C0-358B-18E0-E57A7458B059}"/>
              </a:ext>
            </a:extLst>
          </p:cNvPr>
          <p:cNvCxnSpPr>
            <a:cxnSpLocks/>
          </p:cNvCxnSpPr>
          <p:nvPr/>
        </p:nvCxnSpPr>
        <p:spPr>
          <a:xfrm flipH="1" flipV="1">
            <a:off x="2482844" y="5219862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A7DB81-5162-53F1-4FE0-F3CF7B3F5220}"/>
              </a:ext>
            </a:extLst>
          </p:cNvPr>
          <p:cNvCxnSpPr>
            <a:cxnSpLocks/>
          </p:cNvCxnSpPr>
          <p:nvPr/>
        </p:nvCxnSpPr>
        <p:spPr>
          <a:xfrm flipV="1">
            <a:off x="2491173" y="5014961"/>
            <a:ext cx="228208" cy="209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66865C3-21AF-7967-7443-A5DBBD7C83D7}"/>
              </a:ext>
            </a:extLst>
          </p:cNvPr>
          <p:cNvCxnSpPr>
            <a:cxnSpLocks/>
          </p:cNvCxnSpPr>
          <p:nvPr/>
        </p:nvCxnSpPr>
        <p:spPr>
          <a:xfrm flipV="1">
            <a:off x="2704554" y="4811374"/>
            <a:ext cx="228208" cy="209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112F689-97A1-BDB9-9290-491C2DB478F8}"/>
              </a:ext>
            </a:extLst>
          </p:cNvPr>
          <p:cNvCxnSpPr>
            <a:cxnSpLocks/>
          </p:cNvCxnSpPr>
          <p:nvPr/>
        </p:nvCxnSpPr>
        <p:spPr>
          <a:xfrm flipH="1" flipV="1">
            <a:off x="2660869" y="4712482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F3F5D9A-9EA8-6CA2-6827-63F5231B8D54}"/>
              </a:ext>
            </a:extLst>
          </p:cNvPr>
          <p:cNvCxnSpPr>
            <a:cxnSpLocks/>
            <a:endCxn id="13" idx="5"/>
          </p:cNvCxnSpPr>
          <p:nvPr/>
        </p:nvCxnSpPr>
        <p:spPr>
          <a:xfrm flipV="1">
            <a:off x="2665033" y="4495238"/>
            <a:ext cx="221857" cy="228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63A7F61-3E10-D175-3325-05DB1782066F}"/>
              </a:ext>
            </a:extLst>
          </p:cNvPr>
          <p:cNvCxnSpPr>
            <a:cxnSpLocks/>
          </p:cNvCxnSpPr>
          <p:nvPr/>
        </p:nvCxnSpPr>
        <p:spPr>
          <a:xfrm flipH="1" flipV="1">
            <a:off x="2654517" y="4463568"/>
            <a:ext cx="188569" cy="739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888AEE1-2D85-7921-562E-C820305000FC}"/>
              </a:ext>
            </a:extLst>
          </p:cNvPr>
          <p:cNvCxnSpPr>
            <a:cxnSpLocks/>
          </p:cNvCxnSpPr>
          <p:nvPr/>
        </p:nvCxnSpPr>
        <p:spPr>
          <a:xfrm flipV="1">
            <a:off x="2665907" y="4235635"/>
            <a:ext cx="82894" cy="220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44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28F11-79A5-628E-0295-76DC74D0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E6033B-531C-57F9-C38C-E4EA691088B0}"/>
                  </a:ext>
                </a:extLst>
              </p:cNvPr>
              <p:cNvSpPr txBox="1"/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Idea: Make sure features are on a similar scale</a:t>
                </a:r>
              </a:p>
              <a:p>
                <a:endParaRPr lang="en-US" sz="2400" dirty="0"/>
              </a:p>
              <a:p>
                <a:r>
                  <a:rPr lang="en-US" sz="2000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size(0 – 2000 feet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numer of bedrooms (1 – 5)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E6033B-531C-57F9-C38C-E4EA69108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blipFill>
                <a:blip r:embed="rId2"/>
                <a:stretch>
                  <a:fillRect l="-1109" t="-2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5C575B-E7F8-DA9F-C5F2-E01543B6F699}"/>
              </a:ext>
            </a:extLst>
          </p:cNvPr>
          <p:cNvCxnSpPr/>
          <p:nvPr/>
        </p:nvCxnSpPr>
        <p:spPr>
          <a:xfrm flipV="1">
            <a:off x="1657350" y="2590800"/>
            <a:ext cx="0" cy="367665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D95CCC-5F22-FBBE-3DCF-D2AC83B8EE71}"/>
              </a:ext>
            </a:extLst>
          </p:cNvPr>
          <p:cNvCxnSpPr>
            <a:cxnSpLocks/>
          </p:cNvCxnSpPr>
          <p:nvPr/>
        </p:nvCxnSpPr>
        <p:spPr>
          <a:xfrm>
            <a:off x="1314450" y="6010275"/>
            <a:ext cx="24669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79F4CC-9B77-778E-1606-B48BD8AAFA5B}"/>
                  </a:ext>
                </a:extLst>
              </p:cNvPr>
              <p:cNvSpPr txBox="1"/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79F4CC-9B77-778E-1606-B48BD8AAF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blipFill>
                <a:blip r:embed="rId3"/>
                <a:stretch>
                  <a:fillRect r="-559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B4ABBE-D43C-475C-A6E6-F429F055B4F1}"/>
                  </a:ext>
                </a:extLst>
              </p:cNvPr>
              <p:cNvSpPr txBox="1"/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B4ABBE-D43C-475C-A6E6-F429F055B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blipFill>
                <a:blip r:embed="rId4"/>
                <a:stretch>
                  <a:fillRect r="-9524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339B95-FD98-1A87-B77D-7780DA29E627}"/>
                  </a:ext>
                </a:extLst>
              </p:cNvPr>
              <p:cNvSpPr txBox="1"/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339B95-FD98-1A87-B77D-7780DA29E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blipFill>
                <a:blip r:embed="rId5"/>
                <a:stretch>
                  <a:fillRect l="-4762" r="-555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F3ECF74-2455-C041-67FF-B35635425B4E}"/>
              </a:ext>
            </a:extLst>
          </p:cNvPr>
          <p:cNvGrpSpPr/>
          <p:nvPr/>
        </p:nvGrpSpPr>
        <p:grpSpPr>
          <a:xfrm>
            <a:off x="1766891" y="2333624"/>
            <a:ext cx="1904993" cy="3676650"/>
            <a:chOff x="6858000" y="1809750"/>
            <a:chExt cx="1904993" cy="36766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7F16042-DDE6-9603-FA54-C003E859701A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4D3687-F019-9AD0-1084-4954641D7B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306375F-7DD9-8935-AD1D-FC5122B064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375A8E1-2E53-C09C-6992-17E34ED1B0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ABD748B-DEF8-0093-D98B-08195715AC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5E54EFC-D29F-D7B7-E8FD-EB2D1EC00A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7930998-E268-8620-F85C-11E9EAC8C1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97F588-C313-EC07-EE3F-78C084569869}"/>
              </a:ext>
            </a:extLst>
          </p:cNvPr>
          <p:cNvCxnSpPr/>
          <p:nvPr/>
        </p:nvCxnSpPr>
        <p:spPr>
          <a:xfrm flipV="1">
            <a:off x="2311400" y="5680709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F84952-4578-A7C3-12FF-E6B6996AB152}"/>
              </a:ext>
            </a:extLst>
          </p:cNvPr>
          <p:cNvCxnSpPr/>
          <p:nvPr/>
        </p:nvCxnSpPr>
        <p:spPr>
          <a:xfrm flipV="1">
            <a:off x="2577122" y="5560538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C3A83F-D609-D03A-4265-79D467FD0A54}"/>
              </a:ext>
            </a:extLst>
          </p:cNvPr>
          <p:cNvCxnSpPr/>
          <p:nvPr/>
        </p:nvCxnSpPr>
        <p:spPr>
          <a:xfrm flipV="1">
            <a:off x="2814494" y="5438059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FEC3F2-01BC-9761-0F75-614D91FE9730}"/>
              </a:ext>
            </a:extLst>
          </p:cNvPr>
          <p:cNvCxnSpPr>
            <a:cxnSpLocks/>
          </p:cNvCxnSpPr>
          <p:nvPr/>
        </p:nvCxnSpPr>
        <p:spPr>
          <a:xfrm flipH="1" flipV="1">
            <a:off x="2721319" y="5315580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64A75B-A2ED-555F-B369-4FABF1C057EA}"/>
              </a:ext>
            </a:extLst>
          </p:cNvPr>
          <p:cNvCxnSpPr>
            <a:cxnSpLocks/>
          </p:cNvCxnSpPr>
          <p:nvPr/>
        </p:nvCxnSpPr>
        <p:spPr>
          <a:xfrm flipH="1" flipV="1">
            <a:off x="2482844" y="5219862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9500BC-59C8-0FC3-ED8A-C3A29B114A2D}"/>
              </a:ext>
            </a:extLst>
          </p:cNvPr>
          <p:cNvCxnSpPr>
            <a:cxnSpLocks/>
          </p:cNvCxnSpPr>
          <p:nvPr/>
        </p:nvCxnSpPr>
        <p:spPr>
          <a:xfrm flipV="1">
            <a:off x="2491173" y="5014961"/>
            <a:ext cx="228208" cy="209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9012D6-6BCD-274A-3985-35DD9F899EC1}"/>
              </a:ext>
            </a:extLst>
          </p:cNvPr>
          <p:cNvCxnSpPr>
            <a:cxnSpLocks/>
          </p:cNvCxnSpPr>
          <p:nvPr/>
        </p:nvCxnSpPr>
        <p:spPr>
          <a:xfrm flipV="1">
            <a:off x="2704554" y="4811374"/>
            <a:ext cx="228208" cy="209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5F1023-ECFD-4358-DCF5-A8C3E7964D39}"/>
              </a:ext>
            </a:extLst>
          </p:cNvPr>
          <p:cNvCxnSpPr>
            <a:cxnSpLocks/>
          </p:cNvCxnSpPr>
          <p:nvPr/>
        </p:nvCxnSpPr>
        <p:spPr>
          <a:xfrm flipH="1" flipV="1">
            <a:off x="2660869" y="4712482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869080A-CEFC-DDD2-5065-130B43472D66}"/>
              </a:ext>
            </a:extLst>
          </p:cNvPr>
          <p:cNvCxnSpPr>
            <a:cxnSpLocks/>
            <a:endCxn id="13" idx="5"/>
          </p:cNvCxnSpPr>
          <p:nvPr/>
        </p:nvCxnSpPr>
        <p:spPr>
          <a:xfrm flipV="1">
            <a:off x="2665033" y="4495238"/>
            <a:ext cx="221857" cy="228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816E9B6-5A11-DA06-EC5F-5C23682A38B8}"/>
              </a:ext>
            </a:extLst>
          </p:cNvPr>
          <p:cNvCxnSpPr>
            <a:cxnSpLocks/>
          </p:cNvCxnSpPr>
          <p:nvPr/>
        </p:nvCxnSpPr>
        <p:spPr>
          <a:xfrm flipH="1" flipV="1">
            <a:off x="2654517" y="4463568"/>
            <a:ext cx="188569" cy="739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8F656B-68A8-DEA2-5299-C461B762C62D}"/>
              </a:ext>
            </a:extLst>
          </p:cNvPr>
          <p:cNvCxnSpPr>
            <a:cxnSpLocks/>
          </p:cNvCxnSpPr>
          <p:nvPr/>
        </p:nvCxnSpPr>
        <p:spPr>
          <a:xfrm flipV="1">
            <a:off x="2665907" y="4235635"/>
            <a:ext cx="82894" cy="220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4F2B663-EA8A-D3AD-93FC-C1D0C7873CE1}"/>
              </a:ext>
            </a:extLst>
          </p:cNvPr>
          <p:cNvGrpSpPr/>
          <p:nvPr/>
        </p:nvGrpSpPr>
        <p:grpSpPr>
          <a:xfrm>
            <a:off x="65779" y="2493480"/>
            <a:ext cx="986689" cy="3676650"/>
            <a:chOff x="6858000" y="1809750"/>
            <a:chExt cx="1904993" cy="36766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8468A4B-224B-3DF8-AED0-B999709031BF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E0ED0AA-740D-0509-E33A-AD3B863560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EA2D413-A504-0E95-7F3D-2E98A1C7BD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5F0056A-6A3E-1A84-CE3E-BC7ED45751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B8A7E7-A6E3-0CD1-893C-F38190FD1C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314BA05-5D1D-AC45-89FF-E35B1AFFDE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B3D9E0A-675D-7CB9-6A55-88157AB2E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5753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8B1E-8CA8-877E-8E28-0722B298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085771-7B44-A0D3-36FC-CAF4F153F5FA}"/>
                  </a:ext>
                </a:extLst>
              </p:cNvPr>
              <p:cNvSpPr txBox="1"/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Idea: Make sure features are on a similar scale</a:t>
                </a:r>
              </a:p>
              <a:p>
                <a:endParaRPr lang="en-US" sz="2400" dirty="0"/>
              </a:p>
              <a:p>
                <a:r>
                  <a:rPr lang="en-US" sz="2000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size(0 – 2000 feet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numer of bedrooms (1 – 5)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085771-7B44-A0D3-36FC-CAF4F153F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blipFill>
                <a:blip r:embed="rId2"/>
                <a:stretch>
                  <a:fillRect l="-1109" t="-2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A30E5A1-40DA-E2C7-0284-A633F4F6E4AC}"/>
              </a:ext>
            </a:extLst>
          </p:cNvPr>
          <p:cNvCxnSpPr/>
          <p:nvPr/>
        </p:nvCxnSpPr>
        <p:spPr>
          <a:xfrm flipV="1">
            <a:off x="1657350" y="2590800"/>
            <a:ext cx="0" cy="367665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D8D47F-A9F0-3A1A-D152-D333D73F686D}"/>
              </a:ext>
            </a:extLst>
          </p:cNvPr>
          <p:cNvCxnSpPr>
            <a:cxnSpLocks/>
          </p:cNvCxnSpPr>
          <p:nvPr/>
        </p:nvCxnSpPr>
        <p:spPr>
          <a:xfrm>
            <a:off x="1314450" y="6010275"/>
            <a:ext cx="24669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AFC292-C34A-6230-9E19-C96BCFB83940}"/>
                  </a:ext>
                </a:extLst>
              </p:cNvPr>
              <p:cNvSpPr txBox="1"/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AFC292-C34A-6230-9E19-C96BCFB83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blipFill>
                <a:blip r:embed="rId3"/>
                <a:stretch>
                  <a:fillRect r="-559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0944F9-879E-C3DF-9F4F-3C6B72D6D9A4}"/>
                  </a:ext>
                </a:extLst>
              </p:cNvPr>
              <p:cNvSpPr txBox="1"/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0944F9-879E-C3DF-9F4F-3C6B72D6D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blipFill>
                <a:blip r:embed="rId4"/>
                <a:stretch>
                  <a:fillRect r="-9524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A08F44-ED49-2A9D-8179-360AC80911A2}"/>
                  </a:ext>
                </a:extLst>
              </p:cNvPr>
              <p:cNvSpPr txBox="1"/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A08F44-ED49-2A9D-8179-360AC8091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blipFill>
                <a:blip r:embed="rId5"/>
                <a:stretch>
                  <a:fillRect l="-4762" r="-555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D947003C-DA33-8216-485B-C0A2F0FD9BCE}"/>
              </a:ext>
            </a:extLst>
          </p:cNvPr>
          <p:cNvGrpSpPr/>
          <p:nvPr/>
        </p:nvGrpSpPr>
        <p:grpSpPr>
          <a:xfrm>
            <a:off x="1766891" y="2333624"/>
            <a:ext cx="1904993" cy="3676650"/>
            <a:chOff x="6858000" y="1809750"/>
            <a:chExt cx="1904993" cy="36766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CC2D4FD-08C3-A5EA-160A-77C35106B416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964ABFA-2ADF-8039-7E30-45B737AA13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F33D07C-1431-07B4-7038-C57EA9C00E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377932F-2DBF-161C-E065-C4F06E59FA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0A950A7-B13C-45B7-5C47-56FE5F80E6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060B743-D91B-B7D9-A6C0-26ED6E0F9A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60BD1AF-D9D6-CE99-A441-2FBF86B565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AD03902-A21D-BC14-4A5C-3EEBE7AC64A4}"/>
              </a:ext>
            </a:extLst>
          </p:cNvPr>
          <p:cNvCxnSpPr/>
          <p:nvPr/>
        </p:nvCxnSpPr>
        <p:spPr>
          <a:xfrm flipV="1">
            <a:off x="2311400" y="5680709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3D6D3-6D44-372A-1370-7DEAEC435B43}"/>
              </a:ext>
            </a:extLst>
          </p:cNvPr>
          <p:cNvCxnSpPr/>
          <p:nvPr/>
        </p:nvCxnSpPr>
        <p:spPr>
          <a:xfrm flipV="1">
            <a:off x="2577122" y="5560538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0D2D12-4330-C8CD-F7E8-ACBB10648755}"/>
              </a:ext>
            </a:extLst>
          </p:cNvPr>
          <p:cNvCxnSpPr/>
          <p:nvPr/>
        </p:nvCxnSpPr>
        <p:spPr>
          <a:xfrm flipV="1">
            <a:off x="2814494" y="5438059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CC982D-9D85-3BD6-9E1F-8650D134E42C}"/>
              </a:ext>
            </a:extLst>
          </p:cNvPr>
          <p:cNvCxnSpPr>
            <a:cxnSpLocks/>
          </p:cNvCxnSpPr>
          <p:nvPr/>
        </p:nvCxnSpPr>
        <p:spPr>
          <a:xfrm flipH="1" flipV="1">
            <a:off x="2721319" y="5315580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8F98EB-D046-74F0-85DD-BE23098EB2AB}"/>
              </a:ext>
            </a:extLst>
          </p:cNvPr>
          <p:cNvCxnSpPr>
            <a:cxnSpLocks/>
          </p:cNvCxnSpPr>
          <p:nvPr/>
        </p:nvCxnSpPr>
        <p:spPr>
          <a:xfrm flipH="1" flipV="1">
            <a:off x="2482844" y="5219862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10BE94-566B-C56D-8115-4BD9389F2834}"/>
              </a:ext>
            </a:extLst>
          </p:cNvPr>
          <p:cNvCxnSpPr>
            <a:cxnSpLocks/>
          </p:cNvCxnSpPr>
          <p:nvPr/>
        </p:nvCxnSpPr>
        <p:spPr>
          <a:xfrm flipV="1">
            <a:off x="2491173" y="5014961"/>
            <a:ext cx="228208" cy="209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236654-EB99-BC36-CA12-AB957BC7CC18}"/>
              </a:ext>
            </a:extLst>
          </p:cNvPr>
          <p:cNvCxnSpPr>
            <a:cxnSpLocks/>
          </p:cNvCxnSpPr>
          <p:nvPr/>
        </p:nvCxnSpPr>
        <p:spPr>
          <a:xfrm flipV="1">
            <a:off x="2704554" y="4811374"/>
            <a:ext cx="228208" cy="209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78D451-8133-5967-AD58-AC8E25F94D67}"/>
              </a:ext>
            </a:extLst>
          </p:cNvPr>
          <p:cNvCxnSpPr>
            <a:cxnSpLocks/>
          </p:cNvCxnSpPr>
          <p:nvPr/>
        </p:nvCxnSpPr>
        <p:spPr>
          <a:xfrm flipH="1" flipV="1">
            <a:off x="2660869" y="4712482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1761DD-3FD6-DCF6-B659-CB511AA6E2D5}"/>
              </a:ext>
            </a:extLst>
          </p:cNvPr>
          <p:cNvCxnSpPr>
            <a:cxnSpLocks/>
            <a:endCxn id="13" idx="5"/>
          </p:cNvCxnSpPr>
          <p:nvPr/>
        </p:nvCxnSpPr>
        <p:spPr>
          <a:xfrm flipV="1">
            <a:off x="2665033" y="4495238"/>
            <a:ext cx="221857" cy="228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5D21B3D-481D-9964-1C29-AA1A24B1A086}"/>
              </a:ext>
            </a:extLst>
          </p:cNvPr>
          <p:cNvCxnSpPr>
            <a:cxnSpLocks/>
          </p:cNvCxnSpPr>
          <p:nvPr/>
        </p:nvCxnSpPr>
        <p:spPr>
          <a:xfrm flipH="1" flipV="1">
            <a:off x="2654517" y="4463568"/>
            <a:ext cx="188569" cy="739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8A6E33-272A-B68F-7C47-3D17A67AA54D}"/>
              </a:ext>
            </a:extLst>
          </p:cNvPr>
          <p:cNvCxnSpPr>
            <a:cxnSpLocks/>
          </p:cNvCxnSpPr>
          <p:nvPr/>
        </p:nvCxnSpPr>
        <p:spPr>
          <a:xfrm flipV="1">
            <a:off x="2665907" y="4235635"/>
            <a:ext cx="82894" cy="220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959822-A1FC-5D2E-6B5A-FE2A94425C42}"/>
              </a:ext>
            </a:extLst>
          </p:cNvPr>
          <p:cNvGrpSpPr/>
          <p:nvPr/>
        </p:nvGrpSpPr>
        <p:grpSpPr>
          <a:xfrm>
            <a:off x="65779" y="2493480"/>
            <a:ext cx="986689" cy="3676650"/>
            <a:chOff x="6858000" y="1809750"/>
            <a:chExt cx="1904993" cy="36766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25513D1-BEED-428B-E191-DA75278E0E54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8F4F401-045F-29E3-3787-D42DA3C5B9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2AE0249-8B6A-8337-CF74-553A4AFCE2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E7556D3-5D29-34C3-FF24-07924B15B2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188AFEA-710B-C4F6-8CE9-E39837646A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70DB742-9248-F0BA-0992-667F659682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13B5D13-644F-ADA3-B5C2-F32B340AA3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E9222E-E055-FF25-324F-B9B379B812F1}"/>
              </a:ext>
            </a:extLst>
          </p:cNvPr>
          <p:cNvCxnSpPr/>
          <p:nvPr/>
        </p:nvCxnSpPr>
        <p:spPr>
          <a:xfrm>
            <a:off x="5362575" y="1600200"/>
            <a:ext cx="0" cy="4667250"/>
          </a:xfrm>
          <a:prstGeom prst="line">
            <a:avLst/>
          </a:prstGeom>
          <a:ln w="349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94933FE-F152-E25E-0764-47BA11D27C81}"/>
                  </a:ext>
                </a:extLst>
              </p:cNvPr>
              <p:cNvSpPr txBox="1"/>
              <p:nvPr/>
            </p:nvSpPr>
            <p:spPr>
              <a:xfrm>
                <a:off x="6829426" y="1700212"/>
                <a:ext cx="1684499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size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feet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94933FE-F152-E25E-0764-47BA11D27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426" y="1700212"/>
                <a:ext cx="1684499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7B3FE20-437A-7FFA-FA90-69EA8E2BABFB}"/>
                  </a:ext>
                </a:extLst>
              </p:cNvPr>
              <p:cNvSpPr txBox="1"/>
              <p:nvPr/>
            </p:nvSpPr>
            <p:spPr>
              <a:xfrm>
                <a:off x="6829425" y="2577058"/>
                <a:ext cx="2801344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bedrooms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7B3FE20-437A-7FFA-FA90-69EA8E2BA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425" y="2577058"/>
                <a:ext cx="2801344" cy="5275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6996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B11B-8B45-C857-A23F-E668A543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EE48E6-74DA-FFB2-792A-A23FE0CE065D}"/>
                  </a:ext>
                </a:extLst>
              </p:cNvPr>
              <p:cNvSpPr txBox="1"/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Idea: Make sure features are on a similar scale</a:t>
                </a:r>
              </a:p>
              <a:p>
                <a:endParaRPr lang="en-US" sz="2400" dirty="0"/>
              </a:p>
              <a:p>
                <a:r>
                  <a:rPr lang="en-US" sz="2000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size(0 – 2000 feet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numer of bedrooms (1 – 5)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EE48E6-74DA-FFB2-792A-A23FE0CE0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blipFill>
                <a:blip r:embed="rId2"/>
                <a:stretch>
                  <a:fillRect l="-1109" t="-2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31EC17-C682-B249-D388-9F90B675F147}"/>
              </a:ext>
            </a:extLst>
          </p:cNvPr>
          <p:cNvCxnSpPr/>
          <p:nvPr/>
        </p:nvCxnSpPr>
        <p:spPr>
          <a:xfrm flipV="1">
            <a:off x="1657350" y="2590800"/>
            <a:ext cx="0" cy="367665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EA8CD20-8B47-6DDB-57D5-5756155C0378}"/>
              </a:ext>
            </a:extLst>
          </p:cNvPr>
          <p:cNvCxnSpPr>
            <a:cxnSpLocks/>
          </p:cNvCxnSpPr>
          <p:nvPr/>
        </p:nvCxnSpPr>
        <p:spPr>
          <a:xfrm>
            <a:off x="1314450" y="6010275"/>
            <a:ext cx="24669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71C321-3E9E-DF98-95FE-9F9457CE824E}"/>
                  </a:ext>
                </a:extLst>
              </p:cNvPr>
              <p:cNvSpPr txBox="1"/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71C321-3E9E-DF98-95FE-9F9457CE8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blipFill>
                <a:blip r:embed="rId3"/>
                <a:stretch>
                  <a:fillRect r="-559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4CED30-C7AF-1E0D-ADCF-A8A6E8BCCFD0}"/>
                  </a:ext>
                </a:extLst>
              </p:cNvPr>
              <p:cNvSpPr txBox="1"/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4CED30-C7AF-1E0D-ADCF-A8A6E8BCC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blipFill>
                <a:blip r:embed="rId4"/>
                <a:stretch>
                  <a:fillRect r="-9524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821801-BF70-734B-7494-7EDDFD6FF712}"/>
                  </a:ext>
                </a:extLst>
              </p:cNvPr>
              <p:cNvSpPr txBox="1"/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821801-BF70-734B-7494-7EDDFD6FF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blipFill>
                <a:blip r:embed="rId5"/>
                <a:stretch>
                  <a:fillRect l="-4762" r="-555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067A87E3-80C3-ACF6-6F5F-EA8DCD4F3AC3}"/>
              </a:ext>
            </a:extLst>
          </p:cNvPr>
          <p:cNvGrpSpPr/>
          <p:nvPr/>
        </p:nvGrpSpPr>
        <p:grpSpPr>
          <a:xfrm>
            <a:off x="1766891" y="2333624"/>
            <a:ext cx="1904993" cy="3676650"/>
            <a:chOff x="6858000" y="1809750"/>
            <a:chExt cx="1904993" cy="36766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A7AD2C8-61F0-2763-809A-213EFB5DAEB0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9ECF473-C17F-A3E6-8445-6DAF8CE8AC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4599AE4-E679-74ED-B9EC-DA893A6D29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9F299A0-F2E1-69D8-5A11-0943C76BA2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D53A00B-A95C-1047-0EAF-6B65DEA8B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C034C56-77D3-A556-F195-157708144F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6C6719-85A6-6DD8-6CE9-0FFE0A52BA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3D9C75-A891-CFB0-428B-5BC3931ACB66}"/>
              </a:ext>
            </a:extLst>
          </p:cNvPr>
          <p:cNvCxnSpPr/>
          <p:nvPr/>
        </p:nvCxnSpPr>
        <p:spPr>
          <a:xfrm flipV="1">
            <a:off x="2311400" y="5680709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FB58EE-61F6-C946-B232-B9F480359277}"/>
              </a:ext>
            </a:extLst>
          </p:cNvPr>
          <p:cNvCxnSpPr/>
          <p:nvPr/>
        </p:nvCxnSpPr>
        <p:spPr>
          <a:xfrm flipV="1">
            <a:off x="2577122" y="5560538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F9D1AC-112D-5870-C979-346E00553756}"/>
              </a:ext>
            </a:extLst>
          </p:cNvPr>
          <p:cNvCxnSpPr/>
          <p:nvPr/>
        </p:nvCxnSpPr>
        <p:spPr>
          <a:xfrm flipV="1">
            <a:off x="2814494" y="5438059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84A4BD-9074-27AA-4BB3-7EA342CB7054}"/>
              </a:ext>
            </a:extLst>
          </p:cNvPr>
          <p:cNvCxnSpPr>
            <a:cxnSpLocks/>
          </p:cNvCxnSpPr>
          <p:nvPr/>
        </p:nvCxnSpPr>
        <p:spPr>
          <a:xfrm flipH="1" flipV="1">
            <a:off x="2721319" y="5315580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975571-6808-47EE-B36E-A5CFC5A2AD47}"/>
              </a:ext>
            </a:extLst>
          </p:cNvPr>
          <p:cNvCxnSpPr>
            <a:cxnSpLocks/>
          </p:cNvCxnSpPr>
          <p:nvPr/>
        </p:nvCxnSpPr>
        <p:spPr>
          <a:xfrm flipH="1" flipV="1">
            <a:off x="2482844" y="5219862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DA20B5-0467-62BD-6F34-FCFA2925C923}"/>
              </a:ext>
            </a:extLst>
          </p:cNvPr>
          <p:cNvCxnSpPr>
            <a:cxnSpLocks/>
          </p:cNvCxnSpPr>
          <p:nvPr/>
        </p:nvCxnSpPr>
        <p:spPr>
          <a:xfrm flipV="1">
            <a:off x="2491173" y="5014961"/>
            <a:ext cx="228208" cy="209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F4DA89-6761-7F5C-D519-3F7296FDFE3B}"/>
              </a:ext>
            </a:extLst>
          </p:cNvPr>
          <p:cNvCxnSpPr>
            <a:cxnSpLocks/>
          </p:cNvCxnSpPr>
          <p:nvPr/>
        </p:nvCxnSpPr>
        <p:spPr>
          <a:xfrm flipV="1">
            <a:off x="2704554" y="4811374"/>
            <a:ext cx="228208" cy="209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5EE9A9-D53C-3F5B-47D0-E1B7783C7F83}"/>
              </a:ext>
            </a:extLst>
          </p:cNvPr>
          <p:cNvCxnSpPr>
            <a:cxnSpLocks/>
          </p:cNvCxnSpPr>
          <p:nvPr/>
        </p:nvCxnSpPr>
        <p:spPr>
          <a:xfrm flipH="1" flipV="1">
            <a:off x="2660869" y="4712482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300D7A-C650-E39B-49DF-77D8C9B0A6A1}"/>
              </a:ext>
            </a:extLst>
          </p:cNvPr>
          <p:cNvCxnSpPr>
            <a:cxnSpLocks/>
            <a:endCxn id="13" idx="5"/>
          </p:cNvCxnSpPr>
          <p:nvPr/>
        </p:nvCxnSpPr>
        <p:spPr>
          <a:xfrm flipV="1">
            <a:off x="2665033" y="4495238"/>
            <a:ext cx="221857" cy="228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DFC03B2-C6B7-E163-0AD3-CD66B9BEC0EE}"/>
              </a:ext>
            </a:extLst>
          </p:cNvPr>
          <p:cNvCxnSpPr>
            <a:cxnSpLocks/>
          </p:cNvCxnSpPr>
          <p:nvPr/>
        </p:nvCxnSpPr>
        <p:spPr>
          <a:xfrm flipH="1" flipV="1">
            <a:off x="2654517" y="4463568"/>
            <a:ext cx="188569" cy="739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FB346C3-BFF3-B2FD-33C5-0ADD01EAA0CE}"/>
              </a:ext>
            </a:extLst>
          </p:cNvPr>
          <p:cNvCxnSpPr>
            <a:cxnSpLocks/>
          </p:cNvCxnSpPr>
          <p:nvPr/>
        </p:nvCxnSpPr>
        <p:spPr>
          <a:xfrm flipV="1">
            <a:off x="2665907" y="4235635"/>
            <a:ext cx="82894" cy="220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E6E187-D371-7157-CEFC-0024A0565700}"/>
              </a:ext>
            </a:extLst>
          </p:cNvPr>
          <p:cNvGrpSpPr/>
          <p:nvPr/>
        </p:nvGrpSpPr>
        <p:grpSpPr>
          <a:xfrm>
            <a:off x="65779" y="2493480"/>
            <a:ext cx="986689" cy="3676650"/>
            <a:chOff x="6858000" y="1809750"/>
            <a:chExt cx="1904993" cy="36766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8BE1857-837B-4112-D3A1-1DB02B1EBFBA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2011479-41F9-3482-AE43-8BA64D0EC7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E8C238E-703A-8121-9289-57CD35BFED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8D86C4-5A7F-EFA5-DA7A-9794EE7CC6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DE19BD7-0FF6-BAD2-022F-162D0F1644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6F41D6D-2823-06D1-B4B4-1A2E364C3D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CF6AEFE-E184-9AFA-D9BE-6A4BC12C3D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97CC5A-7690-B7F9-ECF4-F36E4006D402}"/>
              </a:ext>
            </a:extLst>
          </p:cNvPr>
          <p:cNvCxnSpPr/>
          <p:nvPr/>
        </p:nvCxnSpPr>
        <p:spPr>
          <a:xfrm>
            <a:off x="5362575" y="1600200"/>
            <a:ext cx="0" cy="4667250"/>
          </a:xfrm>
          <a:prstGeom prst="line">
            <a:avLst/>
          </a:prstGeom>
          <a:ln w="349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F1DA75-92CA-3F80-A576-21F7A94D6B79}"/>
                  </a:ext>
                </a:extLst>
              </p:cNvPr>
              <p:cNvSpPr txBox="1"/>
              <p:nvPr/>
            </p:nvSpPr>
            <p:spPr>
              <a:xfrm>
                <a:off x="6829426" y="1700212"/>
                <a:ext cx="1684499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size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feet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F1DA75-92CA-3F80-A576-21F7A94D6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426" y="1700212"/>
                <a:ext cx="1684499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9E00D96-BC70-9096-CCDB-9DE60794343E}"/>
                  </a:ext>
                </a:extLst>
              </p:cNvPr>
              <p:cNvSpPr txBox="1"/>
              <p:nvPr/>
            </p:nvSpPr>
            <p:spPr>
              <a:xfrm>
                <a:off x="6829425" y="2577058"/>
                <a:ext cx="2801344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bedrooms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9E00D96-BC70-9096-CCDB-9DE607943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425" y="2577058"/>
                <a:ext cx="2801344" cy="5275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A987600-28F7-C581-6441-600BABD1BCC3}"/>
              </a:ext>
            </a:extLst>
          </p:cNvPr>
          <p:cNvCxnSpPr/>
          <p:nvPr/>
        </p:nvCxnSpPr>
        <p:spPr>
          <a:xfrm flipV="1">
            <a:off x="7581900" y="4130506"/>
            <a:ext cx="0" cy="246888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FFB7F0-7C13-5EAE-6F83-B8C2C62BF585}"/>
              </a:ext>
            </a:extLst>
          </p:cNvPr>
          <p:cNvCxnSpPr>
            <a:cxnSpLocks/>
          </p:cNvCxnSpPr>
          <p:nvPr/>
        </p:nvCxnSpPr>
        <p:spPr>
          <a:xfrm>
            <a:off x="7210425" y="6210299"/>
            <a:ext cx="24669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8FE872-FCEC-63E7-1A10-381CA7DC6EEA}"/>
                  </a:ext>
                </a:extLst>
              </p:cNvPr>
              <p:cNvSpPr txBox="1"/>
              <p:nvPr/>
            </p:nvSpPr>
            <p:spPr>
              <a:xfrm>
                <a:off x="9586828" y="5950827"/>
                <a:ext cx="359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8FE872-FCEC-63E7-1A10-381CA7DC6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828" y="5950827"/>
                <a:ext cx="359569" cy="461665"/>
              </a:xfrm>
              <a:prstGeom prst="rect">
                <a:avLst/>
              </a:prstGeom>
              <a:blipFill>
                <a:blip r:embed="rId8"/>
                <a:stretch>
                  <a:fillRect r="-559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B5C5AC-62D3-A6A6-CFEB-636A8441E589}"/>
                  </a:ext>
                </a:extLst>
              </p:cNvPr>
              <p:cNvSpPr txBox="1"/>
              <p:nvPr/>
            </p:nvSpPr>
            <p:spPr>
              <a:xfrm>
                <a:off x="6888572" y="3899673"/>
                <a:ext cx="5119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B5C5AC-62D3-A6A6-CFEB-636A8441E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572" y="3899673"/>
                <a:ext cx="511968" cy="461665"/>
              </a:xfrm>
              <a:prstGeom prst="rect">
                <a:avLst/>
              </a:prstGeom>
              <a:blipFill>
                <a:blip r:embed="rId9"/>
                <a:stretch>
                  <a:fillRect r="-9524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2F8434-0298-F2EF-81FF-E65B92060719}"/>
                  </a:ext>
                </a:extLst>
              </p:cNvPr>
              <p:cNvSpPr txBox="1"/>
              <p:nvPr/>
            </p:nvSpPr>
            <p:spPr>
              <a:xfrm>
                <a:off x="9946397" y="4071249"/>
                <a:ext cx="7679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2F8434-0298-F2EF-81FF-E65B92060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397" y="4071249"/>
                <a:ext cx="767953" cy="461665"/>
              </a:xfrm>
              <a:prstGeom prst="rect">
                <a:avLst/>
              </a:prstGeom>
              <a:blipFill>
                <a:blip r:embed="rId10"/>
                <a:stretch>
                  <a:fillRect l="-4762" r="-555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095E79F-2643-31C4-9C77-8182D404A5DB}"/>
              </a:ext>
            </a:extLst>
          </p:cNvPr>
          <p:cNvGrpSpPr/>
          <p:nvPr/>
        </p:nvGrpSpPr>
        <p:grpSpPr>
          <a:xfrm>
            <a:off x="7725776" y="4071249"/>
            <a:ext cx="1904993" cy="2081128"/>
            <a:chOff x="6858000" y="1809750"/>
            <a:chExt cx="1904993" cy="367665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E25E6FE-7B50-03DF-561B-52C11F924A15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10F9C1A-FC06-1070-93F3-B471E40368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71255A3-83BD-56B4-6FFE-C6F077D016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D92FDE4-2A50-D99A-94BD-FB747D8385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22ED71E-9287-1362-4C8F-41FBA3C095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289E342-FB2A-2DC7-D7E9-6C02B1E49C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816293D-E1BA-CDC7-785A-1617E7CAB8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72067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CEBB-F32D-E792-1896-E9594ECC9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B4B311-F53A-E107-3DE3-F2CD21405A2B}"/>
                  </a:ext>
                </a:extLst>
              </p:cNvPr>
              <p:cNvSpPr txBox="1"/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Idea: Make sure features are on a similar scale</a:t>
                </a:r>
              </a:p>
              <a:p>
                <a:endParaRPr lang="en-US" sz="2400" dirty="0"/>
              </a:p>
              <a:p>
                <a:r>
                  <a:rPr lang="en-US" sz="2000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size(0 – 2000 feet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numer of bedrooms (1 – 5)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B4B311-F53A-E107-3DE3-F2CD21405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235"/>
                <a:ext cx="10991088" cy="2616101"/>
              </a:xfrm>
              <a:prstGeom prst="rect">
                <a:avLst/>
              </a:prstGeom>
              <a:blipFill>
                <a:blip r:embed="rId2"/>
                <a:stretch>
                  <a:fillRect l="-1109" t="-2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583A85-2745-74DA-7715-C730E6992DE2}"/>
              </a:ext>
            </a:extLst>
          </p:cNvPr>
          <p:cNvCxnSpPr/>
          <p:nvPr/>
        </p:nvCxnSpPr>
        <p:spPr>
          <a:xfrm flipV="1">
            <a:off x="1657350" y="2590800"/>
            <a:ext cx="0" cy="367665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1D8D82-F514-56FA-6214-6B863C3671F7}"/>
              </a:ext>
            </a:extLst>
          </p:cNvPr>
          <p:cNvCxnSpPr>
            <a:cxnSpLocks/>
          </p:cNvCxnSpPr>
          <p:nvPr/>
        </p:nvCxnSpPr>
        <p:spPr>
          <a:xfrm>
            <a:off x="1314450" y="6010275"/>
            <a:ext cx="24669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B76DBB-7237-8070-5052-D4AC0B1FF2F5}"/>
                  </a:ext>
                </a:extLst>
              </p:cNvPr>
              <p:cNvSpPr txBox="1"/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B76DBB-7237-8070-5052-D4AC0B1FF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16" y="5779442"/>
                <a:ext cx="359569" cy="461665"/>
              </a:xfrm>
              <a:prstGeom prst="rect">
                <a:avLst/>
              </a:prstGeom>
              <a:blipFill>
                <a:blip r:embed="rId3"/>
                <a:stretch>
                  <a:fillRect r="-559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16A40C-49DE-EB39-074B-73BEE9A35FD2}"/>
                  </a:ext>
                </a:extLst>
              </p:cNvPr>
              <p:cNvSpPr txBox="1"/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16A40C-49DE-EB39-074B-73BEE9A35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56" y="2708963"/>
                <a:ext cx="511968" cy="461665"/>
              </a:xfrm>
              <a:prstGeom prst="rect">
                <a:avLst/>
              </a:prstGeom>
              <a:blipFill>
                <a:blip r:embed="rId4"/>
                <a:stretch>
                  <a:fillRect r="-9524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46CEC2-85A3-735D-C3B6-C2D647F016D4}"/>
                  </a:ext>
                </a:extLst>
              </p:cNvPr>
              <p:cNvSpPr txBox="1"/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46CEC2-85A3-735D-C3B6-C2D647F01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258" y="2797182"/>
                <a:ext cx="767953" cy="461665"/>
              </a:xfrm>
              <a:prstGeom prst="rect">
                <a:avLst/>
              </a:prstGeom>
              <a:blipFill>
                <a:blip r:embed="rId5"/>
                <a:stretch>
                  <a:fillRect l="-4762" r="-555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DB8CBBF7-5563-AF44-CC86-F0373C804DE2}"/>
              </a:ext>
            </a:extLst>
          </p:cNvPr>
          <p:cNvGrpSpPr/>
          <p:nvPr/>
        </p:nvGrpSpPr>
        <p:grpSpPr>
          <a:xfrm>
            <a:off x="1766891" y="2333624"/>
            <a:ext cx="1904993" cy="3676650"/>
            <a:chOff x="6858000" y="1809750"/>
            <a:chExt cx="1904993" cy="36766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6B9CCA2-1EF4-2CC6-E5F2-34D965075532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D21F23B-DA1B-B173-ACA1-84B3052AEA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82CBBB-4D3C-EDD2-A5D2-6AB0BEFCC4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FC155FA-8B67-2F0D-DBEE-C6792F60A0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A7DA312-86EE-B570-80A7-FE21A63887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AADF282-B6B0-A5E8-9D3F-2578C7E9E4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95D33AA-87DA-2A8A-7A76-5087F71F9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6CF061-3B2A-7058-1431-5A749ADA1543}"/>
              </a:ext>
            </a:extLst>
          </p:cNvPr>
          <p:cNvCxnSpPr/>
          <p:nvPr/>
        </p:nvCxnSpPr>
        <p:spPr>
          <a:xfrm flipV="1">
            <a:off x="2311400" y="5680709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92E596-2FCE-22ED-93D3-0FD1CB608A77}"/>
              </a:ext>
            </a:extLst>
          </p:cNvPr>
          <p:cNvCxnSpPr/>
          <p:nvPr/>
        </p:nvCxnSpPr>
        <p:spPr>
          <a:xfrm flipV="1">
            <a:off x="2577122" y="5560538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95FF47-BF8D-3BF9-66F9-34BC3AF8C0A4}"/>
              </a:ext>
            </a:extLst>
          </p:cNvPr>
          <p:cNvCxnSpPr/>
          <p:nvPr/>
        </p:nvCxnSpPr>
        <p:spPr>
          <a:xfrm flipV="1">
            <a:off x="2814494" y="5438059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7FC4DC-A9A7-0B4E-1611-CF7E5754BCA6}"/>
              </a:ext>
            </a:extLst>
          </p:cNvPr>
          <p:cNvCxnSpPr>
            <a:cxnSpLocks/>
          </p:cNvCxnSpPr>
          <p:nvPr/>
        </p:nvCxnSpPr>
        <p:spPr>
          <a:xfrm flipH="1" flipV="1">
            <a:off x="2721319" y="5315580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C5782BD-9990-42A8-5823-63136DFAC4B6}"/>
              </a:ext>
            </a:extLst>
          </p:cNvPr>
          <p:cNvCxnSpPr>
            <a:cxnSpLocks/>
          </p:cNvCxnSpPr>
          <p:nvPr/>
        </p:nvCxnSpPr>
        <p:spPr>
          <a:xfrm flipH="1" flipV="1">
            <a:off x="2482844" y="5219862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B13EAD4-1324-DFEA-7B6E-44B24A4F84C6}"/>
              </a:ext>
            </a:extLst>
          </p:cNvPr>
          <p:cNvCxnSpPr>
            <a:cxnSpLocks/>
          </p:cNvCxnSpPr>
          <p:nvPr/>
        </p:nvCxnSpPr>
        <p:spPr>
          <a:xfrm flipV="1">
            <a:off x="2491173" y="5014961"/>
            <a:ext cx="228208" cy="209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4F047D-9DD0-80DC-7FB6-37E92344532E}"/>
              </a:ext>
            </a:extLst>
          </p:cNvPr>
          <p:cNvCxnSpPr>
            <a:cxnSpLocks/>
          </p:cNvCxnSpPr>
          <p:nvPr/>
        </p:nvCxnSpPr>
        <p:spPr>
          <a:xfrm flipV="1">
            <a:off x="2704554" y="4811374"/>
            <a:ext cx="228208" cy="209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47A027-BC34-CDDE-0881-626953CC5D72}"/>
              </a:ext>
            </a:extLst>
          </p:cNvPr>
          <p:cNvCxnSpPr>
            <a:cxnSpLocks/>
          </p:cNvCxnSpPr>
          <p:nvPr/>
        </p:nvCxnSpPr>
        <p:spPr>
          <a:xfrm flipH="1" flipV="1">
            <a:off x="2660869" y="4712482"/>
            <a:ext cx="236537" cy="98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339319-6B5C-8C33-1911-7C1FDEE68B5F}"/>
              </a:ext>
            </a:extLst>
          </p:cNvPr>
          <p:cNvCxnSpPr>
            <a:cxnSpLocks/>
            <a:endCxn id="13" idx="5"/>
          </p:cNvCxnSpPr>
          <p:nvPr/>
        </p:nvCxnSpPr>
        <p:spPr>
          <a:xfrm flipV="1">
            <a:off x="2665033" y="4495238"/>
            <a:ext cx="221857" cy="228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528083-0B26-F485-4ABA-FE23EF346360}"/>
              </a:ext>
            </a:extLst>
          </p:cNvPr>
          <p:cNvCxnSpPr>
            <a:cxnSpLocks/>
          </p:cNvCxnSpPr>
          <p:nvPr/>
        </p:nvCxnSpPr>
        <p:spPr>
          <a:xfrm flipH="1" flipV="1">
            <a:off x="2654517" y="4463568"/>
            <a:ext cx="188569" cy="739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D112BC-AC7D-CF67-8AED-5668D71B902E}"/>
              </a:ext>
            </a:extLst>
          </p:cNvPr>
          <p:cNvCxnSpPr>
            <a:cxnSpLocks/>
          </p:cNvCxnSpPr>
          <p:nvPr/>
        </p:nvCxnSpPr>
        <p:spPr>
          <a:xfrm flipV="1">
            <a:off x="2665907" y="4235635"/>
            <a:ext cx="82894" cy="220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AA25C48-2D20-3762-6982-8C090A646B80}"/>
              </a:ext>
            </a:extLst>
          </p:cNvPr>
          <p:cNvGrpSpPr/>
          <p:nvPr/>
        </p:nvGrpSpPr>
        <p:grpSpPr>
          <a:xfrm>
            <a:off x="65779" y="2493480"/>
            <a:ext cx="986689" cy="3676650"/>
            <a:chOff x="6858000" y="1809750"/>
            <a:chExt cx="1904993" cy="36766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BC792DD-1CC0-6EEE-D43D-D8A483722B0A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D7A4E37-3EAD-3797-7774-DBB8AEF94F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48C2CD4-C573-2569-2231-CFDE74C42A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6F00E99-F40A-044E-68D9-5715C3DABE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9444E5E-36E3-C1D9-6113-0D176FC736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FE9AFF6-C09B-47C5-9CE2-4ED3EFC1F6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D115170-B0B5-2251-7A8B-37EA23B125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AAECB6E-4B33-F254-8EC6-731E1EAE1D50}"/>
              </a:ext>
            </a:extLst>
          </p:cNvPr>
          <p:cNvCxnSpPr/>
          <p:nvPr/>
        </p:nvCxnSpPr>
        <p:spPr>
          <a:xfrm>
            <a:off x="5362575" y="1600200"/>
            <a:ext cx="0" cy="4667250"/>
          </a:xfrm>
          <a:prstGeom prst="line">
            <a:avLst/>
          </a:prstGeom>
          <a:ln w="349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70FF513-9F7B-E3A1-1CE3-D331E0544FC4}"/>
                  </a:ext>
                </a:extLst>
              </p:cNvPr>
              <p:cNvSpPr txBox="1"/>
              <p:nvPr/>
            </p:nvSpPr>
            <p:spPr>
              <a:xfrm>
                <a:off x="6829426" y="1700212"/>
                <a:ext cx="1684499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size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feet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70FF513-9F7B-E3A1-1CE3-D331E0544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426" y="1700212"/>
                <a:ext cx="1684499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E77467E-8436-B8AA-08AC-687CAD1945D7}"/>
                  </a:ext>
                </a:extLst>
              </p:cNvPr>
              <p:cNvSpPr txBox="1"/>
              <p:nvPr/>
            </p:nvSpPr>
            <p:spPr>
              <a:xfrm>
                <a:off x="6829425" y="2577058"/>
                <a:ext cx="2801344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bedrooms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E77467E-8436-B8AA-08AC-687CAD194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425" y="2577058"/>
                <a:ext cx="2801344" cy="5275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33F72C6-9E9E-6204-DC4B-C3B9358E02F7}"/>
              </a:ext>
            </a:extLst>
          </p:cNvPr>
          <p:cNvCxnSpPr/>
          <p:nvPr/>
        </p:nvCxnSpPr>
        <p:spPr>
          <a:xfrm flipV="1">
            <a:off x="7581900" y="4130506"/>
            <a:ext cx="0" cy="246888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C4C333-01D8-79C3-724E-C5569516BBC1}"/>
              </a:ext>
            </a:extLst>
          </p:cNvPr>
          <p:cNvCxnSpPr>
            <a:cxnSpLocks/>
          </p:cNvCxnSpPr>
          <p:nvPr/>
        </p:nvCxnSpPr>
        <p:spPr>
          <a:xfrm>
            <a:off x="7210425" y="6210299"/>
            <a:ext cx="24669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0F38500-A375-473F-5A3C-956FFE35B229}"/>
                  </a:ext>
                </a:extLst>
              </p:cNvPr>
              <p:cNvSpPr txBox="1"/>
              <p:nvPr/>
            </p:nvSpPr>
            <p:spPr>
              <a:xfrm>
                <a:off x="9586828" y="5950827"/>
                <a:ext cx="3595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0F38500-A375-473F-5A3C-956FFE35B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828" y="5950827"/>
                <a:ext cx="359569" cy="461665"/>
              </a:xfrm>
              <a:prstGeom prst="rect">
                <a:avLst/>
              </a:prstGeom>
              <a:blipFill>
                <a:blip r:embed="rId8"/>
                <a:stretch>
                  <a:fillRect r="-559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ECC13A7-380C-5556-D9FE-9C34BAD13325}"/>
                  </a:ext>
                </a:extLst>
              </p:cNvPr>
              <p:cNvSpPr txBox="1"/>
              <p:nvPr/>
            </p:nvSpPr>
            <p:spPr>
              <a:xfrm>
                <a:off x="6888572" y="3899673"/>
                <a:ext cx="5119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ECC13A7-380C-5556-D9FE-9C34BAD13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572" y="3899673"/>
                <a:ext cx="511968" cy="461665"/>
              </a:xfrm>
              <a:prstGeom prst="rect">
                <a:avLst/>
              </a:prstGeom>
              <a:blipFill>
                <a:blip r:embed="rId9"/>
                <a:stretch>
                  <a:fillRect r="-9524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77E128F-9559-494D-3DAD-57D656EC3899}"/>
                  </a:ext>
                </a:extLst>
              </p:cNvPr>
              <p:cNvSpPr txBox="1"/>
              <p:nvPr/>
            </p:nvSpPr>
            <p:spPr>
              <a:xfrm>
                <a:off x="9946397" y="4071249"/>
                <a:ext cx="7679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77E128F-9559-494D-3DAD-57D656EC3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397" y="4071249"/>
                <a:ext cx="767953" cy="461665"/>
              </a:xfrm>
              <a:prstGeom prst="rect">
                <a:avLst/>
              </a:prstGeom>
              <a:blipFill>
                <a:blip r:embed="rId10"/>
                <a:stretch>
                  <a:fillRect l="-4762" r="-555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12F00510-DE6B-3FDF-7647-42F95582099E}"/>
              </a:ext>
            </a:extLst>
          </p:cNvPr>
          <p:cNvGrpSpPr/>
          <p:nvPr/>
        </p:nvGrpSpPr>
        <p:grpSpPr>
          <a:xfrm>
            <a:off x="7725776" y="4071249"/>
            <a:ext cx="1904993" cy="2081128"/>
            <a:chOff x="6858000" y="1809750"/>
            <a:chExt cx="1904993" cy="367665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1931CB1-AAD3-5E3A-8ECD-17DFDB881A65}"/>
                </a:ext>
              </a:extLst>
            </p:cNvPr>
            <p:cNvSpPr/>
            <p:nvPr/>
          </p:nvSpPr>
          <p:spPr>
            <a:xfrm>
              <a:off x="6858000" y="1809750"/>
              <a:ext cx="1904993" cy="367665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79CF172-5E18-884D-D18E-BD1E402150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8757" y="2139315"/>
              <a:ext cx="1563477" cy="301752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0A8DDBA-3413-CBDC-8E0A-DF7D65A9F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890" y="2413635"/>
              <a:ext cx="1279209" cy="246888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283FA8C-6797-4B1D-2706-74B808C4E3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6712" y="2734973"/>
              <a:ext cx="947563" cy="1828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D53C247-517D-3BEA-F12C-C2AAC76B07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8845" y="3009293"/>
              <a:ext cx="663295" cy="128016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683A148-3AF6-9943-F527-C47E3C1DC4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3600" y="3190875"/>
              <a:ext cx="473783" cy="9144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550492E-7D75-AFD9-5448-B161D61CA8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2044" y="3419475"/>
              <a:ext cx="236893" cy="4572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1B1A511-44A5-A597-8221-AD177106C865}"/>
              </a:ext>
            </a:extLst>
          </p:cNvPr>
          <p:cNvCxnSpPr>
            <a:cxnSpLocks/>
          </p:cNvCxnSpPr>
          <p:nvPr/>
        </p:nvCxnSpPr>
        <p:spPr>
          <a:xfrm flipV="1">
            <a:off x="7880552" y="5495887"/>
            <a:ext cx="230685" cy="1594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FCE71CE-5338-C238-30EF-DC6B4A57CF1A}"/>
              </a:ext>
            </a:extLst>
          </p:cNvPr>
          <p:cNvCxnSpPr>
            <a:cxnSpLocks/>
          </p:cNvCxnSpPr>
          <p:nvPr/>
        </p:nvCxnSpPr>
        <p:spPr>
          <a:xfrm flipV="1">
            <a:off x="8117089" y="5347958"/>
            <a:ext cx="205427" cy="146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6C19D02-A4B5-16BF-3CA2-3EE83E5C7316}"/>
              </a:ext>
            </a:extLst>
          </p:cNvPr>
          <p:cNvCxnSpPr>
            <a:cxnSpLocks/>
          </p:cNvCxnSpPr>
          <p:nvPr/>
        </p:nvCxnSpPr>
        <p:spPr>
          <a:xfrm flipV="1">
            <a:off x="8318744" y="5220954"/>
            <a:ext cx="201055" cy="131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D574FCE-8659-74DD-69E8-9ECB921BEC2C}"/>
              </a:ext>
            </a:extLst>
          </p:cNvPr>
          <p:cNvCxnSpPr>
            <a:cxnSpLocks/>
          </p:cNvCxnSpPr>
          <p:nvPr/>
        </p:nvCxnSpPr>
        <p:spPr>
          <a:xfrm flipV="1">
            <a:off x="8514026" y="5126486"/>
            <a:ext cx="164240" cy="101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188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72F391-2410-B80D-E128-6ED1598CE13A}"/>
                  </a:ext>
                </a:extLst>
              </p:cNvPr>
              <p:cNvSpPr txBox="1"/>
              <p:nvPr/>
            </p:nvSpPr>
            <p:spPr>
              <a:xfrm>
                <a:off x="0" y="37235"/>
                <a:ext cx="10991088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Get every feature into approximately a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 range.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 dirty="0">
                  <a:solidFill>
                    <a:srgbClr val="0000FF"/>
                  </a:solidFill>
                </a:endParaRPr>
              </a:p>
              <a:p>
                <a:r>
                  <a:rPr lang="en-US" sz="2000" dirty="0"/>
                  <a:t>e.g.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0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≤3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−2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≤0.5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−100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≤100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−0.0001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≤0.000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endParaRPr lang="en-US" sz="2800" dirty="0"/>
              </a:p>
              <a:p>
                <a:endParaRPr lang="en-US" sz="3600" dirty="0"/>
              </a:p>
              <a:p>
                <a:endParaRPr lang="en-US" sz="32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72F391-2410-B80D-E128-6ED1598CE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235"/>
                <a:ext cx="10991088" cy="5324535"/>
              </a:xfrm>
              <a:prstGeom prst="rect">
                <a:avLst/>
              </a:prstGeom>
              <a:blipFill>
                <a:blip r:embed="rId2"/>
                <a:stretch>
                  <a:fillRect l="-1109" t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15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20CD0-4F69-AA0E-C662-38806518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324F5B-7C3A-5307-D858-40DB3CBB2E01}"/>
                  </a:ext>
                </a:extLst>
              </p:cNvPr>
              <p:cNvSpPr txBox="1"/>
              <p:nvPr/>
            </p:nvSpPr>
            <p:spPr>
              <a:xfrm>
                <a:off x="0" y="37235"/>
                <a:ext cx="10991088" cy="7048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Get every feature into approximately a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 range.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 dirty="0">
                  <a:solidFill>
                    <a:srgbClr val="0000FF"/>
                  </a:solidFill>
                </a:endParaRPr>
              </a:p>
              <a:p>
                <a:endParaRPr lang="en-US" sz="2800" b="1" dirty="0">
                  <a:solidFill>
                    <a:srgbClr val="0000FF"/>
                  </a:solidFill>
                </a:endParaRPr>
              </a:p>
              <a:p>
                <a:r>
                  <a:rPr lang="en-US" sz="2000" dirty="0"/>
                  <a:t>e.g.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0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≤3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−2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≤0.5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</a:p>
              <a:p>
                <a:r>
                  <a:rPr 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−100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≤100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−0.0001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≤0.000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endParaRPr lang="en-US" sz="2800" dirty="0"/>
              </a:p>
              <a:p>
                <a:endParaRPr lang="en-US" sz="3600" dirty="0"/>
              </a:p>
              <a:p>
                <a:endParaRPr lang="en-US" sz="32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324F5B-7C3A-5307-D858-40DB3CBB2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235"/>
                <a:ext cx="10991088" cy="7048083"/>
              </a:xfrm>
              <a:prstGeom prst="rect">
                <a:avLst/>
              </a:prstGeom>
              <a:blipFill>
                <a:blip r:embed="rId2"/>
                <a:stretch>
                  <a:fillRect l="-1109" t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4B413C-A8F3-9856-AD2D-C288E3647169}"/>
                  </a:ext>
                </a:extLst>
              </p14:cNvPr>
              <p14:cNvContentPartPr/>
              <p14:nvPr/>
            </p14:nvContentPartPr>
            <p14:xfrm>
              <a:off x="4073276" y="2139269"/>
              <a:ext cx="656280" cy="234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4B413C-A8F3-9856-AD2D-C288E36471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5276" y="2121269"/>
                <a:ext cx="6919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E1185C-31ED-D1CC-9B11-A6EA509D7513}"/>
                  </a:ext>
                </a:extLst>
              </p14:cNvPr>
              <p14:cNvContentPartPr/>
              <p14:nvPr/>
            </p14:nvContentPartPr>
            <p14:xfrm>
              <a:off x="4553476" y="2968733"/>
              <a:ext cx="663120" cy="262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E1185C-31ED-D1CC-9B11-A6EA509D75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35836" y="2951093"/>
                <a:ext cx="698760" cy="29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2A68572-805E-9CB4-0F07-5D365F0B7385}"/>
              </a:ext>
            </a:extLst>
          </p:cNvPr>
          <p:cNvGrpSpPr/>
          <p:nvPr/>
        </p:nvGrpSpPr>
        <p:grpSpPr>
          <a:xfrm>
            <a:off x="4680993" y="3844636"/>
            <a:ext cx="329040" cy="218520"/>
            <a:chOff x="4202615" y="2604553"/>
            <a:chExt cx="32904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2694CC6-68FD-7276-CA6C-8360EA951EDA}"/>
                    </a:ext>
                  </a:extLst>
                </p14:cNvPr>
                <p14:cNvContentPartPr/>
                <p14:nvPr/>
              </p14:nvContentPartPr>
              <p14:xfrm>
                <a:off x="4208375" y="2604553"/>
                <a:ext cx="188280" cy="211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2694CC6-68FD-7276-CA6C-8360EA951ED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90735" y="2586553"/>
                  <a:ext cx="223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ACE24BC-8D2F-AE11-CB49-896ACB76911F}"/>
                    </a:ext>
                  </a:extLst>
                </p14:cNvPr>
                <p14:cNvContentPartPr/>
                <p14:nvPr/>
              </p14:nvContentPartPr>
              <p14:xfrm>
                <a:off x="4202615" y="2622913"/>
                <a:ext cx="329040" cy="200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ACE24BC-8D2F-AE11-CB49-896ACB76911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84615" y="2604913"/>
                  <a:ext cx="36468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D234427-1BB6-B616-17C2-4C557EEF8B12}"/>
              </a:ext>
            </a:extLst>
          </p:cNvPr>
          <p:cNvGrpSpPr/>
          <p:nvPr/>
        </p:nvGrpSpPr>
        <p:grpSpPr>
          <a:xfrm>
            <a:off x="5048116" y="4677568"/>
            <a:ext cx="237960" cy="258120"/>
            <a:chOff x="4634615" y="2992273"/>
            <a:chExt cx="23796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E6A7151-BCED-35F3-724F-59C540B27674}"/>
                    </a:ext>
                  </a:extLst>
                </p14:cNvPr>
                <p14:cNvContentPartPr/>
                <p14:nvPr/>
              </p14:nvContentPartPr>
              <p14:xfrm>
                <a:off x="4634615" y="2992273"/>
                <a:ext cx="168480" cy="258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E6A7151-BCED-35F3-724F-59C540B2767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16615" y="2974633"/>
                  <a:ext cx="2041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F739C9B-7895-0080-A0AE-F31C7A0198D1}"/>
                    </a:ext>
                  </a:extLst>
                </p14:cNvPr>
                <p14:cNvContentPartPr/>
                <p14:nvPr/>
              </p14:nvContentPartPr>
              <p14:xfrm>
                <a:off x="4636415" y="3001633"/>
                <a:ext cx="236160" cy="243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F739C9B-7895-0080-A0AE-F31C7A0198D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18415" y="2983633"/>
                  <a:ext cx="271800" cy="27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28558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AFCF8-326C-234E-E7DC-A201A37E7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1E8A30-472B-927E-94E4-80C2B4EF1E74}"/>
                  </a:ext>
                </a:extLst>
              </p:cNvPr>
              <p:cNvSpPr txBox="1"/>
              <p:nvPr/>
            </p:nvSpPr>
            <p:spPr>
              <a:xfrm>
                <a:off x="0" y="37235"/>
                <a:ext cx="10991088" cy="7048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Get every feature into approximately a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 range.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 dirty="0">
                  <a:solidFill>
                    <a:srgbClr val="0000FF"/>
                  </a:solidFill>
                </a:endParaRPr>
              </a:p>
              <a:p>
                <a:endParaRPr lang="en-US" sz="2800" b="1" dirty="0">
                  <a:solidFill>
                    <a:srgbClr val="0000FF"/>
                  </a:solidFill>
                </a:endParaRPr>
              </a:p>
              <a:p>
                <a:r>
                  <a:rPr lang="en-US" sz="2000" dirty="0"/>
                  <a:t>e.g.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0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≤3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−2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≤0.5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</a:p>
              <a:p>
                <a:r>
                  <a:rPr 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−100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≤100</m:t>
                    </m:r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−0.0001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≤0.000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endParaRPr lang="en-US" sz="2800" dirty="0"/>
              </a:p>
              <a:p>
                <a:endParaRPr lang="en-US" sz="3600" dirty="0"/>
              </a:p>
              <a:p>
                <a:endParaRPr lang="en-US" sz="32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1E8A30-472B-927E-94E4-80C2B4EF1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235"/>
                <a:ext cx="10991088" cy="7048083"/>
              </a:xfrm>
              <a:prstGeom prst="rect">
                <a:avLst/>
              </a:prstGeom>
              <a:blipFill>
                <a:blip r:embed="rId2"/>
                <a:stretch>
                  <a:fillRect l="-1109" t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9C1E88F-FA90-64E0-D696-8D2D4FF491A8}"/>
                  </a:ext>
                </a:extLst>
              </p14:cNvPr>
              <p14:cNvContentPartPr/>
              <p14:nvPr/>
            </p14:nvContentPartPr>
            <p14:xfrm>
              <a:off x="4073276" y="2139269"/>
              <a:ext cx="656280" cy="234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9C1E88F-FA90-64E0-D696-8D2D4FF491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5276" y="2121269"/>
                <a:ext cx="6919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7B7D45-18F0-49A4-E2CF-9D1D884F51C0}"/>
                  </a:ext>
                </a:extLst>
              </p14:cNvPr>
              <p14:cNvContentPartPr/>
              <p14:nvPr/>
            </p14:nvContentPartPr>
            <p14:xfrm>
              <a:off x="4553476" y="2968733"/>
              <a:ext cx="663120" cy="262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7B7D45-18F0-49A4-E2CF-9D1D884F51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35836" y="2951093"/>
                <a:ext cx="698760" cy="29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F4D1775A-ADED-8801-415A-0EC376245D33}"/>
              </a:ext>
            </a:extLst>
          </p:cNvPr>
          <p:cNvGrpSpPr/>
          <p:nvPr/>
        </p:nvGrpSpPr>
        <p:grpSpPr>
          <a:xfrm>
            <a:off x="4680993" y="3844636"/>
            <a:ext cx="329040" cy="218520"/>
            <a:chOff x="4202615" y="2604553"/>
            <a:chExt cx="32904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6BB02C-A24D-D748-5FA8-02843E23CBD6}"/>
                    </a:ext>
                  </a:extLst>
                </p14:cNvPr>
                <p14:cNvContentPartPr/>
                <p14:nvPr/>
              </p14:nvContentPartPr>
              <p14:xfrm>
                <a:off x="4208375" y="2604553"/>
                <a:ext cx="188280" cy="211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6BB02C-A24D-D748-5FA8-02843E23CBD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90735" y="2586553"/>
                  <a:ext cx="223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EBFC60-3D18-F083-2211-274ED5FF6CEE}"/>
                    </a:ext>
                  </a:extLst>
                </p14:cNvPr>
                <p14:cNvContentPartPr/>
                <p14:nvPr/>
              </p14:nvContentPartPr>
              <p14:xfrm>
                <a:off x="4202615" y="2622913"/>
                <a:ext cx="329040" cy="200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EBFC60-3D18-F083-2211-274ED5FF6CE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84615" y="2604913"/>
                  <a:ext cx="36468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CBA505B-767B-6E8E-4160-4836C55E603F}"/>
              </a:ext>
            </a:extLst>
          </p:cNvPr>
          <p:cNvGrpSpPr/>
          <p:nvPr/>
        </p:nvGrpSpPr>
        <p:grpSpPr>
          <a:xfrm>
            <a:off x="5048116" y="4677568"/>
            <a:ext cx="237960" cy="258120"/>
            <a:chOff x="4634615" y="2992273"/>
            <a:chExt cx="23796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882CB71-D0CD-B58C-30AC-B365CF5090F0}"/>
                    </a:ext>
                  </a:extLst>
                </p14:cNvPr>
                <p14:cNvContentPartPr/>
                <p14:nvPr/>
              </p14:nvContentPartPr>
              <p14:xfrm>
                <a:off x="4634615" y="2992273"/>
                <a:ext cx="168480" cy="258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882CB71-D0CD-B58C-30AC-B365CF5090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16615" y="2974633"/>
                  <a:ext cx="2041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EA53BEF-B514-51FA-826E-C5D90E37FF7A}"/>
                    </a:ext>
                  </a:extLst>
                </p14:cNvPr>
                <p14:cNvContentPartPr/>
                <p14:nvPr/>
              </p14:nvContentPartPr>
              <p14:xfrm>
                <a:off x="4636415" y="3001633"/>
                <a:ext cx="236160" cy="243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EA53BEF-B514-51FA-826E-C5D90E37FF7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18415" y="2983633"/>
                  <a:ext cx="271800" cy="2786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4CFF9D-E425-7794-3E02-BFBB4685662F}"/>
              </a:ext>
            </a:extLst>
          </p:cNvPr>
          <p:cNvCxnSpPr/>
          <p:nvPr/>
        </p:nvCxnSpPr>
        <p:spPr>
          <a:xfrm>
            <a:off x="6724073" y="1597891"/>
            <a:ext cx="0" cy="3980873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B13807-A2FE-3E14-28E2-5D3D2330C838}"/>
                  </a:ext>
                </a:extLst>
              </p:cNvPr>
              <p:cNvSpPr txBox="1"/>
              <p:nvPr/>
            </p:nvSpPr>
            <p:spPr>
              <a:xfrm>
                <a:off x="7052525" y="2551837"/>
                <a:ext cx="4006063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          −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≤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          −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≤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B13807-A2FE-3E14-28E2-5D3D2330C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525" y="2551837"/>
                <a:ext cx="4006063" cy="175432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3295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92E1B-CE2A-4448-ED2F-E88F58FFD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BE8D2E-3E12-6AA5-E17D-398A2328E519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45964" cy="1538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1800" dirty="0"/>
              </a:p>
              <a:p>
                <a:r>
                  <a:rPr lang="en-US" sz="2400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/>
                  <a:t>to make features have approximately zero mean</a:t>
                </a:r>
              </a:p>
              <a:p>
                <a:r>
                  <a:rPr lang="en-US" sz="2400" dirty="0"/>
                  <a:t>(Do not apply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)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BE8D2E-3E12-6AA5-E17D-398A2328E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845964" cy="1538883"/>
              </a:xfrm>
              <a:prstGeom prst="rect">
                <a:avLst/>
              </a:prstGeom>
              <a:blipFill>
                <a:blip r:embed="rId2"/>
                <a:stretch>
                  <a:fillRect l="-1238" t="-3968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98829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7EB9C5-9025-BA58-5CA1-099754164869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45964" cy="1538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1800" dirty="0"/>
              </a:p>
              <a:p>
                <a:r>
                  <a:rPr lang="en-US" sz="2400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/>
                  <a:t>to make features have approximately zero mean</a:t>
                </a:r>
              </a:p>
              <a:p>
                <a:r>
                  <a:rPr lang="en-US" sz="2400" dirty="0"/>
                  <a:t>(Do not apply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)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7EB9C5-9025-BA58-5CA1-099754164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845964" cy="1538883"/>
              </a:xfrm>
              <a:prstGeom prst="rect">
                <a:avLst/>
              </a:prstGeom>
              <a:blipFill>
                <a:blip r:embed="rId2"/>
                <a:stretch>
                  <a:fillRect l="-1238" t="-3968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5A6DBA-1214-E8D3-4698-00CB78A8A200}"/>
                  </a:ext>
                </a:extLst>
              </p:cNvPr>
              <p:cNvSpPr txBox="1"/>
              <p:nvPr/>
            </p:nvSpPr>
            <p:spPr>
              <a:xfrm>
                <a:off x="900545" y="2055090"/>
                <a:ext cx="2914259" cy="2410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−1000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𝑏𝑒𝑑𝑟𝑜𝑜𝑚𝑠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5A6DBA-1214-E8D3-4698-00CB78A8A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45" y="2055090"/>
                <a:ext cx="2914259" cy="2410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04428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FB9F5-4D94-DD24-1F28-30986131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E0F269-099B-7871-0EEE-FA3B7E2E44BB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45964" cy="6278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1800" dirty="0"/>
              </a:p>
              <a:p>
                <a:r>
                  <a:rPr lang="en-US" sz="2400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/>
                  <a:t>to make features have approximately zero mean</a:t>
                </a:r>
              </a:p>
              <a:p>
                <a:r>
                  <a:rPr lang="en-US" sz="2400" dirty="0"/>
                  <a:t>(Do not apply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)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Generally,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E0F269-099B-7871-0EEE-FA3B7E2E4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845964" cy="6278898"/>
              </a:xfrm>
              <a:prstGeom prst="rect">
                <a:avLst/>
              </a:prstGeom>
              <a:blipFill>
                <a:blip r:embed="rId2"/>
                <a:stretch>
                  <a:fillRect l="-1238" t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DD6136-234E-B0C3-5C42-2D060184F3AF}"/>
                  </a:ext>
                </a:extLst>
              </p:cNvPr>
              <p:cNvSpPr txBox="1"/>
              <p:nvPr/>
            </p:nvSpPr>
            <p:spPr>
              <a:xfrm>
                <a:off x="900545" y="2055090"/>
                <a:ext cx="2914259" cy="2410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−1000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𝑏𝑒𝑑𝑟𝑜𝑜𝑚𝑠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DD6136-234E-B0C3-5C42-2D060184F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45" y="2055090"/>
                <a:ext cx="2914259" cy="2410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6421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6BA71-25E1-EC46-7927-AABB431B6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092B48-F5B3-417C-D501-42E203E1029B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45964" cy="6278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1800" dirty="0"/>
              </a:p>
              <a:p>
                <a:r>
                  <a:rPr lang="en-US" sz="2400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/>
                  <a:t>to make features have approximately zero mean</a:t>
                </a:r>
              </a:p>
              <a:p>
                <a:r>
                  <a:rPr lang="en-US" sz="2400" dirty="0"/>
                  <a:t>(Do not apply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)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Generally,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092B48-F5B3-417C-D501-42E203E10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845964" cy="6278898"/>
              </a:xfrm>
              <a:prstGeom prst="rect">
                <a:avLst/>
              </a:prstGeom>
              <a:blipFill>
                <a:blip r:embed="rId2"/>
                <a:stretch>
                  <a:fillRect l="-1238" t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EA4B32-385E-6FF4-2142-3CDC614135FF}"/>
                  </a:ext>
                </a:extLst>
              </p:cNvPr>
              <p:cNvSpPr txBox="1"/>
              <p:nvPr/>
            </p:nvSpPr>
            <p:spPr>
              <a:xfrm>
                <a:off x="900545" y="2055090"/>
                <a:ext cx="2914259" cy="2410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−1000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𝑏𝑒𝑑𝑟𝑜𝑜𝑚𝑠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EA4B32-385E-6FF4-2142-3CDC61413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45" y="2055090"/>
                <a:ext cx="2914259" cy="2410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53F739-647D-4D7D-3304-7FD6BF15D4BF}"/>
                  </a:ext>
                </a:extLst>
              </p:cNvPr>
              <p:cNvSpPr txBox="1"/>
              <p:nvPr/>
            </p:nvSpPr>
            <p:spPr>
              <a:xfrm>
                <a:off x="6994117" y="4281149"/>
                <a:ext cx="24113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FF"/>
                    </a:solidFill>
                  </a:rPr>
                  <a:t>Average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0000FF"/>
                    </a:solidFill>
                  </a:rPr>
                  <a:t> </a:t>
                </a:r>
              </a:p>
              <a:p>
                <a:r>
                  <a:rPr lang="en-US" sz="2000" b="1" dirty="0">
                    <a:solidFill>
                      <a:srgbClr val="0000FF"/>
                    </a:solidFill>
                  </a:rPr>
                  <a:t>in the training set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53F739-647D-4D7D-3304-7FD6BF15D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117" y="4281149"/>
                <a:ext cx="2411366" cy="707886"/>
              </a:xfrm>
              <a:prstGeom prst="rect">
                <a:avLst/>
              </a:prstGeom>
              <a:blipFill>
                <a:blip r:embed="rId4"/>
                <a:stretch>
                  <a:fillRect l="-2525" t="-3448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D22DBC-379E-7BE5-7B7C-F75CC3C5D2B6}"/>
              </a:ext>
            </a:extLst>
          </p:cNvPr>
          <p:cNvCxnSpPr/>
          <p:nvPr/>
        </p:nvCxnSpPr>
        <p:spPr>
          <a:xfrm flipV="1">
            <a:off x="6096000" y="4675695"/>
            <a:ext cx="804421" cy="518474"/>
          </a:xfrm>
          <a:prstGeom prst="straightConnector1">
            <a:avLst/>
          </a:prstGeom>
          <a:ln w="4445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3828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D517-A1B7-012B-EE86-7F00DE0D4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86FB44-EA17-6D8D-9E8D-E98DF601D8EC}"/>
                  </a:ext>
                </a:extLst>
              </p:cNvPr>
              <p:cNvSpPr txBox="1"/>
              <p:nvPr/>
            </p:nvSpPr>
            <p:spPr>
              <a:xfrm>
                <a:off x="0" y="0"/>
                <a:ext cx="9845964" cy="6278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Feature Scaling</a:t>
                </a:r>
                <a:endParaRPr lang="en-US" sz="2800" dirty="0"/>
              </a:p>
              <a:p>
                <a:endParaRPr lang="en-US" sz="1800" dirty="0"/>
              </a:p>
              <a:p>
                <a:r>
                  <a:rPr lang="en-US" sz="2400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/>
                  <a:t>to make features have approximately zero mean</a:t>
                </a:r>
              </a:p>
              <a:p>
                <a:r>
                  <a:rPr lang="en-US" sz="2400" dirty="0"/>
                  <a:t>(Do not apply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)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Generally,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86FB44-EA17-6D8D-9E8D-E98DF601D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845964" cy="6278898"/>
              </a:xfrm>
              <a:prstGeom prst="rect">
                <a:avLst/>
              </a:prstGeom>
              <a:blipFill>
                <a:blip r:embed="rId2"/>
                <a:stretch>
                  <a:fillRect l="-1238" t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AB82E3-9CA0-CA66-B5CE-344FDFBE087E}"/>
                  </a:ext>
                </a:extLst>
              </p:cNvPr>
              <p:cNvSpPr txBox="1"/>
              <p:nvPr/>
            </p:nvSpPr>
            <p:spPr>
              <a:xfrm>
                <a:off x="900545" y="2055090"/>
                <a:ext cx="2914259" cy="2410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−1000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𝑏𝑒𝑑𝑟𝑜𝑜𝑚𝑠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AB82E3-9CA0-CA66-B5CE-344FDFBE0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45" y="2055090"/>
                <a:ext cx="2914259" cy="2410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1DEB92-94E0-DFD4-B766-E213CB438BD9}"/>
                  </a:ext>
                </a:extLst>
              </p:cNvPr>
              <p:cNvSpPr txBox="1"/>
              <p:nvPr/>
            </p:nvSpPr>
            <p:spPr>
              <a:xfrm>
                <a:off x="6994117" y="4281149"/>
                <a:ext cx="24113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FF"/>
                    </a:solidFill>
                  </a:rPr>
                  <a:t>Average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0000FF"/>
                    </a:solidFill>
                  </a:rPr>
                  <a:t> </a:t>
                </a:r>
              </a:p>
              <a:p>
                <a:r>
                  <a:rPr lang="en-US" sz="2000" b="1" dirty="0">
                    <a:solidFill>
                      <a:srgbClr val="0000FF"/>
                    </a:solidFill>
                  </a:rPr>
                  <a:t>in the training set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1DEB92-94E0-DFD4-B766-E213CB438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117" y="4281149"/>
                <a:ext cx="2411366" cy="707886"/>
              </a:xfrm>
              <a:prstGeom prst="rect">
                <a:avLst/>
              </a:prstGeom>
              <a:blipFill>
                <a:blip r:embed="rId4"/>
                <a:stretch>
                  <a:fillRect l="-2525" t="-3448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59015A-FF06-33A2-DB36-EDEB8984F6C8}"/>
              </a:ext>
            </a:extLst>
          </p:cNvPr>
          <p:cNvCxnSpPr/>
          <p:nvPr/>
        </p:nvCxnSpPr>
        <p:spPr>
          <a:xfrm flipV="1">
            <a:off x="6096000" y="4675695"/>
            <a:ext cx="804421" cy="518474"/>
          </a:xfrm>
          <a:prstGeom prst="straightConnector1">
            <a:avLst/>
          </a:prstGeom>
          <a:ln w="4445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BC3234-F964-3D34-E361-801AC7BAC874}"/>
                  </a:ext>
                </a:extLst>
              </p:cNvPr>
              <p:cNvSpPr txBox="1"/>
              <p:nvPr/>
            </p:nvSpPr>
            <p:spPr>
              <a:xfrm>
                <a:off x="6994117" y="5620526"/>
                <a:ext cx="342388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range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in the training set 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(max – min) or (std. deviation)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BC3234-F964-3D34-E361-801AC7BAC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117" y="5620526"/>
                <a:ext cx="3423886" cy="1015663"/>
              </a:xfrm>
              <a:prstGeom prst="rect">
                <a:avLst/>
              </a:prstGeom>
              <a:blipFill>
                <a:blip r:embed="rId5"/>
                <a:stretch>
                  <a:fillRect l="-1779" t="-2395" r="-1246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7E8016-C556-7A9C-7E6E-55739DC06CC3}"/>
              </a:ext>
            </a:extLst>
          </p:cNvPr>
          <p:cNvCxnSpPr>
            <a:cxnSpLocks/>
          </p:cNvCxnSpPr>
          <p:nvPr/>
        </p:nvCxnSpPr>
        <p:spPr>
          <a:xfrm>
            <a:off x="5693789" y="6043551"/>
            <a:ext cx="1300328" cy="8480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8331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4EF7A-EF44-277B-A08E-E6D123F3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9FDC6E-7E9F-89C1-1145-CE381D233DE8}"/>
                  </a:ext>
                </a:extLst>
              </p:cNvPr>
              <p:cNvSpPr txBox="1"/>
              <p:nvPr/>
            </p:nvSpPr>
            <p:spPr>
              <a:xfrm>
                <a:off x="-1" y="0"/>
                <a:ext cx="11656291" cy="2621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Is gradient descent </a:t>
                </a:r>
                <a:r>
                  <a:rPr lang="en-US" sz="2800" b="1" u="sng" dirty="0">
                    <a:solidFill>
                      <a:srgbClr val="0000FF"/>
                    </a:solidFill>
                  </a:rPr>
                  <a:t>working correctly</a:t>
                </a:r>
                <a:r>
                  <a:rPr lang="en-US" sz="2800" b="1" dirty="0"/>
                  <a:t>? Is the </a:t>
                </a:r>
                <a:r>
                  <a:rPr lang="en-US" sz="2800" b="1" u="sng" dirty="0">
                    <a:solidFill>
                      <a:srgbClr val="0000FF"/>
                    </a:solidFill>
                  </a:rPr>
                  <a:t>learning rate </a:t>
                </a:r>
                <a:r>
                  <a:rPr lang="en-US" sz="2800" b="1" dirty="0"/>
                  <a:t>appropriate?</a:t>
                </a:r>
                <a:endParaRPr lang="en-US" sz="2800" dirty="0"/>
              </a:p>
              <a:p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box>
                        <m:box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  <m:sSub>
                            <m:sSubPr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f>
                            <m:fPr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sz="320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9FDC6E-7E9F-89C1-1145-CE381D233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11656291" cy="2621230"/>
              </a:xfrm>
              <a:prstGeom prst="rect">
                <a:avLst/>
              </a:prstGeom>
              <a:blipFill>
                <a:blip r:embed="rId2"/>
                <a:stretch>
                  <a:fillRect l="-1046" t="-2326" r="-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00067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FC06C3-1C7A-214D-FE94-FC83C17BA926}"/>
                  </a:ext>
                </a:extLst>
              </p:cNvPr>
              <p:cNvSpPr txBox="1"/>
              <p:nvPr/>
            </p:nvSpPr>
            <p:spPr>
              <a:xfrm>
                <a:off x="-1" y="0"/>
                <a:ext cx="12007273" cy="3483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Is gradient descent </a:t>
                </a:r>
                <a:r>
                  <a:rPr lang="en-US" sz="2800" b="1" u="sng" dirty="0">
                    <a:solidFill>
                      <a:srgbClr val="0000FF"/>
                    </a:solidFill>
                  </a:rPr>
                  <a:t>working correctly</a:t>
                </a:r>
                <a:r>
                  <a:rPr lang="en-US" sz="2800" b="1" dirty="0"/>
                  <a:t>? Is the </a:t>
                </a:r>
                <a:r>
                  <a:rPr lang="en-US" sz="2800" b="1" u="sng" dirty="0">
                    <a:solidFill>
                      <a:srgbClr val="0000FF"/>
                    </a:solidFill>
                  </a:rPr>
                  <a:t>learning rate </a:t>
                </a:r>
                <a:r>
                  <a:rPr lang="en-US" sz="2800" b="1" dirty="0"/>
                  <a:t>appropriate?</a:t>
                </a:r>
                <a:endParaRPr lang="en-US" sz="2800" dirty="0"/>
              </a:p>
              <a:p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box>
                        <m:box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  <m:sSub>
                            <m:sSubPr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f>
                            <m:fPr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US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sz="320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  <a:p>
                <a:endParaRPr lang="en-US" sz="2400" dirty="0"/>
              </a:p>
              <a:p>
                <a:r>
                  <a:rPr lang="en-US" sz="2400" dirty="0"/>
                  <a:t>- “Debugging”: How to make sure gradient descent is working correctly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- How to choose learning rate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FC06C3-1C7A-214D-FE94-FC83C17BA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12007273" cy="3483005"/>
              </a:xfrm>
              <a:prstGeom prst="rect">
                <a:avLst/>
              </a:prstGeom>
              <a:blipFill>
                <a:blip r:embed="rId2"/>
                <a:stretch>
                  <a:fillRect l="-1015" t="-1751" b="-2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4871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25C54-ED51-32FF-EBA9-2C1217B7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B845E6-7B0E-8D65-169B-10235A620521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 descr="A graph of a person with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9146E9BC-76F1-7FBD-A682-6099C7575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2" t="30539" r="51212" b="15859"/>
          <a:stretch/>
        </p:blipFill>
        <p:spPr>
          <a:xfrm>
            <a:off x="997733" y="1477816"/>
            <a:ext cx="4925805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552A96-BE7C-61D0-32AB-850C6BC9DB62}"/>
              </a:ext>
            </a:extLst>
          </p:cNvPr>
          <p:cNvSpPr/>
          <p:nvPr/>
        </p:nvSpPr>
        <p:spPr>
          <a:xfrm>
            <a:off x="4119418" y="2955636"/>
            <a:ext cx="37869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2994A1-2315-869C-8800-D0AFFE68025A}"/>
                  </a:ext>
                </a:extLst>
              </p:cNvPr>
              <p:cNvSpPr txBox="1"/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2994A1-2315-869C-8800-D0AFFE680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7ED67A6-6DFB-8218-BE74-2009A7BF7EE0}"/>
              </a:ext>
            </a:extLst>
          </p:cNvPr>
          <p:cNvSpPr txBox="1"/>
          <p:nvPr/>
        </p:nvSpPr>
        <p:spPr>
          <a:xfrm>
            <a:off x="2141620" y="5274221"/>
            <a:ext cx="2638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No. of iterations</a:t>
            </a:r>
          </a:p>
        </p:txBody>
      </p:sp>
    </p:spTree>
    <p:extLst>
      <p:ext uri="{BB962C8B-B14F-4D97-AF65-F5344CB8AC3E}">
        <p14:creationId xmlns:p14="http://schemas.microsoft.com/office/powerpoint/2010/main" val="21616349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F6E7B0-98AA-E194-DECC-22D3FC4A60A3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 descr="A graph of a person with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23B9FDB1-D3FB-DD29-BD3D-5DBA40283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2" t="30539" r="51212" b="15859"/>
          <a:stretch/>
        </p:blipFill>
        <p:spPr>
          <a:xfrm>
            <a:off x="997733" y="1477816"/>
            <a:ext cx="4925805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A2C9BAC-58E5-50B9-A608-528D32639405}"/>
              </a:ext>
            </a:extLst>
          </p:cNvPr>
          <p:cNvSpPr/>
          <p:nvPr/>
        </p:nvSpPr>
        <p:spPr>
          <a:xfrm>
            <a:off x="4119418" y="2955636"/>
            <a:ext cx="37869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19A516-A97D-A9D3-A53E-B47D6F664DF3}"/>
                  </a:ext>
                </a:extLst>
              </p14:cNvPr>
              <p14:cNvContentPartPr/>
              <p14:nvPr/>
            </p14:nvContentPartPr>
            <p14:xfrm>
              <a:off x="1348175" y="1606993"/>
              <a:ext cx="4280400" cy="259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19A516-A97D-A9D3-A53E-B47D6F664D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175" y="1588993"/>
                <a:ext cx="4316040" cy="263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078FD8-E563-01B7-AA5C-262B9B561C5D}"/>
                  </a:ext>
                </a:extLst>
              </p:cNvPr>
              <p:cNvSpPr txBox="1"/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078FD8-E563-01B7-AA5C-262B9B561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0068DB5-BEFD-9F51-AA93-E924BFD3B8B7}"/>
              </a:ext>
            </a:extLst>
          </p:cNvPr>
          <p:cNvSpPr txBox="1"/>
          <p:nvPr/>
        </p:nvSpPr>
        <p:spPr>
          <a:xfrm>
            <a:off x="2141620" y="5274221"/>
            <a:ext cx="2638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No. of iterations</a:t>
            </a:r>
          </a:p>
        </p:txBody>
      </p:sp>
    </p:spTree>
    <p:extLst>
      <p:ext uri="{BB962C8B-B14F-4D97-AF65-F5344CB8AC3E}">
        <p14:creationId xmlns:p14="http://schemas.microsoft.com/office/powerpoint/2010/main" val="2418705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FF79A-F30E-75DD-0FA7-3F5950A1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EB2914-D4BA-7933-9C37-30F6B74FF0A1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 descr="A graph of a person with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6A53C000-E6ED-9206-F072-16223F8AE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2" t="30539" r="51212" b="15859"/>
          <a:stretch/>
        </p:blipFill>
        <p:spPr>
          <a:xfrm>
            <a:off x="997733" y="1477816"/>
            <a:ext cx="4925805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839F9C-97FD-C766-5ECD-54D7F34CF944}"/>
              </a:ext>
            </a:extLst>
          </p:cNvPr>
          <p:cNvSpPr/>
          <p:nvPr/>
        </p:nvSpPr>
        <p:spPr>
          <a:xfrm>
            <a:off x="4119418" y="2955636"/>
            <a:ext cx="37869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1A46C9-30C1-2AB2-45D3-374D7A8AE799}"/>
                  </a:ext>
                </a:extLst>
              </p14:cNvPr>
              <p14:cNvContentPartPr/>
              <p14:nvPr/>
            </p14:nvContentPartPr>
            <p14:xfrm>
              <a:off x="1348175" y="1606993"/>
              <a:ext cx="4280400" cy="259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1A46C9-30C1-2AB2-45D3-374D7A8AE7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175" y="1588993"/>
                <a:ext cx="4316040" cy="263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A0582B-4ADE-DDC2-6B38-2E9C6BFFC4FE}"/>
                  </a:ext>
                </a:extLst>
              </p:cNvPr>
              <p:cNvSpPr txBox="1"/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A0582B-4ADE-DDC2-6B38-2E9C6BFFC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EDAD9B0-5C42-0037-79F2-B26E560D0296}"/>
              </a:ext>
            </a:extLst>
          </p:cNvPr>
          <p:cNvSpPr txBox="1"/>
          <p:nvPr/>
        </p:nvSpPr>
        <p:spPr>
          <a:xfrm>
            <a:off x="2141620" y="5274221"/>
            <a:ext cx="2638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No. of iterations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42D1BBC-8B0B-1326-D94A-1D19AFDB2DA1}"/>
              </a:ext>
            </a:extLst>
          </p:cNvPr>
          <p:cNvSpPr>
            <a:spLocks noChangeAspect="1"/>
          </p:cNvSpPr>
          <p:nvPr/>
        </p:nvSpPr>
        <p:spPr>
          <a:xfrm>
            <a:off x="2216163" y="3047076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AEB65D-FAB9-B415-9693-9FB517ED0F4A}"/>
                  </a:ext>
                </a:extLst>
              </p:cNvPr>
              <p:cNvSpPr txBox="1"/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100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AEB65D-FAB9-B415-9693-9FB517ED0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blipFill>
                <a:blip r:embed="rId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CE4401-15CA-3141-371D-64E308F7AE21}"/>
              </a:ext>
            </a:extLst>
          </p:cNvPr>
          <p:cNvCxnSpPr>
            <a:endCxn id="2" idx="7"/>
          </p:cNvCxnSpPr>
          <p:nvPr/>
        </p:nvCxnSpPr>
        <p:spPr>
          <a:xfrm flipH="1">
            <a:off x="2372261" y="2293672"/>
            <a:ext cx="546430" cy="780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1974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373D9-F171-EAA3-28DE-726C2BA3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B4525D-409F-5C40-AB38-DD45D2805717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 descr="A graph of a person with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093DE2FE-39E0-4934-48E2-4E04C7649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2" t="30539" r="51212" b="15859"/>
          <a:stretch/>
        </p:blipFill>
        <p:spPr>
          <a:xfrm>
            <a:off x="997733" y="1477816"/>
            <a:ext cx="4925805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B44F4A-F8BB-B4A4-5F7E-A383D05830E3}"/>
              </a:ext>
            </a:extLst>
          </p:cNvPr>
          <p:cNvSpPr/>
          <p:nvPr/>
        </p:nvSpPr>
        <p:spPr>
          <a:xfrm>
            <a:off x="4119418" y="2955636"/>
            <a:ext cx="37869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4077BA2-2704-49D1-1B35-2B73DD5B36B2}"/>
                  </a:ext>
                </a:extLst>
              </p14:cNvPr>
              <p14:cNvContentPartPr/>
              <p14:nvPr/>
            </p14:nvContentPartPr>
            <p14:xfrm>
              <a:off x="1348175" y="1606993"/>
              <a:ext cx="4280400" cy="259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4077BA2-2704-49D1-1B35-2B73DD5B36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175" y="1588993"/>
                <a:ext cx="4316040" cy="263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58ECC1-523E-F996-6A39-84D74573C8D4}"/>
                  </a:ext>
                </a:extLst>
              </p:cNvPr>
              <p:cNvSpPr txBox="1"/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58ECC1-523E-F996-6A39-84D74573C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3031C17-FC6A-3CFE-5D5E-F6E10AA40D85}"/>
              </a:ext>
            </a:extLst>
          </p:cNvPr>
          <p:cNvSpPr txBox="1"/>
          <p:nvPr/>
        </p:nvSpPr>
        <p:spPr>
          <a:xfrm>
            <a:off x="2141620" y="5274221"/>
            <a:ext cx="2638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No. of iterations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007EEEC-307C-EED1-6255-349BE3BFE6B2}"/>
              </a:ext>
            </a:extLst>
          </p:cNvPr>
          <p:cNvSpPr>
            <a:spLocks noChangeAspect="1"/>
          </p:cNvSpPr>
          <p:nvPr/>
        </p:nvSpPr>
        <p:spPr>
          <a:xfrm>
            <a:off x="2216163" y="3047076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5CC8BF-1EA3-7F94-FF98-30E5FFB5C7AE}"/>
                  </a:ext>
                </a:extLst>
              </p:cNvPr>
              <p:cNvSpPr txBox="1"/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100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5CC8BF-1EA3-7F94-FF98-30E5FFB5C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blipFill>
                <a:blip r:embed="rId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08FDE0-3C63-F4FC-778F-0C10F964554F}"/>
              </a:ext>
            </a:extLst>
          </p:cNvPr>
          <p:cNvCxnSpPr>
            <a:endCxn id="2" idx="7"/>
          </p:cNvCxnSpPr>
          <p:nvPr/>
        </p:nvCxnSpPr>
        <p:spPr>
          <a:xfrm flipH="1">
            <a:off x="2372261" y="2293672"/>
            <a:ext cx="546430" cy="780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12E72C7-3351-FC59-3C70-E1ACDCD7650A}"/>
              </a:ext>
            </a:extLst>
          </p:cNvPr>
          <p:cNvSpPr>
            <a:spLocks noChangeAspect="1"/>
          </p:cNvSpPr>
          <p:nvPr/>
        </p:nvSpPr>
        <p:spPr>
          <a:xfrm>
            <a:off x="3305495" y="36763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D0DCCA-A273-9080-374B-3BC4D73C5D30}"/>
                  </a:ext>
                </a:extLst>
              </p:cNvPr>
              <p:cNvSpPr txBox="1"/>
              <p:nvPr/>
            </p:nvSpPr>
            <p:spPr>
              <a:xfrm>
                <a:off x="3488375" y="2483933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200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D0DCCA-A273-9080-374B-3BC4D73C5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375" y="2483933"/>
                <a:ext cx="4184543" cy="369332"/>
              </a:xfrm>
              <a:prstGeom prst="rect">
                <a:avLst/>
              </a:prstGeom>
              <a:blipFill>
                <a:blip r:embed="rId7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97B41A-1C4B-0014-3337-FE3811231A52}"/>
              </a:ext>
            </a:extLst>
          </p:cNvPr>
          <p:cNvCxnSpPr/>
          <p:nvPr/>
        </p:nvCxnSpPr>
        <p:spPr>
          <a:xfrm flipH="1">
            <a:off x="3461593" y="2853265"/>
            <a:ext cx="546430" cy="780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7041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BDD86-16B7-2AB1-2D93-18E651A0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6B0B1B-54B9-4FC3-FAF9-A70D3943C500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 descr="A graph of a person with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9AE8888B-B698-4AE6-D9C6-3488CD1B3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2" t="30539" r="51212" b="15859"/>
          <a:stretch/>
        </p:blipFill>
        <p:spPr>
          <a:xfrm>
            <a:off x="997733" y="1477816"/>
            <a:ext cx="4925805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A87325-5CF2-086F-B4E8-EDC47B2A2D50}"/>
              </a:ext>
            </a:extLst>
          </p:cNvPr>
          <p:cNvSpPr/>
          <p:nvPr/>
        </p:nvSpPr>
        <p:spPr>
          <a:xfrm>
            <a:off x="4119418" y="2955636"/>
            <a:ext cx="37869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C567A31-C848-7B6D-C2DF-5E4EF468B690}"/>
                  </a:ext>
                </a:extLst>
              </p14:cNvPr>
              <p14:cNvContentPartPr/>
              <p14:nvPr/>
            </p14:nvContentPartPr>
            <p14:xfrm>
              <a:off x="1348175" y="1606993"/>
              <a:ext cx="4280400" cy="259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C567A31-C848-7B6D-C2DF-5E4EF468B6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175" y="1588993"/>
                <a:ext cx="4316040" cy="263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26CE7E-BB7D-31A3-ED4F-95D6FF9F289F}"/>
                  </a:ext>
                </a:extLst>
              </p:cNvPr>
              <p:cNvSpPr txBox="1"/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26CE7E-BB7D-31A3-ED4F-95D6FF9F2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42D4ADF-09AB-C2A8-B76F-4AFDAC533083}"/>
              </a:ext>
            </a:extLst>
          </p:cNvPr>
          <p:cNvSpPr txBox="1"/>
          <p:nvPr/>
        </p:nvSpPr>
        <p:spPr>
          <a:xfrm>
            <a:off x="2141620" y="5274221"/>
            <a:ext cx="2638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No. of iterations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D4CC83-DF58-A2A7-AA11-4B83D508A6C4}"/>
              </a:ext>
            </a:extLst>
          </p:cNvPr>
          <p:cNvSpPr>
            <a:spLocks noChangeAspect="1"/>
          </p:cNvSpPr>
          <p:nvPr/>
        </p:nvSpPr>
        <p:spPr>
          <a:xfrm>
            <a:off x="2216163" y="3047076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1ADA30-B1C2-17A2-26A2-E0F476972AAB}"/>
                  </a:ext>
                </a:extLst>
              </p:cNvPr>
              <p:cNvSpPr txBox="1"/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100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1ADA30-B1C2-17A2-26A2-E0F47697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blipFill>
                <a:blip r:embed="rId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9EC51A-AD6B-ABD3-4A55-0EAEE43AD1B3}"/>
              </a:ext>
            </a:extLst>
          </p:cNvPr>
          <p:cNvCxnSpPr>
            <a:endCxn id="2" idx="7"/>
          </p:cNvCxnSpPr>
          <p:nvPr/>
        </p:nvCxnSpPr>
        <p:spPr>
          <a:xfrm flipH="1">
            <a:off x="2372261" y="2293672"/>
            <a:ext cx="546430" cy="780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5ABA941-BD7E-1EEA-2A28-782A5345B04D}"/>
              </a:ext>
            </a:extLst>
          </p:cNvPr>
          <p:cNvSpPr>
            <a:spLocks noChangeAspect="1"/>
          </p:cNvSpPr>
          <p:nvPr/>
        </p:nvSpPr>
        <p:spPr>
          <a:xfrm>
            <a:off x="3305495" y="36763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CC1838-17D6-C998-0A5A-E60554A3F61D}"/>
                  </a:ext>
                </a:extLst>
              </p:cNvPr>
              <p:cNvSpPr txBox="1"/>
              <p:nvPr/>
            </p:nvSpPr>
            <p:spPr>
              <a:xfrm>
                <a:off x="3488375" y="2483933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200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CC1838-17D6-C998-0A5A-E60554A3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375" y="2483933"/>
                <a:ext cx="4184543" cy="369332"/>
              </a:xfrm>
              <a:prstGeom prst="rect">
                <a:avLst/>
              </a:prstGeom>
              <a:blipFill>
                <a:blip r:embed="rId7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2680B2-B254-CD30-B726-11DF5DB4ED67}"/>
              </a:ext>
            </a:extLst>
          </p:cNvPr>
          <p:cNvCxnSpPr/>
          <p:nvPr/>
        </p:nvCxnSpPr>
        <p:spPr>
          <a:xfrm flipH="1">
            <a:off x="3461593" y="2853265"/>
            <a:ext cx="546430" cy="78018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97D6DE1-1D11-F9A0-4ABD-A9223EB28311}"/>
              </a:ext>
            </a:extLst>
          </p:cNvPr>
          <p:cNvSpPr>
            <a:spLocks noChangeAspect="1"/>
          </p:cNvSpPr>
          <p:nvPr/>
        </p:nvSpPr>
        <p:spPr>
          <a:xfrm>
            <a:off x="4421609" y="3971958"/>
            <a:ext cx="182880" cy="1828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1B481-29DF-1AD0-8D9D-0A31248187C4}"/>
                  </a:ext>
                </a:extLst>
              </p:cNvPr>
              <p:cNvSpPr txBox="1"/>
              <p:nvPr/>
            </p:nvSpPr>
            <p:spPr>
              <a:xfrm>
                <a:off x="5124137" y="2964238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300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1B481-29DF-1AD0-8D9D-0A3124818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137" y="2964238"/>
                <a:ext cx="4184543" cy="369332"/>
              </a:xfrm>
              <a:prstGeom prst="rect">
                <a:avLst/>
              </a:prstGeom>
              <a:blipFill>
                <a:blip r:embed="rId8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F1CCD4-463C-E875-6652-58BC381C5984}"/>
              </a:ext>
            </a:extLst>
          </p:cNvPr>
          <p:cNvCxnSpPr>
            <a:cxnSpLocks/>
          </p:cNvCxnSpPr>
          <p:nvPr/>
        </p:nvCxnSpPr>
        <p:spPr>
          <a:xfrm flipH="1">
            <a:off x="4577707" y="3333570"/>
            <a:ext cx="631602" cy="59552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6840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AF0C-8269-41A0-B81F-405060D52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664240-7CB8-13BF-8ECF-C02EFCF0277D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 descr="A graph of a person with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7EC2BE08-9E68-9633-3D73-3E2DE121A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2" t="30539" r="51212" b="15859"/>
          <a:stretch/>
        </p:blipFill>
        <p:spPr>
          <a:xfrm>
            <a:off x="997733" y="1477816"/>
            <a:ext cx="4925805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FE1541-1FB5-1D23-FF4D-19908F57F066}"/>
              </a:ext>
            </a:extLst>
          </p:cNvPr>
          <p:cNvSpPr/>
          <p:nvPr/>
        </p:nvSpPr>
        <p:spPr>
          <a:xfrm>
            <a:off x="4119418" y="2955636"/>
            <a:ext cx="37869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1E54025-4BF4-3F5C-F7B6-2B2C92914DB5}"/>
                  </a:ext>
                </a:extLst>
              </p14:cNvPr>
              <p14:cNvContentPartPr/>
              <p14:nvPr/>
            </p14:nvContentPartPr>
            <p14:xfrm>
              <a:off x="1348175" y="1606993"/>
              <a:ext cx="4280400" cy="259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1E54025-4BF4-3F5C-F7B6-2B2C92914D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175" y="1588993"/>
                <a:ext cx="4316040" cy="263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9DCB1D-E731-595D-8B85-37BF36DDBFF6}"/>
                  </a:ext>
                </a:extLst>
              </p:cNvPr>
              <p:cNvSpPr txBox="1"/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9DCB1D-E731-595D-8B85-37BF36DDB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F2F2B8B-07B7-A889-04CB-A44F6DA18380}"/>
              </a:ext>
            </a:extLst>
          </p:cNvPr>
          <p:cNvSpPr txBox="1"/>
          <p:nvPr/>
        </p:nvSpPr>
        <p:spPr>
          <a:xfrm>
            <a:off x="2141620" y="5274221"/>
            <a:ext cx="2638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No. of iterations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0774FE8-6E8C-C908-7E3E-3DEDBCE0DE68}"/>
              </a:ext>
            </a:extLst>
          </p:cNvPr>
          <p:cNvSpPr>
            <a:spLocks noChangeAspect="1"/>
          </p:cNvSpPr>
          <p:nvPr/>
        </p:nvSpPr>
        <p:spPr>
          <a:xfrm>
            <a:off x="2216163" y="3047076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6C6B25-CEF7-4F2E-6B7D-16B17F3B5349}"/>
                  </a:ext>
                </a:extLst>
              </p:cNvPr>
              <p:cNvSpPr txBox="1"/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100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6C6B25-CEF7-4F2E-6B7D-16B17F3B5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blipFill>
                <a:blip r:embed="rId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256024-2ED3-34E0-6C8E-8C90674E24B0}"/>
              </a:ext>
            </a:extLst>
          </p:cNvPr>
          <p:cNvCxnSpPr>
            <a:endCxn id="2" idx="7"/>
          </p:cNvCxnSpPr>
          <p:nvPr/>
        </p:nvCxnSpPr>
        <p:spPr>
          <a:xfrm flipH="1">
            <a:off x="2372261" y="2293672"/>
            <a:ext cx="546430" cy="780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BB94730-8448-1A73-80CC-2D3C426F9393}"/>
              </a:ext>
            </a:extLst>
          </p:cNvPr>
          <p:cNvSpPr>
            <a:spLocks noChangeAspect="1"/>
          </p:cNvSpPr>
          <p:nvPr/>
        </p:nvSpPr>
        <p:spPr>
          <a:xfrm>
            <a:off x="3305495" y="36763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50F139-5D25-E292-18DF-C025D2B59E01}"/>
                  </a:ext>
                </a:extLst>
              </p:cNvPr>
              <p:cNvSpPr txBox="1"/>
              <p:nvPr/>
            </p:nvSpPr>
            <p:spPr>
              <a:xfrm>
                <a:off x="3488375" y="2483933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200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50F139-5D25-E292-18DF-C025D2B59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375" y="2483933"/>
                <a:ext cx="4184543" cy="369332"/>
              </a:xfrm>
              <a:prstGeom prst="rect">
                <a:avLst/>
              </a:prstGeom>
              <a:blipFill>
                <a:blip r:embed="rId7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2A7A55-A359-2581-FC94-4B8DB4BA7BEE}"/>
              </a:ext>
            </a:extLst>
          </p:cNvPr>
          <p:cNvCxnSpPr/>
          <p:nvPr/>
        </p:nvCxnSpPr>
        <p:spPr>
          <a:xfrm flipH="1">
            <a:off x="3461593" y="2853265"/>
            <a:ext cx="546430" cy="78018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DF54703-06A7-2DF4-6552-344933224FA8}"/>
              </a:ext>
            </a:extLst>
          </p:cNvPr>
          <p:cNvSpPr>
            <a:spLocks noChangeAspect="1"/>
          </p:cNvSpPr>
          <p:nvPr/>
        </p:nvSpPr>
        <p:spPr>
          <a:xfrm>
            <a:off x="4421609" y="3971958"/>
            <a:ext cx="182880" cy="1828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01875E-3FDD-29DC-2A69-F217F1376621}"/>
                  </a:ext>
                </a:extLst>
              </p:cNvPr>
              <p:cNvSpPr txBox="1"/>
              <p:nvPr/>
            </p:nvSpPr>
            <p:spPr>
              <a:xfrm>
                <a:off x="5124137" y="2964238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300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01875E-3FDD-29DC-2A69-F217F1376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137" y="2964238"/>
                <a:ext cx="4184543" cy="369332"/>
              </a:xfrm>
              <a:prstGeom prst="rect">
                <a:avLst/>
              </a:prstGeom>
              <a:blipFill>
                <a:blip r:embed="rId8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0E1E5B-C313-582C-6A40-F953A638B467}"/>
              </a:ext>
            </a:extLst>
          </p:cNvPr>
          <p:cNvCxnSpPr>
            <a:cxnSpLocks/>
          </p:cNvCxnSpPr>
          <p:nvPr/>
        </p:nvCxnSpPr>
        <p:spPr>
          <a:xfrm flipH="1">
            <a:off x="4577707" y="3333570"/>
            <a:ext cx="631602" cy="59552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9ABBD7-7142-65BC-9EE9-348CC3080E16}"/>
                  </a:ext>
                </a:extLst>
              </p:cNvPr>
              <p:cNvSpPr txBox="1"/>
              <p:nvPr/>
            </p:nvSpPr>
            <p:spPr>
              <a:xfrm>
                <a:off x="0" y="6005797"/>
                <a:ext cx="1211810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/>
                  <a:t>Conclusion</a:t>
                </a:r>
                <a:r>
                  <a:rPr lang="en-US" sz="2400" dirty="0"/>
                  <a:t>: If gradient descent is working properly, then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must </a:t>
                </a:r>
                <a:r>
                  <a:rPr lang="en-US" sz="2400" b="1" u="sng" dirty="0"/>
                  <a:t>decrease</a:t>
                </a:r>
                <a:r>
                  <a:rPr lang="en-US" sz="2400" dirty="0"/>
                  <a:t> after every                  iteration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9ABBD7-7142-65BC-9EE9-348CC3080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05797"/>
                <a:ext cx="12118109" cy="830997"/>
              </a:xfrm>
              <a:prstGeom prst="rect">
                <a:avLst/>
              </a:prstGeom>
              <a:blipFill>
                <a:blip r:embed="rId9"/>
                <a:stretch>
                  <a:fillRect t="-5839" r="-8501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5869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F7A92-9F0E-56FA-0210-5BF897A15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6C5E7B-0C88-4D6B-995B-06AD75AC98A2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 descr="A graph of a person with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86F51922-4509-6342-6D7B-111A78E2A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2" t="30539" r="51212" b="15859"/>
          <a:stretch/>
        </p:blipFill>
        <p:spPr>
          <a:xfrm>
            <a:off x="997733" y="1477816"/>
            <a:ext cx="4925805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A334EF-CAA2-36F4-DE04-B86622D0D1DF}"/>
              </a:ext>
            </a:extLst>
          </p:cNvPr>
          <p:cNvSpPr/>
          <p:nvPr/>
        </p:nvSpPr>
        <p:spPr>
          <a:xfrm>
            <a:off x="4119418" y="2955636"/>
            <a:ext cx="37869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A3B5B8E-CFB1-05F8-C47F-FB6E11A7DA85}"/>
                  </a:ext>
                </a:extLst>
              </p14:cNvPr>
              <p14:cNvContentPartPr/>
              <p14:nvPr/>
            </p14:nvContentPartPr>
            <p14:xfrm>
              <a:off x="1348175" y="1606993"/>
              <a:ext cx="4280400" cy="259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A3B5B8E-CFB1-05F8-C47F-FB6E11A7DA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175" y="1588993"/>
                <a:ext cx="4316040" cy="263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F9AE0A-21DD-45EB-878E-528A14FAABD4}"/>
                  </a:ext>
                </a:extLst>
              </p:cNvPr>
              <p:cNvSpPr txBox="1"/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F9AE0A-21DD-45EB-878E-528A14FAA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C43D910-3997-A80B-A61C-E6C5BF273072}"/>
              </a:ext>
            </a:extLst>
          </p:cNvPr>
          <p:cNvSpPr txBox="1"/>
          <p:nvPr/>
        </p:nvSpPr>
        <p:spPr>
          <a:xfrm>
            <a:off x="2141620" y="5274221"/>
            <a:ext cx="2638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No. of iterations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E6EBE5F-7BA6-A251-9C40-BAC4A453D6F5}"/>
              </a:ext>
            </a:extLst>
          </p:cNvPr>
          <p:cNvSpPr>
            <a:spLocks noChangeAspect="1"/>
          </p:cNvSpPr>
          <p:nvPr/>
        </p:nvSpPr>
        <p:spPr>
          <a:xfrm>
            <a:off x="2216163" y="3047076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92C08A-B7ED-CE98-4DFD-372D9339CFD1}"/>
                  </a:ext>
                </a:extLst>
              </p:cNvPr>
              <p:cNvSpPr txBox="1"/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100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92C08A-B7ED-CE98-4DFD-372D9339C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blipFill>
                <a:blip r:embed="rId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F0D46A-45C2-0098-62F7-C4B48A4CEAA2}"/>
              </a:ext>
            </a:extLst>
          </p:cNvPr>
          <p:cNvCxnSpPr>
            <a:endCxn id="2" idx="7"/>
          </p:cNvCxnSpPr>
          <p:nvPr/>
        </p:nvCxnSpPr>
        <p:spPr>
          <a:xfrm flipH="1">
            <a:off x="2372261" y="2293672"/>
            <a:ext cx="546430" cy="780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0D7458E-795E-CF44-6E47-9281382D9BEF}"/>
              </a:ext>
            </a:extLst>
          </p:cNvPr>
          <p:cNvSpPr>
            <a:spLocks noChangeAspect="1"/>
          </p:cNvSpPr>
          <p:nvPr/>
        </p:nvSpPr>
        <p:spPr>
          <a:xfrm>
            <a:off x="3305495" y="36763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540972-EFD9-3738-BD91-ED61D778B373}"/>
                  </a:ext>
                </a:extLst>
              </p:cNvPr>
              <p:cNvSpPr txBox="1"/>
              <p:nvPr/>
            </p:nvSpPr>
            <p:spPr>
              <a:xfrm>
                <a:off x="3488375" y="2483933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200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540972-EFD9-3738-BD91-ED61D778B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375" y="2483933"/>
                <a:ext cx="4184543" cy="369332"/>
              </a:xfrm>
              <a:prstGeom prst="rect">
                <a:avLst/>
              </a:prstGeom>
              <a:blipFill>
                <a:blip r:embed="rId7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49D852-6F41-82B1-41D8-0397369E949F}"/>
              </a:ext>
            </a:extLst>
          </p:cNvPr>
          <p:cNvCxnSpPr/>
          <p:nvPr/>
        </p:nvCxnSpPr>
        <p:spPr>
          <a:xfrm flipH="1">
            <a:off x="3461593" y="2853265"/>
            <a:ext cx="546430" cy="78018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241ABB8-87AB-AB95-DD3B-77464027D04A}"/>
              </a:ext>
            </a:extLst>
          </p:cNvPr>
          <p:cNvSpPr>
            <a:spLocks noChangeAspect="1"/>
          </p:cNvSpPr>
          <p:nvPr/>
        </p:nvSpPr>
        <p:spPr>
          <a:xfrm>
            <a:off x="4421609" y="3971958"/>
            <a:ext cx="182880" cy="1828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2BF5FB-F687-9035-ACD9-0C86F75F0C24}"/>
                  </a:ext>
                </a:extLst>
              </p:cNvPr>
              <p:cNvSpPr txBox="1"/>
              <p:nvPr/>
            </p:nvSpPr>
            <p:spPr>
              <a:xfrm>
                <a:off x="5124137" y="2964238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300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2BF5FB-F687-9035-ACD9-0C86F75F0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137" y="2964238"/>
                <a:ext cx="4184543" cy="369332"/>
              </a:xfrm>
              <a:prstGeom prst="rect">
                <a:avLst/>
              </a:prstGeom>
              <a:blipFill>
                <a:blip r:embed="rId8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0858E6-8DB6-18FB-DE7F-13363D539B73}"/>
              </a:ext>
            </a:extLst>
          </p:cNvPr>
          <p:cNvCxnSpPr>
            <a:cxnSpLocks/>
          </p:cNvCxnSpPr>
          <p:nvPr/>
        </p:nvCxnSpPr>
        <p:spPr>
          <a:xfrm flipH="1">
            <a:off x="4577707" y="3333570"/>
            <a:ext cx="631602" cy="59552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95A9EA-79D3-35E6-1641-FCEDD448EF82}"/>
                  </a:ext>
                </a:extLst>
              </p:cNvPr>
              <p:cNvSpPr txBox="1"/>
              <p:nvPr/>
            </p:nvSpPr>
            <p:spPr>
              <a:xfrm>
                <a:off x="0" y="6005797"/>
                <a:ext cx="1211810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/>
                  <a:t>Conclusion</a:t>
                </a:r>
                <a:r>
                  <a:rPr lang="en-US" sz="2400" dirty="0"/>
                  <a:t>: If gradient descent is working properly, then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must </a:t>
                </a:r>
                <a:r>
                  <a:rPr lang="en-US" sz="2400" b="1" u="sng" dirty="0"/>
                  <a:t>decrease</a:t>
                </a:r>
                <a:r>
                  <a:rPr lang="en-US" sz="2400" dirty="0"/>
                  <a:t> after every                  iteration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95A9EA-79D3-35E6-1641-FCEDD448E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05797"/>
                <a:ext cx="12118109" cy="830997"/>
              </a:xfrm>
              <a:prstGeom prst="rect">
                <a:avLst/>
              </a:prstGeom>
              <a:blipFill>
                <a:blip r:embed="rId9"/>
                <a:stretch>
                  <a:fillRect t="-5839" r="-8501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D0BEBF-E30F-E372-6270-61CCFFD59156}"/>
              </a:ext>
            </a:extLst>
          </p:cNvPr>
          <p:cNvCxnSpPr>
            <a:stCxn id="9" idx="3"/>
          </p:cNvCxnSpPr>
          <p:nvPr/>
        </p:nvCxnSpPr>
        <p:spPr>
          <a:xfrm>
            <a:off x="4779650" y="5535831"/>
            <a:ext cx="1470321" cy="0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1618CCE-4383-C08D-E8A1-F37BB7940C13}"/>
              </a:ext>
            </a:extLst>
          </p:cNvPr>
          <p:cNvSpPr txBox="1"/>
          <p:nvPr/>
        </p:nvSpPr>
        <p:spPr>
          <a:xfrm>
            <a:off x="6249971" y="5247595"/>
            <a:ext cx="2083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How many?</a:t>
            </a:r>
          </a:p>
        </p:txBody>
      </p:sp>
    </p:spTree>
    <p:extLst>
      <p:ext uri="{BB962C8B-B14F-4D97-AF65-F5344CB8AC3E}">
        <p14:creationId xmlns:p14="http://schemas.microsoft.com/office/powerpoint/2010/main" val="18307935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83191-11DA-8B9E-E19F-A679D331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8D310A-8CF9-85F8-076C-7516E434FBAF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 descr="A graph of a person with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158F54F2-DBF3-0B1B-76B3-86F13EE64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2" t="30539" r="51212" b="15859"/>
          <a:stretch/>
        </p:blipFill>
        <p:spPr>
          <a:xfrm>
            <a:off x="997733" y="1477816"/>
            <a:ext cx="4925805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253117-0F25-C540-35D0-B9616A264942}"/>
              </a:ext>
            </a:extLst>
          </p:cNvPr>
          <p:cNvSpPr/>
          <p:nvPr/>
        </p:nvSpPr>
        <p:spPr>
          <a:xfrm>
            <a:off x="4119418" y="2955636"/>
            <a:ext cx="37869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9392E1-9797-BD80-FF8A-E84FDABD0C09}"/>
                  </a:ext>
                </a:extLst>
              </p14:cNvPr>
              <p14:cNvContentPartPr/>
              <p14:nvPr/>
            </p14:nvContentPartPr>
            <p14:xfrm>
              <a:off x="1348175" y="1606993"/>
              <a:ext cx="4280400" cy="259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9392E1-9797-BD80-FF8A-E84FDABD0C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175" y="1588993"/>
                <a:ext cx="4316040" cy="263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F8C75B-FA3F-C86D-A013-B9E30C6A8C14}"/>
                  </a:ext>
                </a:extLst>
              </p:cNvPr>
              <p:cNvSpPr txBox="1"/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F8C75B-FA3F-C86D-A013-B9E30C6A8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FEC9AB0-4185-66B4-61AF-263809550CB2}"/>
              </a:ext>
            </a:extLst>
          </p:cNvPr>
          <p:cNvSpPr txBox="1"/>
          <p:nvPr/>
        </p:nvSpPr>
        <p:spPr>
          <a:xfrm>
            <a:off x="2141620" y="5274221"/>
            <a:ext cx="2638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No. of iterations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805C4BB-8EF4-AF92-4343-DE9F5499AB8D}"/>
              </a:ext>
            </a:extLst>
          </p:cNvPr>
          <p:cNvSpPr>
            <a:spLocks noChangeAspect="1"/>
          </p:cNvSpPr>
          <p:nvPr/>
        </p:nvSpPr>
        <p:spPr>
          <a:xfrm>
            <a:off x="2216163" y="3047076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285AC0-5697-35E2-CC46-344124C94A35}"/>
                  </a:ext>
                </a:extLst>
              </p:cNvPr>
              <p:cNvSpPr txBox="1"/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100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285AC0-5697-35E2-CC46-344124C94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43" y="1924340"/>
                <a:ext cx="4184543" cy="369332"/>
              </a:xfrm>
              <a:prstGeom prst="rect">
                <a:avLst/>
              </a:prstGeom>
              <a:blipFill>
                <a:blip r:embed="rId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376808-30D9-2F90-E2AF-C0DB819EB290}"/>
              </a:ext>
            </a:extLst>
          </p:cNvPr>
          <p:cNvCxnSpPr>
            <a:endCxn id="2" idx="7"/>
          </p:cNvCxnSpPr>
          <p:nvPr/>
        </p:nvCxnSpPr>
        <p:spPr>
          <a:xfrm flipH="1">
            <a:off x="2372261" y="2293672"/>
            <a:ext cx="546430" cy="780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BFAE9EA-D50A-FEB4-3BBD-6A2569654405}"/>
              </a:ext>
            </a:extLst>
          </p:cNvPr>
          <p:cNvSpPr>
            <a:spLocks noChangeAspect="1"/>
          </p:cNvSpPr>
          <p:nvPr/>
        </p:nvSpPr>
        <p:spPr>
          <a:xfrm>
            <a:off x="3305495" y="36763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DEDAC9-C0D9-A6F4-A9D8-6CE2F260D4FA}"/>
                  </a:ext>
                </a:extLst>
              </p:cNvPr>
              <p:cNvSpPr txBox="1"/>
              <p:nvPr/>
            </p:nvSpPr>
            <p:spPr>
              <a:xfrm>
                <a:off x="3488375" y="2483933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200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DEDAC9-C0D9-A6F4-A9D8-6CE2F260D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375" y="2483933"/>
                <a:ext cx="4184543" cy="369332"/>
              </a:xfrm>
              <a:prstGeom prst="rect">
                <a:avLst/>
              </a:prstGeom>
              <a:blipFill>
                <a:blip r:embed="rId7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C9C659-7A13-A496-1CF4-769C511DA6FA}"/>
              </a:ext>
            </a:extLst>
          </p:cNvPr>
          <p:cNvCxnSpPr/>
          <p:nvPr/>
        </p:nvCxnSpPr>
        <p:spPr>
          <a:xfrm flipH="1">
            <a:off x="3461593" y="2853265"/>
            <a:ext cx="546430" cy="78018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AC5D3DB-23A7-EBB8-6B5E-7F98AC2F3EDC}"/>
              </a:ext>
            </a:extLst>
          </p:cNvPr>
          <p:cNvSpPr>
            <a:spLocks noChangeAspect="1"/>
          </p:cNvSpPr>
          <p:nvPr/>
        </p:nvSpPr>
        <p:spPr>
          <a:xfrm>
            <a:off x="4421609" y="3971958"/>
            <a:ext cx="182880" cy="1828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8EF4BF-5F11-7199-CC08-276139C1E80F}"/>
                  </a:ext>
                </a:extLst>
              </p:cNvPr>
              <p:cNvSpPr txBox="1"/>
              <p:nvPr/>
            </p:nvSpPr>
            <p:spPr>
              <a:xfrm>
                <a:off x="5124137" y="2964238"/>
                <a:ext cx="4184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we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get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iteration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</m:t>
                      </m:r>
                      <m:r>
                        <a:rPr lang="en-US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300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8EF4BF-5F11-7199-CC08-276139C1E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137" y="2964238"/>
                <a:ext cx="4184543" cy="369332"/>
              </a:xfrm>
              <a:prstGeom prst="rect">
                <a:avLst/>
              </a:prstGeom>
              <a:blipFill>
                <a:blip r:embed="rId8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315FD0-202C-9C06-35BD-DEE2562A56EA}"/>
              </a:ext>
            </a:extLst>
          </p:cNvPr>
          <p:cNvCxnSpPr>
            <a:cxnSpLocks/>
          </p:cNvCxnSpPr>
          <p:nvPr/>
        </p:nvCxnSpPr>
        <p:spPr>
          <a:xfrm flipH="1">
            <a:off x="4577707" y="3333570"/>
            <a:ext cx="631602" cy="59552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F62367-4001-E242-E5CE-DF6116C0C19A}"/>
                  </a:ext>
                </a:extLst>
              </p:cNvPr>
              <p:cNvSpPr txBox="1"/>
              <p:nvPr/>
            </p:nvSpPr>
            <p:spPr>
              <a:xfrm>
                <a:off x="0" y="6005797"/>
                <a:ext cx="1211810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/>
                  <a:t>Conclusion</a:t>
                </a:r>
                <a:r>
                  <a:rPr lang="en-US" sz="2400" dirty="0"/>
                  <a:t>: If gradient descent is working properly, then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must </a:t>
                </a:r>
                <a:r>
                  <a:rPr lang="en-US" sz="2400" b="1" u="sng" dirty="0"/>
                  <a:t>decrease</a:t>
                </a:r>
                <a:r>
                  <a:rPr lang="en-US" sz="2400" dirty="0"/>
                  <a:t> after every                  iteration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F62367-4001-E242-E5CE-DF6116C0C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05797"/>
                <a:ext cx="12118109" cy="830997"/>
              </a:xfrm>
              <a:prstGeom prst="rect">
                <a:avLst/>
              </a:prstGeom>
              <a:blipFill>
                <a:blip r:embed="rId9"/>
                <a:stretch>
                  <a:fillRect t="-5839" r="-8501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98D567-F194-4990-9DC1-AD208951E0A2}"/>
              </a:ext>
            </a:extLst>
          </p:cNvPr>
          <p:cNvCxnSpPr>
            <a:stCxn id="9" idx="3"/>
          </p:cNvCxnSpPr>
          <p:nvPr/>
        </p:nvCxnSpPr>
        <p:spPr>
          <a:xfrm>
            <a:off x="4779650" y="5535831"/>
            <a:ext cx="1470321" cy="0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8F14DEF-3056-AFED-A2A5-18235122E3C1}"/>
              </a:ext>
            </a:extLst>
          </p:cNvPr>
          <p:cNvSpPr txBox="1"/>
          <p:nvPr/>
        </p:nvSpPr>
        <p:spPr>
          <a:xfrm>
            <a:off x="6249971" y="5247595"/>
            <a:ext cx="5533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How many? </a:t>
            </a:r>
            <a:r>
              <a:rPr lang="en-US" sz="2800" b="1" dirty="0"/>
              <a:t>30, 3000, 300,000 </a:t>
            </a:r>
            <a:r>
              <a:rPr lang="en-US" sz="2800" b="1" dirty="0" err="1"/>
              <a:t>etc</a:t>
            </a:r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9732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4CB9F-BCF1-8116-4225-B98A92CC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3135BD-63DC-D1C9-382B-F2886E054E6A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 descr="A graph of a person with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E757311C-893F-9A4F-ACB0-62D5A1E41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2" t="30539" r="51212" b="15859"/>
          <a:stretch/>
        </p:blipFill>
        <p:spPr>
          <a:xfrm>
            <a:off x="997733" y="1477816"/>
            <a:ext cx="4925805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784017-E9C8-FAA5-1A80-6D764540539F}"/>
              </a:ext>
            </a:extLst>
          </p:cNvPr>
          <p:cNvSpPr/>
          <p:nvPr/>
        </p:nvSpPr>
        <p:spPr>
          <a:xfrm>
            <a:off x="4119418" y="2955636"/>
            <a:ext cx="37869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09841A-8273-56F8-64D9-257FEFE07F8D}"/>
                  </a:ext>
                </a:extLst>
              </p14:cNvPr>
              <p14:cNvContentPartPr/>
              <p14:nvPr/>
            </p14:nvContentPartPr>
            <p14:xfrm>
              <a:off x="1348175" y="1606993"/>
              <a:ext cx="4280400" cy="259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09841A-8273-56F8-64D9-257FEFE07F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175" y="1588993"/>
                <a:ext cx="4316040" cy="263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82048-0EA1-F7F4-CE40-8E8B1DC8AFFB}"/>
                  </a:ext>
                </a:extLst>
              </p:cNvPr>
              <p:cNvSpPr txBox="1"/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82048-0EA1-F7F4-CE40-8E8B1DC8A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68C8CF8-B528-5504-DA7E-40DB1069E8D0}"/>
              </a:ext>
            </a:extLst>
          </p:cNvPr>
          <p:cNvSpPr txBox="1"/>
          <p:nvPr/>
        </p:nvSpPr>
        <p:spPr>
          <a:xfrm>
            <a:off x="2141620" y="5274221"/>
            <a:ext cx="2638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No. of iterations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1BAD478-E411-4F94-1109-91623FC6DF33}"/>
                  </a:ext>
                </a:extLst>
              </p:cNvPr>
              <p:cNvSpPr txBox="1"/>
              <p:nvPr/>
            </p:nvSpPr>
            <p:spPr>
              <a:xfrm>
                <a:off x="0" y="6005797"/>
                <a:ext cx="1211810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/>
                  <a:t>Conclusion</a:t>
                </a:r>
                <a:r>
                  <a:rPr lang="en-US" sz="2400" dirty="0"/>
                  <a:t>: If gradient descent is working properly, then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must </a:t>
                </a:r>
                <a:r>
                  <a:rPr lang="en-US" sz="2400" b="1" u="sng" dirty="0"/>
                  <a:t>decrease</a:t>
                </a:r>
                <a:r>
                  <a:rPr lang="en-US" sz="2400" dirty="0"/>
                  <a:t> after every                  iteration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1BAD478-E411-4F94-1109-91623FC6D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05797"/>
                <a:ext cx="12118109" cy="830997"/>
              </a:xfrm>
              <a:prstGeom prst="rect">
                <a:avLst/>
              </a:prstGeom>
              <a:blipFill>
                <a:blip r:embed="rId6"/>
                <a:stretch>
                  <a:fillRect t="-5839" r="-8501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989EC7-8ED5-A90D-77F3-249EAB3731A9}"/>
              </a:ext>
            </a:extLst>
          </p:cNvPr>
          <p:cNvCxnSpPr>
            <a:stCxn id="9" idx="3"/>
          </p:cNvCxnSpPr>
          <p:nvPr/>
        </p:nvCxnSpPr>
        <p:spPr>
          <a:xfrm>
            <a:off x="4779650" y="5535831"/>
            <a:ext cx="1470321" cy="0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1DDD21-58A8-7C33-AB1D-313BF77000D3}"/>
              </a:ext>
            </a:extLst>
          </p:cNvPr>
          <p:cNvSpPr txBox="1"/>
          <p:nvPr/>
        </p:nvSpPr>
        <p:spPr>
          <a:xfrm>
            <a:off x="6249971" y="5247595"/>
            <a:ext cx="5533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How many? </a:t>
            </a:r>
            <a:r>
              <a:rPr lang="en-US" sz="2800" b="1" dirty="0"/>
              <a:t>30, 3000, 300,000 </a:t>
            </a:r>
            <a:r>
              <a:rPr lang="en-US" sz="2800" b="1" dirty="0" err="1"/>
              <a:t>etc</a:t>
            </a:r>
            <a:endParaRPr lang="en-US" sz="2800" b="1" dirty="0">
              <a:solidFill>
                <a:srgbClr val="7030A0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8746D2-C2EF-C7A8-8DA5-5C7549C10ABF}"/>
              </a:ext>
            </a:extLst>
          </p:cNvPr>
          <p:cNvCxnSpPr/>
          <p:nvPr/>
        </p:nvCxnSpPr>
        <p:spPr>
          <a:xfrm>
            <a:off x="6096000" y="838986"/>
            <a:ext cx="0" cy="4296430"/>
          </a:xfrm>
          <a:prstGeom prst="line">
            <a:avLst/>
          </a:prstGeom>
          <a:ln w="508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E162C9-C325-BE95-2F45-4C149F030C77}"/>
                  </a:ext>
                </a:extLst>
              </p:cNvPr>
              <p:cNvSpPr txBox="1"/>
              <p:nvPr/>
            </p:nvSpPr>
            <p:spPr>
              <a:xfrm>
                <a:off x="6378596" y="810662"/>
                <a:ext cx="529850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Automatic Convergence test: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Declare convergence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decreases</a:t>
                </a:r>
              </a:p>
              <a:p>
                <a:r>
                  <a:rPr lang="en-US" sz="2400" dirty="0"/>
                  <a:t>by 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sz="2400" dirty="0"/>
                  <a:t>in one iteration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E162C9-C325-BE95-2F45-4C149F030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596" y="810662"/>
                <a:ext cx="5298502" cy="1938992"/>
              </a:xfrm>
              <a:prstGeom prst="rect">
                <a:avLst/>
              </a:prstGeom>
              <a:blipFill>
                <a:blip r:embed="rId7"/>
                <a:stretch>
                  <a:fillRect l="-1724" t="-2516" r="-575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387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756F-A2B0-30B8-A525-5FC81A94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E86FB9-362F-D529-440F-859E3A04AC39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 descr="A graph of a person with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B2E03AC6-0D4E-DC65-3852-57293EF3C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2" t="30539" r="51212" b="15859"/>
          <a:stretch/>
        </p:blipFill>
        <p:spPr>
          <a:xfrm>
            <a:off x="997733" y="1477816"/>
            <a:ext cx="4925805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1F126C-BA79-20EA-F81D-CEEA1BABCAC9}"/>
              </a:ext>
            </a:extLst>
          </p:cNvPr>
          <p:cNvSpPr/>
          <p:nvPr/>
        </p:nvSpPr>
        <p:spPr>
          <a:xfrm>
            <a:off x="4119418" y="2955636"/>
            <a:ext cx="37869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075EFCA-D7F5-EF48-BAE3-09F34451A9E2}"/>
                  </a:ext>
                </a:extLst>
              </p14:cNvPr>
              <p14:cNvContentPartPr/>
              <p14:nvPr/>
            </p14:nvContentPartPr>
            <p14:xfrm>
              <a:off x="1348175" y="1606993"/>
              <a:ext cx="4280400" cy="259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075EFCA-D7F5-EF48-BAE3-09F34451A9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175" y="1588993"/>
                <a:ext cx="4316040" cy="263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676747-C5F9-5958-ABA3-2199091AD903}"/>
                  </a:ext>
                </a:extLst>
              </p:cNvPr>
              <p:cNvSpPr txBox="1"/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676747-C5F9-5958-ABA3-2199091AD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18" y="917213"/>
                <a:ext cx="1472070" cy="560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2F1DCB8-9AE9-ECFB-A146-72BF1539AAFD}"/>
              </a:ext>
            </a:extLst>
          </p:cNvPr>
          <p:cNvSpPr txBox="1"/>
          <p:nvPr/>
        </p:nvSpPr>
        <p:spPr>
          <a:xfrm>
            <a:off x="2141620" y="5274221"/>
            <a:ext cx="2638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No. of iterations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5AE3EC-8C24-4554-B619-FC786449568B}"/>
                  </a:ext>
                </a:extLst>
              </p:cNvPr>
              <p:cNvSpPr txBox="1"/>
              <p:nvPr/>
            </p:nvSpPr>
            <p:spPr>
              <a:xfrm>
                <a:off x="0" y="6005797"/>
                <a:ext cx="1211810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/>
                  <a:t>Conclusion</a:t>
                </a:r>
                <a:r>
                  <a:rPr lang="en-US" sz="2400" dirty="0"/>
                  <a:t>: If gradient descent is working properly, then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must </a:t>
                </a:r>
                <a:r>
                  <a:rPr lang="en-US" sz="2400" b="1" u="sng" dirty="0"/>
                  <a:t>decrease</a:t>
                </a:r>
                <a:r>
                  <a:rPr lang="en-US" sz="2400" dirty="0"/>
                  <a:t> after every                  iteration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5AE3EC-8C24-4554-B619-FC7864495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05797"/>
                <a:ext cx="12118109" cy="830997"/>
              </a:xfrm>
              <a:prstGeom prst="rect">
                <a:avLst/>
              </a:prstGeom>
              <a:blipFill>
                <a:blip r:embed="rId6"/>
                <a:stretch>
                  <a:fillRect t="-5839" r="-8501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BCACDA-2DE7-1CE8-A996-593E072F58A4}"/>
              </a:ext>
            </a:extLst>
          </p:cNvPr>
          <p:cNvCxnSpPr>
            <a:stCxn id="9" idx="3"/>
          </p:cNvCxnSpPr>
          <p:nvPr/>
        </p:nvCxnSpPr>
        <p:spPr>
          <a:xfrm>
            <a:off x="4779650" y="5535831"/>
            <a:ext cx="1470321" cy="0"/>
          </a:xfrm>
          <a:prstGeom prst="straightConnector1">
            <a:avLst/>
          </a:prstGeom>
          <a:ln w="4762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C88D037-5AD3-B146-1CCD-AAA3CB3AC459}"/>
              </a:ext>
            </a:extLst>
          </p:cNvPr>
          <p:cNvSpPr txBox="1"/>
          <p:nvPr/>
        </p:nvSpPr>
        <p:spPr>
          <a:xfrm>
            <a:off x="6249971" y="5247595"/>
            <a:ext cx="5533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How many? </a:t>
            </a:r>
            <a:r>
              <a:rPr lang="en-US" sz="2800" b="1" dirty="0"/>
              <a:t>30, 3000, 300,000 </a:t>
            </a:r>
            <a:r>
              <a:rPr lang="en-US" sz="2800" b="1" dirty="0" err="1"/>
              <a:t>etc</a:t>
            </a:r>
            <a:endParaRPr lang="en-US" sz="2800" b="1" dirty="0">
              <a:solidFill>
                <a:srgbClr val="7030A0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E6466A-527B-3D2C-1B82-32EC41745BF9}"/>
              </a:ext>
            </a:extLst>
          </p:cNvPr>
          <p:cNvCxnSpPr/>
          <p:nvPr/>
        </p:nvCxnSpPr>
        <p:spPr>
          <a:xfrm>
            <a:off x="6096000" y="838986"/>
            <a:ext cx="0" cy="4296430"/>
          </a:xfrm>
          <a:prstGeom prst="line">
            <a:avLst/>
          </a:prstGeom>
          <a:ln w="508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60448B-5246-346B-44E8-10A6412C643C}"/>
                  </a:ext>
                </a:extLst>
              </p:cNvPr>
              <p:cNvSpPr txBox="1"/>
              <p:nvPr/>
            </p:nvSpPr>
            <p:spPr>
              <a:xfrm>
                <a:off x="6378596" y="810662"/>
                <a:ext cx="529850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Automatic Convergence test: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Declare convergence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decreases</a:t>
                </a:r>
              </a:p>
              <a:p>
                <a:r>
                  <a:rPr lang="en-US" sz="2400" dirty="0"/>
                  <a:t>by 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sz="2400" dirty="0"/>
                  <a:t>in one iteration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60448B-5246-346B-44E8-10A6412C6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596" y="810662"/>
                <a:ext cx="5298502" cy="1938992"/>
              </a:xfrm>
              <a:prstGeom prst="rect">
                <a:avLst/>
              </a:prstGeom>
              <a:blipFill>
                <a:blip r:embed="rId7"/>
                <a:stretch>
                  <a:fillRect l="-1724" t="-2516" r="-575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E13C3C-4B6C-0E19-70AD-7B0A1E0941E5}"/>
              </a:ext>
            </a:extLst>
          </p:cNvPr>
          <p:cNvCxnSpPr/>
          <p:nvPr/>
        </p:nvCxnSpPr>
        <p:spPr>
          <a:xfrm flipV="1">
            <a:off x="8323868" y="2749654"/>
            <a:ext cx="0" cy="91737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A0EC06E-C01B-8922-365A-23B9B97EC2F5}"/>
              </a:ext>
            </a:extLst>
          </p:cNvPr>
          <p:cNvSpPr txBox="1"/>
          <p:nvPr/>
        </p:nvSpPr>
        <p:spPr>
          <a:xfrm>
            <a:off x="6249971" y="3710263"/>
            <a:ext cx="4170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Setting this threshold is often </a:t>
            </a:r>
            <a:r>
              <a:rPr lang="en-US" b="1" dirty="0"/>
              <a:t>DIFFICULT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6194B4-CC0A-F5A4-E700-2B6B4CDBA820}"/>
              </a:ext>
            </a:extLst>
          </p:cNvPr>
          <p:cNvCxnSpPr>
            <a:cxnSpLocks/>
          </p:cNvCxnSpPr>
          <p:nvPr/>
        </p:nvCxnSpPr>
        <p:spPr>
          <a:xfrm>
            <a:off x="8078772" y="2659977"/>
            <a:ext cx="565607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5587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B964B-1CA4-7F9F-80A6-B2ACF40D8C6F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478DF4B-F455-73C1-C47F-FA3965AC487F}"/>
              </a:ext>
            </a:extLst>
          </p:cNvPr>
          <p:cNvCxnSpPr>
            <a:cxnSpLocks/>
          </p:cNvCxnSpPr>
          <p:nvPr/>
        </p:nvCxnSpPr>
        <p:spPr>
          <a:xfrm flipV="1">
            <a:off x="1033617" y="599767"/>
            <a:ext cx="0" cy="19978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42A3AE9-E988-E425-39C8-0780E14860F8}"/>
              </a:ext>
            </a:extLst>
          </p:cNvPr>
          <p:cNvCxnSpPr>
            <a:cxnSpLocks/>
          </p:cNvCxnSpPr>
          <p:nvPr/>
        </p:nvCxnSpPr>
        <p:spPr>
          <a:xfrm>
            <a:off x="662142" y="2208569"/>
            <a:ext cx="208105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E3433F3-14EC-4E0A-7F29-E828A3EB759A}"/>
              </a:ext>
            </a:extLst>
          </p:cNvPr>
          <p:cNvSpPr txBox="1"/>
          <p:nvPr/>
        </p:nvSpPr>
        <p:spPr>
          <a:xfrm>
            <a:off x="1199536" y="2412990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No. of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C935D-E50C-7063-379F-D5C95B322613}"/>
                  </a:ext>
                </a:extLst>
              </p:cNvPr>
              <p:cNvSpPr txBox="1"/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C935D-E50C-7063-379F-D5C95B322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blipFill>
                <a:blip r:embed="rId2"/>
                <a:stretch>
                  <a:fillRect l="-16190" t="-1667" r="-1809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95033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9585-A88B-EA72-F2D3-59F862B3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01CC2F-FF84-61C0-83EE-968EB466C048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BB0ABB0-FAA1-BE85-88E5-79D0F0914ACE}"/>
              </a:ext>
            </a:extLst>
          </p:cNvPr>
          <p:cNvCxnSpPr>
            <a:cxnSpLocks/>
          </p:cNvCxnSpPr>
          <p:nvPr/>
        </p:nvCxnSpPr>
        <p:spPr>
          <a:xfrm flipV="1">
            <a:off x="1033617" y="599767"/>
            <a:ext cx="0" cy="19978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77EDF1-C5DE-7B8F-DE2B-03CEF0EEE8AF}"/>
              </a:ext>
            </a:extLst>
          </p:cNvPr>
          <p:cNvCxnSpPr>
            <a:cxnSpLocks/>
          </p:cNvCxnSpPr>
          <p:nvPr/>
        </p:nvCxnSpPr>
        <p:spPr>
          <a:xfrm>
            <a:off x="662142" y="2208569"/>
            <a:ext cx="208105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AD7BFA4-9987-9E50-E435-969AF0723A1C}"/>
              </a:ext>
            </a:extLst>
          </p:cNvPr>
          <p:cNvSpPr txBox="1"/>
          <p:nvPr/>
        </p:nvSpPr>
        <p:spPr>
          <a:xfrm>
            <a:off x="1199536" y="2412990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No. of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EE6D06-DA33-811A-9D12-5E83BAC8CD2B}"/>
                  </a:ext>
                </a:extLst>
              </p:cNvPr>
              <p:cNvSpPr txBox="1"/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EE6D06-DA33-811A-9D12-5E83BAC8C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blipFill>
                <a:blip r:embed="rId2"/>
                <a:stretch>
                  <a:fillRect l="-16190" t="-1667" r="-1809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041965-DE64-4C04-FD4E-75F7CD7A02CA}"/>
                  </a:ext>
                </a:extLst>
              </p14:cNvPr>
              <p14:cNvContentPartPr/>
              <p14:nvPr/>
            </p14:nvContentPartPr>
            <p14:xfrm>
              <a:off x="658730" y="640084"/>
              <a:ext cx="1942560" cy="130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041965-DE64-4C04-FD4E-75F7CD7A02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090" y="622444"/>
                <a:ext cx="1978200" cy="134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38340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1CB2F-2921-3EB7-2C54-A820B5CC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FDF761-6759-41C7-08ED-AE1480F7014E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2C21EDB-3B6E-0A15-EB52-B4B411FEDACB}"/>
              </a:ext>
            </a:extLst>
          </p:cNvPr>
          <p:cNvCxnSpPr>
            <a:cxnSpLocks/>
          </p:cNvCxnSpPr>
          <p:nvPr/>
        </p:nvCxnSpPr>
        <p:spPr>
          <a:xfrm flipV="1">
            <a:off x="1033617" y="599767"/>
            <a:ext cx="0" cy="19978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6F746B-8271-F157-A765-B970DC6E832E}"/>
              </a:ext>
            </a:extLst>
          </p:cNvPr>
          <p:cNvCxnSpPr>
            <a:cxnSpLocks/>
          </p:cNvCxnSpPr>
          <p:nvPr/>
        </p:nvCxnSpPr>
        <p:spPr>
          <a:xfrm>
            <a:off x="662142" y="2208569"/>
            <a:ext cx="208105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34185C-66CE-4E9E-BFE0-E8D9B14F0A80}"/>
              </a:ext>
            </a:extLst>
          </p:cNvPr>
          <p:cNvSpPr txBox="1"/>
          <p:nvPr/>
        </p:nvSpPr>
        <p:spPr>
          <a:xfrm>
            <a:off x="1199536" y="2412990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No. of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453EBF-3BA9-423D-26E7-2864B1CC96BC}"/>
                  </a:ext>
                </a:extLst>
              </p:cNvPr>
              <p:cNvSpPr txBox="1"/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453EBF-3BA9-423D-26E7-2864B1CC9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blipFill>
                <a:blip r:embed="rId2"/>
                <a:stretch>
                  <a:fillRect l="-16190" t="-1667" r="-1809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14B4BC-BE20-8DEF-C30A-88F5403D45BB}"/>
                  </a:ext>
                </a:extLst>
              </p14:cNvPr>
              <p14:cNvContentPartPr/>
              <p14:nvPr/>
            </p14:nvContentPartPr>
            <p14:xfrm>
              <a:off x="658730" y="640084"/>
              <a:ext cx="1942560" cy="130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14B4BC-BE20-8DEF-C30A-88F5403D45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090" y="622444"/>
                <a:ext cx="1978200" cy="13431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335E0FC-1ED4-4A58-335C-CF9019278C61}"/>
              </a:ext>
            </a:extLst>
          </p:cNvPr>
          <p:cNvSpPr txBox="1"/>
          <p:nvPr/>
        </p:nvSpPr>
        <p:spPr>
          <a:xfrm>
            <a:off x="4031226" y="806245"/>
            <a:ext cx="46369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Gradient descent is not working properly</a:t>
            </a:r>
          </a:p>
          <a:p>
            <a:r>
              <a:rPr lang="en-US" sz="2000" dirty="0"/>
              <a:t>Use smaller </a:t>
            </a:r>
            <a:r>
              <a:rPr lang="en-US" sz="2000" b="1" dirty="0"/>
              <a:t>LEARNING RATE (alpha)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B014B9-A0A6-5B8C-34C1-2BED642D1E62}"/>
              </a:ext>
            </a:extLst>
          </p:cNvPr>
          <p:cNvCxnSpPr>
            <a:cxnSpLocks/>
          </p:cNvCxnSpPr>
          <p:nvPr/>
        </p:nvCxnSpPr>
        <p:spPr>
          <a:xfrm flipV="1">
            <a:off x="7498326" y="2225961"/>
            <a:ext cx="0" cy="237744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30A017-A0F5-BEAE-8662-AEF9EC5F1EF0}"/>
              </a:ext>
            </a:extLst>
          </p:cNvPr>
          <p:cNvCxnSpPr>
            <a:cxnSpLocks/>
          </p:cNvCxnSpPr>
          <p:nvPr/>
        </p:nvCxnSpPr>
        <p:spPr>
          <a:xfrm>
            <a:off x="7126850" y="4306712"/>
            <a:ext cx="347232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481E32-73B2-EE44-616B-873F045C017B}"/>
                  </a:ext>
                </a:extLst>
              </p:cNvPr>
              <p:cNvSpPr txBox="1"/>
              <p:nvPr/>
            </p:nvSpPr>
            <p:spPr>
              <a:xfrm>
                <a:off x="6788301" y="2650904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481E32-73B2-EE44-616B-873F045C0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301" y="2650904"/>
                <a:ext cx="641201" cy="369332"/>
              </a:xfrm>
              <a:prstGeom prst="rect">
                <a:avLst/>
              </a:prstGeom>
              <a:blipFill>
                <a:blip r:embed="rId5"/>
                <a:stretch>
                  <a:fillRect l="-16190" t="-1667" r="-1714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28C1A2-180B-66A9-D7FB-04E1D4E82560}"/>
              </a:ext>
            </a:extLst>
          </p:cNvPr>
          <p:cNvSpPr/>
          <p:nvPr/>
        </p:nvSpPr>
        <p:spPr>
          <a:xfrm>
            <a:off x="7603251" y="2174826"/>
            <a:ext cx="2732722" cy="200704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9CEFAE-A031-47CB-707E-6828F2550C4A}"/>
              </a:ext>
            </a:extLst>
          </p:cNvPr>
          <p:cNvSpPr/>
          <p:nvPr/>
        </p:nvSpPr>
        <p:spPr>
          <a:xfrm rot="19854339">
            <a:off x="7600076" y="2367778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035BC7-A2AD-C7D6-2021-914016E6C108}"/>
              </a:ext>
            </a:extLst>
          </p:cNvPr>
          <p:cNvSpPr/>
          <p:nvPr/>
        </p:nvSpPr>
        <p:spPr>
          <a:xfrm rot="19854339">
            <a:off x="10035840" y="253628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E15902-FCFC-36D1-2914-C0BA73557644}"/>
              </a:ext>
            </a:extLst>
          </p:cNvPr>
          <p:cNvSpPr/>
          <p:nvPr/>
        </p:nvSpPr>
        <p:spPr>
          <a:xfrm rot="19854339">
            <a:off x="7954880" y="3082670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E43665-22C3-6326-72BD-66CF50E42EAC}"/>
              </a:ext>
            </a:extLst>
          </p:cNvPr>
          <p:cNvSpPr/>
          <p:nvPr/>
        </p:nvSpPr>
        <p:spPr>
          <a:xfrm rot="18324781">
            <a:off x="9515835" y="3553565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CA60FF-F63B-9E59-31EB-BA8C87197BD7}"/>
              </a:ext>
            </a:extLst>
          </p:cNvPr>
          <p:cNvSpPr/>
          <p:nvPr/>
        </p:nvSpPr>
        <p:spPr>
          <a:xfrm rot="19072169">
            <a:off x="8549936" y="393790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1EE7021-CA90-53B0-9446-6E2715FAAACF}"/>
              </a:ext>
            </a:extLst>
          </p:cNvPr>
          <p:cNvSpPr/>
          <p:nvPr/>
        </p:nvSpPr>
        <p:spPr>
          <a:xfrm rot="17993046">
            <a:off x="8878173" y="409043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538C359-971C-B7EE-A655-059CEF3AC309}"/>
              </a:ext>
            </a:extLst>
          </p:cNvPr>
          <p:cNvCxnSpPr>
            <a:cxnSpLocks/>
            <a:stCxn id="17" idx="6"/>
            <a:endCxn id="16" idx="1"/>
          </p:cNvCxnSpPr>
          <p:nvPr/>
        </p:nvCxnSpPr>
        <p:spPr>
          <a:xfrm flipV="1">
            <a:off x="8709190" y="3660234"/>
            <a:ext cx="807922" cy="30776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C573A2-BACB-C7D4-5AEE-2A0670967966}"/>
              </a:ext>
            </a:extLst>
          </p:cNvPr>
          <p:cNvCxnSpPr>
            <a:cxnSpLocks/>
            <a:stCxn id="15" idx="6"/>
            <a:endCxn id="16" idx="1"/>
          </p:cNvCxnSpPr>
          <p:nvPr/>
        </p:nvCxnSpPr>
        <p:spPr>
          <a:xfrm>
            <a:off x="8126222" y="3129647"/>
            <a:ext cx="1390890" cy="53058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D430D7-470F-5506-F804-F0E9FF937CD6}"/>
              </a:ext>
            </a:extLst>
          </p:cNvPr>
          <p:cNvCxnSpPr>
            <a:cxnSpLocks/>
            <a:stCxn id="15" idx="6"/>
            <a:endCxn id="14" idx="1"/>
          </p:cNvCxnSpPr>
          <p:nvPr/>
        </p:nvCxnSpPr>
        <p:spPr>
          <a:xfrm flipV="1">
            <a:off x="8126222" y="2602661"/>
            <a:ext cx="1913119" cy="526986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DA4F50A-EFE1-8454-A3E4-FB1839ED7E6B}"/>
              </a:ext>
            </a:extLst>
          </p:cNvPr>
          <p:cNvCxnSpPr>
            <a:cxnSpLocks/>
            <a:stCxn id="13" idx="6"/>
            <a:endCxn id="14" idx="1"/>
          </p:cNvCxnSpPr>
          <p:nvPr/>
        </p:nvCxnSpPr>
        <p:spPr>
          <a:xfrm>
            <a:off x="7771418" y="2414755"/>
            <a:ext cx="2267923" cy="187906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678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A1964-2922-B80D-BCE1-7BE61504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D5AC5C-10A2-E47A-7984-8AFDFF366D87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2761C7-05EC-6079-3421-31310327DDA8}"/>
              </a:ext>
            </a:extLst>
          </p:cNvPr>
          <p:cNvCxnSpPr>
            <a:cxnSpLocks/>
          </p:cNvCxnSpPr>
          <p:nvPr/>
        </p:nvCxnSpPr>
        <p:spPr>
          <a:xfrm flipV="1">
            <a:off x="1033617" y="599767"/>
            <a:ext cx="0" cy="19978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C8961F4-4E88-8BE5-D331-2A7D21D62C24}"/>
              </a:ext>
            </a:extLst>
          </p:cNvPr>
          <p:cNvCxnSpPr>
            <a:cxnSpLocks/>
          </p:cNvCxnSpPr>
          <p:nvPr/>
        </p:nvCxnSpPr>
        <p:spPr>
          <a:xfrm>
            <a:off x="662142" y="2208569"/>
            <a:ext cx="208105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21298D-E0F2-0AF2-E17E-0B2AD1BCF10A}"/>
              </a:ext>
            </a:extLst>
          </p:cNvPr>
          <p:cNvSpPr txBox="1"/>
          <p:nvPr/>
        </p:nvSpPr>
        <p:spPr>
          <a:xfrm>
            <a:off x="1199536" y="2412990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No. of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5C43D3-ADD2-33E9-9637-219EC09B4CAA}"/>
                  </a:ext>
                </a:extLst>
              </p:cNvPr>
              <p:cNvSpPr txBox="1"/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5C43D3-ADD2-33E9-9637-219EC09B4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blipFill>
                <a:blip r:embed="rId2"/>
                <a:stretch>
                  <a:fillRect l="-16190" t="-1667" r="-1809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C8AF07-425E-2559-B0CF-AC6E440A3CE1}"/>
                  </a:ext>
                </a:extLst>
              </p14:cNvPr>
              <p14:cNvContentPartPr/>
              <p14:nvPr/>
            </p14:nvContentPartPr>
            <p14:xfrm>
              <a:off x="658730" y="640084"/>
              <a:ext cx="1942560" cy="130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C8AF07-425E-2559-B0CF-AC6E440A3C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090" y="622444"/>
                <a:ext cx="1978200" cy="13431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F2E9B6A-C1F2-7BDF-CCB1-85264491706C}"/>
              </a:ext>
            </a:extLst>
          </p:cNvPr>
          <p:cNvSpPr txBox="1"/>
          <p:nvPr/>
        </p:nvSpPr>
        <p:spPr>
          <a:xfrm>
            <a:off x="4031226" y="806245"/>
            <a:ext cx="46369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Gradient descent is not working properly</a:t>
            </a:r>
          </a:p>
          <a:p>
            <a:r>
              <a:rPr lang="en-US" sz="2000" dirty="0"/>
              <a:t>Use smaller </a:t>
            </a:r>
            <a:r>
              <a:rPr lang="en-US" sz="2000" b="1" dirty="0"/>
              <a:t>LEARNING RATE (alpha)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CEA1B6-62C3-D98A-FC5B-3B1ACE26537C}"/>
              </a:ext>
            </a:extLst>
          </p:cNvPr>
          <p:cNvCxnSpPr>
            <a:cxnSpLocks/>
          </p:cNvCxnSpPr>
          <p:nvPr/>
        </p:nvCxnSpPr>
        <p:spPr>
          <a:xfrm flipV="1">
            <a:off x="7498326" y="2225961"/>
            <a:ext cx="0" cy="237744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596671-B098-D654-B15A-32EE8B402891}"/>
              </a:ext>
            </a:extLst>
          </p:cNvPr>
          <p:cNvCxnSpPr>
            <a:cxnSpLocks/>
          </p:cNvCxnSpPr>
          <p:nvPr/>
        </p:nvCxnSpPr>
        <p:spPr>
          <a:xfrm>
            <a:off x="7126850" y="4306712"/>
            <a:ext cx="347232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2DCFB5-5D97-92C8-8504-C1070DA2E59A}"/>
                  </a:ext>
                </a:extLst>
              </p:cNvPr>
              <p:cNvSpPr txBox="1"/>
              <p:nvPr/>
            </p:nvSpPr>
            <p:spPr>
              <a:xfrm>
                <a:off x="6788301" y="2650904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2DCFB5-5D97-92C8-8504-C1070DA2E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301" y="2650904"/>
                <a:ext cx="641201" cy="369332"/>
              </a:xfrm>
              <a:prstGeom prst="rect">
                <a:avLst/>
              </a:prstGeom>
              <a:blipFill>
                <a:blip r:embed="rId5"/>
                <a:stretch>
                  <a:fillRect l="-16190" t="-1667" r="-1714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B66DFC-680A-3640-ECA8-910F2C2CABAB}"/>
              </a:ext>
            </a:extLst>
          </p:cNvPr>
          <p:cNvSpPr/>
          <p:nvPr/>
        </p:nvSpPr>
        <p:spPr>
          <a:xfrm>
            <a:off x="7603251" y="2174826"/>
            <a:ext cx="2732722" cy="200704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7823F2E-9B7D-8E03-B8E9-D7B194D357E3}"/>
              </a:ext>
            </a:extLst>
          </p:cNvPr>
          <p:cNvSpPr/>
          <p:nvPr/>
        </p:nvSpPr>
        <p:spPr>
          <a:xfrm rot="19854339">
            <a:off x="7600076" y="2367778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DA2BA5-FFF6-D3DE-F45D-532933D4974C}"/>
              </a:ext>
            </a:extLst>
          </p:cNvPr>
          <p:cNvSpPr/>
          <p:nvPr/>
        </p:nvSpPr>
        <p:spPr>
          <a:xfrm rot="19854339">
            <a:off x="10035840" y="253628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7F84DB-A304-B5EC-B9E7-32B235DA04DD}"/>
              </a:ext>
            </a:extLst>
          </p:cNvPr>
          <p:cNvSpPr/>
          <p:nvPr/>
        </p:nvSpPr>
        <p:spPr>
          <a:xfrm rot="19854339">
            <a:off x="7954880" y="3082670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CA29287-E5A7-BCEC-A5C7-12C6AC9087C9}"/>
              </a:ext>
            </a:extLst>
          </p:cNvPr>
          <p:cNvSpPr/>
          <p:nvPr/>
        </p:nvSpPr>
        <p:spPr>
          <a:xfrm rot="18324781">
            <a:off x="9515835" y="3553565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D3D65EE-844F-D357-1668-7CB25CEE9D6A}"/>
              </a:ext>
            </a:extLst>
          </p:cNvPr>
          <p:cNvSpPr/>
          <p:nvPr/>
        </p:nvSpPr>
        <p:spPr>
          <a:xfrm rot="19072169">
            <a:off x="8549936" y="393790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254A81-595C-9FB5-EE5E-9191D603DD21}"/>
              </a:ext>
            </a:extLst>
          </p:cNvPr>
          <p:cNvSpPr/>
          <p:nvPr/>
        </p:nvSpPr>
        <p:spPr>
          <a:xfrm rot="17993046">
            <a:off x="8878173" y="409043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FE98C7-1EFC-E4E7-19F4-D35AF674E037}"/>
              </a:ext>
            </a:extLst>
          </p:cNvPr>
          <p:cNvCxnSpPr>
            <a:cxnSpLocks/>
            <a:stCxn id="17" idx="6"/>
            <a:endCxn id="16" idx="1"/>
          </p:cNvCxnSpPr>
          <p:nvPr/>
        </p:nvCxnSpPr>
        <p:spPr>
          <a:xfrm flipV="1">
            <a:off x="8709190" y="3660234"/>
            <a:ext cx="807922" cy="30776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4D39E3-9E23-BD53-2435-C8D2E0445638}"/>
              </a:ext>
            </a:extLst>
          </p:cNvPr>
          <p:cNvCxnSpPr>
            <a:cxnSpLocks/>
            <a:stCxn id="15" idx="6"/>
            <a:endCxn id="16" idx="1"/>
          </p:cNvCxnSpPr>
          <p:nvPr/>
        </p:nvCxnSpPr>
        <p:spPr>
          <a:xfrm>
            <a:off x="8126222" y="3129647"/>
            <a:ext cx="1390890" cy="53058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6DF8BE-60D1-4F47-34F7-B68CD76FB247}"/>
              </a:ext>
            </a:extLst>
          </p:cNvPr>
          <p:cNvCxnSpPr>
            <a:cxnSpLocks/>
            <a:stCxn id="15" idx="6"/>
            <a:endCxn id="14" idx="1"/>
          </p:cNvCxnSpPr>
          <p:nvPr/>
        </p:nvCxnSpPr>
        <p:spPr>
          <a:xfrm flipV="1">
            <a:off x="8126222" y="2602661"/>
            <a:ext cx="1913119" cy="526986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374CF2-DAE2-EE53-E1E5-336D697DA7AF}"/>
              </a:ext>
            </a:extLst>
          </p:cNvPr>
          <p:cNvCxnSpPr>
            <a:cxnSpLocks/>
            <a:stCxn id="13" idx="6"/>
            <a:endCxn id="14" idx="1"/>
          </p:cNvCxnSpPr>
          <p:nvPr/>
        </p:nvCxnSpPr>
        <p:spPr>
          <a:xfrm>
            <a:off x="7771418" y="2414755"/>
            <a:ext cx="2267923" cy="187906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D669F0C-A536-FF6F-E3F7-7E4FC243744C}"/>
              </a:ext>
            </a:extLst>
          </p:cNvPr>
          <p:cNvCxnSpPr>
            <a:cxnSpLocks/>
          </p:cNvCxnSpPr>
          <p:nvPr/>
        </p:nvCxnSpPr>
        <p:spPr>
          <a:xfrm flipV="1">
            <a:off x="1033617" y="3090993"/>
            <a:ext cx="0" cy="19978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AD21A-79DA-58E2-090E-52BB4464CEEB}"/>
              </a:ext>
            </a:extLst>
          </p:cNvPr>
          <p:cNvCxnSpPr>
            <a:cxnSpLocks/>
          </p:cNvCxnSpPr>
          <p:nvPr/>
        </p:nvCxnSpPr>
        <p:spPr>
          <a:xfrm>
            <a:off x="662141" y="4699795"/>
            <a:ext cx="374904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A1DC99C-DF7B-AF2E-BAC2-DD919FBBC1A2}"/>
              </a:ext>
            </a:extLst>
          </p:cNvPr>
          <p:cNvSpPr txBox="1"/>
          <p:nvPr/>
        </p:nvSpPr>
        <p:spPr>
          <a:xfrm>
            <a:off x="1199536" y="4904216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No. of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4BD2094-B33C-1283-035C-F0EB02BB2737}"/>
                  </a:ext>
                </a:extLst>
              </p:cNvPr>
              <p:cNvSpPr txBox="1"/>
              <p:nvPr/>
            </p:nvSpPr>
            <p:spPr>
              <a:xfrm>
                <a:off x="323592" y="3043987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4BD2094-B33C-1283-035C-F0EB02BB2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2" y="3043987"/>
                <a:ext cx="641201" cy="369332"/>
              </a:xfrm>
              <a:prstGeom prst="rect">
                <a:avLst/>
              </a:prstGeom>
              <a:blipFill>
                <a:blip r:embed="rId6"/>
                <a:stretch>
                  <a:fillRect l="-16190" t="-1639" r="-1809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6F4E5FE2-E551-1617-47A8-02E50CC74DDE}"/>
              </a:ext>
            </a:extLst>
          </p:cNvPr>
          <p:cNvGrpSpPr/>
          <p:nvPr/>
        </p:nvGrpSpPr>
        <p:grpSpPr>
          <a:xfrm>
            <a:off x="1159850" y="3620524"/>
            <a:ext cx="3560040" cy="628920"/>
            <a:chOff x="1159850" y="3620524"/>
            <a:chExt cx="3560040" cy="62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1CB2035-BA43-6567-3D70-9DEB435FB797}"/>
                    </a:ext>
                  </a:extLst>
                </p14:cNvPr>
                <p14:cNvContentPartPr/>
                <p14:nvPr/>
              </p14:nvContentPartPr>
              <p14:xfrm>
                <a:off x="1159850" y="3688204"/>
                <a:ext cx="771840" cy="531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1CB2035-BA43-6567-3D70-9DEB435FB79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42210" y="3670564"/>
                  <a:ext cx="80748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C83D607-DD33-5E18-D818-C51C57A47AB7}"/>
                    </a:ext>
                  </a:extLst>
                </p14:cNvPr>
                <p14:cNvContentPartPr/>
                <p14:nvPr/>
              </p14:nvContentPartPr>
              <p14:xfrm>
                <a:off x="1936730" y="3677044"/>
                <a:ext cx="896760" cy="57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C83D607-DD33-5E18-D818-C51C57A47AB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18730" y="3659404"/>
                  <a:ext cx="93240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AE5198-A7A5-25CD-EAFB-A225241F6A7F}"/>
                    </a:ext>
                  </a:extLst>
                </p14:cNvPr>
                <p14:cNvContentPartPr/>
                <p14:nvPr/>
              </p14:nvContentPartPr>
              <p14:xfrm>
                <a:off x="2841410" y="3655084"/>
                <a:ext cx="920880" cy="55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AE5198-A7A5-25CD-EAFB-A225241F6A7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23770" y="3637444"/>
                  <a:ext cx="9565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EF5159-D8F7-B325-C8BD-887CA85EC5C1}"/>
                    </a:ext>
                  </a:extLst>
                </p14:cNvPr>
                <p14:cNvContentPartPr/>
                <p14:nvPr/>
              </p14:nvContentPartPr>
              <p14:xfrm>
                <a:off x="3765530" y="3620524"/>
                <a:ext cx="954360" cy="569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EF5159-D8F7-B325-C8BD-887CA85EC5C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47530" y="3602524"/>
                  <a:ext cx="990000" cy="60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381358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15577-B611-0973-9E14-34638F1C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2C84DC-10D8-0E6B-C7A3-51E591FDE819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52EB01B-6C3E-F1AF-BB82-A4B225B579EC}"/>
              </a:ext>
            </a:extLst>
          </p:cNvPr>
          <p:cNvCxnSpPr>
            <a:cxnSpLocks/>
          </p:cNvCxnSpPr>
          <p:nvPr/>
        </p:nvCxnSpPr>
        <p:spPr>
          <a:xfrm flipV="1">
            <a:off x="1033617" y="599767"/>
            <a:ext cx="0" cy="19978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23C1BB-8AC6-59A5-441B-73A88AF6D720}"/>
              </a:ext>
            </a:extLst>
          </p:cNvPr>
          <p:cNvCxnSpPr>
            <a:cxnSpLocks/>
          </p:cNvCxnSpPr>
          <p:nvPr/>
        </p:nvCxnSpPr>
        <p:spPr>
          <a:xfrm>
            <a:off x="662142" y="2208569"/>
            <a:ext cx="208105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6F8EBA7-5BB1-4660-F9DD-6E5CF5C4ADEF}"/>
              </a:ext>
            </a:extLst>
          </p:cNvPr>
          <p:cNvSpPr txBox="1"/>
          <p:nvPr/>
        </p:nvSpPr>
        <p:spPr>
          <a:xfrm>
            <a:off x="1199536" y="2412990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No. of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2F53A1-31C3-A3FB-0B55-150BC4FE1989}"/>
                  </a:ext>
                </a:extLst>
              </p:cNvPr>
              <p:cNvSpPr txBox="1"/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2F53A1-31C3-A3FB-0B55-150BC4FE1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blipFill>
                <a:blip r:embed="rId2"/>
                <a:stretch>
                  <a:fillRect l="-16190" t="-1667" r="-1809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D0CECA-3928-9D78-C18F-947847F14232}"/>
                  </a:ext>
                </a:extLst>
              </p14:cNvPr>
              <p14:cNvContentPartPr/>
              <p14:nvPr/>
            </p14:nvContentPartPr>
            <p14:xfrm>
              <a:off x="658730" y="640084"/>
              <a:ext cx="1942560" cy="130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D0CECA-3928-9D78-C18F-947847F142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090" y="622444"/>
                <a:ext cx="1978200" cy="13431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798E27B-A610-9F8F-39BD-55EDC1955633}"/>
              </a:ext>
            </a:extLst>
          </p:cNvPr>
          <p:cNvSpPr txBox="1"/>
          <p:nvPr/>
        </p:nvSpPr>
        <p:spPr>
          <a:xfrm>
            <a:off x="4031226" y="806245"/>
            <a:ext cx="46369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Gradient descent is not working properly</a:t>
            </a:r>
          </a:p>
          <a:p>
            <a:r>
              <a:rPr lang="en-US" sz="2000" dirty="0"/>
              <a:t>Use smaller </a:t>
            </a:r>
            <a:r>
              <a:rPr lang="en-US" sz="2000" b="1" dirty="0"/>
              <a:t>LEARNING RATE (alpha)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1D119E-1AAC-D198-7A01-BFCE5AEA1613}"/>
              </a:ext>
            </a:extLst>
          </p:cNvPr>
          <p:cNvCxnSpPr>
            <a:cxnSpLocks/>
          </p:cNvCxnSpPr>
          <p:nvPr/>
        </p:nvCxnSpPr>
        <p:spPr>
          <a:xfrm flipV="1">
            <a:off x="7498326" y="2225961"/>
            <a:ext cx="0" cy="237744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123A86-401C-999A-AB46-19B77633193B}"/>
              </a:ext>
            </a:extLst>
          </p:cNvPr>
          <p:cNvCxnSpPr>
            <a:cxnSpLocks/>
          </p:cNvCxnSpPr>
          <p:nvPr/>
        </p:nvCxnSpPr>
        <p:spPr>
          <a:xfrm>
            <a:off x="7126850" y="4306712"/>
            <a:ext cx="347232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15798C-3B76-1C29-4180-180E36D72776}"/>
                  </a:ext>
                </a:extLst>
              </p:cNvPr>
              <p:cNvSpPr txBox="1"/>
              <p:nvPr/>
            </p:nvSpPr>
            <p:spPr>
              <a:xfrm>
                <a:off x="6788301" y="2650904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15798C-3B76-1C29-4180-180E36D72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301" y="2650904"/>
                <a:ext cx="641201" cy="369332"/>
              </a:xfrm>
              <a:prstGeom prst="rect">
                <a:avLst/>
              </a:prstGeom>
              <a:blipFill>
                <a:blip r:embed="rId5"/>
                <a:stretch>
                  <a:fillRect l="-16190" t="-1667" r="-1714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76CB1FD-A355-73D6-531F-660E5C027FDE}"/>
              </a:ext>
            </a:extLst>
          </p:cNvPr>
          <p:cNvSpPr/>
          <p:nvPr/>
        </p:nvSpPr>
        <p:spPr>
          <a:xfrm>
            <a:off x="7603251" y="2174826"/>
            <a:ext cx="2732722" cy="200704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851D6B-DADA-3478-4081-0798FA315DF5}"/>
              </a:ext>
            </a:extLst>
          </p:cNvPr>
          <p:cNvSpPr/>
          <p:nvPr/>
        </p:nvSpPr>
        <p:spPr>
          <a:xfrm rot="19854339">
            <a:off x="7600076" y="2367778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62CBB2A-6DC6-8BD4-B694-38AD7F7072E1}"/>
              </a:ext>
            </a:extLst>
          </p:cNvPr>
          <p:cNvSpPr/>
          <p:nvPr/>
        </p:nvSpPr>
        <p:spPr>
          <a:xfrm rot="19854339">
            <a:off x="10035840" y="253628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D47AC8-46FC-6840-81A7-6DA0E178222A}"/>
              </a:ext>
            </a:extLst>
          </p:cNvPr>
          <p:cNvSpPr/>
          <p:nvPr/>
        </p:nvSpPr>
        <p:spPr>
          <a:xfrm rot="19854339">
            <a:off x="7954880" y="3082670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ED65CEC-5E94-9ADB-1F4E-62F1F1E3C317}"/>
              </a:ext>
            </a:extLst>
          </p:cNvPr>
          <p:cNvSpPr/>
          <p:nvPr/>
        </p:nvSpPr>
        <p:spPr>
          <a:xfrm rot="18324781">
            <a:off x="9515835" y="3553565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48C2A2-71AB-342D-F063-252CE76B5532}"/>
              </a:ext>
            </a:extLst>
          </p:cNvPr>
          <p:cNvSpPr/>
          <p:nvPr/>
        </p:nvSpPr>
        <p:spPr>
          <a:xfrm rot="19072169">
            <a:off x="8549936" y="393790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06C527D-37F9-F777-3E81-B16F40FD547D}"/>
              </a:ext>
            </a:extLst>
          </p:cNvPr>
          <p:cNvSpPr/>
          <p:nvPr/>
        </p:nvSpPr>
        <p:spPr>
          <a:xfrm rot="17993046">
            <a:off x="8878173" y="409043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6ED919-7D28-FE8A-9C91-A7738BC01EC9}"/>
              </a:ext>
            </a:extLst>
          </p:cNvPr>
          <p:cNvCxnSpPr>
            <a:cxnSpLocks/>
            <a:stCxn id="17" idx="6"/>
            <a:endCxn id="16" idx="1"/>
          </p:cNvCxnSpPr>
          <p:nvPr/>
        </p:nvCxnSpPr>
        <p:spPr>
          <a:xfrm flipV="1">
            <a:off x="8709190" y="3660234"/>
            <a:ext cx="807922" cy="30776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A82406-CF1C-1ED4-8917-EAB478FB041A}"/>
              </a:ext>
            </a:extLst>
          </p:cNvPr>
          <p:cNvCxnSpPr>
            <a:cxnSpLocks/>
            <a:stCxn id="15" idx="6"/>
            <a:endCxn id="16" idx="1"/>
          </p:cNvCxnSpPr>
          <p:nvPr/>
        </p:nvCxnSpPr>
        <p:spPr>
          <a:xfrm>
            <a:off x="8126222" y="3129647"/>
            <a:ext cx="1390890" cy="53058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A9DACA-8E9D-2AE3-881A-94EA6A9D2B23}"/>
              </a:ext>
            </a:extLst>
          </p:cNvPr>
          <p:cNvCxnSpPr>
            <a:cxnSpLocks/>
            <a:stCxn id="15" idx="6"/>
            <a:endCxn id="14" idx="1"/>
          </p:cNvCxnSpPr>
          <p:nvPr/>
        </p:nvCxnSpPr>
        <p:spPr>
          <a:xfrm flipV="1">
            <a:off x="8126222" y="2602661"/>
            <a:ext cx="1913119" cy="526986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37BC2F-1EFB-6DE7-569F-3298552FFB5D}"/>
              </a:ext>
            </a:extLst>
          </p:cNvPr>
          <p:cNvCxnSpPr>
            <a:cxnSpLocks/>
            <a:stCxn id="13" idx="6"/>
            <a:endCxn id="14" idx="1"/>
          </p:cNvCxnSpPr>
          <p:nvPr/>
        </p:nvCxnSpPr>
        <p:spPr>
          <a:xfrm>
            <a:off x="7771418" y="2414755"/>
            <a:ext cx="2267923" cy="187906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3031AA-C7D3-67D7-6417-CDA3E582998A}"/>
              </a:ext>
            </a:extLst>
          </p:cNvPr>
          <p:cNvCxnSpPr>
            <a:cxnSpLocks/>
          </p:cNvCxnSpPr>
          <p:nvPr/>
        </p:nvCxnSpPr>
        <p:spPr>
          <a:xfrm flipV="1">
            <a:off x="1033617" y="3090993"/>
            <a:ext cx="0" cy="19978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40A53F-F617-15BF-2FE3-AE2CA7EAF4A1}"/>
              </a:ext>
            </a:extLst>
          </p:cNvPr>
          <p:cNvCxnSpPr>
            <a:cxnSpLocks/>
          </p:cNvCxnSpPr>
          <p:nvPr/>
        </p:nvCxnSpPr>
        <p:spPr>
          <a:xfrm>
            <a:off x="662141" y="4699795"/>
            <a:ext cx="374904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18DA635-C685-1A69-C8F3-85970AA7366C}"/>
              </a:ext>
            </a:extLst>
          </p:cNvPr>
          <p:cNvSpPr txBox="1"/>
          <p:nvPr/>
        </p:nvSpPr>
        <p:spPr>
          <a:xfrm>
            <a:off x="1199536" y="4904216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No. of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06BF25-ACBF-E1B8-FEFF-8C93859F84D2}"/>
                  </a:ext>
                </a:extLst>
              </p:cNvPr>
              <p:cNvSpPr txBox="1"/>
              <p:nvPr/>
            </p:nvSpPr>
            <p:spPr>
              <a:xfrm>
                <a:off x="323592" y="3043987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06BF25-ACBF-E1B8-FEFF-8C93859F8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2" y="3043987"/>
                <a:ext cx="641201" cy="369332"/>
              </a:xfrm>
              <a:prstGeom prst="rect">
                <a:avLst/>
              </a:prstGeom>
              <a:blipFill>
                <a:blip r:embed="rId6"/>
                <a:stretch>
                  <a:fillRect l="-16190" t="-1639" r="-1809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356D7032-CBB7-E5A8-8F00-E32249FE7C57}"/>
              </a:ext>
            </a:extLst>
          </p:cNvPr>
          <p:cNvGrpSpPr/>
          <p:nvPr/>
        </p:nvGrpSpPr>
        <p:grpSpPr>
          <a:xfrm>
            <a:off x="1159850" y="3620524"/>
            <a:ext cx="3560040" cy="628920"/>
            <a:chOff x="1159850" y="3620524"/>
            <a:chExt cx="3560040" cy="62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A5DDFB-71C4-AE10-C7C2-DC8320398214}"/>
                    </a:ext>
                  </a:extLst>
                </p14:cNvPr>
                <p14:cNvContentPartPr/>
                <p14:nvPr/>
              </p14:nvContentPartPr>
              <p14:xfrm>
                <a:off x="1159850" y="3688204"/>
                <a:ext cx="771840" cy="531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A5DDFB-71C4-AE10-C7C2-DC832039821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42210" y="3670564"/>
                  <a:ext cx="80748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C53EDBD-A263-E757-A6A2-04280AA6AFDC}"/>
                    </a:ext>
                  </a:extLst>
                </p14:cNvPr>
                <p14:cNvContentPartPr/>
                <p14:nvPr/>
              </p14:nvContentPartPr>
              <p14:xfrm>
                <a:off x="1936730" y="3677044"/>
                <a:ext cx="896760" cy="57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C53EDBD-A263-E757-A6A2-04280AA6AFD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18730" y="3659404"/>
                  <a:ext cx="93240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0526405-AD9E-D6BF-A9C9-4F5754A79222}"/>
                    </a:ext>
                  </a:extLst>
                </p14:cNvPr>
                <p14:cNvContentPartPr/>
                <p14:nvPr/>
              </p14:nvContentPartPr>
              <p14:xfrm>
                <a:off x="2841410" y="3655084"/>
                <a:ext cx="920880" cy="55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0526405-AD9E-D6BF-A9C9-4F5754A7922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23770" y="3637444"/>
                  <a:ext cx="9565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070ED24-DBCC-60B9-EAE2-08A09BAB7690}"/>
                    </a:ext>
                  </a:extLst>
                </p14:cNvPr>
                <p14:cNvContentPartPr/>
                <p14:nvPr/>
              </p14:nvContentPartPr>
              <p14:xfrm>
                <a:off x="3765530" y="3620524"/>
                <a:ext cx="954360" cy="569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070ED24-DBCC-60B9-EAE2-08A09BAB769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47530" y="3602524"/>
                  <a:ext cx="990000" cy="6055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9B3420-1A4C-4D65-6B6F-F82264712158}"/>
              </a:ext>
            </a:extLst>
          </p:cNvPr>
          <p:cNvCxnSpPr/>
          <p:nvPr/>
        </p:nvCxnSpPr>
        <p:spPr>
          <a:xfrm flipV="1">
            <a:off x="3762290" y="1514131"/>
            <a:ext cx="2078071" cy="20033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4930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649A-ABEA-472D-3EFE-9196976B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39F824-1A54-3FAF-B276-35E26EC141C0}"/>
              </a:ext>
            </a:extLst>
          </p:cNvPr>
          <p:cNvSpPr txBox="1"/>
          <p:nvPr/>
        </p:nvSpPr>
        <p:spPr>
          <a:xfrm>
            <a:off x="-1" y="0"/>
            <a:ext cx="10123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Is gradient descent </a:t>
            </a:r>
            <a:r>
              <a:rPr lang="en-US" sz="2800" b="1" u="sng" dirty="0">
                <a:solidFill>
                  <a:srgbClr val="0000FF"/>
                </a:solidFill>
              </a:rPr>
              <a:t>working correctly</a:t>
            </a:r>
            <a:r>
              <a:rPr lang="en-US" sz="2800" b="1" dirty="0"/>
              <a:t>?</a:t>
            </a:r>
            <a:r>
              <a:rPr lang="en-US" sz="1800" b="1" dirty="0"/>
              <a:t> </a:t>
            </a:r>
            <a:endParaRPr lang="en-US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EF96DA-5846-7482-134D-8FF09E6BE09F}"/>
              </a:ext>
            </a:extLst>
          </p:cNvPr>
          <p:cNvCxnSpPr>
            <a:cxnSpLocks/>
          </p:cNvCxnSpPr>
          <p:nvPr/>
        </p:nvCxnSpPr>
        <p:spPr>
          <a:xfrm flipV="1">
            <a:off x="1033617" y="599767"/>
            <a:ext cx="0" cy="19978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A36D73-3873-F4C0-875C-E7C499110DA6}"/>
              </a:ext>
            </a:extLst>
          </p:cNvPr>
          <p:cNvCxnSpPr>
            <a:cxnSpLocks/>
          </p:cNvCxnSpPr>
          <p:nvPr/>
        </p:nvCxnSpPr>
        <p:spPr>
          <a:xfrm>
            <a:off x="662142" y="2208569"/>
            <a:ext cx="208105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5C975E-7B7D-816E-0C19-57586EDC6768}"/>
              </a:ext>
            </a:extLst>
          </p:cNvPr>
          <p:cNvSpPr txBox="1"/>
          <p:nvPr/>
        </p:nvSpPr>
        <p:spPr>
          <a:xfrm>
            <a:off x="1199536" y="2412990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No. of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8B70CD-AE4F-A259-1D55-C398189CD5D9}"/>
                  </a:ext>
                </a:extLst>
              </p:cNvPr>
              <p:cNvSpPr txBox="1"/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8B70CD-AE4F-A259-1D55-C398189CD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2" y="552761"/>
                <a:ext cx="641201" cy="369332"/>
              </a:xfrm>
              <a:prstGeom prst="rect">
                <a:avLst/>
              </a:prstGeom>
              <a:blipFill>
                <a:blip r:embed="rId2"/>
                <a:stretch>
                  <a:fillRect l="-16190" t="-1667" r="-1809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9E7AC8-1744-1F7D-C2C2-0ECD4BFDC737}"/>
                  </a:ext>
                </a:extLst>
              </p14:cNvPr>
              <p14:cNvContentPartPr/>
              <p14:nvPr/>
            </p14:nvContentPartPr>
            <p14:xfrm>
              <a:off x="658730" y="640084"/>
              <a:ext cx="1942560" cy="130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9E7AC8-1744-1F7D-C2C2-0ECD4BFDC7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090" y="622444"/>
                <a:ext cx="1978200" cy="13431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E8B5A67-151B-424F-7DC0-BF1F6AD3E12C}"/>
              </a:ext>
            </a:extLst>
          </p:cNvPr>
          <p:cNvSpPr txBox="1"/>
          <p:nvPr/>
        </p:nvSpPr>
        <p:spPr>
          <a:xfrm>
            <a:off x="4031226" y="806245"/>
            <a:ext cx="46369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Gradient descent is not working properly</a:t>
            </a:r>
          </a:p>
          <a:p>
            <a:r>
              <a:rPr lang="en-US" sz="2000" dirty="0"/>
              <a:t>Use smaller </a:t>
            </a:r>
            <a:r>
              <a:rPr lang="en-US" sz="2000" b="1" dirty="0"/>
              <a:t>LEARNING RATE (alpha)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C00A1A-8EDA-1AEA-BBF5-E541E78CE25B}"/>
              </a:ext>
            </a:extLst>
          </p:cNvPr>
          <p:cNvCxnSpPr>
            <a:cxnSpLocks/>
          </p:cNvCxnSpPr>
          <p:nvPr/>
        </p:nvCxnSpPr>
        <p:spPr>
          <a:xfrm flipV="1">
            <a:off x="7498326" y="2225961"/>
            <a:ext cx="0" cy="237744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CFD289-A45E-2A9B-DFF5-625FFCDD4A41}"/>
              </a:ext>
            </a:extLst>
          </p:cNvPr>
          <p:cNvCxnSpPr>
            <a:cxnSpLocks/>
          </p:cNvCxnSpPr>
          <p:nvPr/>
        </p:nvCxnSpPr>
        <p:spPr>
          <a:xfrm>
            <a:off x="7126850" y="4306712"/>
            <a:ext cx="347232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5580A8-9801-D772-3044-7F3421F70DDC}"/>
                  </a:ext>
                </a:extLst>
              </p:cNvPr>
              <p:cNvSpPr txBox="1"/>
              <p:nvPr/>
            </p:nvSpPr>
            <p:spPr>
              <a:xfrm>
                <a:off x="6788301" y="2650904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5580A8-9801-D772-3044-7F3421F70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301" y="2650904"/>
                <a:ext cx="641201" cy="369332"/>
              </a:xfrm>
              <a:prstGeom prst="rect">
                <a:avLst/>
              </a:prstGeom>
              <a:blipFill>
                <a:blip r:embed="rId5"/>
                <a:stretch>
                  <a:fillRect l="-16190" t="-1667" r="-1714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5CDDF68-D5DA-4C2E-8D8C-55E2A44D58CD}"/>
              </a:ext>
            </a:extLst>
          </p:cNvPr>
          <p:cNvSpPr/>
          <p:nvPr/>
        </p:nvSpPr>
        <p:spPr>
          <a:xfrm>
            <a:off x="7603251" y="2174826"/>
            <a:ext cx="2732722" cy="200704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B8F5EFF-802D-4B30-FE96-7747CC688D17}"/>
              </a:ext>
            </a:extLst>
          </p:cNvPr>
          <p:cNvSpPr/>
          <p:nvPr/>
        </p:nvSpPr>
        <p:spPr>
          <a:xfrm rot="19854339">
            <a:off x="7600076" y="2367778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92B19CF-E7D4-DF8F-772C-0B9AF3812912}"/>
              </a:ext>
            </a:extLst>
          </p:cNvPr>
          <p:cNvSpPr/>
          <p:nvPr/>
        </p:nvSpPr>
        <p:spPr>
          <a:xfrm rot="19854339">
            <a:off x="10035840" y="253628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B082EB-C5EB-D841-9BEF-6E8796667EC0}"/>
              </a:ext>
            </a:extLst>
          </p:cNvPr>
          <p:cNvSpPr/>
          <p:nvPr/>
        </p:nvSpPr>
        <p:spPr>
          <a:xfrm rot="19854339">
            <a:off x="7954880" y="3082670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818F4AE-AA96-51F9-C83A-B45DE65DF041}"/>
              </a:ext>
            </a:extLst>
          </p:cNvPr>
          <p:cNvSpPr/>
          <p:nvPr/>
        </p:nvSpPr>
        <p:spPr>
          <a:xfrm rot="18324781">
            <a:off x="9515835" y="3553565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8003F2-A060-3E3C-FAF8-9E8BF7B9745C}"/>
              </a:ext>
            </a:extLst>
          </p:cNvPr>
          <p:cNvSpPr/>
          <p:nvPr/>
        </p:nvSpPr>
        <p:spPr>
          <a:xfrm rot="19072169">
            <a:off x="8549936" y="393790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E4B724-CD15-00FB-E276-9DF8CD232A90}"/>
              </a:ext>
            </a:extLst>
          </p:cNvPr>
          <p:cNvSpPr/>
          <p:nvPr/>
        </p:nvSpPr>
        <p:spPr>
          <a:xfrm rot="17993046">
            <a:off x="8878173" y="409043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487ED7-4D1A-03C4-6F2B-F0CC028E562E}"/>
              </a:ext>
            </a:extLst>
          </p:cNvPr>
          <p:cNvCxnSpPr>
            <a:cxnSpLocks/>
            <a:stCxn id="17" idx="6"/>
            <a:endCxn id="16" idx="1"/>
          </p:cNvCxnSpPr>
          <p:nvPr/>
        </p:nvCxnSpPr>
        <p:spPr>
          <a:xfrm flipV="1">
            <a:off x="8709190" y="3660234"/>
            <a:ext cx="807922" cy="30776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6C50E1-C47C-174E-2351-C93021D679B1}"/>
              </a:ext>
            </a:extLst>
          </p:cNvPr>
          <p:cNvCxnSpPr>
            <a:cxnSpLocks/>
            <a:stCxn id="15" idx="6"/>
            <a:endCxn id="16" idx="1"/>
          </p:cNvCxnSpPr>
          <p:nvPr/>
        </p:nvCxnSpPr>
        <p:spPr>
          <a:xfrm>
            <a:off x="8126222" y="3129647"/>
            <a:ext cx="1390890" cy="53058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ACE37C-2EA7-8716-B114-49F165D002F4}"/>
              </a:ext>
            </a:extLst>
          </p:cNvPr>
          <p:cNvCxnSpPr>
            <a:cxnSpLocks/>
            <a:stCxn id="15" idx="6"/>
            <a:endCxn id="14" idx="1"/>
          </p:cNvCxnSpPr>
          <p:nvPr/>
        </p:nvCxnSpPr>
        <p:spPr>
          <a:xfrm flipV="1">
            <a:off x="8126222" y="2602661"/>
            <a:ext cx="1913119" cy="526986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44E7A4-879C-F9B4-1C9C-756FDC80A92E}"/>
              </a:ext>
            </a:extLst>
          </p:cNvPr>
          <p:cNvCxnSpPr>
            <a:cxnSpLocks/>
            <a:stCxn id="13" idx="6"/>
            <a:endCxn id="14" idx="1"/>
          </p:cNvCxnSpPr>
          <p:nvPr/>
        </p:nvCxnSpPr>
        <p:spPr>
          <a:xfrm>
            <a:off x="7771418" y="2414755"/>
            <a:ext cx="2267923" cy="187906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8CCDAB-9471-BA4F-E4C0-A51F33A23B57}"/>
              </a:ext>
            </a:extLst>
          </p:cNvPr>
          <p:cNvCxnSpPr>
            <a:cxnSpLocks/>
          </p:cNvCxnSpPr>
          <p:nvPr/>
        </p:nvCxnSpPr>
        <p:spPr>
          <a:xfrm flipV="1">
            <a:off x="1033617" y="3090993"/>
            <a:ext cx="0" cy="19978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E3F0AB-E837-BF17-0854-50F15E8C5BDA}"/>
              </a:ext>
            </a:extLst>
          </p:cNvPr>
          <p:cNvCxnSpPr>
            <a:cxnSpLocks/>
          </p:cNvCxnSpPr>
          <p:nvPr/>
        </p:nvCxnSpPr>
        <p:spPr>
          <a:xfrm>
            <a:off x="662141" y="4699795"/>
            <a:ext cx="374904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B0C06B9-8295-F015-83E4-10D61795B998}"/>
              </a:ext>
            </a:extLst>
          </p:cNvPr>
          <p:cNvSpPr txBox="1"/>
          <p:nvPr/>
        </p:nvSpPr>
        <p:spPr>
          <a:xfrm>
            <a:off x="1199536" y="4904216"/>
            <a:ext cx="185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No. of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4189788-E8FE-4E0A-0A5B-667918C8E8DA}"/>
                  </a:ext>
                </a:extLst>
              </p:cNvPr>
              <p:cNvSpPr txBox="1"/>
              <p:nvPr/>
            </p:nvSpPr>
            <p:spPr>
              <a:xfrm>
                <a:off x="323592" y="3043987"/>
                <a:ext cx="641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4189788-E8FE-4E0A-0A5B-667918C8E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2" y="3043987"/>
                <a:ext cx="641201" cy="369332"/>
              </a:xfrm>
              <a:prstGeom prst="rect">
                <a:avLst/>
              </a:prstGeom>
              <a:blipFill>
                <a:blip r:embed="rId6"/>
                <a:stretch>
                  <a:fillRect l="-16190" t="-1639" r="-18095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F32EB49D-6A4D-34F6-547D-13B7A2F9F876}"/>
              </a:ext>
            </a:extLst>
          </p:cNvPr>
          <p:cNvGrpSpPr/>
          <p:nvPr/>
        </p:nvGrpSpPr>
        <p:grpSpPr>
          <a:xfrm>
            <a:off x="1159850" y="3620524"/>
            <a:ext cx="3560040" cy="628920"/>
            <a:chOff x="1159850" y="3620524"/>
            <a:chExt cx="3560040" cy="62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D26157D-0A85-528D-5381-4200170A531F}"/>
                    </a:ext>
                  </a:extLst>
                </p14:cNvPr>
                <p14:cNvContentPartPr/>
                <p14:nvPr/>
              </p14:nvContentPartPr>
              <p14:xfrm>
                <a:off x="1159850" y="3688204"/>
                <a:ext cx="771840" cy="531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D26157D-0A85-528D-5381-4200170A531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42210" y="3670564"/>
                  <a:ext cx="80748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27823F-25F7-729F-621A-B783154CCADC}"/>
                    </a:ext>
                  </a:extLst>
                </p14:cNvPr>
                <p14:cNvContentPartPr/>
                <p14:nvPr/>
              </p14:nvContentPartPr>
              <p14:xfrm>
                <a:off x="1936730" y="3677044"/>
                <a:ext cx="896760" cy="57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27823F-25F7-729F-621A-B783154CCAD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18730" y="3659404"/>
                  <a:ext cx="93240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3CE9AEE-BB16-31BD-9745-903F1C5D0710}"/>
                    </a:ext>
                  </a:extLst>
                </p14:cNvPr>
                <p14:cNvContentPartPr/>
                <p14:nvPr/>
              </p14:nvContentPartPr>
              <p14:xfrm>
                <a:off x="2841410" y="3655084"/>
                <a:ext cx="920880" cy="55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3CE9AEE-BB16-31BD-9745-903F1C5D07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23770" y="3637444"/>
                  <a:ext cx="9565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934917E-50C0-CD75-AC03-3781415D1163}"/>
                    </a:ext>
                  </a:extLst>
                </p14:cNvPr>
                <p14:cNvContentPartPr/>
                <p14:nvPr/>
              </p14:nvContentPartPr>
              <p14:xfrm>
                <a:off x="3765530" y="3620524"/>
                <a:ext cx="954360" cy="569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934917E-50C0-CD75-AC03-3781415D116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47530" y="3602524"/>
                  <a:ext cx="990000" cy="6055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141666B-B6C6-8FFD-22FC-E10D35817AFE}"/>
              </a:ext>
            </a:extLst>
          </p:cNvPr>
          <p:cNvCxnSpPr/>
          <p:nvPr/>
        </p:nvCxnSpPr>
        <p:spPr>
          <a:xfrm flipV="1">
            <a:off x="3762290" y="1514131"/>
            <a:ext cx="2078071" cy="20033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9508BF-A74B-79CB-27EF-786620F35149}"/>
                  </a:ext>
                </a:extLst>
              </p:cNvPr>
              <p:cNvSpPr txBox="1"/>
              <p:nvPr/>
            </p:nvSpPr>
            <p:spPr>
              <a:xfrm>
                <a:off x="-1" y="5477968"/>
                <a:ext cx="969220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Conclusion: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dirty="0"/>
                  <a:t>For sufficiently small ALPHA,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should decrease on every iteration.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dirty="0"/>
                  <a:t>But if ALPHA is too small, gradient descent can be slow to converge. </a:t>
                </a:r>
                <a:endParaRPr lang="en-US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9508BF-A74B-79CB-27EF-786620F35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477968"/>
                <a:ext cx="9692205" cy="1200329"/>
              </a:xfrm>
              <a:prstGeom prst="rect">
                <a:avLst/>
              </a:prstGeom>
              <a:blipFill>
                <a:blip r:embed="rId15"/>
                <a:stretch>
                  <a:fillRect l="-1006" t="-4061" r="-63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9187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67059B-2AE7-BBCF-C5E0-FF1AF412FD9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1410496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Summary:</a:t>
                </a:r>
              </a:p>
              <a:p>
                <a:endParaRPr lang="en-US" sz="2400" b="1" dirty="0"/>
              </a:p>
              <a:p>
                <a:pPr marL="342900" indent="-342900">
                  <a:buFontTx/>
                  <a:buChar char="-"/>
                </a:pPr>
                <a:r>
                  <a:rPr lang="en-US" sz="2400" dirty="0"/>
                  <a:t>If ALPHA is too SMALL: Slow convergence</a:t>
                </a:r>
              </a:p>
              <a:p>
                <a:pPr marL="342900" indent="-342900">
                  <a:buFontTx/>
                  <a:buChar char="-"/>
                </a:pPr>
                <a:endParaRPr lang="en-US" sz="2400" dirty="0"/>
              </a:p>
              <a:p>
                <a:pPr marL="342900" indent="-342900">
                  <a:buFontTx/>
                  <a:buChar char="-"/>
                </a:pPr>
                <a:r>
                  <a:rPr lang="en-US" sz="2400" dirty="0"/>
                  <a:t>If ALPHA is too LARGE: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may not decrease on every iteration; may not converge</a:t>
                </a:r>
              </a:p>
              <a:p>
                <a:pPr marL="342900" indent="-342900">
                  <a:buFontTx/>
                  <a:buChar char="-"/>
                </a:pPr>
                <a:endParaRPr lang="en-US" sz="2400" dirty="0"/>
              </a:p>
              <a:p>
                <a:pPr marL="342900" indent="-342900">
                  <a:buFontTx/>
                  <a:buChar char="-"/>
                </a:pPr>
                <a:endParaRPr lang="en-US" sz="2400" dirty="0"/>
              </a:p>
              <a:p>
                <a:pPr marL="342900" indent="-342900">
                  <a:buFontTx/>
                  <a:buChar char="-"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To choose ALPHA, try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                  …,0.0001,            ,0.01,                0.1,                       1, …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67059B-2AE7-BBCF-C5E0-FF1AF412F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1410496" cy="5262979"/>
              </a:xfrm>
              <a:prstGeom prst="rect">
                <a:avLst/>
              </a:prstGeom>
              <a:blipFill>
                <a:blip r:embed="rId2"/>
                <a:stretch>
                  <a:fillRect l="-855" t="-927" b="-1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4247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476A-6430-B39A-BF78-9CF5111A0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AD4737-CF23-F8FB-84F9-D3A8E384A896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F88B5E-8AB8-2326-57E4-EF48A7505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105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A6CAF-D5F5-13FD-9625-1D34D596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82CDCA-6F6B-4741-62DC-553974DE4851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643030-E2E0-AF9D-49C3-04BD242EC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C88A07D-43C2-75DF-F9C2-9CAD75B3977B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C88A07D-43C2-75DF-F9C2-9CAD75B39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1975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1C878-2A9B-8975-DA5B-298F1CDB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709C5F-6CF3-FE4E-036D-E636E2337299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178F90-B316-66F0-85DC-658176E04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BC2DA4-3BB5-5492-2543-7B57BFDC02F4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BC2DA4-3BB5-5492-2543-7B57BFDC0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B03E4AB-98BA-4A68-1ABC-8AB6B7BB9A87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B03E4AB-98BA-4A68-1ABC-8AB6B7BB9A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85544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2AFD7-C17D-E1B2-4A96-A4228302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73C18A-50F0-279C-A2F1-D2372B70B5E7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5CD7CC-C8A7-0C15-0B6B-B9B461154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1039E5-445D-57CF-65E1-B36274B6E543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1039E5-445D-57CF-65E1-B36274B6E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48491E5-708B-CFBF-D96C-77EB92F1E5AF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48491E5-708B-CFBF-D96C-77EB92F1E5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EF020EB-130A-BE26-22F1-2D5A387B5E3E}"/>
              </a:ext>
            </a:extLst>
          </p:cNvPr>
          <p:cNvGrpSpPr/>
          <p:nvPr/>
        </p:nvGrpSpPr>
        <p:grpSpPr>
          <a:xfrm>
            <a:off x="5918609" y="1572844"/>
            <a:ext cx="148320" cy="39960"/>
            <a:chOff x="5918609" y="1572844"/>
            <a:chExt cx="1483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00CBD4-3B66-B573-64D8-334AA4F76420}"/>
                    </a:ext>
                  </a:extLst>
                </p14:cNvPr>
                <p14:cNvContentPartPr/>
                <p14:nvPr/>
              </p14:nvContentPartPr>
              <p14:xfrm>
                <a:off x="5918609" y="1572844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00CBD4-3B66-B573-64D8-334AA4F764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969" y="155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A2CC854-35E6-A908-3D0B-4CBDB4EB81CB}"/>
                    </a:ext>
                  </a:extLst>
                </p14:cNvPr>
                <p14:cNvContentPartPr/>
                <p14:nvPr/>
              </p14:nvContentPartPr>
              <p14:xfrm>
                <a:off x="6017249" y="1602724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A2CC854-35E6-A908-3D0B-4CBDB4EB81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249" y="158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E3D0AA-EFE2-6E1B-A5D4-C868B36ADB26}"/>
                    </a:ext>
                  </a:extLst>
                </p14:cNvPr>
                <p14:cNvContentPartPr/>
                <p14:nvPr/>
              </p14:nvContentPartPr>
              <p14:xfrm>
                <a:off x="6066569" y="1612444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E3D0AA-EFE2-6E1B-A5D4-C868B36ADB2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48569" y="15944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03FC9E-6481-254F-EE9D-CE264D362495}"/>
              </a:ext>
            </a:extLst>
          </p:cNvPr>
          <p:cNvGrpSpPr/>
          <p:nvPr/>
        </p:nvGrpSpPr>
        <p:grpSpPr>
          <a:xfrm>
            <a:off x="6253049" y="1690924"/>
            <a:ext cx="230760" cy="102600"/>
            <a:chOff x="6253049" y="1690924"/>
            <a:chExt cx="23076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F9BE87-4649-BB2F-5CDA-92B3F7B70144}"/>
                    </a:ext>
                  </a:extLst>
                </p14:cNvPr>
                <p14:cNvContentPartPr/>
                <p14:nvPr/>
              </p14:nvContentPartPr>
              <p14:xfrm>
                <a:off x="6253049" y="1690924"/>
                <a:ext cx="21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F9BE87-4649-BB2F-5CDA-92B3F7B7014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409" y="1672924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C85E46-DCB5-5AB2-5796-A512C4EAC2BD}"/>
                    </a:ext>
                  </a:extLst>
                </p14:cNvPr>
                <p14:cNvContentPartPr/>
                <p14:nvPr/>
              </p14:nvContentPartPr>
              <p14:xfrm>
                <a:off x="6292649" y="1710724"/>
                <a:ext cx="57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C85E46-DCB5-5AB2-5796-A512C4EAC2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649" y="1693084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7B06A78-B295-143A-206D-6327CFBEDAF1}"/>
                    </a:ext>
                  </a:extLst>
                </p14:cNvPr>
                <p14:cNvContentPartPr/>
                <p14:nvPr/>
              </p14:nvContentPartPr>
              <p14:xfrm>
                <a:off x="6401009" y="1749964"/>
                <a:ext cx="828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7B06A78-B295-143A-206D-6327CFBEDA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83009" y="1731964"/>
                  <a:ext cx="1184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64B1469-5ECE-5313-531E-C32528321E02}"/>
                  </a:ext>
                </a:extLst>
              </p14:cNvPr>
              <p14:cNvContentPartPr/>
              <p14:nvPr/>
            </p14:nvContentPartPr>
            <p14:xfrm>
              <a:off x="6617009" y="1857964"/>
              <a:ext cx="37080" cy="1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64B1469-5ECE-5313-531E-C32528321E0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99009" y="1840324"/>
                <a:ext cx="7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AC1E9DA-AFE5-D636-A089-17298554E183}"/>
                  </a:ext>
                </a:extLst>
              </p14:cNvPr>
              <p14:cNvContentPartPr/>
              <p14:nvPr/>
            </p14:nvContentPartPr>
            <p14:xfrm>
              <a:off x="6823649" y="1956604"/>
              <a:ext cx="1188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AC1E9DA-AFE5-D636-A089-17298554E18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5649" y="1938604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B463947-D52D-54CF-2495-6A9700B99C27}"/>
                  </a:ext>
                </a:extLst>
              </p14:cNvPr>
              <p14:cNvContentPartPr/>
              <p14:nvPr/>
            </p14:nvContentPartPr>
            <p14:xfrm>
              <a:off x="6961169" y="2035084"/>
              <a:ext cx="5760" cy="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B463947-D52D-54CF-2495-6A9700B99C2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43169" y="2017444"/>
                <a:ext cx="414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FAF25FB-2E70-C144-1DDB-FA062F5800D6}"/>
                  </a:ext>
                </a:extLst>
              </p14:cNvPr>
              <p14:cNvContentPartPr/>
              <p14:nvPr/>
            </p14:nvContentPartPr>
            <p14:xfrm>
              <a:off x="7088969" y="2123644"/>
              <a:ext cx="70560" cy="55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FAF25FB-2E70-C144-1DDB-FA062F5800D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0969" y="2106004"/>
                <a:ext cx="1062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F8FEEE1-08D6-8EFE-4989-A5BCBE93DF0A}"/>
                  </a:ext>
                </a:extLst>
              </p14:cNvPr>
              <p14:cNvContentPartPr/>
              <p14:nvPr/>
            </p14:nvContentPartPr>
            <p14:xfrm>
              <a:off x="7275449" y="2231644"/>
              <a:ext cx="12240" cy="6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F8FEEE1-08D6-8EFE-4989-A5BCBE93DF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809" y="2213644"/>
                <a:ext cx="47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9009827-264D-D511-8C8A-52DC070EF6D5}"/>
                  </a:ext>
                </a:extLst>
              </p14:cNvPr>
              <p14:cNvContentPartPr/>
              <p14:nvPr/>
            </p14:nvContentPartPr>
            <p14:xfrm>
              <a:off x="7374089" y="2300764"/>
              <a:ext cx="18000" cy="2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9009827-264D-D511-8C8A-52DC070EF6D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6089" y="2283124"/>
                <a:ext cx="5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A4F20F8-0FA3-9C4C-EBEB-238CA15EC9C7}"/>
                  </a:ext>
                </a:extLst>
              </p14:cNvPr>
              <p14:cNvContentPartPr/>
              <p14:nvPr/>
            </p14:nvContentPartPr>
            <p14:xfrm>
              <a:off x="7531409" y="2457724"/>
              <a:ext cx="24480" cy="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A4F20F8-0FA3-9C4C-EBEB-238CA15EC9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13769" y="2440084"/>
                <a:ext cx="60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2CBAB12-30CF-05BB-D717-1183737AD80F}"/>
                  </a:ext>
                </a:extLst>
              </p14:cNvPr>
              <p14:cNvContentPartPr/>
              <p14:nvPr/>
            </p14:nvContentPartPr>
            <p14:xfrm>
              <a:off x="7698809" y="2566084"/>
              <a:ext cx="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2CBAB12-30CF-05BB-D717-1183737AD8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809" y="2548084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4B83642-D472-C5C8-CCAA-68DFEBE51A99}"/>
                  </a:ext>
                </a:extLst>
              </p14:cNvPr>
              <p14:cNvContentPartPr/>
              <p14:nvPr/>
            </p14:nvContentPartPr>
            <p14:xfrm>
              <a:off x="7767569" y="262512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4B83642-D472-C5C8-CCAA-68DFEBE51A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569" y="2607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389292D-CE8D-D830-1B85-B8F6F908AA5D}"/>
                  </a:ext>
                </a:extLst>
              </p14:cNvPr>
              <p14:cNvContentPartPr/>
              <p14:nvPr/>
            </p14:nvContentPartPr>
            <p14:xfrm>
              <a:off x="7855769" y="2713684"/>
              <a:ext cx="21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389292D-CE8D-D830-1B85-B8F6F908AA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7769" y="2696044"/>
                <a:ext cx="37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A1E2A3C-B6C8-17AE-A0C8-C4BB897AE334}"/>
              </a:ext>
            </a:extLst>
          </p:cNvPr>
          <p:cNvGrpSpPr/>
          <p:nvPr/>
        </p:nvGrpSpPr>
        <p:grpSpPr>
          <a:xfrm>
            <a:off x="8822009" y="1248844"/>
            <a:ext cx="971280" cy="985320"/>
            <a:chOff x="8822009" y="1248844"/>
            <a:chExt cx="97128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A75F7AA-748B-F6EC-1B96-C5098BC93268}"/>
                    </a:ext>
                  </a:extLst>
                </p14:cNvPr>
                <p14:cNvContentPartPr/>
                <p14:nvPr/>
              </p14:nvContentPartPr>
              <p14:xfrm>
                <a:off x="8822009" y="1248844"/>
                <a:ext cx="971280" cy="9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A75F7AA-748B-F6EC-1B96-C5098BC9326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4009" y="1230844"/>
                  <a:ext cx="100692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CAEEA8-C062-0DDC-B104-9A59B9BC09E7}"/>
                    </a:ext>
                  </a:extLst>
                </p14:cNvPr>
                <p14:cNvContentPartPr/>
                <p14:nvPr/>
              </p14:nvContentPartPr>
              <p14:xfrm>
                <a:off x="8927489" y="1317244"/>
                <a:ext cx="770040" cy="87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8CAEEA8-C062-0DDC-B104-9A59B9BC09E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09489" y="1299604"/>
                  <a:ext cx="805680" cy="91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70082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608B-4ED4-4CD9-19C1-9FEDFACD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CE9350-A124-8F70-95FA-1E190B9968C0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8A8673-D51C-582D-1665-380ACD297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5A8936-831A-B3CD-6384-B0FDB3212FFE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5A8936-831A-B3CD-6384-B0FDB3212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828BEB-C99F-2173-EE2F-79B820E18A41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828BEB-C99F-2173-EE2F-79B820E18A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F4A1EF1-3886-8A5C-4F58-D884FBC7DA92}"/>
              </a:ext>
            </a:extLst>
          </p:cNvPr>
          <p:cNvGrpSpPr/>
          <p:nvPr/>
        </p:nvGrpSpPr>
        <p:grpSpPr>
          <a:xfrm>
            <a:off x="5918609" y="1572844"/>
            <a:ext cx="148320" cy="39960"/>
            <a:chOff x="5918609" y="1572844"/>
            <a:chExt cx="1483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F9F81F8-E37F-04C1-0EC1-10A8FFDE5D99}"/>
                    </a:ext>
                  </a:extLst>
                </p14:cNvPr>
                <p14:cNvContentPartPr/>
                <p14:nvPr/>
              </p14:nvContentPartPr>
              <p14:xfrm>
                <a:off x="5918609" y="1572844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F9F81F8-E37F-04C1-0EC1-10A8FFDE5D9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969" y="155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5733AE-9692-2AC7-4EC1-CB7C68E24507}"/>
                    </a:ext>
                  </a:extLst>
                </p14:cNvPr>
                <p14:cNvContentPartPr/>
                <p14:nvPr/>
              </p14:nvContentPartPr>
              <p14:xfrm>
                <a:off x="6017249" y="1602724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5733AE-9692-2AC7-4EC1-CB7C68E245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249" y="158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4FC9EFF-6A90-F431-9C99-BF5BEAB38F5C}"/>
                    </a:ext>
                  </a:extLst>
                </p14:cNvPr>
                <p14:cNvContentPartPr/>
                <p14:nvPr/>
              </p14:nvContentPartPr>
              <p14:xfrm>
                <a:off x="6066569" y="1612444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4FC9EFF-6A90-F431-9C99-BF5BEAB38F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48569" y="15944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1DE303-A5F3-FE32-6DCA-8459138F33C5}"/>
              </a:ext>
            </a:extLst>
          </p:cNvPr>
          <p:cNvGrpSpPr/>
          <p:nvPr/>
        </p:nvGrpSpPr>
        <p:grpSpPr>
          <a:xfrm>
            <a:off x="6253049" y="1690924"/>
            <a:ext cx="230760" cy="102600"/>
            <a:chOff x="6253049" y="1690924"/>
            <a:chExt cx="23076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20825C9-62ED-BA12-15F9-607573A84B2C}"/>
                    </a:ext>
                  </a:extLst>
                </p14:cNvPr>
                <p14:cNvContentPartPr/>
                <p14:nvPr/>
              </p14:nvContentPartPr>
              <p14:xfrm>
                <a:off x="6253049" y="1690924"/>
                <a:ext cx="21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20825C9-62ED-BA12-15F9-607573A84B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409" y="1672924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56E2E34-60E0-A451-FC61-A13DA6A580FE}"/>
                    </a:ext>
                  </a:extLst>
                </p14:cNvPr>
                <p14:cNvContentPartPr/>
                <p14:nvPr/>
              </p14:nvContentPartPr>
              <p14:xfrm>
                <a:off x="6292649" y="1710724"/>
                <a:ext cx="57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56E2E34-60E0-A451-FC61-A13DA6A580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649" y="1693084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FA93ABB-EE7D-A481-6A12-D05DEAD9D84E}"/>
                    </a:ext>
                  </a:extLst>
                </p14:cNvPr>
                <p14:cNvContentPartPr/>
                <p14:nvPr/>
              </p14:nvContentPartPr>
              <p14:xfrm>
                <a:off x="6401009" y="1749964"/>
                <a:ext cx="828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FA93ABB-EE7D-A481-6A12-D05DEAD9D8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83009" y="1731964"/>
                  <a:ext cx="1184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194642-A887-4E62-CC3C-C04FBF4A8C9A}"/>
                  </a:ext>
                </a:extLst>
              </p14:cNvPr>
              <p14:cNvContentPartPr/>
              <p14:nvPr/>
            </p14:nvContentPartPr>
            <p14:xfrm>
              <a:off x="6617009" y="1857964"/>
              <a:ext cx="37080" cy="1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194642-A887-4E62-CC3C-C04FBF4A8C9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99009" y="1840324"/>
                <a:ext cx="7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17FAE66-15F8-DC64-828E-6D8A6BF2C4FE}"/>
                  </a:ext>
                </a:extLst>
              </p14:cNvPr>
              <p14:cNvContentPartPr/>
              <p14:nvPr/>
            </p14:nvContentPartPr>
            <p14:xfrm>
              <a:off x="6823649" y="1956604"/>
              <a:ext cx="1188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17FAE66-15F8-DC64-828E-6D8A6BF2C4F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5649" y="1938604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96E5EBF-CEEF-727C-1A68-56089C287F9F}"/>
                  </a:ext>
                </a:extLst>
              </p14:cNvPr>
              <p14:cNvContentPartPr/>
              <p14:nvPr/>
            </p14:nvContentPartPr>
            <p14:xfrm>
              <a:off x="6961169" y="2035084"/>
              <a:ext cx="5760" cy="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96E5EBF-CEEF-727C-1A68-56089C287F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43169" y="2017444"/>
                <a:ext cx="414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1D08005-8115-4785-45B3-A7F7B41A8849}"/>
                  </a:ext>
                </a:extLst>
              </p14:cNvPr>
              <p14:cNvContentPartPr/>
              <p14:nvPr/>
            </p14:nvContentPartPr>
            <p14:xfrm>
              <a:off x="7088969" y="2123644"/>
              <a:ext cx="70560" cy="55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1D08005-8115-4785-45B3-A7F7B41A884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0969" y="2106004"/>
                <a:ext cx="1062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E05F80C-74A3-7ECD-2D90-A4010F6D76EE}"/>
                  </a:ext>
                </a:extLst>
              </p14:cNvPr>
              <p14:cNvContentPartPr/>
              <p14:nvPr/>
            </p14:nvContentPartPr>
            <p14:xfrm>
              <a:off x="7275449" y="2231644"/>
              <a:ext cx="12240" cy="6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E05F80C-74A3-7ECD-2D90-A4010F6D76E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809" y="2213644"/>
                <a:ext cx="47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3D6BBA6-86EF-164B-F6AF-433A6AD85D32}"/>
                  </a:ext>
                </a:extLst>
              </p14:cNvPr>
              <p14:cNvContentPartPr/>
              <p14:nvPr/>
            </p14:nvContentPartPr>
            <p14:xfrm>
              <a:off x="7374089" y="2300764"/>
              <a:ext cx="18000" cy="2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3D6BBA6-86EF-164B-F6AF-433A6AD85D3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6089" y="2283124"/>
                <a:ext cx="5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F48A844-089E-CBD7-180D-971A3E3ED465}"/>
                  </a:ext>
                </a:extLst>
              </p14:cNvPr>
              <p14:cNvContentPartPr/>
              <p14:nvPr/>
            </p14:nvContentPartPr>
            <p14:xfrm>
              <a:off x="7531409" y="2457724"/>
              <a:ext cx="24480" cy="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F48A844-089E-CBD7-180D-971A3E3ED46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13769" y="2440084"/>
                <a:ext cx="60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383E12-6769-518F-149A-3320328D2115}"/>
                  </a:ext>
                </a:extLst>
              </p14:cNvPr>
              <p14:cNvContentPartPr/>
              <p14:nvPr/>
            </p14:nvContentPartPr>
            <p14:xfrm>
              <a:off x="7698809" y="2566084"/>
              <a:ext cx="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383E12-6769-518F-149A-3320328D21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809" y="2548084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B8FB53C-AFCD-37E1-914A-59669F3E80D1}"/>
                  </a:ext>
                </a:extLst>
              </p14:cNvPr>
              <p14:cNvContentPartPr/>
              <p14:nvPr/>
            </p14:nvContentPartPr>
            <p14:xfrm>
              <a:off x="7767569" y="262512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B8FB53C-AFCD-37E1-914A-59669F3E80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569" y="2607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1637740-1C83-708B-1360-C60838B1E550}"/>
                  </a:ext>
                </a:extLst>
              </p14:cNvPr>
              <p14:cNvContentPartPr/>
              <p14:nvPr/>
            </p14:nvContentPartPr>
            <p14:xfrm>
              <a:off x="7855769" y="2713684"/>
              <a:ext cx="21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1637740-1C83-708B-1360-C60838B1E5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7769" y="2696044"/>
                <a:ext cx="37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BEB25D97-9A0C-5409-A10A-A47234CBDB30}"/>
              </a:ext>
            </a:extLst>
          </p:cNvPr>
          <p:cNvGrpSpPr/>
          <p:nvPr/>
        </p:nvGrpSpPr>
        <p:grpSpPr>
          <a:xfrm>
            <a:off x="8822009" y="1248844"/>
            <a:ext cx="971280" cy="985320"/>
            <a:chOff x="8822009" y="1248844"/>
            <a:chExt cx="97128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85FC6CD-E16F-724E-88EC-3CBA4500FEC4}"/>
                    </a:ext>
                  </a:extLst>
                </p14:cNvPr>
                <p14:cNvContentPartPr/>
                <p14:nvPr/>
              </p14:nvContentPartPr>
              <p14:xfrm>
                <a:off x="8822009" y="1248844"/>
                <a:ext cx="971280" cy="9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85FC6CD-E16F-724E-88EC-3CBA4500FEC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4009" y="1230844"/>
                  <a:ext cx="100692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74C0AA1-F4B0-0BB2-6E69-3D79FE28F632}"/>
                    </a:ext>
                  </a:extLst>
                </p14:cNvPr>
                <p14:cNvContentPartPr/>
                <p14:nvPr/>
              </p14:nvContentPartPr>
              <p14:xfrm>
                <a:off x="8927489" y="1317244"/>
                <a:ext cx="770040" cy="87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74C0AA1-F4B0-0BB2-6E69-3D79FE28F63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09489" y="1299604"/>
                  <a:ext cx="805680" cy="9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5084F6-6298-E03F-7DC1-0501AD2AB940}"/>
                  </a:ext>
                </a:extLst>
              </p:cNvPr>
              <p:cNvSpPr txBox="1"/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5084F6-6298-E03F-7DC1-0501AD2AB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889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5DB3B-4F60-0FDB-D047-9945E3A70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0E2707-0A7E-362D-9895-E8B3B699A786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FE5733-1333-7553-EEA1-1183729E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4732DD-C9F3-5551-2D19-308F13FCF0BE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4732DD-C9F3-5551-2D19-308F13FCF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D113A4-E5B3-48E4-4EC1-8407CEAA4F72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D113A4-E5B3-48E4-4EC1-8407CEAA4F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7511E76-77C4-85E8-17BA-0FE0C985BA97}"/>
              </a:ext>
            </a:extLst>
          </p:cNvPr>
          <p:cNvGrpSpPr/>
          <p:nvPr/>
        </p:nvGrpSpPr>
        <p:grpSpPr>
          <a:xfrm>
            <a:off x="5918609" y="1572844"/>
            <a:ext cx="148320" cy="39960"/>
            <a:chOff x="5918609" y="1572844"/>
            <a:chExt cx="1483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6CB2B1D-E3ED-5CEF-9A30-74DC436AB0AC}"/>
                    </a:ext>
                  </a:extLst>
                </p14:cNvPr>
                <p14:cNvContentPartPr/>
                <p14:nvPr/>
              </p14:nvContentPartPr>
              <p14:xfrm>
                <a:off x="5918609" y="1572844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6CB2B1D-E3ED-5CEF-9A30-74DC436AB0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969" y="155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0B900A-9E07-7672-0746-EF70F16C7254}"/>
                    </a:ext>
                  </a:extLst>
                </p14:cNvPr>
                <p14:cNvContentPartPr/>
                <p14:nvPr/>
              </p14:nvContentPartPr>
              <p14:xfrm>
                <a:off x="6017249" y="1602724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0B900A-9E07-7672-0746-EF70F16C725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249" y="158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C7F626-DCFE-F40D-A058-6F61B9A414FC}"/>
                    </a:ext>
                  </a:extLst>
                </p14:cNvPr>
                <p14:cNvContentPartPr/>
                <p14:nvPr/>
              </p14:nvContentPartPr>
              <p14:xfrm>
                <a:off x="6066569" y="1612444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C7F626-DCFE-F40D-A058-6F61B9A414F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48569" y="15944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BB6B948-AC78-A0AC-2918-67BBC3006F80}"/>
              </a:ext>
            </a:extLst>
          </p:cNvPr>
          <p:cNvGrpSpPr/>
          <p:nvPr/>
        </p:nvGrpSpPr>
        <p:grpSpPr>
          <a:xfrm>
            <a:off x="6253049" y="1690924"/>
            <a:ext cx="230760" cy="102600"/>
            <a:chOff x="6253049" y="1690924"/>
            <a:chExt cx="23076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D17FE3E-3A6B-B7E6-C6CA-569D0E9E48F2}"/>
                    </a:ext>
                  </a:extLst>
                </p14:cNvPr>
                <p14:cNvContentPartPr/>
                <p14:nvPr/>
              </p14:nvContentPartPr>
              <p14:xfrm>
                <a:off x="6253049" y="1690924"/>
                <a:ext cx="21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D17FE3E-3A6B-B7E6-C6CA-569D0E9E48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409" y="1672924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445A2A-F29F-3A76-AA7B-80F8E93DC4A1}"/>
                    </a:ext>
                  </a:extLst>
                </p14:cNvPr>
                <p14:cNvContentPartPr/>
                <p14:nvPr/>
              </p14:nvContentPartPr>
              <p14:xfrm>
                <a:off x="6292649" y="1710724"/>
                <a:ext cx="57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445A2A-F29F-3A76-AA7B-80F8E93DC4A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649" y="1693084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C430F83-D3A5-A5EA-85A4-C7B2B8FDE1CF}"/>
                    </a:ext>
                  </a:extLst>
                </p14:cNvPr>
                <p14:cNvContentPartPr/>
                <p14:nvPr/>
              </p14:nvContentPartPr>
              <p14:xfrm>
                <a:off x="6401009" y="1749964"/>
                <a:ext cx="828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C430F83-D3A5-A5EA-85A4-C7B2B8FDE1C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83009" y="1731964"/>
                  <a:ext cx="1184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50AC377-814C-9E46-CA91-9ED9A41FCF0C}"/>
                  </a:ext>
                </a:extLst>
              </p14:cNvPr>
              <p14:cNvContentPartPr/>
              <p14:nvPr/>
            </p14:nvContentPartPr>
            <p14:xfrm>
              <a:off x="6617009" y="1857964"/>
              <a:ext cx="37080" cy="1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50AC377-814C-9E46-CA91-9ED9A41FCF0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99009" y="1840324"/>
                <a:ext cx="7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74FFB46-D366-FFB4-4E55-727095BEEDBE}"/>
                  </a:ext>
                </a:extLst>
              </p14:cNvPr>
              <p14:cNvContentPartPr/>
              <p14:nvPr/>
            </p14:nvContentPartPr>
            <p14:xfrm>
              <a:off x="6823649" y="1956604"/>
              <a:ext cx="1188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74FFB46-D366-FFB4-4E55-727095BEEDB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5649" y="1938604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99EA031-A446-5C1F-4922-376C7226F8C3}"/>
                  </a:ext>
                </a:extLst>
              </p14:cNvPr>
              <p14:cNvContentPartPr/>
              <p14:nvPr/>
            </p14:nvContentPartPr>
            <p14:xfrm>
              <a:off x="6961169" y="2035084"/>
              <a:ext cx="5760" cy="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99EA031-A446-5C1F-4922-376C7226F8C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43169" y="2017444"/>
                <a:ext cx="414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69B3EC7-A644-D036-B90B-7C080654136D}"/>
                  </a:ext>
                </a:extLst>
              </p14:cNvPr>
              <p14:cNvContentPartPr/>
              <p14:nvPr/>
            </p14:nvContentPartPr>
            <p14:xfrm>
              <a:off x="7088969" y="2123644"/>
              <a:ext cx="70560" cy="55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69B3EC7-A644-D036-B90B-7C080654136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0969" y="2106004"/>
                <a:ext cx="1062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0D9877D-4DD2-00E0-667E-59499ADF83CA}"/>
                  </a:ext>
                </a:extLst>
              </p14:cNvPr>
              <p14:cNvContentPartPr/>
              <p14:nvPr/>
            </p14:nvContentPartPr>
            <p14:xfrm>
              <a:off x="7275449" y="2231644"/>
              <a:ext cx="12240" cy="6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0D9877D-4DD2-00E0-667E-59499ADF83C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809" y="2213644"/>
                <a:ext cx="47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CEE18A9-0F64-97DA-4196-C052837ADD76}"/>
                  </a:ext>
                </a:extLst>
              </p14:cNvPr>
              <p14:cNvContentPartPr/>
              <p14:nvPr/>
            </p14:nvContentPartPr>
            <p14:xfrm>
              <a:off x="7374089" y="2300764"/>
              <a:ext cx="18000" cy="2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CEE18A9-0F64-97DA-4196-C052837ADD7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6089" y="2283124"/>
                <a:ext cx="5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3339253-D693-E665-6AB8-94FA1D56AF06}"/>
                  </a:ext>
                </a:extLst>
              </p14:cNvPr>
              <p14:cNvContentPartPr/>
              <p14:nvPr/>
            </p14:nvContentPartPr>
            <p14:xfrm>
              <a:off x="7531409" y="2457724"/>
              <a:ext cx="24480" cy="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3339253-D693-E665-6AB8-94FA1D56AF0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13769" y="2440084"/>
                <a:ext cx="60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C06C18A-8605-8C2F-4112-CBA742BA3B93}"/>
                  </a:ext>
                </a:extLst>
              </p14:cNvPr>
              <p14:cNvContentPartPr/>
              <p14:nvPr/>
            </p14:nvContentPartPr>
            <p14:xfrm>
              <a:off x="7698809" y="2566084"/>
              <a:ext cx="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C06C18A-8605-8C2F-4112-CBA742BA3B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809" y="2548084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10737A8-A9A2-4AA9-0B0B-D02E4C8ED031}"/>
                  </a:ext>
                </a:extLst>
              </p14:cNvPr>
              <p14:cNvContentPartPr/>
              <p14:nvPr/>
            </p14:nvContentPartPr>
            <p14:xfrm>
              <a:off x="7767569" y="262512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10737A8-A9A2-4AA9-0B0B-D02E4C8ED0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569" y="2607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B839FBB-68E1-AE3A-245C-717A8FF28CC7}"/>
                  </a:ext>
                </a:extLst>
              </p14:cNvPr>
              <p14:cNvContentPartPr/>
              <p14:nvPr/>
            </p14:nvContentPartPr>
            <p14:xfrm>
              <a:off x="7855769" y="2713684"/>
              <a:ext cx="21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B839FBB-68E1-AE3A-245C-717A8FF28C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7769" y="2696044"/>
                <a:ext cx="37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83DFC15-42D3-3581-34B1-CC08B130B7BB}"/>
              </a:ext>
            </a:extLst>
          </p:cNvPr>
          <p:cNvGrpSpPr/>
          <p:nvPr/>
        </p:nvGrpSpPr>
        <p:grpSpPr>
          <a:xfrm>
            <a:off x="8822009" y="1248844"/>
            <a:ext cx="971280" cy="985320"/>
            <a:chOff x="8822009" y="1248844"/>
            <a:chExt cx="97128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12581DC-4E1A-8696-DC15-B9EC18948818}"/>
                    </a:ext>
                  </a:extLst>
                </p14:cNvPr>
                <p14:cNvContentPartPr/>
                <p14:nvPr/>
              </p14:nvContentPartPr>
              <p14:xfrm>
                <a:off x="8822009" y="1248844"/>
                <a:ext cx="971280" cy="9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12581DC-4E1A-8696-DC15-B9EC1894881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4009" y="1230844"/>
                  <a:ext cx="100692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CF9463-5A6F-8069-B833-5EE605256A3C}"/>
                    </a:ext>
                  </a:extLst>
                </p14:cNvPr>
                <p14:cNvContentPartPr/>
                <p14:nvPr/>
              </p14:nvContentPartPr>
              <p14:xfrm>
                <a:off x="8927489" y="1317244"/>
                <a:ext cx="770040" cy="87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CF9463-5A6F-8069-B833-5EE605256A3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09489" y="1299604"/>
                  <a:ext cx="805680" cy="9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ED16E24-4685-F45F-B48A-B9832FC787BC}"/>
                  </a:ext>
                </a:extLst>
              </p:cNvPr>
              <p:cNvSpPr txBox="1"/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ED16E24-4685-F45F-B48A-B9832FC78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88E1806-30AF-70AB-22E3-A366B93D8337}"/>
                  </a:ext>
                </a:extLst>
              </p14:cNvPr>
              <p14:cNvContentPartPr/>
              <p14:nvPr/>
            </p14:nvContentPartPr>
            <p14:xfrm>
              <a:off x="2123489" y="1081444"/>
              <a:ext cx="4535280" cy="2242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88E1806-30AF-70AB-22E3-A366B93D833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5849" y="1063804"/>
                <a:ext cx="4570920" cy="227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0002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1BC3-11BC-885F-7725-473BEEB35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03626D-3477-3B6A-92D6-97C18F9E844F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5376DE-5AB6-68FE-BB20-D77E00127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2E752BF-8CA6-7EDF-65A2-09B948317BCC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2E752BF-8CA6-7EDF-65A2-09B948317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C09CDF6-8EB5-8703-3DBE-99A2CC851AE8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C09CDF6-8EB5-8703-3DBE-99A2CC851A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FA70E71-314B-8D32-24A2-2B82B72DD571}"/>
              </a:ext>
            </a:extLst>
          </p:cNvPr>
          <p:cNvGrpSpPr/>
          <p:nvPr/>
        </p:nvGrpSpPr>
        <p:grpSpPr>
          <a:xfrm>
            <a:off x="5918609" y="1572844"/>
            <a:ext cx="148320" cy="39960"/>
            <a:chOff x="5918609" y="1572844"/>
            <a:chExt cx="1483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3944EED-0E62-7371-C949-069D53843689}"/>
                    </a:ext>
                  </a:extLst>
                </p14:cNvPr>
                <p14:cNvContentPartPr/>
                <p14:nvPr/>
              </p14:nvContentPartPr>
              <p14:xfrm>
                <a:off x="5918609" y="1572844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3944EED-0E62-7371-C949-069D5384368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969" y="155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D5D5FB6-4409-E849-0C88-23F53FF7A4AE}"/>
                    </a:ext>
                  </a:extLst>
                </p14:cNvPr>
                <p14:cNvContentPartPr/>
                <p14:nvPr/>
              </p14:nvContentPartPr>
              <p14:xfrm>
                <a:off x="6017249" y="1602724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D5D5FB6-4409-E849-0C88-23F53FF7A4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249" y="158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B35AB4-FEF7-EA98-6EA0-C1E2A391AC4C}"/>
                    </a:ext>
                  </a:extLst>
                </p14:cNvPr>
                <p14:cNvContentPartPr/>
                <p14:nvPr/>
              </p14:nvContentPartPr>
              <p14:xfrm>
                <a:off x="6066569" y="1612444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B35AB4-FEF7-EA98-6EA0-C1E2A391AC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48569" y="15944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B1B846-4D81-6A51-9B5A-6B270DF43944}"/>
              </a:ext>
            </a:extLst>
          </p:cNvPr>
          <p:cNvGrpSpPr/>
          <p:nvPr/>
        </p:nvGrpSpPr>
        <p:grpSpPr>
          <a:xfrm>
            <a:off x="6253049" y="1690924"/>
            <a:ext cx="230760" cy="102600"/>
            <a:chOff x="6253049" y="1690924"/>
            <a:chExt cx="23076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57ED825-3CCD-4C06-18E4-7B080881C3AF}"/>
                    </a:ext>
                  </a:extLst>
                </p14:cNvPr>
                <p14:cNvContentPartPr/>
                <p14:nvPr/>
              </p14:nvContentPartPr>
              <p14:xfrm>
                <a:off x="6253049" y="1690924"/>
                <a:ext cx="21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57ED825-3CCD-4C06-18E4-7B080881C3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409" y="1672924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CF680E0-A334-DF30-33BC-497E838D0A71}"/>
                    </a:ext>
                  </a:extLst>
                </p14:cNvPr>
                <p14:cNvContentPartPr/>
                <p14:nvPr/>
              </p14:nvContentPartPr>
              <p14:xfrm>
                <a:off x="6292649" y="1710724"/>
                <a:ext cx="57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CF680E0-A334-DF30-33BC-497E838D0A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649" y="1693084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EE0109-DC5B-40C7-4B65-C03AD140E666}"/>
                    </a:ext>
                  </a:extLst>
                </p14:cNvPr>
                <p14:cNvContentPartPr/>
                <p14:nvPr/>
              </p14:nvContentPartPr>
              <p14:xfrm>
                <a:off x="6401009" y="1749964"/>
                <a:ext cx="828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EE0109-DC5B-40C7-4B65-C03AD140E6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83009" y="1731964"/>
                  <a:ext cx="1184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FB76C6A-9451-620F-10F4-76C7688A6E01}"/>
                  </a:ext>
                </a:extLst>
              </p14:cNvPr>
              <p14:cNvContentPartPr/>
              <p14:nvPr/>
            </p14:nvContentPartPr>
            <p14:xfrm>
              <a:off x="6617009" y="1857964"/>
              <a:ext cx="37080" cy="1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FB76C6A-9451-620F-10F4-76C7688A6E0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99009" y="1840324"/>
                <a:ext cx="7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BB053C2-FFD1-AD6D-D299-A992F73CA566}"/>
                  </a:ext>
                </a:extLst>
              </p14:cNvPr>
              <p14:cNvContentPartPr/>
              <p14:nvPr/>
            </p14:nvContentPartPr>
            <p14:xfrm>
              <a:off x="6823649" y="1956604"/>
              <a:ext cx="1188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BB053C2-FFD1-AD6D-D299-A992F73CA5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5649" y="1938604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EF5F47A-4986-B84B-FE0C-253730ABF713}"/>
                  </a:ext>
                </a:extLst>
              </p14:cNvPr>
              <p14:cNvContentPartPr/>
              <p14:nvPr/>
            </p14:nvContentPartPr>
            <p14:xfrm>
              <a:off x="6961169" y="2035084"/>
              <a:ext cx="5760" cy="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EF5F47A-4986-B84B-FE0C-253730ABF71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43169" y="2017444"/>
                <a:ext cx="414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BB89581-DBAF-499F-2970-4D03CB876A76}"/>
                  </a:ext>
                </a:extLst>
              </p14:cNvPr>
              <p14:cNvContentPartPr/>
              <p14:nvPr/>
            </p14:nvContentPartPr>
            <p14:xfrm>
              <a:off x="7088969" y="2123644"/>
              <a:ext cx="70560" cy="55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BB89581-DBAF-499F-2970-4D03CB876A7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0969" y="2106004"/>
                <a:ext cx="1062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3648911-7262-55D6-8296-158D104F9111}"/>
                  </a:ext>
                </a:extLst>
              </p14:cNvPr>
              <p14:cNvContentPartPr/>
              <p14:nvPr/>
            </p14:nvContentPartPr>
            <p14:xfrm>
              <a:off x="7275449" y="2231644"/>
              <a:ext cx="12240" cy="6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3648911-7262-55D6-8296-158D104F91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809" y="2213644"/>
                <a:ext cx="47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B1F8104-143B-1101-BE73-C4221429811F}"/>
                  </a:ext>
                </a:extLst>
              </p14:cNvPr>
              <p14:cNvContentPartPr/>
              <p14:nvPr/>
            </p14:nvContentPartPr>
            <p14:xfrm>
              <a:off x="7374089" y="2300764"/>
              <a:ext cx="18000" cy="2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B1F8104-143B-1101-BE73-C4221429811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6089" y="2283124"/>
                <a:ext cx="5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1B92C54-1C95-D1B5-01E7-948DEE32A574}"/>
                  </a:ext>
                </a:extLst>
              </p14:cNvPr>
              <p14:cNvContentPartPr/>
              <p14:nvPr/>
            </p14:nvContentPartPr>
            <p14:xfrm>
              <a:off x="7531409" y="2457724"/>
              <a:ext cx="24480" cy="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1B92C54-1C95-D1B5-01E7-948DEE32A57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13769" y="2440084"/>
                <a:ext cx="60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6075F55-D364-C2FB-DF10-71A554561072}"/>
                  </a:ext>
                </a:extLst>
              </p14:cNvPr>
              <p14:cNvContentPartPr/>
              <p14:nvPr/>
            </p14:nvContentPartPr>
            <p14:xfrm>
              <a:off x="7698809" y="2566084"/>
              <a:ext cx="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6075F55-D364-C2FB-DF10-71A5545610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809" y="2548084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51BEFB0-64A8-6DFB-EB9F-FC5FA1FEB308}"/>
                  </a:ext>
                </a:extLst>
              </p14:cNvPr>
              <p14:cNvContentPartPr/>
              <p14:nvPr/>
            </p14:nvContentPartPr>
            <p14:xfrm>
              <a:off x="7767569" y="262512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51BEFB0-64A8-6DFB-EB9F-FC5FA1FEB3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569" y="2607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8BCF17D-1FA8-58EC-B88A-080575918D3A}"/>
                  </a:ext>
                </a:extLst>
              </p14:cNvPr>
              <p14:cNvContentPartPr/>
              <p14:nvPr/>
            </p14:nvContentPartPr>
            <p14:xfrm>
              <a:off x="7855769" y="2713684"/>
              <a:ext cx="21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8BCF17D-1FA8-58EC-B88A-080575918D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7769" y="2696044"/>
                <a:ext cx="37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6C799E93-EA54-E1B7-5E88-633526149EBB}"/>
              </a:ext>
            </a:extLst>
          </p:cNvPr>
          <p:cNvGrpSpPr/>
          <p:nvPr/>
        </p:nvGrpSpPr>
        <p:grpSpPr>
          <a:xfrm>
            <a:off x="8822009" y="1248844"/>
            <a:ext cx="971280" cy="985320"/>
            <a:chOff x="8822009" y="1248844"/>
            <a:chExt cx="97128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9065C7-9B4A-2ACC-1D83-2BEA25303F24}"/>
                    </a:ext>
                  </a:extLst>
                </p14:cNvPr>
                <p14:cNvContentPartPr/>
                <p14:nvPr/>
              </p14:nvContentPartPr>
              <p14:xfrm>
                <a:off x="8822009" y="1248844"/>
                <a:ext cx="971280" cy="9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9065C7-9B4A-2ACC-1D83-2BEA25303F2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4009" y="1230844"/>
                  <a:ext cx="100692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C43FAF-71EF-ACED-5C20-F284E2D94A53}"/>
                    </a:ext>
                  </a:extLst>
                </p14:cNvPr>
                <p14:cNvContentPartPr/>
                <p14:nvPr/>
              </p14:nvContentPartPr>
              <p14:xfrm>
                <a:off x="8927489" y="1317244"/>
                <a:ext cx="770040" cy="87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C43FAF-71EF-ACED-5C20-F284E2D94A5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09489" y="1299604"/>
                  <a:ext cx="805680" cy="9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3CEA8D-DD99-E472-1B27-C5FC0A6EADA2}"/>
                  </a:ext>
                </a:extLst>
              </p:cNvPr>
              <p:cNvSpPr txBox="1"/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3CEA8D-DD99-E472-1B27-C5FC0A6E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9FC11B0-5DF0-9583-82C7-A96D6E579176}"/>
                  </a:ext>
                </a:extLst>
              </p14:cNvPr>
              <p14:cNvContentPartPr/>
              <p14:nvPr/>
            </p14:nvContentPartPr>
            <p14:xfrm>
              <a:off x="2123489" y="1081444"/>
              <a:ext cx="4535280" cy="2242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9FC11B0-5DF0-9583-82C7-A96D6E57917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5849" y="1063804"/>
                <a:ext cx="4570920" cy="22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E0FBFF9-96C3-C6B3-0DD7-6026DBB10DBB}"/>
                  </a:ext>
                </a:extLst>
              </p14:cNvPr>
              <p14:cNvContentPartPr/>
              <p14:nvPr/>
            </p14:nvContentPartPr>
            <p14:xfrm>
              <a:off x="7816529" y="4050724"/>
              <a:ext cx="3622320" cy="212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E0FBFF9-96C3-C6B3-0DD7-6026DBB10DB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98889" y="4032724"/>
                <a:ext cx="36579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EA8EE3F-00A0-A80B-7347-CC4CF351001F}"/>
              </a:ext>
            </a:extLst>
          </p:cNvPr>
          <p:cNvGrpSpPr/>
          <p:nvPr/>
        </p:nvGrpSpPr>
        <p:grpSpPr>
          <a:xfrm>
            <a:off x="9006329" y="4365724"/>
            <a:ext cx="1250640" cy="531000"/>
            <a:chOff x="9006329" y="4365724"/>
            <a:chExt cx="125064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32C36B5-F73E-7F84-26A2-30756D4BE1C8}"/>
                    </a:ext>
                  </a:extLst>
                </p14:cNvPr>
                <p14:cNvContentPartPr/>
                <p14:nvPr/>
              </p14:nvContentPartPr>
              <p14:xfrm>
                <a:off x="9006329" y="4365724"/>
                <a:ext cx="242280" cy="46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32C36B5-F73E-7F84-26A2-30756D4BE1C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8329" y="4347724"/>
                  <a:ext cx="2779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490BB8-67F4-9C4B-0881-2BF56D8F1A70}"/>
                    </a:ext>
                  </a:extLst>
                </p14:cNvPr>
                <p14:cNvContentPartPr/>
                <p14:nvPr/>
              </p14:nvContentPartPr>
              <p14:xfrm>
                <a:off x="9288929" y="4640404"/>
                <a:ext cx="171720" cy="23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490BB8-67F4-9C4B-0881-2BF56D8F1A7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71289" y="4622764"/>
                  <a:ext cx="2073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ADF44C0-3571-402E-609B-3DD228F74517}"/>
                    </a:ext>
                  </a:extLst>
                </p14:cNvPr>
                <p14:cNvContentPartPr/>
                <p14:nvPr/>
              </p14:nvContentPartPr>
              <p14:xfrm>
                <a:off x="9487289" y="4574524"/>
                <a:ext cx="306720" cy="26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ADF44C0-3571-402E-609B-3DD228F7451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9649" y="4556884"/>
                  <a:ext cx="3423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42AF3DA-76A3-1E30-A0A3-13CFFCF41B79}"/>
                    </a:ext>
                  </a:extLst>
                </p14:cNvPr>
                <p14:cNvContentPartPr/>
                <p14:nvPr/>
              </p14:nvContentPartPr>
              <p14:xfrm>
                <a:off x="9930089" y="4551484"/>
                <a:ext cx="91080" cy="22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42AF3DA-76A3-1E30-A0A3-13CFFCF41B7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12449" y="4533484"/>
                  <a:ext cx="126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3953C51-FD24-C95F-DC2E-B3B65E3B7315}"/>
                    </a:ext>
                  </a:extLst>
                </p14:cNvPr>
                <p14:cNvContentPartPr/>
                <p14:nvPr/>
              </p14:nvContentPartPr>
              <p14:xfrm>
                <a:off x="10009289" y="4896364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3953C51-FD24-C95F-DC2E-B3B65E3B731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91289" y="4878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6C6630-10D6-4D4B-B7A2-3D6688903A56}"/>
                    </a:ext>
                  </a:extLst>
                </p14:cNvPr>
                <p14:cNvContentPartPr/>
                <p14:nvPr/>
              </p14:nvContentPartPr>
              <p14:xfrm>
                <a:off x="10166249" y="4483444"/>
                <a:ext cx="90720" cy="249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6C6630-10D6-4D4B-B7A2-3D6688903A5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48249" y="4465444"/>
                  <a:ext cx="126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FC97A6-8849-7369-5364-66ED2CBAD3FE}"/>
                    </a:ext>
                  </a:extLst>
                </p14:cNvPr>
                <p14:cNvContentPartPr/>
                <p14:nvPr/>
              </p14:nvContentPartPr>
              <p14:xfrm>
                <a:off x="10245089" y="4866844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FC97A6-8849-7369-5364-66ED2CBAD3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27449" y="48488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95884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1F8A-9380-D4AA-F08E-67F4E468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17C3D6-99EE-D825-CBA1-ABED5CFEF367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C43597-2EE5-ECBA-A984-23DB4EEE0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9FA5F7-EA5D-0BDB-C2F5-B1020A11F611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9FA5F7-EA5D-0BDB-C2F5-B1020A11F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593AC1-A1EF-2C66-88A5-18562A88857B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593AC1-A1EF-2C66-88A5-18562A8885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4121C4E-9346-2838-8647-651FF4C4A470}"/>
              </a:ext>
            </a:extLst>
          </p:cNvPr>
          <p:cNvGrpSpPr/>
          <p:nvPr/>
        </p:nvGrpSpPr>
        <p:grpSpPr>
          <a:xfrm>
            <a:off x="5918609" y="1572844"/>
            <a:ext cx="148320" cy="39960"/>
            <a:chOff x="5918609" y="1572844"/>
            <a:chExt cx="1483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F80D535-2BE9-1F47-9E55-24BC255C325F}"/>
                    </a:ext>
                  </a:extLst>
                </p14:cNvPr>
                <p14:cNvContentPartPr/>
                <p14:nvPr/>
              </p14:nvContentPartPr>
              <p14:xfrm>
                <a:off x="5918609" y="1572844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F80D535-2BE9-1F47-9E55-24BC255C32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969" y="155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B37AAA-DEAD-901B-75CD-463047BAE25E}"/>
                    </a:ext>
                  </a:extLst>
                </p14:cNvPr>
                <p14:cNvContentPartPr/>
                <p14:nvPr/>
              </p14:nvContentPartPr>
              <p14:xfrm>
                <a:off x="6017249" y="1602724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B37AAA-DEAD-901B-75CD-463047BAE2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249" y="158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EC56FE7-48D2-D981-9046-2C85BE5E68B7}"/>
                    </a:ext>
                  </a:extLst>
                </p14:cNvPr>
                <p14:cNvContentPartPr/>
                <p14:nvPr/>
              </p14:nvContentPartPr>
              <p14:xfrm>
                <a:off x="6066569" y="1612444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EC56FE7-48D2-D981-9046-2C85BE5E68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48569" y="15944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6D78DE-C14E-9353-8731-9D6EE93AC7D2}"/>
              </a:ext>
            </a:extLst>
          </p:cNvPr>
          <p:cNvGrpSpPr/>
          <p:nvPr/>
        </p:nvGrpSpPr>
        <p:grpSpPr>
          <a:xfrm>
            <a:off x="6253049" y="1690924"/>
            <a:ext cx="230760" cy="102600"/>
            <a:chOff x="6253049" y="1690924"/>
            <a:chExt cx="23076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8BACC79-BFA6-9D9E-1CFA-4A523D6DE833}"/>
                    </a:ext>
                  </a:extLst>
                </p14:cNvPr>
                <p14:cNvContentPartPr/>
                <p14:nvPr/>
              </p14:nvContentPartPr>
              <p14:xfrm>
                <a:off x="6253049" y="1690924"/>
                <a:ext cx="21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BACC79-BFA6-9D9E-1CFA-4A523D6DE83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409" y="1672924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07B8A6-CCBB-70BC-26B4-9ADB9429A44B}"/>
                    </a:ext>
                  </a:extLst>
                </p14:cNvPr>
                <p14:cNvContentPartPr/>
                <p14:nvPr/>
              </p14:nvContentPartPr>
              <p14:xfrm>
                <a:off x="6292649" y="1710724"/>
                <a:ext cx="57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07B8A6-CCBB-70BC-26B4-9ADB9429A44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649" y="1693084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AD25C1F-6E0C-ADDE-35C1-4F47691A2E06}"/>
                    </a:ext>
                  </a:extLst>
                </p14:cNvPr>
                <p14:cNvContentPartPr/>
                <p14:nvPr/>
              </p14:nvContentPartPr>
              <p14:xfrm>
                <a:off x="6401009" y="1749964"/>
                <a:ext cx="828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AD25C1F-6E0C-ADDE-35C1-4F47691A2E0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83009" y="1731964"/>
                  <a:ext cx="1184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1BF0D01-5C5B-769C-5CC6-5EE3AD7F10A3}"/>
                  </a:ext>
                </a:extLst>
              </p14:cNvPr>
              <p14:cNvContentPartPr/>
              <p14:nvPr/>
            </p14:nvContentPartPr>
            <p14:xfrm>
              <a:off x="6617009" y="1857964"/>
              <a:ext cx="37080" cy="1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1BF0D01-5C5B-769C-5CC6-5EE3AD7F10A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99009" y="1840324"/>
                <a:ext cx="7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0297CD0-2660-0799-F45C-619E7ECD80F3}"/>
                  </a:ext>
                </a:extLst>
              </p14:cNvPr>
              <p14:cNvContentPartPr/>
              <p14:nvPr/>
            </p14:nvContentPartPr>
            <p14:xfrm>
              <a:off x="6823649" y="1956604"/>
              <a:ext cx="1188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0297CD0-2660-0799-F45C-619E7ECD80F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5649" y="1938604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8BC4E28-A638-8300-77DB-D56168803E33}"/>
                  </a:ext>
                </a:extLst>
              </p14:cNvPr>
              <p14:cNvContentPartPr/>
              <p14:nvPr/>
            </p14:nvContentPartPr>
            <p14:xfrm>
              <a:off x="6961169" y="2035084"/>
              <a:ext cx="5760" cy="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8BC4E28-A638-8300-77DB-D56168803E3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43169" y="2017444"/>
                <a:ext cx="414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4D1A00C-854E-4087-B75C-2E61E3B93235}"/>
                  </a:ext>
                </a:extLst>
              </p14:cNvPr>
              <p14:cNvContentPartPr/>
              <p14:nvPr/>
            </p14:nvContentPartPr>
            <p14:xfrm>
              <a:off x="7088969" y="2123644"/>
              <a:ext cx="70560" cy="55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4D1A00C-854E-4087-B75C-2E61E3B9323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0969" y="2106004"/>
                <a:ext cx="1062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22104F8-9FCA-5C3B-7446-BF64FC143F40}"/>
                  </a:ext>
                </a:extLst>
              </p14:cNvPr>
              <p14:cNvContentPartPr/>
              <p14:nvPr/>
            </p14:nvContentPartPr>
            <p14:xfrm>
              <a:off x="7275449" y="2231644"/>
              <a:ext cx="12240" cy="6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22104F8-9FCA-5C3B-7446-BF64FC143F4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809" y="2213644"/>
                <a:ext cx="47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5BA1D6A-1BC0-50FA-C691-F84BC9B1FF0A}"/>
                  </a:ext>
                </a:extLst>
              </p14:cNvPr>
              <p14:cNvContentPartPr/>
              <p14:nvPr/>
            </p14:nvContentPartPr>
            <p14:xfrm>
              <a:off x="7374089" y="2300764"/>
              <a:ext cx="18000" cy="2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5BA1D6A-1BC0-50FA-C691-F84BC9B1FF0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6089" y="2283124"/>
                <a:ext cx="5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423F245-2662-D6C2-E6D2-0C4C9A7153F9}"/>
                  </a:ext>
                </a:extLst>
              </p14:cNvPr>
              <p14:cNvContentPartPr/>
              <p14:nvPr/>
            </p14:nvContentPartPr>
            <p14:xfrm>
              <a:off x="7531409" y="2457724"/>
              <a:ext cx="24480" cy="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423F245-2662-D6C2-E6D2-0C4C9A7153F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13769" y="2440084"/>
                <a:ext cx="60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74B4380-1BD3-92E8-71B0-1D5C85AC98F1}"/>
                  </a:ext>
                </a:extLst>
              </p14:cNvPr>
              <p14:cNvContentPartPr/>
              <p14:nvPr/>
            </p14:nvContentPartPr>
            <p14:xfrm>
              <a:off x="7698809" y="2566084"/>
              <a:ext cx="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74B4380-1BD3-92E8-71B0-1D5C85AC98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809" y="2548084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B892389-CBDB-8E5F-46C8-38F4ED0E5F78}"/>
                  </a:ext>
                </a:extLst>
              </p14:cNvPr>
              <p14:cNvContentPartPr/>
              <p14:nvPr/>
            </p14:nvContentPartPr>
            <p14:xfrm>
              <a:off x="7767569" y="262512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B892389-CBDB-8E5F-46C8-38F4ED0E5F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569" y="2607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28C7755-26B6-3404-5744-571E71F7F96A}"/>
                  </a:ext>
                </a:extLst>
              </p14:cNvPr>
              <p14:cNvContentPartPr/>
              <p14:nvPr/>
            </p14:nvContentPartPr>
            <p14:xfrm>
              <a:off x="7855769" y="2713684"/>
              <a:ext cx="21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28C7755-26B6-3404-5744-571E71F7F96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7769" y="2696044"/>
                <a:ext cx="37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2FF3825-02F9-0EE4-E79D-329C964526B5}"/>
              </a:ext>
            </a:extLst>
          </p:cNvPr>
          <p:cNvGrpSpPr/>
          <p:nvPr/>
        </p:nvGrpSpPr>
        <p:grpSpPr>
          <a:xfrm>
            <a:off x="8822009" y="1248844"/>
            <a:ext cx="971280" cy="985320"/>
            <a:chOff x="8822009" y="1248844"/>
            <a:chExt cx="97128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6D3F5E-C471-863D-8B98-2F7A6B0F7556}"/>
                    </a:ext>
                  </a:extLst>
                </p14:cNvPr>
                <p14:cNvContentPartPr/>
                <p14:nvPr/>
              </p14:nvContentPartPr>
              <p14:xfrm>
                <a:off x="8822009" y="1248844"/>
                <a:ext cx="971280" cy="9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6D3F5E-C471-863D-8B98-2F7A6B0F755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4009" y="1230844"/>
                  <a:ext cx="100692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6AD271-8AC1-6F5C-A406-2890FEAEB31F}"/>
                    </a:ext>
                  </a:extLst>
                </p14:cNvPr>
                <p14:cNvContentPartPr/>
                <p14:nvPr/>
              </p14:nvContentPartPr>
              <p14:xfrm>
                <a:off x="8927489" y="1317244"/>
                <a:ext cx="770040" cy="87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6AD271-8AC1-6F5C-A406-2890FEAEB31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09489" y="1299604"/>
                  <a:ext cx="805680" cy="9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2C7194-9130-C774-CC1D-7DBDE8BB58C0}"/>
                  </a:ext>
                </a:extLst>
              </p:cNvPr>
              <p:cNvSpPr txBox="1"/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2C7194-9130-C774-CC1D-7DBDE8BB5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65F346A-1027-0E85-6C5F-58C90BB071BC}"/>
                  </a:ext>
                </a:extLst>
              </p14:cNvPr>
              <p14:cNvContentPartPr/>
              <p14:nvPr/>
            </p14:nvContentPartPr>
            <p14:xfrm>
              <a:off x="2123489" y="1081444"/>
              <a:ext cx="4535280" cy="2242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65F346A-1027-0E85-6C5F-58C90BB071B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5849" y="1063804"/>
                <a:ext cx="4570920" cy="22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2941B6F-C536-F76C-783A-DB2DB31BEF77}"/>
                  </a:ext>
                </a:extLst>
              </p14:cNvPr>
              <p14:cNvContentPartPr/>
              <p14:nvPr/>
            </p14:nvContentPartPr>
            <p14:xfrm>
              <a:off x="7816529" y="4050724"/>
              <a:ext cx="3622320" cy="212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2941B6F-C536-F76C-783A-DB2DB31BEF7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98889" y="4032724"/>
                <a:ext cx="36579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33A7D83F-E3EB-B559-7E42-19CDD5D5D94C}"/>
              </a:ext>
            </a:extLst>
          </p:cNvPr>
          <p:cNvGrpSpPr/>
          <p:nvPr/>
        </p:nvGrpSpPr>
        <p:grpSpPr>
          <a:xfrm>
            <a:off x="9006329" y="4365724"/>
            <a:ext cx="1250640" cy="531000"/>
            <a:chOff x="9006329" y="4365724"/>
            <a:chExt cx="125064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E249F40-5AFE-3B4B-4695-F4480BB94464}"/>
                    </a:ext>
                  </a:extLst>
                </p14:cNvPr>
                <p14:cNvContentPartPr/>
                <p14:nvPr/>
              </p14:nvContentPartPr>
              <p14:xfrm>
                <a:off x="9006329" y="4365724"/>
                <a:ext cx="242280" cy="46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E249F40-5AFE-3B4B-4695-F4480BB944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8329" y="4347724"/>
                  <a:ext cx="2779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A38BFF9-5DF3-DFC3-7D54-944424DA03DF}"/>
                    </a:ext>
                  </a:extLst>
                </p14:cNvPr>
                <p14:cNvContentPartPr/>
                <p14:nvPr/>
              </p14:nvContentPartPr>
              <p14:xfrm>
                <a:off x="9288929" y="4640404"/>
                <a:ext cx="171720" cy="23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A38BFF9-5DF3-DFC3-7D54-944424DA03D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71289" y="4622764"/>
                  <a:ext cx="2073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9A270B7-0706-D101-1618-028296D2D82F}"/>
                    </a:ext>
                  </a:extLst>
                </p14:cNvPr>
                <p14:cNvContentPartPr/>
                <p14:nvPr/>
              </p14:nvContentPartPr>
              <p14:xfrm>
                <a:off x="9487289" y="4574524"/>
                <a:ext cx="306720" cy="26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9A270B7-0706-D101-1618-028296D2D82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9649" y="4556884"/>
                  <a:ext cx="3423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A61B232-3353-4E56-C8FF-36865C8B795F}"/>
                    </a:ext>
                  </a:extLst>
                </p14:cNvPr>
                <p14:cNvContentPartPr/>
                <p14:nvPr/>
              </p14:nvContentPartPr>
              <p14:xfrm>
                <a:off x="9930089" y="4551484"/>
                <a:ext cx="91080" cy="22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A61B232-3353-4E56-C8FF-36865C8B795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12449" y="4533484"/>
                  <a:ext cx="126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4C43B7-C555-B91B-367B-9B4A4D4BC6E9}"/>
                    </a:ext>
                  </a:extLst>
                </p14:cNvPr>
                <p14:cNvContentPartPr/>
                <p14:nvPr/>
              </p14:nvContentPartPr>
              <p14:xfrm>
                <a:off x="10009289" y="4896364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4C43B7-C555-B91B-367B-9B4A4D4BC6E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91289" y="4878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99FE115-FA61-98DC-BCE5-D837D7A21DB3}"/>
                    </a:ext>
                  </a:extLst>
                </p14:cNvPr>
                <p14:cNvContentPartPr/>
                <p14:nvPr/>
              </p14:nvContentPartPr>
              <p14:xfrm>
                <a:off x="10166249" y="4483444"/>
                <a:ext cx="90720" cy="249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99FE115-FA61-98DC-BCE5-D837D7A21DB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48249" y="4465444"/>
                  <a:ext cx="126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73235E8-8CC7-B758-1352-3B929AE9A43F}"/>
                    </a:ext>
                  </a:extLst>
                </p14:cNvPr>
                <p14:cNvContentPartPr/>
                <p14:nvPr/>
              </p14:nvContentPartPr>
              <p14:xfrm>
                <a:off x="10245089" y="4866844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73235E8-8CC7-B758-1352-3B929AE9A43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27449" y="48488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A607CAF-CEE2-28A6-3467-FD3357479E4C}"/>
                  </a:ext>
                </a:extLst>
              </p:cNvPr>
              <p:cNvSpPr txBox="1"/>
              <p:nvPr/>
            </p:nvSpPr>
            <p:spPr>
              <a:xfrm>
                <a:off x="73349" y="4317078"/>
                <a:ext cx="613456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A607CAF-CEE2-28A6-3467-FD3357479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4317078"/>
                <a:ext cx="6134564" cy="5959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1B7C351-E788-12F2-AEB6-F14A80EF349C}"/>
                  </a:ext>
                </a:extLst>
              </p:cNvPr>
              <p:cNvSpPr txBox="1"/>
              <p:nvPr/>
            </p:nvSpPr>
            <p:spPr>
              <a:xfrm>
                <a:off x="73349" y="5528229"/>
                <a:ext cx="2358979" cy="1589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𝒔𝒊𝒛𝒆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800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1B7C351-E788-12F2-AEB6-F14A80EF3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5528229"/>
                <a:ext cx="2358979" cy="1589153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9726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D2C05-ABEB-69F5-BAA8-0387EA80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CA0040F-B242-68F2-79BA-C095E912B6A9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110A0C-F140-F964-5920-F27CA7C95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8F9EDD-E2C1-5334-D1D6-119D33F185EA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8F9EDD-E2C1-5334-D1D6-119D33F18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7B5E201-F3D6-F385-BC38-07ED8711BA90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7B5E201-F3D6-F385-BC38-07ED8711BA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F9AED63-E6B3-6E18-976A-C5792508425F}"/>
              </a:ext>
            </a:extLst>
          </p:cNvPr>
          <p:cNvGrpSpPr/>
          <p:nvPr/>
        </p:nvGrpSpPr>
        <p:grpSpPr>
          <a:xfrm>
            <a:off x="5918609" y="1572844"/>
            <a:ext cx="148320" cy="39960"/>
            <a:chOff x="5918609" y="1572844"/>
            <a:chExt cx="1483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44C0E61-6BAF-1E0A-3300-89FBF52F4D53}"/>
                    </a:ext>
                  </a:extLst>
                </p14:cNvPr>
                <p14:cNvContentPartPr/>
                <p14:nvPr/>
              </p14:nvContentPartPr>
              <p14:xfrm>
                <a:off x="5918609" y="1572844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4C0E61-6BAF-1E0A-3300-89FBF52F4D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969" y="155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9AEB4E1-A19B-ED7E-F0BD-F893F07B841B}"/>
                    </a:ext>
                  </a:extLst>
                </p14:cNvPr>
                <p14:cNvContentPartPr/>
                <p14:nvPr/>
              </p14:nvContentPartPr>
              <p14:xfrm>
                <a:off x="6017249" y="1602724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9AEB4E1-A19B-ED7E-F0BD-F893F07B84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249" y="158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312F384-2AD2-3980-0019-39EE34C5DFD7}"/>
                    </a:ext>
                  </a:extLst>
                </p14:cNvPr>
                <p14:cNvContentPartPr/>
                <p14:nvPr/>
              </p14:nvContentPartPr>
              <p14:xfrm>
                <a:off x="6066569" y="1612444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312F384-2AD2-3980-0019-39EE34C5DF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48569" y="15944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FC9C41-32D9-5574-B809-C13AC2826D40}"/>
              </a:ext>
            </a:extLst>
          </p:cNvPr>
          <p:cNvGrpSpPr/>
          <p:nvPr/>
        </p:nvGrpSpPr>
        <p:grpSpPr>
          <a:xfrm>
            <a:off x="6253049" y="1690924"/>
            <a:ext cx="230760" cy="102600"/>
            <a:chOff x="6253049" y="1690924"/>
            <a:chExt cx="23076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0CC4581-0010-27DF-568A-7041B9AA4FD2}"/>
                    </a:ext>
                  </a:extLst>
                </p14:cNvPr>
                <p14:cNvContentPartPr/>
                <p14:nvPr/>
              </p14:nvContentPartPr>
              <p14:xfrm>
                <a:off x="6253049" y="1690924"/>
                <a:ext cx="21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0CC4581-0010-27DF-568A-7041B9AA4F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409" y="1672924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45CF7F4-4F3D-9515-983B-DC28931A9A65}"/>
                    </a:ext>
                  </a:extLst>
                </p14:cNvPr>
                <p14:cNvContentPartPr/>
                <p14:nvPr/>
              </p14:nvContentPartPr>
              <p14:xfrm>
                <a:off x="6292649" y="1710724"/>
                <a:ext cx="57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45CF7F4-4F3D-9515-983B-DC28931A9A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649" y="1693084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4301E0-01E0-B2D2-F7E2-AF13A3748E32}"/>
                    </a:ext>
                  </a:extLst>
                </p14:cNvPr>
                <p14:cNvContentPartPr/>
                <p14:nvPr/>
              </p14:nvContentPartPr>
              <p14:xfrm>
                <a:off x="6401009" y="1749964"/>
                <a:ext cx="828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4301E0-01E0-B2D2-F7E2-AF13A3748E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83009" y="1731964"/>
                  <a:ext cx="1184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A81E969-9D99-52F3-83EC-6301367CD076}"/>
                  </a:ext>
                </a:extLst>
              </p14:cNvPr>
              <p14:cNvContentPartPr/>
              <p14:nvPr/>
            </p14:nvContentPartPr>
            <p14:xfrm>
              <a:off x="6617009" y="1857964"/>
              <a:ext cx="37080" cy="1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A81E969-9D99-52F3-83EC-6301367CD07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99009" y="1840324"/>
                <a:ext cx="7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DD8DADA-5A19-E285-02F0-8C008D0C6C0C}"/>
                  </a:ext>
                </a:extLst>
              </p14:cNvPr>
              <p14:cNvContentPartPr/>
              <p14:nvPr/>
            </p14:nvContentPartPr>
            <p14:xfrm>
              <a:off x="6823649" y="1956604"/>
              <a:ext cx="1188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DD8DADA-5A19-E285-02F0-8C008D0C6C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5649" y="1938604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50B373C-82B2-8427-B7F1-B32CB7EFFC30}"/>
                  </a:ext>
                </a:extLst>
              </p14:cNvPr>
              <p14:cNvContentPartPr/>
              <p14:nvPr/>
            </p14:nvContentPartPr>
            <p14:xfrm>
              <a:off x="6961169" y="2035084"/>
              <a:ext cx="5760" cy="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50B373C-82B2-8427-B7F1-B32CB7EFFC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43169" y="2017444"/>
                <a:ext cx="414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E5177A-64B9-B60C-B7E0-FEC2CF33B1D9}"/>
                  </a:ext>
                </a:extLst>
              </p14:cNvPr>
              <p14:cNvContentPartPr/>
              <p14:nvPr/>
            </p14:nvContentPartPr>
            <p14:xfrm>
              <a:off x="7088969" y="2123644"/>
              <a:ext cx="70560" cy="55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E5177A-64B9-B60C-B7E0-FEC2CF33B1D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0969" y="2106004"/>
                <a:ext cx="1062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6A83886-7950-C4B3-C048-AC3BDD9BABAF}"/>
                  </a:ext>
                </a:extLst>
              </p14:cNvPr>
              <p14:cNvContentPartPr/>
              <p14:nvPr/>
            </p14:nvContentPartPr>
            <p14:xfrm>
              <a:off x="7275449" y="2231644"/>
              <a:ext cx="12240" cy="6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6A83886-7950-C4B3-C048-AC3BDD9BABA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809" y="2213644"/>
                <a:ext cx="47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B96546F-84AE-3812-AFFF-7E8DB43648EB}"/>
                  </a:ext>
                </a:extLst>
              </p14:cNvPr>
              <p14:cNvContentPartPr/>
              <p14:nvPr/>
            </p14:nvContentPartPr>
            <p14:xfrm>
              <a:off x="7374089" y="2300764"/>
              <a:ext cx="18000" cy="2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B96546F-84AE-3812-AFFF-7E8DB43648E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6089" y="2283124"/>
                <a:ext cx="5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4D8E61C-43B3-D57E-5B98-CB3704B88F8D}"/>
                  </a:ext>
                </a:extLst>
              </p14:cNvPr>
              <p14:cNvContentPartPr/>
              <p14:nvPr/>
            </p14:nvContentPartPr>
            <p14:xfrm>
              <a:off x="7531409" y="2457724"/>
              <a:ext cx="24480" cy="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4D8E61C-43B3-D57E-5B98-CB3704B88F8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13769" y="2440084"/>
                <a:ext cx="60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BA73B0B-41BF-9679-8019-1129B03F06ED}"/>
                  </a:ext>
                </a:extLst>
              </p14:cNvPr>
              <p14:cNvContentPartPr/>
              <p14:nvPr/>
            </p14:nvContentPartPr>
            <p14:xfrm>
              <a:off x="7698809" y="2566084"/>
              <a:ext cx="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BA73B0B-41BF-9679-8019-1129B03F06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809" y="2548084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FE9E01A-7BF0-426D-2EA7-5A8E386D4E26}"/>
                  </a:ext>
                </a:extLst>
              </p14:cNvPr>
              <p14:cNvContentPartPr/>
              <p14:nvPr/>
            </p14:nvContentPartPr>
            <p14:xfrm>
              <a:off x="7767569" y="262512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FE9E01A-7BF0-426D-2EA7-5A8E386D4E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569" y="2607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140EC53-C90F-4AAC-9A01-C5BB6309B270}"/>
                  </a:ext>
                </a:extLst>
              </p14:cNvPr>
              <p14:cNvContentPartPr/>
              <p14:nvPr/>
            </p14:nvContentPartPr>
            <p14:xfrm>
              <a:off x="7855769" y="2713684"/>
              <a:ext cx="21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140EC53-C90F-4AAC-9A01-C5BB6309B2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7769" y="2696044"/>
                <a:ext cx="37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E518DBA-5258-ECC3-F94D-135CA58EA83F}"/>
              </a:ext>
            </a:extLst>
          </p:cNvPr>
          <p:cNvGrpSpPr/>
          <p:nvPr/>
        </p:nvGrpSpPr>
        <p:grpSpPr>
          <a:xfrm>
            <a:off x="8822009" y="1248844"/>
            <a:ext cx="971280" cy="985320"/>
            <a:chOff x="8822009" y="1248844"/>
            <a:chExt cx="97128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A8DBB0F-2478-1E8C-5F5C-ED9AB3FC7E52}"/>
                    </a:ext>
                  </a:extLst>
                </p14:cNvPr>
                <p14:cNvContentPartPr/>
                <p14:nvPr/>
              </p14:nvContentPartPr>
              <p14:xfrm>
                <a:off x="8822009" y="1248844"/>
                <a:ext cx="971280" cy="9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A8DBB0F-2478-1E8C-5F5C-ED9AB3FC7E5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4009" y="1230844"/>
                  <a:ext cx="100692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F72A07F-65D9-CAFB-4BF5-7324B628BA9A}"/>
                    </a:ext>
                  </a:extLst>
                </p14:cNvPr>
                <p14:cNvContentPartPr/>
                <p14:nvPr/>
              </p14:nvContentPartPr>
              <p14:xfrm>
                <a:off x="8927489" y="1317244"/>
                <a:ext cx="770040" cy="87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F72A07F-65D9-CAFB-4BF5-7324B628BA9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09489" y="1299604"/>
                  <a:ext cx="805680" cy="9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6B80C8-BC0E-31E8-3E21-68D763963AD7}"/>
                  </a:ext>
                </a:extLst>
              </p:cNvPr>
              <p:cNvSpPr txBox="1"/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6B80C8-BC0E-31E8-3E21-68D763963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B5FF7C5-C621-24CE-CACF-828D9AAD6CCF}"/>
                  </a:ext>
                </a:extLst>
              </p14:cNvPr>
              <p14:cNvContentPartPr/>
              <p14:nvPr/>
            </p14:nvContentPartPr>
            <p14:xfrm>
              <a:off x="2123489" y="1081444"/>
              <a:ext cx="4535280" cy="2242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B5FF7C5-C621-24CE-CACF-828D9AAD6CC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5849" y="1063804"/>
                <a:ext cx="4570920" cy="22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3F78855-4B41-2D71-AC40-E6EEE6190614}"/>
                  </a:ext>
                </a:extLst>
              </p14:cNvPr>
              <p14:cNvContentPartPr/>
              <p14:nvPr/>
            </p14:nvContentPartPr>
            <p14:xfrm>
              <a:off x="7816529" y="4050724"/>
              <a:ext cx="3622320" cy="212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3F78855-4B41-2D71-AC40-E6EEE619061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98889" y="4032724"/>
                <a:ext cx="36579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5AF6FA5B-64FD-A00F-61F6-AE3CA54CB3EE}"/>
              </a:ext>
            </a:extLst>
          </p:cNvPr>
          <p:cNvGrpSpPr/>
          <p:nvPr/>
        </p:nvGrpSpPr>
        <p:grpSpPr>
          <a:xfrm>
            <a:off x="9006329" y="4365724"/>
            <a:ext cx="1250640" cy="531000"/>
            <a:chOff x="9006329" y="4365724"/>
            <a:chExt cx="125064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D170E9B-9539-D035-FF6E-6DB561A69D9F}"/>
                    </a:ext>
                  </a:extLst>
                </p14:cNvPr>
                <p14:cNvContentPartPr/>
                <p14:nvPr/>
              </p14:nvContentPartPr>
              <p14:xfrm>
                <a:off x="9006329" y="4365724"/>
                <a:ext cx="242280" cy="46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D170E9B-9539-D035-FF6E-6DB561A69D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8329" y="4347724"/>
                  <a:ext cx="2779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A4ACE78-F73E-07FB-4021-62DD29BDB279}"/>
                    </a:ext>
                  </a:extLst>
                </p14:cNvPr>
                <p14:cNvContentPartPr/>
                <p14:nvPr/>
              </p14:nvContentPartPr>
              <p14:xfrm>
                <a:off x="9288929" y="4640404"/>
                <a:ext cx="171720" cy="23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A4ACE78-F73E-07FB-4021-62DD29BDB27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71289" y="4622764"/>
                  <a:ext cx="2073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2E1A552-8E8D-4C3D-0CA3-699E95DDC4FD}"/>
                    </a:ext>
                  </a:extLst>
                </p14:cNvPr>
                <p14:cNvContentPartPr/>
                <p14:nvPr/>
              </p14:nvContentPartPr>
              <p14:xfrm>
                <a:off x="9487289" y="4574524"/>
                <a:ext cx="306720" cy="26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2E1A552-8E8D-4C3D-0CA3-699E95DDC4F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9649" y="4556884"/>
                  <a:ext cx="3423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C5136B-5916-9345-84D0-C3044F919C58}"/>
                    </a:ext>
                  </a:extLst>
                </p14:cNvPr>
                <p14:cNvContentPartPr/>
                <p14:nvPr/>
              </p14:nvContentPartPr>
              <p14:xfrm>
                <a:off x="9930089" y="4551484"/>
                <a:ext cx="91080" cy="22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C5136B-5916-9345-84D0-C3044F919C5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12449" y="4533484"/>
                  <a:ext cx="126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2FF3F53-F347-8839-22A2-64992367AAD1}"/>
                    </a:ext>
                  </a:extLst>
                </p14:cNvPr>
                <p14:cNvContentPartPr/>
                <p14:nvPr/>
              </p14:nvContentPartPr>
              <p14:xfrm>
                <a:off x="10009289" y="4896364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2FF3F53-F347-8839-22A2-64992367AA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91289" y="4878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A3140E8-78BF-145A-3849-8A37AD0F3476}"/>
                    </a:ext>
                  </a:extLst>
                </p14:cNvPr>
                <p14:cNvContentPartPr/>
                <p14:nvPr/>
              </p14:nvContentPartPr>
              <p14:xfrm>
                <a:off x="10166249" y="4483444"/>
                <a:ext cx="90720" cy="249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A3140E8-78BF-145A-3849-8A37AD0F347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48249" y="4465444"/>
                  <a:ext cx="126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6B02F74-56CE-CB08-738B-9DE1ECF02231}"/>
                    </a:ext>
                  </a:extLst>
                </p14:cNvPr>
                <p14:cNvContentPartPr/>
                <p14:nvPr/>
              </p14:nvContentPartPr>
              <p14:xfrm>
                <a:off x="10245089" y="4866844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6B02F74-56CE-CB08-738B-9DE1ECF022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27449" y="48488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AEB30A0-16B5-151D-243C-C5FD3AE1210B}"/>
                  </a:ext>
                </a:extLst>
              </p:cNvPr>
              <p:cNvSpPr txBox="1"/>
              <p:nvPr/>
            </p:nvSpPr>
            <p:spPr>
              <a:xfrm>
                <a:off x="73349" y="4317078"/>
                <a:ext cx="8836843" cy="1099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  <a:p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𝒔𝒊𝒛𝒆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𝒔𝒊𝒛𝒆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𝒔𝒊𝒛𝒆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AEB30A0-16B5-151D-243C-C5FD3AE12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4317078"/>
                <a:ext cx="8836843" cy="10995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DEBEC535-37E3-FA08-542D-D2F8F31A01D9}"/>
              </a:ext>
            </a:extLst>
          </p:cNvPr>
          <p:cNvSpPr txBox="1"/>
          <p:nvPr/>
        </p:nvSpPr>
        <p:spPr>
          <a:xfrm>
            <a:off x="73349" y="5528229"/>
            <a:ext cx="65" cy="7078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endParaRPr lang="en-US" sz="2800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7929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C16E-18B1-EBF4-CC60-3F51528FE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D356D6-CE81-5866-0800-8E11947869DB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B9143F-5A73-15D6-8055-F40979B66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8B9481-74F0-C0CF-9D7B-78D5243148D0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8B9481-74F0-C0CF-9D7B-78D524314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37D93A-0E30-D41F-C5A0-24BD296FD96F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37D93A-0E30-D41F-C5A0-24BD296FD9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11FF2E34-2DED-6F99-EC95-1A8351BAAD0F}"/>
              </a:ext>
            </a:extLst>
          </p:cNvPr>
          <p:cNvGrpSpPr/>
          <p:nvPr/>
        </p:nvGrpSpPr>
        <p:grpSpPr>
          <a:xfrm>
            <a:off x="5918609" y="1572844"/>
            <a:ext cx="148320" cy="39960"/>
            <a:chOff x="5918609" y="1572844"/>
            <a:chExt cx="1483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3C2B2D-A1C5-F6A7-9904-B96C4DE7D764}"/>
                    </a:ext>
                  </a:extLst>
                </p14:cNvPr>
                <p14:cNvContentPartPr/>
                <p14:nvPr/>
              </p14:nvContentPartPr>
              <p14:xfrm>
                <a:off x="5918609" y="1572844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3C2B2D-A1C5-F6A7-9904-B96C4DE7D7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969" y="155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A3C577-C306-1621-141D-74215C02D08E}"/>
                    </a:ext>
                  </a:extLst>
                </p14:cNvPr>
                <p14:cNvContentPartPr/>
                <p14:nvPr/>
              </p14:nvContentPartPr>
              <p14:xfrm>
                <a:off x="6017249" y="1602724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A3C577-C306-1621-141D-74215C02D0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249" y="158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83E9124-656C-3AA7-3C1D-730C75E17318}"/>
                    </a:ext>
                  </a:extLst>
                </p14:cNvPr>
                <p14:cNvContentPartPr/>
                <p14:nvPr/>
              </p14:nvContentPartPr>
              <p14:xfrm>
                <a:off x="6066569" y="1612444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83E9124-656C-3AA7-3C1D-730C75E1731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48569" y="15944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E41523C-1302-61D2-DFA1-B2689219456E}"/>
              </a:ext>
            </a:extLst>
          </p:cNvPr>
          <p:cNvGrpSpPr/>
          <p:nvPr/>
        </p:nvGrpSpPr>
        <p:grpSpPr>
          <a:xfrm>
            <a:off x="6253049" y="1690924"/>
            <a:ext cx="230760" cy="102600"/>
            <a:chOff x="6253049" y="1690924"/>
            <a:chExt cx="23076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F11146-5E6D-747E-7D28-2FEE4AB1EF81}"/>
                    </a:ext>
                  </a:extLst>
                </p14:cNvPr>
                <p14:cNvContentPartPr/>
                <p14:nvPr/>
              </p14:nvContentPartPr>
              <p14:xfrm>
                <a:off x="6253049" y="1690924"/>
                <a:ext cx="21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F11146-5E6D-747E-7D28-2FEE4AB1EF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409" y="1672924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2B8E96-2069-1518-E146-AA918E2AA186}"/>
                    </a:ext>
                  </a:extLst>
                </p14:cNvPr>
                <p14:cNvContentPartPr/>
                <p14:nvPr/>
              </p14:nvContentPartPr>
              <p14:xfrm>
                <a:off x="6292649" y="1710724"/>
                <a:ext cx="57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2B8E96-2069-1518-E146-AA918E2AA18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649" y="1693084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146576-88BC-54AC-F40C-4F94DAA6EA5D}"/>
                    </a:ext>
                  </a:extLst>
                </p14:cNvPr>
                <p14:cNvContentPartPr/>
                <p14:nvPr/>
              </p14:nvContentPartPr>
              <p14:xfrm>
                <a:off x="6401009" y="1749964"/>
                <a:ext cx="828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146576-88BC-54AC-F40C-4F94DAA6EA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83009" y="1731964"/>
                  <a:ext cx="1184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D4907F-EFBD-8B50-4EF4-CAEEAAFDDB30}"/>
                  </a:ext>
                </a:extLst>
              </p14:cNvPr>
              <p14:cNvContentPartPr/>
              <p14:nvPr/>
            </p14:nvContentPartPr>
            <p14:xfrm>
              <a:off x="6617009" y="1857964"/>
              <a:ext cx="37080" cy="1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D4907F-EFBD-8B50-4EF4-CAEEAAFDDB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99009" y="1840324"/>
                <a:ext cx="7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9D8F711-CFD6-C9C8-F647-5AFDD72E372C}"/>
                  </a:ext>
                </a:extLst>
              </p14:cNvPr>
              <p14:cNvContentPartPr/>
              <p14:nvPr/>
            </p14:nvContentPartPr>
            <p14:xfrm>
              <a:off x="6823649" y="1956604"/>
              <a:ext cx="1188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9D8F711-CFD6-C9C8-F647-5AFDD72E372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5649" y="1938604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AD19C7D-3524-BD36-2C48-766A56D2690A}"/>
                  </a:ext>
                </a:extLst>
              </p14:cNvPr>
              <p14:cNvContentPartPr/>
              <p14:nvPr/>
            </p14:nvContentPartPr>
            <p14:xfrm>
              <a:off x="6961169" y="2035084"/>
              <a:ext cx="5760" cy="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AD19C7D-3524-BD36-2C48-766A56D2690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43169" y="2017444"/>
                <a:ext cx="414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F4D639B-1779-F3E3-6608-3488FBB42348}"/>
                  </a:ext>
                </a:extLst>
              </p14:cNvPr>
              <p14:cNvContentPartPr/>
              <p14:nvPr/>
            </p14:nvContentPartPr>
            <p14:xfrm>
              <a:off x="7088969" y="2123644"/>
              <a:ext cx="70560" cy="55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F4D639B-1779-F3E3-6608-3488FBB4234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0969" y="2106004"/>
                <a:ext cx="1062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6D1D149-A953-B58C-5F5B-5626F78BD227}"/>
                  </a:ext>
                </a:extLst>
              </p14:cNvPr>
              <p14:cNvContentPartPr/>
              <p14:nvPr/>
            </p14:nvContentPartPr>
            <p14:xfrm>
              <a:off x="7275449" y="2231644"/>
              <a:ext cx="12240" cy="6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6D1D149-A953-B58C-5F5B-5626F78BD22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809" y="2213644"/>
                <a:ext cx="47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1150BD6-895B-3DC9-73D7-B360FB74BA22}"/>
                  </a:ext>
                </a:extLst>
              </p14:cNvPr>
              <p14:cNvContentPartPr/>
              <p14:nvPr/>
            </p14:nvContentPartPr>
            <p14:xfrm>
              <a:off x="7374089" y="2300764"/>
              <a:ext cx="18000" cy="2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1150BD6-895B-3DC9-73D7-B360FB74BA2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6089" y="2283124"/>
                <a:ext cx="5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C5DF9A4-0FA6-003B-6E33-FA71448E7203}"/>
                  </a:ext>
                </a:extLst>
              </p14:cNvPr>
              <p14:cNvContentPartPr/>
              <p14:nvPr/>
            </p14:nvContentPartPr>
            <p14:xfrm>
              <a:off x="7531409" y="2457724"/>
              <a:ext cx="24480" cy="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C5DF9A4-0FA6-003B-6E33-FA71448E720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13769" y="2440084"/>
                <a:ext cx="60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0EB2DD9-F59F-C02B-943C-29A8232BD885}"/>
                  </a:ext>
                </a:extLst>
              </p14:cNvPr>
              <p14:cNvContentPartPr/>
              <p14:nvPr/>
            </p14:nvContentPartPr>
            <p14:xfrm>
              <a:off x="7698809" y="2566084"/>
              <a:ext cx="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0EB2DD9-F59F-C02B-943C-29A8232BD8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809" y="2548084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FE52568-4D34-C472-969E-663ABFCA352F}"/>
                  </a:ext>
                </a:extLst>
              </p14:cNvPr>
              <p14:cNvContentPartPr/>
              <p14:nvPr/>
            </p14:nvContentPartPr>
            <p14:xfrm>
              <a:off x="7767569" y="262512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FE52568-4D34-C472-969E-663ABFCA35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569" y="2607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4628BF4-FF86-83DE-1C96-15291BC332E8}"/>
                  </a:ext>
                </a:extLst>
              </p14:cNvPr>
              <p14:cNvContentPartPr/>
              <p14:nvPr/>
            </p14:nvContentPartPr>
            <p14:xfrm>
              <a:off x="7855769" y="2713684"/>
              <a:ext cx="21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4628BF4-FF86-83DE-1C96-15291BC332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7769" y="2696044"/>
                <a:ext cx="37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F28E55F-4D4D-CB73-957A-FBB4E2CE3786}"/>
              </a:ext>
            </a:extLst>
          </p:cNvPr>
          <p:cNvGrpSpPr/>
          <p:nvPr/>
        </p:nvGrpSpPr>
        <p:grpSpPr>
          <a:xfrm>
            <a:off x="8822009" y="1248844"/>
            <a:ext cx="971280" cy="985320"/>
            <a:chOff x="8822009" y="1248844"/>
            <a:chExt cx="97128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A722F66-FA6D-1848-E108-2C20D4870C1F}"/>
                    </a:ext>
                  </a:extLst>
                </p14:cNvPr>
                <p14:cNvContentPartPr/>
                <p14:nvPr/>
              </p14:nvContentPartPr>
              <p14:xfrm>
                <a:off x="8822009" y="1248844"/>
                <a:ext cx="971280" cy="9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A722F66-FA6D-1848-E108-2C20D4870C1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4009" y="1230844"/>
                  <a:ext cx="100692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519C29-A8AB-7655-6278-AD6A0CF1CD37}"/>
                    </a:ext>
                  </a:extLst>
                </p14:cNvPr>
                <p14:cNvContentPartPr/>
                <p14:nvPr/>
              </p14:nvContentPartPr>
              <p14:xfrm>
                <a:off x="8927489" y="1317244"/>
                <a:ext cx="770040" cy="87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519C29-A8AB-7655-6278-AD6A0CF1CD3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09489" y="1299604"/>
                  <a:ext cx="805680" cy="9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E8CC590-AC7E-46A8-C339-22582D3171DE}"/>
                  </a:ext>
                </a:extLst>
              </p:cNvPr>
              <p:cNvSpPr txBox="1"/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E8CC590-AC7E-46A8-C339-22582D317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418303B-4918-872F-C69B-325C02679793}"/>
                  </a:ext>
                </a:extLst>
              </p14:cNvPr>
              <p14:cNvContentPartPr/>
              <p14:nvPr/>
            </p14:nvContentPartPr>
            <p14:xfrm>
              <a:off x="2123489" y="1081444"/>
              <a:ext cx="4535280" cy="2242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418303B-4918-872F-C69B-325C026797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5849" y="1063804"/>
                <a:ext cx="4570920" cy="22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4E2F926-3C76-06E4-2985-298AD45F4375}"/>
                  </a:ext>
                </a:extLst>
              </p14:cNvPr>
              <p14:cNvContentPartPr/>
              <p14:nvPr/>
            </p14:nvContentPartPr>
            <p14:xfrm>
              <a:off x="7816529" y="4050724"/>
              <a:ext cx="3622320" cy="212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4E2F926-3C76-06E4-2985-298AD45F437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98889" y="4032724"/>
                <a:ext cx="36579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6E9F079B-187A-D61A-557B-5B6BE20121ED}"/>
              </a:ext>
            </a:extLst>
          </p:cNvPr>
          <p:cNvGrpSpPr/>
          <p:nvPr/>
        </p:nvGrpSpPr>
        <p:grpSpPr>
          <a:xfrm>
            <a:off x="9006329" y="4365724"/>
            <a:ext cx="1250640" cy="531000"/>
            <a:chOff x="9006329" y="4365724"/>
            <a:chExt cx="125064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A270FD6-1AE2-43C4-44EB-F58239FF9012}"/>
                    </a:ext>
                  </a:extLst>
                </p14:cNvPr>
                <p14:cNvContentPartPr/>
                <p14:nvPr/>
              </p14:nvContentPartPr>
              <p14:xfrm>
                <a:off x="9006329" y="4365724"/>
                <a:ext cx="242280" cy="46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A270FD6-1AE2-43C4-44EB-F58239FF90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8329" y="4347724"/>
                  <a:ext cx="2779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1B127A7-474D-BCA5-630D-3E081561AAE1}"/>
                    </a:ext>
                  </a:extLst>
                </p14:cNvPr>
                <p14:cNvContentPartPr/>
                <p14:nvPr/>
              </p14:nvContentPartPr>
              <p14:xfrm>
                <a:off x="9288929" y="4640404"/>
                <a:ext cx="171720" cy="23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1B127A7-474D-BCA5-630D-3E081561AAE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71289" y="4622764"/>
                  <a:ext cx="2073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B92CE3C-E04F-3E95-13FE-8883211592B8}"/>
                    </a:ext>
                  </a:extLst>
                </p14:cNvPr>
                <p14:cNvContentPartPr/>
                <p14:nvPr/>
              </p14:nvContentPartPr>
              <p14:xfrm>
                <a:off x="9487289" y="4574524"/>
                <a:ext cx="306720" cy="26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B92CE3C-E04F-3E95-13FE-8883211592B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9649" y="4556884"/>
                  <a:ext cx="3423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807F4A0-DD47-3F9A-39C6-99211874DFD1}"/>
                    </a:ext>
                  </a:extLst>
                </p14:cNvPr>
                <p14:cNvContentPartPr/>
                <p14:nvPr/>
              </p14:nvContentPartPr>
              <p14:xfrm>
                <a:off x="9930089" y="4551484"/>
                <a:ext cx="91080" cy="22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807F4A0-DD47-3F9A-39C6-99211874DFD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12449" y="4533484"/>
                  <a:ext cx="126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EF52D8-6B10-9315-30B5-B3B636B94B33}"/>
                    </a:ext>
                  </a:extLst>
                </p14:cNvPr>
                <p14:cNvContentPartPr/>
                <p14:nvPr/>
              </p14:nvContentPartPr>
              <p14:xfrm>
                <a:off x="10009289" y="4896364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EF52D8-6B10-9315-30B5-B3B636B94B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91289" y="4878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D41901C-8F4D-E0EE-714B-F14C0D6EA585}"/>
                    </a:ext>
                  </a:extLst>
                </p14:cNvPr>
                <p14:cNvContentPartPr/>
                <p14:nvPr/>
              </p14:nvContentPartPr>
              <p14:xfrm>
                <a:off x="10166249" y="4483444"/>
                <a:ext cx="90720" cy="249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D41901C-8F4D-E0EE-714B-F14C0D6EA58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48249" y="4465444"/>
                  <a:ext cx="126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E23525E-E25B-5569-6665-BBC4933BF322}"/>
                    </a:ext>
                  </a:extLst>
                </p14:cNvPr>
                <p14:cNvContentPartPr/>
                <p14:nvPr/>
              </p14:nvContentPartPr>
              <p14:xfrm>
                <a:off x="10245089" y="4866844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E23525E-E25B-5569-6665-BBC4933BF32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27449" y="48488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5B05CB-27F9-1DFB-1AD1-820A6DA7B169}"/>
                  </a:ext>
                </a:extLst>
              </p:cNvPr>
              <p:cNvSpPr txBox="1"/>
              <p:nvPr/>
            </p:nvSpPr>
            <p:spPr>
              <a:xfrm>
                <a:off x="73349" y="4317078"/>
                <a:ext cx="8836843" cy="1099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  <a:p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𝒔𝒊𝒛𝒆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𝒔𝒊𝒛𝒆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𝒔𝒊𝒛𝒆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5B05CB-27F9-1DFB-1AD1-820A6DA7B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4317078"/>
                <a:ext cx="8836843" cy="10995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BB80445-6471-F2E1-9F73-4098D6B4C768}"/>
                  </a:ext>
                </a:extLst>
              </p:cNvPr>
              <p:cNvSpPr txBox="1"/>
              <p:nvPr/>
            </p:nvSpPr>
            <p:spPr>
              <a:xfrm>
                <a:off x="73349" y="5528229"/>
                <a:ext cx="2358979" cy="1589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𝒔𝒊𝒛𝒆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800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BB80445-6471-F2E1-9F73-4098D6B4C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5528229"/>
                <a:ext cx="2358979" cy="1589153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82716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2BF9B-4828-2F37-DC2A-4F69864D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02DC73-BF11-F272-AC56-2E06E31DDCD9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0B2B4F-1C55-3DC5-49A1-F962E37B1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066205-ED0E-B632-B736-C841349B3BBE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066205-ED0E-B632-B736-C841349B3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90D2A82-17B4-1798-1B19-422DC6591FD6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90D2A82-17B4-1798-1B19-422DC6591F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38FFE7E-ADF1-1F1C-6BE3-8F1E616B4D66}"/>
              </a:ext>
            </a:extLst>
          </p:cNvPr>
          <p:cNvGrpSpPr/>
          <p:nvPr/>
        </p:nvGrpSpPr>
        <p:grpSpPr>
          <a:xfrm>
            <a:off x="5918609" y="1572844"/>
            <a:ext cx="148320" cy="39960"/>
            <a:chOff x="5918609" y="1572844"/>
            <a:chExt cx="1483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91B1FBF-628C-9363-0415-2958D2D4EE00}"/>
                    </a:ext>
                  </a:extLst>
                </p14:cNvPr>
                <p14:cNvContentPartPr/>
                <p14:nvPr/>
              </p14:nvContentPartPr>
              <p14:xfrm>
                <a:off x="5918609" y="1572844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91B1FBF-628C-9363-0415-2958D2D4EE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969" y="155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CA23EAC-F1B7-E373-B124-7353EA8D0CD9}"/>
                    </a:ext>
                  </a:extLst>
                </p14:cNvPr>
                <p14:cNvContentPartPr/>
                <p14:nvPr/>
              </p14:nvContentPartPr>
              <p14:xfrm>
                <a:off x="6017249" y="1602724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CA23EAC-F1B7-E373-B124-7353EA8D0C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249" y="158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60DCDC3-9436-B69B-9766-108CAA3A1828}"/>
                    </a:ext>
                  </a:extLst>
                </p14:cNvPr>
                <p14:cNvContentPartPr/>
                <p14:nvPr/>
              </p14:nvContentPartPr>
              <p14:xfrm>
                <a:off x="6066569" y="1612444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60DCDC3-9436-B69B-9766-108CAA3A18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48569" y="15944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2FD969-4EAB-D657-A192-FB60191B319D}"/>
              </a:ext>
            </a:extLst>
          </p:cNvPr>
          <p:cNvGrpSpPr/>
          <p:nvPr/>
        </p:nvGrpSpPr>
        <p:grpSpPr>
          <a:xfrm>
            <a:off x="6253049" y="1690924"/>
            <a:ext cx="230760" cy="102600"/>
            <a:chOff x="6253049" y="1690924"/>
            <a:chExt cx="23076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D49DF9-CBDB-A283-A0AB-45892993FF0B}"/>
                    </a:ext>
                  </a:extLst>
                </p14:cNvPr>
                <p14:cNvContentPartPr/>
                <p14:nvPr/>
              </p14:nvContentPartPr>
              <p14:xfrm>
                <a:off x="6253049" y="1690924"/>
                <a:ext cx="21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D49DF9-CBDB-A283-A0AB-45892993FF0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409" y="1672924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3A589BB-FC6F-AE0E-3466-25BB1D1C4D5F}"/>
                    </a:ext>
                  </a:extLst>
                </p14:cNvPr>
                <p14:cNvContentPartPr/>
                <p14:nvPr/>
              </p14:nvContentPartPr>
              <p14:xfrm>
                <a:off x="6292649" y="1710724"/>
                <a:ext cx="57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3A589BB-FC6F-AE0E-3466-25BB1D1C4D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649" y="1693084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ABB98E-05A5-056E-D70D-7879D1AFB644}"/>
                    </a:ext>
                  </a:extLst>
                </p14:cNvPr>
                <p14:cNvContentPartPr/>
                <p14:nvPr/>
              </p14:nvContentPartPr>
              <p14:xfrm>
                <a:off x="6401009" y="1749964"/>
                <a:ext cx="828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ABB98E-05A5-056E-D70D-7879D1AFB64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83009" y="1731964"/>
                  <a:ext cx="1184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A68788D-FC73-6FFE-DC96-1B7A8BB11872}"/>
                  </a:ext>
                </a:extLst>
              </p14:cNvPr>
              <p14:cNvContentPartPr/>
              <p14:nvPr/>
            </p14:nvContentPartPr>
            <p14:xfrm>
              <a:off x="6617009" y="1857964"/>
              <a:ext cx="37080" cy="1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A68788D-FC73-6FFE-DC96-1B7A8BB1187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99009" y="1840324"/>
                <a:ext cx="7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BF0769B-DB02-40CE-0A3B-EB52DB8C0419}"/>
                  </a:ext>
                </a:extLst>
              </p14:cNvPr>
              <p14:cNvContentPartPr/>
              <p14:nvPr/>
            </p14:nvContentPartPr>
            <p14:xfrm>
              <a:off x="6823649" y="1956604"/>
              <a:ext cx="1188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BF0769B-DB02-40CE-0A3B-EB52DB8C041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5649" y="1938604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B4FBFD8-C32D-2E65-24AA-6EBB30C400D0}"/>
                  </a:ext>
                </a:extLst>
              </p14:cNvPr>
              <p14:cNvContentPartPr/>
              <p14:nvPr/>
            </p14:nvContentPartPr>
            <p14:xfrm>
              <a:off x="6961169" y="2035084"/>
              <a:ext cx="5760" cy="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B4FBFD8-C32D-2E65-24AA-6EBB30C400D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43169" y="2017444"/>
                <a:ext cx="414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7E3EA2F-A89F-1A63-50A4-DE4A103D061F}"/>
                  </a:ext>
                </a:extLst>
              </p14:cNvPr>
              <p14:cNvContentPartPr/>
              <p14:nvPr/>
            </p14:nvContentPartPr>
            <p14:xfrm>
              <a:off x="7088969" y="2123644"/>
              <a:ext cx="70560" cy="55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7E3EA2F-A89F-1A63-50A4-DE4A103D061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0969" y="2106004"/>
                <a:ext cx="1062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EE1BC08-0603-8871-0748-92ABD3D697C4}"/>
                  </a:ext>
                </a:extLst>
              </p14:cNvPr>
              <p14:cNvContentPartPr/>
              <p14:nvPr/>
            </p14:nvContentPartPr>
            <p14:xfrm>
              <a:off x="7275449" y="2231644"/>
              <a:ext cx="12240" cy="6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EE1BC08-0603-8871-0748-92ABD3D697C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809" y="2213644"/>
                <a:ext cx="47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940235F-BF8D-EB6E-E4F2-11FA0F4848D3}"/>
                  </a:ext>
                </a:extLst>
              </p14:cNvPr>
              <p14:cNvContentPartPr/>
              <p14:nvPr/>
            </p14:nvContentPartPr>
            <p14:xfrm>
              <a:off x="7374089" y="2300764"/>
              <a:ext cx="18000" cy="2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940235F-BF8D-EB6E-E4F2-11FA0F4848D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6089" y="2283124"/>
                <a:ext cx="5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A455EDD-800B-447A-4FD9-01CD83E1E936}"/>
                  </a:ext>
                </a:extLst>
              </p14:cNvPr>
              <p14:cNvContentPartPr/>
              <p14:nvPr/>
            </p14:nvContentPartPr>
            <p14:xfrm>
              <a:off x="7531409" y="2457724"/>
              <a:ext cx="24480" cy="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A455EDD-800B-447A-4FD9-01CD83E1E93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13769" y="2440084"/>
                <a:ext cx="60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7B003E8-FCA8-E60F-3D21-63F5EEF29641}"/>
                  </a:ext>
                </a:extLst>
              </p14:cNvPr>
              <p14:cNvContentPartPr/>
              <p14:nvPr/>
            </p14:nvContentPartPr>
            <p14:xfrm>
              <a:off x="7698809" y="2566084"/>
              <a:ext cx="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7B003E8-FCA8-E60F-3D21-63F5EEF296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809" y="2548084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E2ECCD4-BB04-7213-2F70-AA663EB07F38}"/>
                  </a:ext>
                </a:extLst>
              </p14:cNvPr>
              <p14:cNvContentPartPr/>
              <p14:nvPr/>
            </p14:nvContentPartPr>
            <p14:xfrm>
              <a:off x="7767569" y="262512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E2ECCD4-BB04-7213-2F70-AA663EB07F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569" y="2607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0EA53B2-7BBD-3401-E9AB-54571AAC5CBC}"/>
                  </a:ext>
                </a:extLst>
              </p14:cNvPr>
              <p14:cNvContentPartPr/>
              <p14:nvPr/>
            </p14:nvContentPartPr>
            <p14:xfrm>
              <a:off x="7855769" y="2713684"/>
              <a:ext cx="21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0EA53B2-7BBD-3401-E9AB-54571AAC5C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7769" y="2696044"/>
                <a:ext cx="37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067B378-06D8-410D-8181-40E131C9683A}"/>
              </a:ext>
            </a:extLst>
          </p:cNvPr>
          <p:cNvGrpSpPr/>
          <p:nvPr/>
        </p:nvGrpSpPr>
        <p:grpSpPr>
          <a:xfrm>
            <a:off x="8822009" y="1248844"/>
            <a:ext cx="971280" cy="985320"/>
            <a:chOff x="8822009" y="1248844"/>
            <a:chExt cx="97128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F19CA90-381F-87F3-1DD6-4E93505A722D}"/>
                    </a:ext>
                  </a:extLst>
                </p14:cNvPr>
                <p14:cNvContentPartPr/>
                <p14:nvPr/>
              </p14:nvContentPartPr>
              <p14:xfrm>
                <a:off x="8822009" y="1248844"/>
                <a:ext cx="971280" cy="9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F19CA90-381F-87F3-1DD6-4E93505A722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4009" y="1230844"/>
                  <a:ext cx="100692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3C2EFCF-6DDF-FF96-2516-75DEE1C87641}"/>
                    </a:ext>
                  </a:extLst>
                </p14:cNvPr>
                <p14:cNvContentPartPr/>
                <p14:nvPr/>
              </p14:nvContentPartPr>
              <p14:xfrm>
                <a:off x="8927489" y="1317244"/>
                <a:ext cx="770040" cy="87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3C2EFCF-6DDF-FF96-2516-75DEE1C876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09489" y="1299604"/>
                  <a:ext cx="805680" cy="9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0DA4B9-3555-F97F-18A9-CFA380C67452}"/>
                  </a:ext>
                </a:extLst>
              </p:cNvPr>
              <p:cNvSpPr txBox="1"/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0DA4B9-3555-F97F-18A9-CFA380C67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375D664-D325-3985-79C6-556EA85C2B89}"/>
                  </a:ext>
                </a:extLst>
              </p14:cNvPr>
              <p14:cNvContentPartPr/>
              <p14:nvPr/>
            </p14:nvContentPartPr>
            <p14:xfrm>
              <a:off x="2123489" y="1081444"/>
              <a:ext cx="4535280" cy="2242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375D664-D325-3985-79C6-556EA85C2B8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5849" y="1063804"/>
                <a:ext cx="4570920" cy="22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E0C5C44-E999-1400-F176-F6C60174EDC7}"/>
                  </a:ext>
                </a:extLst>
              </p14:cNvPr>
              <p14:cNvContentPartPr/>
              <p14:nvPr/>
            </p14:nvContentPartPr>
            <p14:xfrm>
              <a:off x="7816529" y="4050724"/>
              <a:ext cx="3622320" cy="212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E0C5C44-E999-1400-F176-F6C60174EDC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98889" y="4032724"/>
                <a:ext cx="36579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3DF5A3C9-C08E-A1E9-3717-64AD5815151C}"/>
              </a:ext>
            </a:extLst>
          </p:cNvPr>
          <p:cNvGrpSpPr/>
          <p:nvPr/>
        </p:nvGrpSpPr>
        <p:grpSpPr>
          <a:xfrm>
            <a:off x="9006329" y="4365724"/>
            <a:ext cx="1250640" cy="531000"/>
            <a:chOff x="9006329" y="4365724"/>
            <a:chExt cx="125064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833C36C-92F6-2C0B-BC7E-6E548D290B5B}"/>
                    </a:ext>
                  </a:extLst>
                </p14:cNvPr>
                <p14:cNvContentPartPr/>
                <p14:nvPr/>
              </p14:nvContentPartPr>
              <p14:xfrm>
                <a:off x="9006329" y="4365724"/>
                <a:ext cx="242280" cy="46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833C36C-92F6-2C0B-BC7E-6E548D290B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8329" y="4347724"/>
                  <a:ext cx="2779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401A86-F95E-7CF6-AE50-CD2A4BB326A8}"/>
                    </a:ext>
                  </a:extLst>
                </p14:cNvPr>
                <p14:cNvContentPartPr/>
                <p14:nvPr/>
              </p14:nvContentPartPr>
              <p14:xfrm>
                <a:off x="9288929" y="4640404"/>
                <a:ext cx="171720" cy="23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401A86-F95E-7CF6-AE50-CD2A4BB326A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71289" y="4622764"/>
                  <a:ext cx="2073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E6AF43-A84C-DAC2-77FE-C11AC4E3D8B1}"/>
                    </a:ext>
                  </a:extLst>
                </p14:cNvPr>
                <p14:cNvContentPartPr/>
                <p14:nvPr/>
              </p14:nvContentPartPr>
              <p14:xfrm>
                <a:off x="9487289" y="4574524"/>
                <a:ext cx="306720" cy="26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E6AF43-A84C-DAC2-77FE-C11AC4E3D8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9649" y="4556884"/>
                  <a:ext cx="3423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4F5F984-9803-3729-70F6-70AC9DBC4EF5}"/>
                    </a:ext>
                  </a:extLst>
                </p14:cNvPr>
                <p14:cNvContentPartPr/>
                <p14:nvPr/>
              </p14:nvContentPartPr>
              <p14:xfrm>
                <a:off x="9930089" y="4551484"/>
                <a:ext cx="91080" cy="22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4F5F984-9803-3729-70F6-70AC9DBC4EF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12449" y="4533484"/>
                  <a:ext cx="126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83F4D8F-EB74-09B1-16CE-B21B67696935}"/>
                    </a:ext>
                  </a:extLst>
                </p14:cNvPr>
                <p14:cNvContentPartPr/>
                <p14:nvPr/>
              </p14:nvContentPartPr>
              <p14:xfrm>
                <a:off x="10009289" y="4896364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83F4D8F-EB74-09B1-16CE-B21B6769693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91289" y="4878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78F13B-537A-5A4D-F093-0A0E6098FA14}"/>
                    </a:ext>
                  </a:extLst>
                </p14:cNvPr>
                <p14:cNvContentPartPr/>
                <p14:nvPr/>
              </p14:nvContentPartPr>
              <p14:xfrm>
                <a:off x="10166249" y="4483444"/>
                <a:ext cx="90720" cy="249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78F13B-537A-5A4D-F093-0A0E6098FA1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48249" y="4465444"/>
                  <a:ext cx="126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359DB6-19DA-F526-C7FA-5150851E9FF0}"/>
                    </a:ext>
                  </a:extLst>
                </p14:cNvPr>
                <p14:cNvContentPartPr/>
                <p14:nvPr/>
              </p14:nvContentPartPr>
              <p14:xfrm>
                <a:off x="10245089" y="4866844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359DB6-19DA-F526-C7FA-5150851E9FF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27449" y="48488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9AEE572-A6B9-DDFD-2472-4E787B9B17D1}"/>
                  </a:ext>
                </a:extLst>
              </p:cNvPr>
              <p:cNvSpPr txBox="1"/>
              <p:nvPr/>
            </p:nvSpPr>
            <p:spPr>
              <a:xfrm>
                <a:off x="73349" y="4317078"/>
                <a:ext cx="8836843" cy="1099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  <a:p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𝒔𝒊𝒛𝒆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𝒔𝒊𝒛𝒆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𝒔𝒊𝒛𝒆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9AEE572-A6B9-DDFD-2472-4E787B9B1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4317078"/>
                <a:ext cx="8836843" cy="10995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2258BB7-3870-74D8-0115-58857CDDF813}"/>
                  </a:ext>
                </a:extLst>
              </p:cNvPr>
              <p:cNvSpPr txBox="1"/>
              <p:nvPr/>
            </p:nvSpPr>
            <p:spPr>
              <a:xfrm>
                <a:off x="73349" y="5528229"/>
                <a:ext cx="2358979" cy="1589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𝒔𝒊𝒛𝒆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800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2258BB7-3870-74D8-0115-58857CDDF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5528229"/>
                <a:ext cx="2358979" cy="1589153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2A3DA69-0141-B7EC-420E-F322B99843F8}"/>
              </a:ext>
            </a:extLst>
          </p:cNvPr>
          <p:cNvCxnSpPr/>
          <p:nvPr/>
        </p:nvCxnSpPr>
        <p:spPr>
          <a:xfrm>
            <a:off x="2487422" y="5860026"/>
            <a:ext cx="3244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65FC1CB-ED31-B491-382D-96E876E9715E}"/>
              </a:ext>
            </a:extLst>
          </p:cNvPr>
          <p:cNvCxnSpPr/>
          <p:nvPr/>
        </p:nvCxnSpPr>
        <p:spPr>
          <a:xfrm>
            <a:off x="2487422" y="6218904"/>
            <a:ext cx="3244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78AF819-CF9A-5D84-51B8-94CA52AA1322}"/>
              </a:ext>
            </a:extLst>
          </p:cNvPr>
          <p:cNvCxnSpPr/>
          <p:nvPr/>
        </p:nvCxnSpPr>
        <p:spPr>
          <a:xfrm>
            <a:off x="2487422" y="6631859"/>
            <a:ext cx="3244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222B218-5858-5F71-83E0-66E87D4F0B5F}"/>
              </a:ext>
            </a:extLst>
          </p:cNvPr>
          <p:cNvSpPr txBox="1"/>
          <p:nvPr/>
        </p:nvSpPr>
        <p:spPr>
          <a:xfrm>
            <a:off x="6076332" y="5629193"/>
            <a:ext cx="1338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 – 1000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6035B2-8615-7FA6-8642-9852F0F2CAFF}"/>
              </a:ext>
            </a:extLst>
          </p:cNvPr>
          <p:cNvSpPr txBox="1"/>
          <p:nvPr/>
        </p:nvSpPr>
        <p:spPr>
          <a:xfrm>
            <a:off x="6094165" y="5988071"/>
            <a:ext cx="1927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 – 1000,000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C41062-D880-17DD-A57B-8A46B0F517B9}"/>
              </a:ext>
            </a:extLst>
          </p:cNvPr>
          <p:cNvSpPr txBox="1"/>
          <p:nvPr/>
        </p:nvSpPr>
        <p:spPr>
          <a:xfrm>
            <a:off x="6094060" y="6326823"/>
            <a:ext cx="2515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 – 1000,000,000 </a:t>
            </a:r>
          </a:p>
        </p:txBody>
      </p:sp>
    </p:spTree>
    <p:extLst>
      <p:ext uri="{BB962C8B-B14F-4D97-AF65-F5344CB8AC3E}">
        <p14:creationId xmlns:p14="http://schemas.microsoft.com/office/powerpoint/2010/main" val="408455546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67236-3546-87EF-2A9E-C55BC76E0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D74A7C-2FC6-2E18-E49A-E480F6C16D0B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561108-7CDA-237B-D6F8-F1F754FC9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563B29-F0FE-68E0-49AE-880E33605095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563B29-F0FE-68E0-49AE-880E33605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A3B2DF-5D5C-8809-B756-0FB4EF6D21AD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A3B2DF-5D5C-8809-B756-0FB4EF6D21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3BEA393-67AD-E3DF-31DE-9F891ED79400}"/>
              </a:ext>
            </a:extLst>
          </p:cNvPr>
          <p:cNvGrpSpPr/>
          <p:nvPr/>
        </p:nvGrpSpPr>
        <p:grpSpPr>
          <a:xfrm>
            <a:off x="5918609" y="1572844"/>
            <a:ext cx="148320" cy="39960"/>
            <a:chOff x="5918609" y="1572844"/>
            <a:chExt cx="1483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F961A13-D5F7-92C4-58DC-59C0E305E368}"/>
                    </a:ext>
                  </a:extLst>
                </p14:cNvPr>
                <p14:cNvContentPartPr/>
                <p14:nvPr/>
              </p14:nvContentPartPr>
              <p14:xfrm>
                <a:off x="5918609" y="1572844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F961A13-D5F7-92C4-58DC-59C0E305E36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969" y="155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2FF545-DFE8-9BDA-17FB-AAA891E31BE1}"/>
                    </a:ext>
                  </a:extLst>
                </p14:cNvPr>
                <p14:cNvContentPartPr/>
                <p14:nvPr/>
              </p14:nvContentPartPr>
              <p14:xfrm>
                <a:off x="6017249" y="1602724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2FF545-DFE8-9BDA-17FB-AAA891E31B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249" y="158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760119-072E-CF70-6696-30A3EDB13F4F}"/>
                    </a:ext>
                  </a:extLst>
                </p14:cNvPr>
                <p14:cNvContentPartPr/>
                <p14:nvPr/>
              </p14:nvContentPartPr>
              <p14:xfrm>
                <a:off x="6066569" y="1612444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760119-072E-CF70-6696-30A3EDB13F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48569" y="15944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ABA419-48EC-CD2D-898F-3D4E06C9FE87}"/>
              </a:ext>
            </a:extLst>
          </p:cNvPr>
          <p:cNvGrpSpPr/>
          <p:nvPr/>
        </p:nvGrpSpPr>
        <p:grpSpPr>
          <a:xfrm>
            <a:off x="6253049" y="1690924"/>
            <a:ext cx="230760" cy="102600"/>
            <a:chOff x="6253049" y="1690924"/>
            <a:chExt cx="23076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A957A1C-BBA8-D116-F8B2-24F1A25087F2}"/>
                    </a:ext>
                  </a:extLst>
                </p14:cNvPr>
                <p14:cNvContentPartPr/>
                <p14:nvPr/>
              </p14:nvContentPartPr>
              <p14:xfrm>
                <a:off x="6253049" y="1690924"/>
                <a:ext cx="21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A957A1C-BBA8-D116-F8B2-24F1A25087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409" y="1672924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1F72E2-76ED-4FB7-2BB0-1A6F83DCAAB6}"/>
                    </a:ext>
                  </a:extLst>
                </p14:cNvPr>
                <p14:cNvContentPartPr/>
                <p14:nvPr/>
              </p14:nvContentPartPr>
              <p14:xfrm>
                <a:off x="6292649" y="1710724"/>
                <a:ext cx="57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1F72E2-76ED-4FB7-2BB0-1A6F83DCAAB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649" y="1693084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F276283-69CC-AB3B-13FF-8DCBF793A4C3}"/>
                    </a:ext>
                  </a:extLst>
                </p14:cNvPr>
                <p14:cNvContentPartPr/>
                <p14:nvPr/>
              </p14:nvContentPartPr>
              <p14:xfrm>
                <a:off x="6401009" y="1749964"/>
                <a:ext cx="828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F276283-69CC-AB3B-13FF-8DCBF793A4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83009" y="1731964"/>
                  <a:ext cx="1184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6BB7BB3-4E53-DD47-8FB1-35902FCBCA1A}"/>
                  </a:ext>
                </a:extLst>
              </p14:cNvPr>
              <p14:cNvContentPartPr/>
              <p14:nvPr/>
            </p14:nvContentPartPr>
            <p14:xfrm>
              <a:off x="6617009" y="1857964"/>
              <a:ext cx="37080" cy="1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6BB7BB3-4E53-DD47-8FB1-35902FCBCA1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99009" y="1840324"/>
                <a:ext cx="7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AF4B06C-978F-40CD-8DB6-FF2E7D9BFF6E}"/>
                  </a:ext>
                </a:extLst>
              </p14:cNvPr>
              <p14:cNvContentPartPr/>
              <p14:nvPr/>
            </p14:nvContentPartPr>
            <p14:xfrm>
              <a:off x="6823649" y="1956604"/>
              <a:ext cx="1188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AF4B06C-978F-40CD-8DB6-FF2E7D9BFF6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5649" y="1938604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0A1E76E-8F29-A9C1-08EB-46735BF277CC}"/>
                  </a:ext>
                </a:extLst>
              </p14:cNvPr>
              <p14:cNvContentPartPr/>
              <p14:nvPr/>
            </p14:nvContentPartPr>
            <p14:xfrm>
              <a:off x="6961169" y="2035084"/>
              <a:ext cx="5760" cy="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0A1E76E-8F29-A9C1-08EB-46735BF277C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43169" y="2017444"/>
                <a:ext cx="414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7DF99C7-B93A-07B8-6091-11870D952938}"/>
                  </a:ext>
                </a:extLst>
              </p14:cNvPr>
              <p14:cNvContentPartPr/>
              <p14:nvPr/>
            </p14:nvContentPartPr>
            <p14:xfrm>
              <a:off x="7088969" y="2123644"/>
              <a:ext cx="70560" cy="55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7DF99C7-B93A-07B8-6091-11870D95293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0969" y="2106004"/>
                <a:ext cx="1062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A074B54-DBF8-4280-B8F7-0299008B3EF3}"/>
                  </a:ext>
                </a:extLst>
              </p14:cNvPr>
              <p14:cNvContentPartPr/>
              <p14:nvPr/>
            </p14:nvContentPartPr>
            <p14:xfrm>
              <a:off x="7275449" y="2231644"/>
              <a:ext cx="12240" cy="6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A074B54-DBF8-4280-B8F7-0299008B3EF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809" y="2213644"/>
                <a:ext cx="47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1E13FCE-7537-832D-FF6A-A1C90C1DF703}"/>
                  </a:ext>
                </a:extLst>
              </p14:cNvPr>
              <p14:cNvContentPartPr/>
              <p14:nvPr/>
            </p14:nvContentPartPr>
            <p14:xfrm>
              <a:off x="7374089" y="2300764"/>
              <a:ext cx="18000" cy="2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1E13FCE-7537-832D-FF6A-A1C90C1DF70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6089" y="2283124"/>
                <a:ext cx="5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E4D25B7-12B5-B8A0-363C-E02703615694}"/>
                  </a:ext>
                </a:extLst>
              </p14:cNvPr>
              <p14:cNvContentPartPr/>
              <p14:nvPr/>
            </p14:nvContentPartPr>
            <p14:xfrm>
              <a:off x="7531409" y="2457724"/>
              <a:ext cx="24480" cy="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E4D25B7-12B5-B8A0-363C-E0270361569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13769" y="2440084"/>
                <a:ext cx="60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28403A0-DF02-F04D-7254-67B0AF9CBE49}"/>
                  </a:ext>
                </a:extLst>
              </p14:cNvPr>
              <p14:cNvContentPartPr/>
              <p14:nvPr/>
            </p14:nvContentPartPr>
            <p14:xfrm>
              <a:off x="7698809" y="2566084"/>
              <a:ext cx="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28403A0-DF02-F04D-7254-67B0AF9CBE4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809" y="2548084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608225A-7760-F3BD-DB4A-7C7A22408600}"/>
                  </a:ext>
                </a:extLst>
              </p14:cNvPr>
              <p14:cNvContentPartPr/>
              <p14:nvPr/>
            </p14:nvContentPartPr>
            <p14:xfrm>
              <a:off x="7767569" y="262512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608225A-7760-F3BD-DB4A-7C7A224086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569" y="2607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7214F52-F33C-C9B8-81C0-FBE1577827D2}"/>
                  </a:ext>
                </a:extLst>
              </p14:cNvPr>
              <p14:cNvContentPartPr/>
              <p14:nvPr/>
            </p14:nvContentPartPr>
            <p14:xfrm>
              <a:off x="7855769" y="2713684"/>
              <a:ext cx="21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7214F52-F33C-C9B8-81C0-FBE1577827D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7769" y="2696044"/>
                <a:ext cx="37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5EDC9BDC-E2A4-76EB-8751-EA8B8A77253B}"/>
              </a:ext>
            </a:extLst>
          </p:cNvPr>
          <p:cNvGrpSpPr/>
          <p:nvPr/>
        </p:nvGrpSpPr>
        <p:grpSpPr>
          <a:xfrm>
            <a:off x="8822009" y="1248844"/>
            <a:ext cx="971280" cy="985320"/>
            <a:chOff x="8822009" y="1248844"/>
            <a:chExt cx="97128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50A940-0623-F982-ACA4-BA1A9FB8E6F1}"/>
                    </a:ext>
                  </a:extLst>
                </p14:cNvPr>
                <p14:cNvContentPartPr/>
                <p14:nvPr/>
              </p14:nvContentPartPr>
              <p14:xfrm>
                <a:off x="8822009" y="1248844"/>
                <a:ext cx="971280" cy="9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50A940-0623-F982-ACA4-BA1A9FB8E6F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4009" y="1230844"/>
                  <a:ext cx="100692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5CD6993-7917-3756-A87D-39F0CEFC63B7}"/>
                    </a:ext>
                  </a:extLst>
                </p14:cNvPr>
                <p14:cNvContentPartPr/>
                <p14:nvPr/>
              </p14:nvContentPartPr>
              <p14:xfrm>
                <a:off x="8927489" y="1317244"/>
                <a:ext cx="770040" cy="87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5CD6993-7917-3756-A87D-39F0CEFC63B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09489" y="1299604"/>
                  <a:ext cx="805680" cy="9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026ACA-8803-EE0A-A876-5DBD16BBA2B1}"/>
                  </a:ext>
                </a:extLst>
              </p:cNvPr>
              <p:cNvSpPr txBox="1"/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026ACA-8803-EE0A-A876-5DBD16BBA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B9CE919-7ED6-21C0-F9C9-DFF547040E96}"/>
                  </a:ext>
                </a:extLst>
              </p14:cNvPr>
              <p14:cNvContentPartPr/>
              <p14:nvPr/>
            </p14:nvContentPartPr>
            <p14:xfrm>
              <a:off x="2123489" y="1081444"/>
              <a:ext cx="4535280" cy="2242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B9CE919-7ED6-21C0-F9C9-DFF547040E9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5849" y="1063804"/>
                <a:ext cx="4570920" cy="22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7ADFD22-6C98-8A33-4553-80085D6990AD}"/>
                  </a:ext>
                </a:extLst>
              </p14:cNvPr>
              <p14:cNvContentPartPr/>
              <p14:nvPr/>
            </p14:nvContentPartPr>
            <p14:xfrm>
              <a:off x="7816529" y="4050724"/>
              <a:ext cx="3622320" cy="212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7ADFD22-6C98-8A33-4553-80085D6990A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98889" y="4032724"/>
                <a:ext cx="36579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9171FAA6-49C7-80E9-BDA3-158FC9236BA1}"/>
              </a:ext>
            </a:extLst>
          </p:cNvPr>
          <p:cNvGrpSpPr/>
          <p:nvPr/>
        </p:nvGrpSpPr>
        <p:grpSpPr>
          <a:xfrm>
            <a:off x="9006329" y="4365724"/>
            <a:ext cx="1250640" cy="531000"/>
            <a:chOff x="9006329" y="4365724"/>
            <a:chExt cx="125064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37F0BB2-0E9E-BCAA-8F7A-7CB5286C2672}"/>
                    </a:ext>
                  </a:extLst>
                </p14:cNvPr>
                <p14:cNvContentPartPr/>
                <p14:nvPr/>
              </p14:nvContentPartPr>
              <p14:xfrm>
                <a:off x="9006329" y="4365724"/>
                <a:ext cx="242280" cy="46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37F0BB2-0E9E-BCAA-8F7A-7CB5286C26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8329" y="4347724"/>
                  <a:ext cx="2779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CDEC9F-5678-6FD2-4AE8-334F14995B7A}"/>
                    </a:ext>
                  </a:extLst>
                </p14:cNvPr>
                <p14:cNvContentPartPr/>
                <p14:nvPr/>
              </p14:nvContentPartPr>
              <p14:xfrm>
                <a:off x="9288929" y="4640404"/>
                <a:ext cx="171720" cy="23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CDEC9F-5678-6FD2-4AE8-334F14995B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71289" y="4622764"/>
                  <a:ext cx="2073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56DE0C-F409-E2CD-A344-E0AA65BD2821}"/>
                    </a:ext>
                  </a:extLst>
                </p14:cNvPr>
                <p14:cNvContentPartPr/>
                <p14:nvPr/>
              </p14:nvContentPartPr>
              <p14:xfrm>
                <a:off x="9487289" y="4574524"/>
                <a:ext cx="306720" cy="26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56DE0C-F409-E2CD-A344-E0AA65BD282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9649" y="4556884"/>
                  <a:ext cx="3423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4E77D2-54BF-0012-6FD7-53DF33E1C930}"/>
                    </a:ext>
                  </a:extLst>
                </p14:cNvPr>
                <p14:cNvContentPartPr/>
                <p14:nvPr/>
              </p14:nvContentPartPr>
              <p14:xfrm>
                <a:off x="9930089" y="4551484"/>
                <a:ext cx="91080" cy="22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4E77D2-54BF-0012-6FD7-53DF33E1C9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12449" y="4533484"/>
                  <a:ext cx="126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4980CE-F5A4-B058-A25B-BDCAB419A56B}"/>
                    </a:ext>
                  </a:extLst>
                </p14:cNvPr>
                <p14:cNvContentPartPr/>
                <p14:nvPr/>
              </p14:nvContentPartPr>
              <p14:xfrm>
                <a:off x="10009289" y="4896364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4980CE-F5A4-B058-A25B-BDCAB419A5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91289" y="4878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9E9637E-BF02-FC6C-2CAA-243E0BC3AAD2}"/>
                    </a:ext>
                  </a:extLst>
                </p14:cNvPr>
                <p14:cNvContentPartPr/>
                <p14:nvPr/>
              </p14:nvContentPartPr>
              <p14:xfrm>
                <a:off x="10166249" y="4483444"/>
                <a:ext cx="90720" cy="249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9E9637E-BF02-FC6C-2CAA-243E0BC3AAD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48249" y="4465444"/>
                  <a:ext cx="126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D0A23B-484D-81F8-757A-87F33E1E8188}"/>
                    </a:ext>
                  </a:extLst>
                </p14:cNvPr>
                <p14:cNvContentPartPr/>
                <p14:nvPr/>
              </p14:nvContentPartPr>
              <p14:xfrm>
                <a:off x="10245089" y="4866844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D0A23B-484D-81F8-757A-87F33E1E818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27449" y="48488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CBAF3A0-D19C-1387-1846-65B97140BA76}"/>
                  </a:ext>
                </a:extLst>
              </p:cNvPr>
              <p:cNvSpPr txBox="1"/>
              <p:nvPr/>
            </p:nvSpPr>
            <p:spPr>
              <a:xfrm>
                <a:off x="73349" y="4317078"/>
                <a:ext cx="8836843" cy="1099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  <a:p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𝒔𝒊𝒛𝒆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𝒔𝒊𝒛𝒆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𝒔𝒊𝒛𝒆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CBAF3A0-D19C-1387-1846-65B97140B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4317078"/>
                <a:ext cx="8836843" cy="10995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715B01B-EC5B-36A5-C911-020713F85C44}"/>
                  </a:ext>
                </a:extLst>
              </p:cNvPr>
              <p:cNvSpPr txBox="1"/>
              <p:nvPr/>
            </p:nvSpPr>
            <p:spPr>
              <a:xfrm>
                <a:off x="73349" y="5528229"/>
                <a:ext cx="2358979" cy="1589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𝒔𝒊𝒛𝒆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800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715B01B-EC5B-36A5-C911-020713F85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5528229"/>
                <a:ext cx="2358979" cy="1589153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504FB69-9B7C-5AC4-D2DC-DAC4526D42AA}"/>
              </a:ext>
            </a:extLst>
          </p:cNvPr>
          <p:cNvCxnSpPr/>
          <p:nvPr/>
        </p:nvCxnSpPr>
        <p:spPr>
          <a:xfrm>
            <a:off x="2487422" y="5860026"/>
            <a:ext cx="3244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373E77A-BE30-EA93-A428-12B4F5817B4B}"/>
              </a:ext>
            </a:extLst>
          </p:cNvPr>
          <p:cNvCxnSpPr/>
          <p:nvPr/>
        </p:nvCxnSpPr>
        <p:spPr>
          <a:xfrm>
            <a:off x="2487422" y="6218904"/>
            <a:ext cx="3244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A9DAE93-5659-D300-7A10-7C10FEA4EFBD}"/>
              </a:ext>
            </a:extLst>
          </p:cNvPr>
          <p:cNvCxnSpPr/>
          <p:nvPr/>
        </p:nvCxnSpPr>
        <p:spPr>
          <a:xfrm>
            <a:off x="2487422" y="6631859"/>
            <a:ext cx="3244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9BCB461-035B-6A1F-E873-B6C7F7B5001F}"/>
              </a:ext>
            </a:extLst>
          </p:cNvPr>
          <p:cNvSpPr txBox="1"/>
          <p:nvPr/>
        </p:nvSpPr>
        <p:spPr>
          <a:xfrm>
            <a:off x="6076332" y="5629193"/>
            <a:ext cx="1338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 – 1000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6D129E-F6D7-4F06-9469-F96F75FE8782}"/>
              </a:ext>
            </a:extLst>
          </p:cNvPr>
          <p:cNvSpPr txBox="1"/>
          <p:nvPr/>
        </p:nvSpPr>
        <p:spPr>
          <a:xfrm>
            <a:off x="6094165" y="5988071"/>
            <a:ext cx="1927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 – 1000,000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970537-A045-C5CB-A079-A0FB5BC41083}"/>
              </a:ext>
            </a:extLst>
          </p:cNvPr>
          <p:cNvSpPr txBox="1"/>
          <p:nvPr/>
        </p:nvSpPr>
        <p:spPr>
          <a:xfrm>
            <a:off x="6094060" y="6326823"/>
            <a:ext cx="2515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 – 1000,000,000 </a:t>
            </a: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54B1073E-3E35-E97D-2BE3-E1F3206FBA74}"/>
              </a:ext>
            </a:extLst>
          </p:cNvPr>
          <p:cNvSpPr/>
          <p:nvPr/>
        </p:nvSpPr>
        <p:spPr>
          <a:xfrm>
            <a:off x="8465574" y="5528229"/>
            <a:ext cx="629265" cy="121777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E9A9E0-F94D-D84C-C203-9623480E4720}"/>
              </a:ext>
            </a:extLst>
          </p:cNvPr>
          <p:cNvSpPr txBox="1"/>
          <p:nvPr/>
        </p:nvSpPr>
        <p:spPr>
          <a:xfrm>
            <a:off x="9091169" y="5906285"/>
            <a:ext cx="1842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Problem???</a:t>
            </a:r>
          </a:p>
        </p:txBody>
      </p:sp>
    </p:spTree>
    <p:extLst>
      <p:ext uri="{BB962C8B-B14F-4D97-AF65-F5344CB8AC3E}">
        <p14:creationId xmlns:p14="http://schemas.microsoft.com/office/powerpoint/2010/main" val="24351830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B43C4-CE3A-D0D1-A00F-A4BE36B8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27AA5C-858E-89D3-BA4D-85A5F3D54812}"/>
              </a:ext>
            </a:extLst>
          </p:cNvPr>
          <p:cNvSpPr txBox="1"/>
          <p:nvPr/>
        </p:nvSpPr>
        <p:spPr>
          <a:xfrm>
            <a:off x="-1" y="0"/>
            <a:ext cx="410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Polynomial regression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222E3F-5BD2-5399-67F9-F1BE2F146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" t="14630" r="45435" b="39036"/>
          <a:stretch/>
        </p:blipFill>
        <p:spPr>
          <a:xfrm>
            <a:off x="663792" y="1262462"/>
            <a:ext cx="6027809" cy="30175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23BF21-D029-3AF5-CEE2-267CA8E07B73}"/>
                  </a:ext>
                </a:extLst>
              </p:cNvPr>
              <p:cNvSpPr txBox="1"/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23BF21-D029-3AF5-CEE2-267CA8E0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1415845"/>
                <a:ext cx="3275384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CE9BD37-43E9-40F2-8FE4-62C64F03C7BA}"/>
                  </a:ext>
                </a:extLst>
              </p14:cNvPr>
              <p14:cNvContentPartPr/>
              <p14:nvPr/>
            </p14:nvContentPartPr>
            <p14:xfrm>
              <a:off x="1956449" y="1553044"/>
              <a:ext cx="3892680" cy="179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CE9BD37-43E9-40F2-8FE4-62C64F03C7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8449" y="1535404"/>
                <a:ext cx="392832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68BC84E-0D4C-0A9F-D6AF-9E4EB1A397B6}"/>
              </a:ext>
            </a:extLst>
          </p:cNvPr>
          <p:cNvGrpSpPr/>
          <p:nvPr/>
        </p:nvGrpSpPr>
        <p:grpSpPr>
          <a:xfrm>
            <a:off x="5918609" y="1572844"/>
            <a:ext cx="148320" cy="39960"/>
            <a:chOff x="5918609" y="1572844"/>
            <a:chExt cx="1483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64ADFDA-235E-03D3-48D4-EA4F51EB30DB}"/>
                    </a:ext>
                  </a:extLst>
                </p14:cNvPr>
                <p14:cNvContentPartPr/>
                <p14:nvPr/>
              </p14:nvContentPartPr>
              <p14:xfrm>
                <a:off x="5918609" y="1572844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64ADFDA-235E-03D3-48D4-EA4F51EB30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969" y="15552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1819619-41D5-C97F-4D38-CD2069833D79}"/>
                    </a:ext>
                  </a:extLst>
                </p14:cNvPr>
                <p14:cNvContentPartPr/>
                <p14:nvPr/>
              </p14:nvContentPartPr>
              <p14:xfrm>
                <a:off x="6017249" y="1602724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1819619-41D5-C97F-4D38-CD2069833D7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9249" y="158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AA551E9-7F43-40B0-7C82-2EB23E2DB169}"/>
                    </a:ext>
                  </a:extLst>
                </p14:cNvPr>
                <p14:cNvContentPartPr/>
                <p14:nvPr/>
              </p14:nvContentPartPr>
              <p14:xfrm>
                <a:off x="6066569" y="1612444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A551E9-7F43-40B0-7C82-2EB23E2DB16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48569" y="15944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44C6FB-E94C-74FC-F43D-C8474DD24585}"/>
              </a:ext>
            </a:extLst>
          </p:cNvPr>
          <p:cNvGrpSpPr/>
          <p:nvPr/>
        </p:nvGrpSpPr>
        <p:grpSpPr>
          <a:xfrm>
            <a:off x="6253049" y="1690924"/>
            <a:ext cx="230760" cy="102600"/>
            <a:chOff x="6253049" y="1690924"/>
            <a:chExt cx="23076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760B36-B825-FE2C-DE33-24A5AEAC7B75}"/>
                    </a:ext>
                  </a:extLst>
                </p14:cNvPr>
                <p14:cNvContentPartPr/>
                <p14:nvPr/>
              </p14:nvContentPartPr>
              <p14:xfrm>
                <a:off x="6253049" y="1690924"/>
                <a:ext cx="21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760B36-B825-FE2C-DE33-24A5AEAC7B7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409" y="1672924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DBFCE5-4A40-83F7-03D0-210BD8B02439}"/>
                    </a:ext>
                  </a:extLst>
                </p14:cNvPr>
                <p14:cNvContentPartPr/>
                <p14:nvPr/>
              </p14:nvContentPartPr>
              <p14:xfrm>
                <a:off x="6292649" y="1710724"/>
                <a:ext cx="57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DBFCE5-4A40-83F7-03D0-210BD8B024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649" y="1693084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5703DAB-16DA-D8D9-7B7E-E098C3937E92}"/>
                    </a:ext>
                  </a:extLst>
                </p14:cNvPr>
                <p14:cNvContentPartPr/>
                <p14:nvPr/>
              </p14:nvContentPartPr>
              <p14:xfrm>
                <a:off x="6401009" y="1749964"/>
                <a:ext cx="828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5703DAB-16DA-D8D9-7B7E-E098C3937E9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83009" y="1731964"/>
                  <a:ext cx="1184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B597CC0-1D74-6022-FDD8-14EFFD54C158}"/>
                  </a:ext>
                </a:extLst>
              </p14:cNvPr>
              <p14:cNvContentPartPr/>
              <p14:nvPr/>
            </p14:nvContentPartPr>
            <p14:xfrm>
              <a:off x="6617009" y="1857964"/>
              <a:ext cx="37080" cy="1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B597CC0-1D74-6022-FDD8-14EFFD54C15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99009" y="1840324"/>
                <a:ext cx="72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486686C-42B7-A406-5853-795A68B0C9BE}"/>
                  </a:ext>
                </a:extLst>
              </p14:cNvPr>
              <p14:cNvContentPartPr/>
              <p14:nvPr/>
            </p14:nvContentPartPr>
            <p14:xfrm>
              <a:off x="6823649" y="1956604"/>
              <a:ext cx="1188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486686C-42B7-A406-5853-795A68B0C9B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5649" y="1938604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F3593A1-80EB-6CFB-47C6-6FD7E28363FF}"/>
                  </a:ext>
                </a:extLst>
              </p14:cNvPr>
              <p14:cNvContentPartPr/>
              <p14:nvPr/>
            </p14:nvContentPartPr>
            <p14:xfrm>
              <a:off x="6961169" y="2035084"/>
              <a:ext cx="5760" cy="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F3593A1-80EB-6CFB-47C6-6FD7E28363F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43169" y="2017444"/>
                <a:ext cx="414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7403912-6F58-FB76-CCB5-CEDC05E69351}"/>
                  </a:ext>
                </a:extLst>
              </p14:cNvPr>
              <p14:cNvContentPartPr/>
              <p14:nvPr/>
            </p14:nvContentPartPr>
            <p14:xfrm>
              <a:off x="7088969" y="2123644"/>
              <a:ext cx="70560" cy="55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7403912-6F58-FB76-CCB5-CEDC05E6935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0969" y="2106004"/>
                <a:ext cx="1062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8A3F6C2-83CE-7892-8CD6-2957B35BFC15}"/>
                  </a:ext>
                </a:extLst>
              </p14:cNvPr>
              <p14:cNvContentPartPr/>
              <p14:nvPr/>
            </p14:nvContentPartPr>
            <p14:xfrm>
              <a:off x="7275449" y="2231644"/>
              <a:ext cx="12240" cy="6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8A3F6C2-83CE-7892-8CD6-2957B35BFC1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809" y="2213644"/>
                <a:ext cx="47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38F5944-279E-355F-814A-0BAF20F58A98}"/>
                  </a:ext>
                </a:extLst>
              </p14:cNvPr>
              <p14:cNvContentPartPr/>
              <p14:nvPr/>
            </p14:nvContentPartPr>
            <p14:xfrm>
              <a:off x="7374089" y="2300764"/>
              <a:ext cx="18000" cy="2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38F5944-279E-355F-814A-0BAF20F58A9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6089" y="2283124"/>
                <a:ext cx="536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E06A6FB-C667-34F2-5777-9CB9F8FF7291}"/>
                  </a:ext>
                </a:extLst>
              </p14:cNvPr>
              <p14:cNvContentPartPr/>
              <p14:nvPr/>
            </p14:nvContentPartPr>
            <p14:xfrm>
              <a:off x="7531409" y="2457724"/>
              <a:ext cx="24480" cy="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E06A6FB-C667-34F2-5777-9CB9F8FF729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13769" y="2440084"/>
                <a:ext cx="60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F377E98-EFEC-3861-9DD9-830BF49CFD86}"/>
                  </a:ext>
                </a:extLst>
              </p14:cNvPr>
              <p14:cNvContentPartPr/>
              <p14:nvPr/>
            </p14:nvContentPartPr>
            <p14:xfrm>
              <a:off x="7698809" y="2566084"/>
              <a:ext cx="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F377E98-EFEC-3861-9DD9-830BF49CFD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80809" y="2548084"/>
                <a:ext cx="37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2C1A8B9-61BE-9780-AEED-3D731942FDC1}"/>
                  </a:ext>
                </a:extLst>
              </p14:cNvPr>
              <p14:cNvContentPartPr/>
              <p14:nvPr/>
            </p14:nvContentPartPr>
            <p14:xfrm>
              <a:off x="7767569" y="262512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2C1A8B9-61BE-9780-AEED-3D731942FD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9569" y="26071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D6B1805-8539-B37E-1FF0-EA9E0E6D16D1}"/>
                  </a:ext>
                </a:extLst>
              </p14:cNvPr>
              <p14:cNvContentPartPr/>
              <p14:nvPr/>
            </p14:nvContentPartPr>
            <p14:xfrm>
              <a:off x="7855769" y="2713684"/>
              <a:ext cx="21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D6B1805-8539-B37E-1FF0-EA9E0E6D16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7769" y="2696044"/>
                <a:ext cx="37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18E6381-5C54-DFEC-C816-C276B486860D}"/>
              </a:ext>
            </a:extLst>
          </p:cNvPr>
          <p:cNvGrpSpPr/>
          <p:nvPr/>
        </p:nvGrpSpPr>
        <p:grpSpPr>
          <a:xfrm>
            <a:off x="8822009" y="1248844"/>
            <a:ext cx="971280" cy="985320"/>
            <a:chOff x="8822009" y="1248844"/>
            <a:chExt cx="97128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7168C1-8013-4A75-7FE0-6F139608B380}"/>
                    </a:ext>
                  </a:extLst>
                </p14:cNvPr>
                <p14:cNvContentPartPr/>
                <p14:nvPr/>
              </p14:nvContentPartPr>
              <p14:xfrm>
                <a:off x="8822009" y="1248844"/>
                <a:ext cx="971280" cy="98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7168C1-8013-4A75-7FE0-6F139608B38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4009" y="1230844"/>
                  <a:ext cx="100692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271CC90-AC67-97BE-1747-6CEF8D8F32A8}"/>
                    </a:ext>
                  </a:extLst>
                </p14:cNvPr>
                <p14:cNvContentPartPr/>
                <p14:nvPr/>
              </p14:nvContentPartPr>
              <p14:xfrm>
                <a:off x="8927489" y="1317244"/>
                <a:ext cx="770040" cy="87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271CC90-AC67-97BE-1747-6CEF8D8F32A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09489" y="1299604"/>
                  <a:ext cx="805680" cy="9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669558-9DFB-90BB-FA5B-0EF3AA04D3B2}"/>
                  </a:ext>
                </a:extLst>
              </p:cNvPr>
              <p:cNvSpPr txBox="1"/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669558-9DFB-90BB-FA5B-0EF3AA04D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449" y="3165751"/>
                <a:ext cx="4650825" cy="5959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1057003-EEDC-C428-F318-8FD1F5D56CB7}"/>
                  </a:ext>
                </a:extLst>
              </p14:cNvPr>
              <p14:cNvContentPartPr/>
              <p14:nvPr/>
            </p14:nvContentPartPr>
            <p14:xfrm>
              <a:off x="2123489" y="1081444"/>
              <a:ext cx="4535280" cy="2242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1057003-EEDC-C428-F318-8FD1F5D56CB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5849" y="1063804"/>
                <a:ext cx="4570920" cy="22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113CF45-5BFC-1EF8-2069-CFEDE579E590}"/>
                  </a:ext>
                </a:extLst>
              </p14:cNvPr>
              <p14:cNvContentPartPr/>
              <p14:nvPr/>
            </p14:nvContentPartPr>
            <p14:xfrm>
              <a:off x="7816529" y="4050724"/>
              <a:ext cx="3622320" cy="212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113CF45-5BFC-1EF8-2069-CFEDE579E59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98889" y="4032724"/>
                <a:ext cx="36579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56E2C56C-006A-C59B-A4B8-B15F79E8CD21}"/>
              </a:ext>
            </a:extLst>
          </p:cNvPr>
          <p:cNvGrpSpPr/>
          <p:nvPr/>
        </p:nvGrpSpPr>
        <p:grpSpPr>
          <a:xfrm>
            <a:off x="9006329" y="4365724"/>
            <a:ext cx="1250640" cy="531000"/>
            <a:chOff x="9006329" y="4365724"/>
            <a:chExt cx="125064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A34F86B-FBBB-EFE9-BF63-B417227E6758}"/>
                    </a:ext>
                  </a:extLst>
                </p14:cNvPr>
                <p14:cNvContentPartPr/>
                <p14:nvPr/>
              </p14:nvContentPartPr>
              <p14:xfrm>
                <a:off x="9006329" y="4365724"/>
                <a:ext cx="242280" cy="46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A34F86B-FBBB-EFE9-BF63-B417227E675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8329" y="4347724"/>
                  <a:ext cx="2779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AD9C79-8175-BBFD-CAD7-972CDFE12A55}"/>
                    </a:ext>
                  </a:extLst>
                </p14:cNvPr>
                <p14:cNvContentPartPr/>
                <p14:nvPr/>
              </p14:nvContentPartPr>
              <p14:xfrm>
                <a:off x="9288929" y="4640404"/>
                <a:ext cx="171720" cy="23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AD9C79-8175-BBFD-CAD7-972CDFE12A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71289" y="4622764"/>
                  <a:ext cx="2073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311157B-A65F-1530-724A-6953E4E66E13}"/>
                    </a:ext>
                  </a:extLst>
                </p14:cNvPr>
                <p14:cNvContentPartPr/>
                <p14:nvPr/>
              </p14:nvContentPartPr>
              <p14:xfrm>
                <a:off x="9487289" y="4574524"/>
                <a:ext cx="306720" cy="26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311157B-A65F-1530-724A-6953E4E66E1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9649" y="4556884"/>
                  <a:ext cx="3423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AE8DFEB-3CD8-19DA-FACB-9CF8675339A4}"/>
                    </a:ext>
                  </a:extLst>
                </p14:cNvPr>
                <p14:cNvContentPartPr/>
                <p14:nvPr/>
              </p14:nvContentPartPr>
              <p14:xfrm>
                <a:off x="9930089" y="4551484"/>
                <a:ext cx="91080" cy="22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AE8DFEB-3CD8-19DA-FACB-9CF8675339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12449" y="4533484"/>
                  <a:ext cx="126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6EFB721-5455-7033-0DAA-8EF31E1DFF98}"/>
                    </a:ext>
                  </a:extLst>
                </p14:cNvPr>
                <p14:cNvContentPartPr/>
                <p14:nvPr/>
              </p14:nvContentPartPr>
              <p14:xfrm>
                <a:off x="10009289" y="4896364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6EFB721-5455-7033-0DAA-8EF31E1DFF9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91289" y="4878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9392FED-C054-A7F9-1BA5-A57B24C1D244}"/>
                    </a:ext>
                  </a:extLst>
                </p14:cNvPr>
                <p14:cNvContentPartPr/>
                <p14:nvPr/>
              </p14:nvContentPartPr>
              <p14:xfrm>
                <a:off x="10166249" y="4483444"/>
                <a:ext cx="90720" cy="249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9392FED-C054-A7F9-1BA5-A57B24C1D2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48249" y="4465444"/>
                  <a:ext cx="126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1FB07A-7A58-6889-EC97-2DFC0C2D2E64}"/>
                    </a:ext>
                  </a:extLst>
                </p14:cNvPr>
                <p14:cNvContentPartPr/>
                <p14:nvPr/>
              </p14:nvContentPartPr>
              <p14:xfrm>
                <a:off x="10245089" y="4866844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1FB07A-7A58-6889-EC97-2DFC0C2D2E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27449" y="48488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AAD6DE-5F66-D075-946B-D164B7616D34}"/>
                  </a:ext>
                </a:extLst>
              </p:cNvPr>
              <p:cNvSpPr txBox="1"/>
              <p:nvPr/>
            </p:nvSpPr>
            <p:spPr>
              <a:xfrm>
                <a:off x="73349" y="4317078"/>
                <a:ext cx="8836843" cy="1099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  <a:p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𝒔𝒊𝒛𝒆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𝒔𝒊𝒛𝒆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𝒔𝒊𝒛𝒆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AAD6DE-5F66-D075-946B-D164B761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4317078"/>
                <a:ext cx="8836843" cy="10995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DE5BEC0-FBE3-6C6A-8065-A121811D8B48}"/>
                  </a:ext>
                </a:extLst>
              </p:cNvPr>
              <p:cNvSpPr txBox="1"/>
              <p:nvPr/>
            </p:nvSpPr>
            <p:spPr>
              <a:xfrm>
                <a:off x="73349" y="5528229"/>
                <a:ext cx="2358979" cy="15891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𝒔𝒊𝒛𝒆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800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DE5BEC0-FBE3-6C6A-8065-A121811D8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9" y="5528229"/>
                <a:ext cx="2358979" cy="1589153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74E573-BF7D-9373-966B-74DC48601081}"/>
              </a:ext>
            </a:extLst>
          </p:cNvPr>
          <p:cNvCxnSpPr/>
          <p:nvPr/>
        </p:nvCxnSpPr>
        <p:spPr>
          <a:xfrm>
            <a:off x="2487422" y="5860026"/>
            <a:ext cx="3244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44B1D26-3836-2057-7F39-46D30076AAD5}"/>
              </a:ext>
            </a:extLst>
          </p:cNvPr>
          <p:cNvCxnSpPr/>
          <p:nvPr/>
        </p:nvCxnSpPr>
        <p:spPr>
          <a:xfrm>
            <a:off x="2487422" y="6218904"/>
            <a:ext cx="3244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AC7692F-F03F-65EC-59B5-1BBCCA9F1A48}"/>
              </a:ext>
            </a:extLst>
          </p:cNvPr>
          <p:cNvCxnSpPr/>
          <p:nvPr/>
        </p:nvCxnSpPr>
        <p:spPr>
          <a:xfrm>
            <a:off x="2487422" y="6631859"/>
            <a:ext cx="3244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3EAA5B7-A3E7-4A84-1ACF-ACA7E42C5430}"/>
              </a:ext>
            </a:extLst>
          </p:cNvPr>
          <p:cNvSpPr txBox="1"/>
          <p:nvPr/>
        </p:nvSpPr>
        <p:spPr>
          <a:xfrm>
            <a:off x="6076332" y="5629193"/>
            <a:ext cx="1338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 – 1000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938AED-A2CF-2D9C-EAB6-F0A1EAEFDA5F}"/>
              </a:ext>
            </a:extLst>
          </p:cNvPr>
          <p:cNvSpPr txBox="1"/>
          <p:nvPr/>
        </p:nvSpPr>
        <p:spPr>
          <a:xfrm>
            <a:off x="6094165" y="5988071"/>
            <a:ext cx="1927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 – 1000,000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71C6FB-A36F-84DC-FCA1-7319DA6D74FD}"/>
              </a:ext>
            </a:extLst>
          </p:cNvPr>
          <p:cNvSpPr txBox="1"/>
          <p:nvPr/>
        </p:nvSpPr>
        <p:spPr>
          <a:xfrm>
            <a:off x="6094060" y="6326823"/>
            <a:ext cx="2515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 – 1000,000,000 </a:t>
            </a: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91BEEDBD-6106-05AA-6FDB-7A65E3B8884F}"/>
              </a:ext>
            </a:extLst>
          </p:cNvPr>
          <p:cNvSpPr/>
          <p:nvPr/>
        </p:nvSpPr>
        <p:spPr>
          <a:xfrm>
            <a:off x="8465574" y="5528229"/>
            <a:ext cx="629265" cy="121777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534769-BC5E-7A49-B0F8-A450012FD36B}"/>
              </a:ext>
            </a:extLst>
          </p:cNvPr>
          <p:cNvSpPr txBox="1"/>
          <p:nvPr/>
        </p:nvSpPr>
        <p:spPr>
          <a:xfrm>
            <a:off x="9091169" y="5906285"/>
            <a:ext cx="2347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Feature Scaling</a:t>
            </a:r>
          </a:p>
        </p:txBody>
      </p:sp>
    </p:spTree>
    <p:extLst>
      <p:ext uri="{BB962C8B-B14F-4D97-AF65-F5344CB8AC3E}">
        <p14:creationId xmlns:p14="http://schemas.microsoft.com/office/powerpoint/2010/main" val="243893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3352</Words>
  <Application>Microsoft Office PowerPoint</Application>
  <PresentationFormat>Widescreen</PresentationFormat>
  <Paragraphs>711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Mr.Hafeez Anwar</dc:creator>
  <cp:lastModifiedBy>Mr.Hafeez Anwar</cp:lastModifiedBy>
  <cp:revision>39</cp:revision>
  <dcterms:created xsi:type="dcterms:W3CDTF">2025-01-29T04:21:20Z</dcterms:created>
  <dcterms:modified xsi:type="dcterms:W3CDTF">2025-02-01T09:10:14Z</dcterms:modified>
</cp:coreProperties>
</file>