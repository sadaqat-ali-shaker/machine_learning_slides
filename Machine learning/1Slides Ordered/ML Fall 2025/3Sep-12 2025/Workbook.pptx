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56" r:id="rId5"/>
  </p:sldIdLst>
  <p:sldSz cx="5029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480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0" y="2992968"/>
            <a:ext cx="37719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9605435"/>
            <a:ext cx="37719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8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1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1" y="4559303"/>
            <a:ext cx="4337685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1" y="12238569"/>
            <a:ext cx="4337685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6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4868333"/>
            <a:ext cx="213741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4868333"/>
            <a:ext cx="213741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973668"/>
            <a:ext cx="433768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28" y="4483101"/>
            <a:ext cx="2127587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28" y="6680200"/>
            <a:ext cx="2127587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5" y="4483101"/>
            <a:ext cx="2138065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5" y="6680200"/>
            <a:ext cx="2138065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7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9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219200"/>
            <a:ext cx="16220478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2633135"/>
            <a:ext cx="25460325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5486400"/>
            <a:ext cx="16220478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219200"/>
            <a:ext cx="16220478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2633135"/>
            <a:ext cx="25460325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5486400"/>
            <a:ext cx="16220478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4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2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2" y="973667"/>
            <a:ext cx="108442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5" y="973667"/>
            <a:ext cx="319039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973668"/>
            <a:ext cx="433768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4868333"/>
            <a:ext cx="433768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16950268"/>
            <a:ext cx="113157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20715-48CD-412E-8FD7-E93CDA9925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16950268"/>
            <a:ext cx="169735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16950268"/>
            <a:ext cx="113157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0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25CE-33EC-2CB1-63A2-B076D1D8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DBB362B-4316-E504-904A-D105FD861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66022"/>
              </p:ext>
            </p:extLst>
          </p:nvPr>
        </p:nvGraphicFramePr>
        <p:xfrm>
          <a:off x="28273" y="8854556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CE1B3FC-CE1E-04B3-49C3-A1D2597DE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138706"/>
              </p:ext>
            </p:extLst>
          </p:nvPr>
        </p:nvGraphicFramePr>
        <p:xfrm>
          <a:off x="153781" y="4468578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69E456-3F07-9B88-0B0C-3D15BD96EBA7}"/>
                  </a:ext>
                </a:extLst>
              </p:cNvPr>
              <p:cNvSpPr txBox="1"/>
              <p:nvPr/>
            </p:nvSpPr>
            <p:spPr>
              <a:xfrm>
                <a:off x="3243950" y="3119848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69E456-3F07-9B88-0B0C-3D15BD96E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3119848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7CC709-121D-8C23-0938-5A4A3898BB52}"/>
                  </a:ext>
                </a:extLst>
              </p:cNvPr>
              <p:cNvSpPr txBox="1"/>
              <p:nvPr/>
            </p:nvSpPr>
            <p:spPr>
              <a:xfrm>
                <a:off x="844665" y="3119848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7CC709-121D-8C23-0938-5A4A3898B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3119848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61C7F52-2566-CD11-E13B-96B97D161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533325"/>
              </p:ext>
            </p:extLst>
          </p:nvPr>
        </p:nvGraphicFramePr>
        <p:xfrm>
          <a:off x="6032553" y="8854556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B3D3563-6A0A-E1A2-99D4-317080990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58099"/>
              </p:ext>
            </p:extLst>
          </p:nvPr>
        </p:nvGraphicFramePr>
        <p:xfrm>
          <a:off x="9781593" y="8885036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6D9AE2-6511-D14B-DEE6-50B44711A4E3}"/>
                  </a:ext>
                </a:extLst>
              </p:cNvPr>
              <p:cNvSpPr txBox="1"/>
              <p:nvPr/>
            </p:nvSpPr>
            <p:spPr>
              <a:xfrm>
                <a:off x="10473564" y="7289619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6D9AE2-6511-D14B-DEE6-50B44711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564" y="7289619"/>
                <a:ext cx="989464" cy="946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348CBF4-1B66-E56A-3A73-A7B14CF717F3}"/>
                  </a:ext>
                </a:extLst>
              </p:cNvPr>
              <p:cNvSpPr txBox="1"/>
              <p:nvPr/>
            </p:nvSpPr>
            <p:spPr>
              <a:xfrm>
                <a:off x="6045185" y="7337227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348CBF4-1B66-E56A-3A73-A7B14CF71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185" y="7337227"/>
                <a:ext cx="2348142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F737CD1-51C5-41B2-54D3-06D41B891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449797"/>
              </p:ext>
            </p:extLst>
          </p:nvPr>
        </p:nvGraphicFramePr>
        <p:xfrm>
          <a:off x="14316085" y="8854556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70A63C-5CE0-C4D7-5346-8968F79C3520}"/>
                  </a:ext>
                </a:extLst>
              </p:cNvPr>
              <p:cNvSpPr txBox="1"/>
              <p:nvPr/>
            </p:nvSpPr>
            <p:spPr>
              <a:xfrm>
                <a:off x="13439121" y="7289619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70A63C-5CE0-C4D7-5346-8968F79C3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121" y="7289619"/>
                <a:ext cx="4710713" cy="1042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F0F8582-20BE-91CB-3C13-28CCE2ECF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44830"/>
              </p:ext>
            </p:extLst>
          </p:nvPr>
        </p:nvGraphicFramePr>
        <p:xfrm>
          <a:off x="29161934" y="12503215"/>
          <a:ext cx="281177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E99864-A633-A560-2928-F89D647D545A}"/>
                  </a:ext>
                </a:extLst>
              </p:cNvPr>
              <p:cNvSpPr txBox="1"/>
              <p:nvPr/>
            </p:nvSpPr>
            <p:spPr>
              <a:xfrm>
                <a:off x="27399576" y="6145994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E99864-A633-A560-2928-F89D647D5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9576" y="6145994"/>
                <a:ext cx="6336490" cy="2708562"/>
              </a:xfrm>
              <a:prstGeom prst="rect">
                <a:avLst/>
              </a:prstGeom>
              <a:blipFill>
                <a:blip r:embed="rId7"/>
                <a:stretch>
                  <a:fillRect r="-23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1C1CFD-1FC2-9BB0-6E56-2C904C497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141354"/>
              </p:ext>
            </p:extLst>
          </p:nvPr>
        </p:nvGraphicFramePr>
        <p:xfrm>
          <a:off x="20993973" y="8840700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9ABBC4-CE03-5B51-761A-946B33C50578}"/>
                  </a:ext>
                </a:extLst>
              </p:cNvPr>
              <p:cNvSpPr txBox="1"/>
              <p:nvPr/>
            </p:nvSpPr>
            <p:spPr>
              <a:xfrm>
                <a:off x="20117009" y="7275763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9ABBC4-CE03-5B51-761A-946B33C50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7009" y="7275763"/>
                <a:ext cx="5079275" cy="12481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1D6B91-37B0-21E5-ED81-E8FBB91116FC}"/>
              </a:ext>
            </a:extLst>
          </p:cNvPr>
          <p:cNvSpPr txBox="1"/>
          <p:nvPr/>
        </p:nvSpPr>
        <p:spPr>
          <a:xfrm>
            <a:off x="7564822" y="7608"/>
            <a:ext cx="30183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highlight>
                  <a:srgbClr val="FFFF00"/>
                </a:highlight>
              </a:rPr>
              <a:t>Mean Squared Error (MSE)</a:t>
            </a:r>
          </a:p>
        </p:txBody>
      </p:sp>
    </p:spTree>
    <p:extLst>
      <p:ext uri="{BB962C8B-B14F-4D97-AF65-F5344CB8AC3E}">
        <p14:creationId xmlns:p14="http://schemas.microsoft.com/office/powerpoint/2010/main" val="42560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43F3-3CFB-9880-126C-5C38439AD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C658F6C-51E8-ED8A-E079-87EA83002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00167"/>
              </p:ext>
            </p:extLst>
          </p:nvPr>
        </p:nvGraphicFramePr>
        <p:xfrm>
          <a:off x="28273" y="885455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E26D966-6F70-45F4-5A09-8DFF67C2F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04220"/>
              </p:ext>
            </p:extLst>
          </p:nvPr>
        </p:nvGraphicFramePr>
        <p:xfrm>
          <a:off x="153781" y="4468577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5DF780-696A-62AB-FD29-EA7AE4BEF8F0}"/>
                  </a:ext>
                </a:extLst>
              </p:cNvPr>
              <p:cNvSpPr txBox="1"/>
              <p:nvPr/>
            </p:nvSpPr>
            <p:spPr>
              <a:xfrm>
                <a:off x="3243950" y="3119847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5DF780-696A-62AB-FD29-EA7AE4BEF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3119847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979670-3DD4-D01C-4470-7A4EAED902AD}"/>
                  </a:ext>
                </a:extLst>
              </p:cNvPr>
              <p:cNvSpPr txBox="1"/>
              <p:nvPr/>
            </p:nvSpPr>
            <p:spPr>
              <a:xfrm>
                <a:off x="844665" y="3119847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979670-3DD4-D01C-4470-7A4EAED90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3119847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B1D5051-8963-B891-B2CF-AB33D64C5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928596"/>
              </p:ext>
            </p:extLst>
          </p:nvPr>
        </p:nvGraphicFramePr>
        <p:xfrm>
          <a:off x="6032553" y="885455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993294E-05A7-064C-8D01-DC899630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619721"/>
              </p:ext>
            </p:extLst>
          </p:nvPr>
        </p:nvGraphicFramePr>
        <p:xfrm>
          <a:off x="9781593" y="888503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92FC6D-B15C-ACF7-387F-9B2B10DB61FA}"/>
                  </a:ext>
                </a:extLst>
              </p:cNvPr>
              <p:cNvSpPr txBox="1"/>
              <p:nvPr/>
            </p:nvSpPr>
            <p:spPr>
              <a:xfrm>
                <a:off x="10473564" y="7289618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92FC6D-B15C-ACF7-387F-9B2B10DB6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564" y="7289618"/>
                <a:ext cx="989464" cy="946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5702A5-ACBE-28DF-4DC9-DCD07DAA0A16}"/>
                  </a:ext>
                </a:extLst>
              </p:cNvPr>
              <p:cNvSpPr txBox="1"/>
              <p:nvPr/>
            </p:nvSpPr>
            <p:spPr>
              <a:xfrm>
                <a:off x="6045185" y="7337226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5702A5-ACBE-28DF-4DC9-DCD07DAA0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185" y="7337226"/>
                <a:ext cx="2348142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EC0072C-C230-C369-E389-317D34CE7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01641"/>
              </p:ext>
            </p:extLst>
          </p:nvPr>
        </p:nvGraphicFramePr>
        <p:xfrm>
          <a:off x="14316085" y="8854555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4D1041-4A73-E533-AB5A-C16ED7AD39FF}"/>
                  </a:ext>
                </a:extLst>
              </p:cNvPr>
              <p:cNvSpPr txBox="1"/>
              <p:nvPr/>
            </p:nvSpPr>
            <p:spPr>
              <a:xfrm>
                <a:off x="13439121" y="7289618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4D1041-4A73-E533-AB5A-C16ED7AD3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121" y="7289618"/>
                <a:ext cx="4710713" cy="1042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0B31F98-54FA-54B2-1077-358B9814A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233180"/>
              </p:ext>
            </p:extLst>
          </p:nvPr>
        </p:nvGraphicFramePr>
        <p:xfrm>
          <a:off x="42288396" y="12411527"/>
          <a:ext cx="281177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EC2D2C-F4F2-01CB-0AC2-CC6908294942}"/>
                  </a:ext>
                </a:extLst>
              </p:cNvPr>
              <p:cNvSpPr txBox="1"/>
              <p:nvPr/>
            </p:nvSpPr>
            <p:spPr>
              <a:xfrm>
                <a:off x="27399576" y="6145993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EC2D2C-F4F2-01CB-0AC2-CC690829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9576" y="6145993"/>
                <a:ext cx="6336490" cy="2708562"/>
              </a:xfrm>
              <a:prstGeom prst="rect">
                <a:avLst/>
              </a:prstGeom>
              <a:blipFill>
                <a:blip r:embed="rId7"/>
                <a:stretch>
                  <a:fillRect r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580574-A134-1BB8-11D4-FD66D63AE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596861"/>
              </p:ext>
            </p:extLst>
          </p:nvPr>
        </p:nvGraphicFramePr>
        <p:xfrm>
          <a:off x="20993973" y="8840699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496F9-3A4F-A5B1-2621-E91B0E9ABD1A}"/>
                  </a:ext>
                </a:extLst>
              </p:cNvPr>
              <p:cNvSpPr txBox="1"/>
              <p:nvPr/>
            </p:nvSpPr>
            <p:spPr>
              <a:xfrm>
                <a:off x="19932728" y="7139032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496F9-3A4F-A5B1-2621-E91B0E9A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728" y="7139032"/>
                <a:ext cx="5079275" cy="12481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BA5C4-9920-2AEF-9D21-D32F67001D2B}"/>
                  </a:ext>
                </a:extLst>
              </p:cNvPr>
              <p:cNvSpPr txBox="1"/>
              <p:nvPr/>
            </p:nvSpPr>
            <p:spPr>
              <a:xfrm>
                <a:off x="37378901" y="6145993"/>
                <a:ext cx="12630765" cy="35920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6000" b="1" dirty="0"/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BA5C4-9920-2AEF-9D21-D32F67001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8901" y="6145993"/>
                <a:ext cx="12630765" cy="35920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69A787-1BEC-05A4-16D9-DD6998CE4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806134"/>
              </p:ext>
            </p:extLst>
          </p:nvPr>
        </p:nvGraphicFramePr>
        <p:xfrm>
          <a:off x="29161934" y="12503214"/>
          <a:ext cx="281177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47443A-7641-CA4F-7BA4-5B2E81E81E00}"/>
              </a:ext>
            </a:extLst>
          </p:cNvPr>
          <p:cNvSpPr txBox="1"/>
          <p:nvPr/>
        </p:nvSpPr>
        <p:spPr>
          <a:xfrm>
            <a:off x="6260669" y="21828"/>
            <a:ext cx="37770661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highlight>
                  <a:srgbClr val="00FF00"/>
                </a:highlight>
              </a:rPr>
              <a:t>Root Mean Squared Error (RMSE)</a:t>
            </a:r>
          </a:p>
        </p:txBody>
      </p:sp>
    </p:spTree>
    <p:extLst>
      <p:ext uri="{BB962C8B-B14F-4D97-AF65-F5344CB8AC3E}">
        <p14:creationId xmlns:p14="http://schemas.microsoft.com/office/powerpoint/2010/main" val="243554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7764-614E-8A18-F7AA-E79CAAD3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D057520-4968-580D-96EB-8B9E3AF56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046107"/>
              </p:ext>
            </p:extLst>
          </p:nvPr>
        </p:nvGraphicFramePr>
        <p:xfrm>
          <a:off x="28273" y="878924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FE61259-F668-57C4-4760-5CD3B62C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401425"/>
              </p:ext>
            </p:extLst>
          </p:nvPr>
        </p:nvGraphicFramePr>
        <p:xfrm>
          <a:off x="153781" y="4403263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60BC8A-E31E-625A-6CDB-90363E232C1F}"/>
                  </a:ext>
                </a:extLst>
              </p:cNvPr>
              <p:cNvSpPr txBox="1"/>
              <p:nvPr/>
            </p:nvSpPr>
            <p:spPr>
              <a:xfrm>
                <a:off x="3243950" y="305453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60BC8A-E31E-625A-6CDB-90363E232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3054533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5C62A1-8BFC-13F2-4769-61FA70A88BAD}"/>
                  </a:ext>
                </a:extLst>
              </p:cNvPr>
              <p:cNvSpPr txBox="1"/>
              <p:nvPr/>
            </p:nvSpPr>
            <p:spPr>
              <a:xfrm>
                <a:off x="844665" y="305453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5C62A1-8BFC-13F2-4769-61FA70A88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305453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89709DE-A6DA-F21C-7DF4-9400A4AE4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81209"/>
              </p:ext>
            </p:extLst>
          </p:nvPr>
        </p:nvGraphicFramePr>
        <p:xfrm>
          <a:off x="6032553" y="878924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8C36415-A44B-B951-3204-F153C3F03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08081"/>
              </p:ext>
            </p:extLst>
          </p:nvPr>
        </p:nvGraphicFramePr>
        <p:xfrm>
          <a:off x="9781593" y="881972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7F6F8A3-542A-17A0-6656-7391827EC7BE}"/>
                  </a:ext>
                </a:extLst>
              </p:cNvPr>
              <p:cNvSpPr txBox="1"/>
              <p:nvPr/>
            </p:nvSpPr>
            <p:spPr>
              <a:xfrm>
                <a:off x="10473564" y="722430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7F6F8A3-542A-17A0-6656-7391827EC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564" y="7224304"/>
                <a:ext cx="989464" cy="946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B814B-BBBA-5C7F-A2B2-98345BA5C9CB}"/>
                  </a:ext>
                </a:extLst>
              </p:cNvPr>
              <p:cNvSpPr txBox="1"/>
              <p:nvPr/>
            </p:nvSpPr>
            <p:spPr>
              <a:xfrm>
                <a:off x="6045185" y="727191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B814B-BBBA-5C7F-A2B2-98345BA5C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185" y="7271912"/>
                <a:ext cx="2348142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983289D-D36A-F717-2993-942B7C54B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41283"/>
              </p:ext>
            </p:extLst>
          </p:nvPr>
        </p:nvGraphicFramePr>
        <p:xfrm>
          <a:off x="14316085" y="878924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83A383-6D28-3B51-81C0-8FC1F352EF0E}"/>
                  </a:ext>
                </a:extLst>
              </p:cNvPr>
              <p:cNvSpPr txBox="1"/>
              <p:nvPr/>
            </p:nvSpPr>
            <p:spPr>
              <a:xfrm>
                <a:off x="13439121" y="722430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83A383-6D28-3B51-81C0-8FC1F352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121" y="7224304"/>
                <a:ext cx="4710713" cy="1042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9101AF7-2DBA-6CEB-3065-CCB54479E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280704"/>
              </p:ext>
            </p:extLst>
          </p:nvPr>
        </p:nvGraphicFramePr>
        <p:xfrm>
          <a:off x="42288396" y="12346213"/>
          <a:ext cx="281177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4DE6F2-8F0C-606C-0068-DB531E9A8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301761"/>
              </p:ext>
            </p:extLst>
          </p:nvPr>
        </p:nvGraphicFramePr>
        <p:xfrm>
          <a:off x="20993973" y="8775385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C1E7D7-1B54-770C-7810-9B7578268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509944"/>
              </p:ext>
            </p:extLst>
          </p:nvPr>
        </p:nvGraphicFramePr>
        <p:xfrm>
          <a:off x="29161934" y="12437900"/>
          <a:ext cx="281177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2A77C-DD8B-C382-C44E-4F23FC0839C8}"/>
                  </a:ext>
                </a:extLst>
              </p:cNvPr>
              <p:cNvSpPr txBox="1"/>
              <p:nvPr/>
            </p:nvSpPr>
            <p:spPr>
              <a:xfrm>
                <a:off x="20219217" y="7224303"/>
                <a:ext cx="4506298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2A77C-DD8B-C382-C44E-4F23FC083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9217" y="7224303"/>
                <a:ext cx="4506298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DFB264-5B0B-2806-AC17-2E1AEBB9C401}"/>
                  </a:ext>
                </a:extLst>
              </p:cNvPr>
              <p:cNvSpPr txBox="1"/>
              <p:nvPr/>
            </p:nvSpPr>
            <p:spPr>
              <a:xfrm>
                <a:off x="27726113" y="6437292"/>
                <a:ext cx="5683415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DFB264-5B0B-2806-AC17-2E1AEBB9C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6113" y="6437292"/>
                <a:ext cx="5683415" cy="26162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0BF33E-C89B-90A7-6254-227958B3FD98}"/>
                  </a:ext>
                </a:extLst>
              </p:cNvPr>
              <p:cNvSpPr txBox="1"/>
              <p:nvPr/>
            </p:nvSpPr>
            <p:spPr>
              <a:xfrm>
                <a:off x="40434993" y="6437291"/>
                <a:ext cx="6518579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0BF33E-C89B-90A7-6254-227958B3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4993" y="6437291"/>
                <a:ext cx="6518579" cy="26162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14F76E0-89A6-08D5-EE82-6918F67E43E3}"/>
              </a:ext>
            </a:extLst>
          </p:cNvPr>
          <p:cNvSpPr txBox="1"/>
          <p:nvPr/>
        </p:nvSpPr>
        <p:spPr>
          <a:xfrm>
            <a:off x="8495760" y="-43486"/>
            <a:ext cx="3091000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highlight>
                  <a:srgbClr val="00FFFF"/>
                </a:highlight>
              </a:rPr>
              <a:t>Mean Absolute Error (MAE)</a:t>
            </a:r>
          </a:p>
        </p:txBody>
      </p:sp>
    </p:spTree>
    <p:extLst>
      <p:ext uri="{BB962C8B-B14F-4D97-AF65-F5344CB8AC3E}">
        <p14:creationId xmlns:p14="http://schemas.microsoft.com/office/powerpoint/2010/main" val="160932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DB59758-22E0-98B9-3E5F-150E14E08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36321"/>
              </p:ext>
            </p:extLst>
          </p:nvPr>
        </p:nvGraphicFramePr>
        <p:xfrm>
          <a:off x="28273" y="8789236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299E5AF-D682-1CE6-6CB1-717C26AE4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862869"/>
              </p:ext>
            </p:extLst>
          </p:nvPr>
        </p:nvGraphicFramePr>
        <p:xfrm>
          <a:off x="153781" y="4403258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/>
              <p:nvPr/>
            </p:nvSpPr>
            <p:spPr>
              <a:xfrm>
                <a:off x="3243950" y="3054528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3054528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/>
              <p:nvPr/>
            </p:nvSpPr>
            <p:spPr>
              <a:xfrm>
                <a:off x="844665" y="3054528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3054528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F86BBB6-7C26-3771-411C-2F49C97C4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39269"/>
              </p:ext>
            </p:extLst>
          </p:nvPr>
        </p:nvGraphicFramePr>
        <p:xfrm>
          <a:off x="6032553" y="8789236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D00B33-087D-31D9-0DE4-4B109BAE7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19115"/>
              </p:ext>
            </p:extLst>
          </p:nvPr>
        </p:nvGraphicFramePr>
        <p:xfrm>
          <a:off x="9781593" y="8819716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/>
              <p:nvPr/>
            </p:nvSpPr>
            <p:spPr>
              <a:xfrm>
                <a:off x="10473564" y="7224299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564" y="7224299"/>
                <a:ext cx="989464" cy="946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/>
              <p:nvPr/>
            </p:nvSpPr>
            <p:spPr>
              <a:xfrm>
                <a:off x="6045185" y="7271907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185" y="7271907"/>
                <a:ext cx="2348142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46C783D-7F0A-B550-4D29-4CA32E988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292979"/>
              </p:ext>
            </p:extLst>
          </p:nvPr>
        </p:nvGraphicFramePr>
        <p:xfrm>
          <a:off x="14316085" y="8789236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/>
              <p:nvPr/>
            </p:nvSpPr>
            <p:spPr>
              <a:xfrm>
                <a:off x="13439121" y="7224299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121" y="7224299"/>
                <a:ext cx="4710713" cy="1042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30E2E87-A975-0FA9-AE13-2EEC25C7E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17017"/>
              </p:ext>
            </p:extLst>
          </p:nvPr>
        </p:nvGraphicFramePr>
        <p:xfrm>
          <a:off x="21416085" y="8789236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4E52553-7334-A79A-F7BE-E3B8A9A80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79392"/>
              </p:ext>
            </p:extLst>
          </p:nvPr>
        </p:nvGraphicFramePr>
        <p:xfrm>
          <a:off x="29291864" y="8819716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/>
              <p:nvPr/>
            </p:nvSpPr>
            <p:spPr>
              <a:xfrm>
                <a:off x="20319310" y="4229543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310" y="4229543"/>
                <a:ext cx="5150335" cy="20033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/>
              <p:nvPr/>
            </p:nvSpPr>
            <p:spPr>
              <a:xfrm>
                <a:off x="28195089" y="4229543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089" y="4229543"/>
                <a:ext cx="5150335" cy="19990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218E8A-2B21-7DAA-CCAC-4D9087974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675642"/>
              </p:ext>
            </p:extLst>
          </p:nvPr>
        </p:nvGraphicFramePr>
        <p:xfrm>
          <a:off x="25996164" y="12346207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83B8DD3-8F48-3B40-CE8C-4221E827D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27260"/>
              </p:ext>
            </p:extLst>
          </p:nvPr>
        </p:nvGraphicFramePr>
        <p:xfrm>
          <a:off x="33760485" y="12346207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/>
              <p:nvPr/>
            </p:nvSpPr>
            <p:spPr>
              <a:xfrm>
                <a:off x="19668740" y="6080674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8740" y="6080674"/>
                <a:ext cx="6336490" cy="2708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/>
              <p:nvPr/>
            </p:nvSpPr>
            <p:spPr>
              <a:xfrm>
                <a:off x="26847228" y="6064955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7228" y="6064955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709D910-0DE7-D047-286B-83D9357E1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411471"/>
              </p:ext>
            </p:extLst>
          </p:nvPr>
        </p:nvGraphicFramePr>
        <p:xfrm>
          <a:off x="37205741" y="11292630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/>
              <p:nvPr/>
            </p:nvSpPr>
            <p:spPr>
              <a:xfrm>
                <a:off x="35593619" y="6785867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619" y="6785867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/>
              <p:nvPr/>
            </p:nvSpPr>
            <p:spPr>
              <a:xfrm>
                <a:off x="35598710" y="9131162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710" y="9131162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9482C10-A8C9-8085-B574-9EA8E3864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30284"/>
              </p:ext>
            </p:extLst>
          </p:nvPr>
        </p:nvGraphicFramePr>
        <p:xfrm>
          <a:off x="44928289" y="11323110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/>
              <p:nvPr/>
            </p:nvSpPr>
            <p:spPr>
              <a:xfrm>
                <a:off x="42369906" y="6693462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9906" y="6693462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/>
              <p:nvPr/>
            </p:nvSpPr>
            <p:spPr>
              <a:xfrm>
                <a:off x="42366422" y="9174506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422" y="9174506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5A770EC-AE09-2ADE-EA61-808B27E37081}"/>
              </a:ext>
            </a:extLst>
          </p:cNvPr>
          <p:cNvSpPr txBox="1"/>
          <p:nvPr/>
        </p:nvSpPr>
        <p:spPr>
          <a:xfrm>
            <a:off x="10142928" y="-8296"/>
            <a:ext cx="3364087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highlight>
                  <a:srgbClr val="FFFF00"/>
                </a:highlight>
              </a:rPr>
              <a:t>Gradient Descent – Single Iteration</a:t>
            </a:r>
          </a:p>
        </p:txBody>
      </p:sp>
    </p:spTree>
    <p:extLst>
      <p:ext uri="{BB962C8B-B14F-4D97-AF65-F5344CB8AC3E}">
        <p14:creationId xmlns:p14="http://schemas.microsoft.com/office/powerpoint/2010/main" val="165841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</TotalTime>
  <Words>187</Words>
  <Application>Microsoft Office PowerPoint</Application>
  <PresentationFormat>Custom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8</cp:revision>
  <dcterms:created xsi:type="dcterms:W3CDTF">2025-02-02T13:18:34Z</dcterms:created>
  <dcterms:modified xsi:type="dcterms:W3CDTF">2025-02-06T11:18:15Z</dcterms:modified>
</cp:coreProperties>
</file>