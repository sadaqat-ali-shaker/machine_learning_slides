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5" r:id="rId4"/>
    <p:sldId id="267" r:id="rId5"/>
    <p:sldId id="268" r:id="rId6"/>
    <p:sldId id="269" r:id="rId7"/>
    <p:sldId id="266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3" r:id="rId21"/>
    <p:sldId id="285" r:id="rId22"/>
    <p:sldId id="282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0549-2DDD-A46D-AF2A-EABDF52A4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09342-2127-ED02-B65F-1F4A72445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1E49D-10FE-8E05-AFD1-09038949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3133E-4AA5-A51A-569C-934ED391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CC155-51DA-3E35-95D3-D0C11512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2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8D62-02D3-53AF-2ED8-C606C6BE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A3985-8009-0160-C27C-5888BE76B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A567E-4027-8ABC-97BD-66ECCD266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6F7C9-0E5C-B367-79C6-DF1F1154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A333C-DFA6-2979-AECA-39E5D9C2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0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E69E-A3D6-07E1-D368-81879F1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6E989-0207-A0CE-8B62-3DFB2EB13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9252D-CD60-2ECA-E771-4AEC73B7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2D2E-7F77-7425-9775-1350B92B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31749-F8DA-7809-7564-9FE4CDF7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79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17C9-DADA-4FFF-2A1D-D9DF119B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5F06-7DE2-B0DF-4198-836829786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18764-7F32-CE90-8E00-311DD7DEB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E1D63-740B-1EFD-0D86-EEB6C1A9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F805D-D074-3B21-5847-9099214E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87D2D-75BD-FBE8-B294-44E38C30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2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0482-B00D-07B2-AAEA-A34E33FF2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86BAD-8681-65CB-5866-D3823F739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DEE5A-2534-5D00-E43C-13241E94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9F807-0F36-34DB-052E-D11AFF0BA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3B010D-BEF9-9893-CA7E-01FAB3E90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DA403-5FBA-65CD-D3BC-248B051A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B133D-E02E-CE3F-061F-A736D155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9A934-AC91-2299-48DF-E72A53FA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057BD-E583-D5F2-72CD-98563749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BF898-2F12-49E1-35F1-CAD5205A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F645B-2285-F66F-DE5A-0F7A56A15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9D61E-C872-E3DB-9E63-9F6AA538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42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22320-AEFF-D07F-2C5D-F33A45C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7F016-F229-AA93-1464-DD659670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FA7D8-BAC0-69D3-1648-B95693C64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0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D41C-96D1-8397-8497-388DC0BB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CF0C-8D56-EEE2-0FA8-BA73DEFC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832E3-C4A5-B414-2D98-4A6CD3409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AD730-88D2-4C84-24A9-0205AEFB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1A1E-8F4B-543D-E73F-B3114E29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D8F0B-469E-5C02-CC2B-4A166B49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5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F35E-3522-0347-4DF0-2236677B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E45DC-EC9D-F1C9-2B9E-F0F5C449C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E8738-9748-C10A-D68B-3BF2B1E35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9E864-C396-9A35-3C87-8950CCFB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95DA7-5686-D014-DA57-58F31C5B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75873-1B72-A2DF-7D71-12CC782E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A32B-480D-561C-6854-7E5A5C5C1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159CC-CBA5-01F9-190A-58B4EAB6B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457-9B54-60C1-0688-10ACB96B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0EE1-5609-B83E-15D2-BE8E32C6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5AF27-032F-5187-2392-FA9904E8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2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867CD-046B-5F63-CEF0-4198ABA92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5D4F5-E8CC-2D5B-528E-EBD9E7C35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67E72-8EC1-4BF7-0749-AFFF7303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C5E44-B6FA-CB37-66A7-3B8035E8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42498-03E5-705C-613C-4A444787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34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333179-9E26-7622-C382-580AB4B2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9FADE-D219-92E1-FF3D-18CD19475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7B193-FDAB-C927-DE05-75D0A4586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7CB5A-9116-4D6F-9143-0184FF1FCF6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ADCFA-3622-22A3-1056-E61B8F9C4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D2612-F2D9-C2DB-34CF-312DD01F5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BEED-55DF-4ED9-9A78-8323C870E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openxmlformats.org/officeDocument/2006/relationships/image" Target="../media/image26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openxmlformats.org/officeDocument/2006/relationships/image" Target="../media/image26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7.png"/><Relationship Id="rId5" Type="http://schemas.openxmlformats.org/officeDocument/2006/relationships/image" Target="../media/image4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1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7.png"/><Relationship Id="rId5" Type="http://schemas.openxmlformats.org/officeDocument/2006/relationships/image" Target="../media/image4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94E3EA-C32C-3243-BFB2-BC6F14927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620479"/>
              </p:ext>
            </p:extLst>
          </p:nvPr>
        </p:nvGraphicFramePr>
        <p:xfrm>
          <a:off x="2468880" y="155448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092B08-3C9D-6B7A-E0E3-21EA2E6954F0}"/>
              </a:ext>
            </a:extLst>
          </p:cNvPr>
          <p:cNvSpPr txBox="1"/>
          <p:nvPr/>
        </p:nvSpPr>
        <p:spPr>
          <a:xfrm>
            <a:off x="3311365" y="602850"/>
            <a:ext cx="806631" cy="316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54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436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44BA946-FDC3-F4E5-4A82-C62E92330C44}"/>
              </a:ext>
            </a:extLst>
          </p:cNvPr>
          <p:cNvGrpSpPr/>
          <p:nvPr/>
        </p:nvGrpSpPr>
        <p:grpSpPr>
          <a:xfrm>
            <a:off x="2698253" y="857300"/>
            <a:ext cx="2323688" cy="618456"/>
            <a:chOff x="7450787" y="1807508"/>
            <a:chExt cx="9585215" cy="255113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7657A7B-9654-B76B-8EC7-76F33C6A77FB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066C59B-7FDB-F76D-5F91-76713CB88A3F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E42A9EB-6A08-E4F4-D303-15FDB266E87B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6F59F3A-FB56-8F15-5233-68031F83B7CF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6667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2A4AA6E4-CB19-59FC-C1F4-DEF88988A326}"/>
                </a:ext>
              </a:extLst>
            </p:cNvPr>
            <p:cNvSpPr/>
            <p:nvPr/>
          </p:nvSpPr>
          <p:spPr>
            <a:xfrm rot="16200000">
              <a:off x="11405195" y="-2146900"/>
              <a:ext cx="1676400" cy="9585215"/>
            </a:xfrm>
            <a:prstGeom prst="rightBrace">
              <a:avLst>
                <a:gd name="adj1" fmla="val 25424"/>
                <a:gd name="adj2" fmla="val 50000"/>
              </a:avLst>
            </a:prstGeom>
            <a:ln w="666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36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FE1801-6776-4C3E-EC10-75AEB1EA92D7}"/>
              </a:ext>
            </a:extLst>
          </p:cNvPr>
          <p:cNvGrpSpPr/>
          <p:nvPr/>
        </p:nvGrpSpPr>
        <p:grpSpPr>
          <a:xfrm rot="-5400000">
            <a:off x="1165234" y="2380632"/>
            <a:ext cx="1829614" cy="618456"/>
            <a:chOff x="7450788" y="1807508"/>
            <a:chExt cx="7547156" cy="25511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F4539F6-2DD0-E710-AF41-B55ECBA8CEF1}"/>
                </a:ext>
              </a:extLst>
            </p:cNvPr>
            <p:cNvCxnSpPr/>
            <p:nvPr/>
          </p:nvCxnSpPr>
          <p:spPr>
            <a:xfrm>
              <a:off x="760654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A79CDF5-C9DA-9D53-2B1F-6C9CE56BDCDC}"/>
                </a:ext>
              </a:extLst>
            </p:cNvPr>
            <p:cNvCxnSpPr/>
            <p:nvPr/>
          </p:nvCxnSpPr>
          <p:spPr>
            <a:xfrm>
              <a:off x="99916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A80EB2E-1A4D-5639-8C23-793EE076845F}"/>
                </a:ext>
              </a:extLst>
            </p:cNvPr>
            <p:cNvCxnSpPr/>
            <p:nvPr/>
          </p:nvCxnSpPr>
          <p:spPr>
            <a:xfrm>
              <a:off x="1235380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0936C96-9CD7-D4D3-2DA9-10B74DAD8DD0}"/>
                </a:ext>
              </a:extLst>
            </p:cNvPr>
            <p:cNvCxnSpPr/>
            <p:nvPr/>
          </p:nvCxnSpPr>
          <p:spPr>
            <a:xfrm>
              <a:off x="14746487" y="3200400"/>
              <a:ext cx="0" cy="115824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ight Brace 15">
              <a:extLst>
                <a:ext uri="{FF2B5EF4-FFF2-40B4-BE49-F238E27FC236}">
                  <a16:creationId xmlns:a16="http://schemas.microsoft.com/office/drawing/2014/main" id="{7BD4ED4B-4D21-F066-2EBA-9F80D81E7745}"/>
                </a:ext>
              </a:extLst>
            </p:cNvPr>
            <p:cNvSpPr/>
            <p:nvPr/>
          </p:nvSpPr>
          <p:spPr>
            <a:xfrm rot="16200000">
              <a:off x="10386166" y="-1127870"/>
              <a:ext cx="1676400" cy="7547156"/>
            </a:xfrm>
            <a:prstGeom prst="rightBrace">
              <a:avLst>
                <a:gd name="adj1" fmla="val 25424"/>
                <a:gd name="adj2" fmla="val 50000"/>
              </a:avLst>
            </a:prstGeom>
            <a:ln w="50800"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36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FEBE5ED-F061-F62F-76B1-294685878C2C}"/>
              </a:ext>
            </a:extLst>
          </p:cNvPr>
          <p:cNvSpPr txBox="1"/>
          <p:nvPr/>
        </p:nvSpPr>
        <p:spPr>
          <a:xfrm>
            <a:off x="1018842" y="2566750"/>
            <a:ext cx="793807" cy="3161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54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en-US" sz="436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AA09F6-888D-00A0-3CA1-EE89356BF611}"/>
              </a:ext>
            </a:extLst>
          </p:cNvPr>
          <p:cNvCxnSpPr/>
          <p:nvPr/>
        </p:nvCxnSpPr>
        <p:spPr>
          <a:xfrm>
            <a:off x="4975258" y="1185827"/>
            <a:ext cx="0" cy="280785"/>
          </a:xfrm>
          <a:prstGeom prst="straightConnector1">
            <a:avLst/>
          </a:prstGeom>
          <a:ln w="666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54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DCFE-573E-1B1B-14E1-57D11C00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D91E8F-A3A8-DC88-3F92-4F164BB72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880839"/>
              </p:ext>
            </p:extLst>
          </p:nvPr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70540D0-EC9E-9C6A-5221-027FB20E2AD9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FFC7FD2-1DC1-8C2C-D613-3F12B9E92F0E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FFC7FD2-1DC1-8C2C-D613-3F12B9E92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6CB9729-8BE2-4930-52AD-EBFFEC7FFB39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6CB9729-8BE2-4930-52AD-EBFFEC7FFB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DA295AF-E7E8-7361-6A79-E569E3CBDB1B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DA295AF-E7E8-7361-6A79-E569E3CBD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6CC354E-C9DA-8A9B-E1D7-66F9E95AFE49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6CC354E-C9DA-8A9B-E1D7-66F9E95AF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63EE607-828D-F8F0-5A1F-CCFACA47332B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63EE607-828D-F8F0-5A1F-CCFACA473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5812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827B6-A891-1379-0992-1DBFE5F9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429D75-EA04-667D-0F03-ACB2E5453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35228"/>
              </p:ext>
            </p:extLst>
          </p:nvPr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7EB006C-4B81-7F5A-5AD3-5B07D5096C47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887D1A8-5C1D-9866-DD83-02447DC1DB4D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887D1A8-5C1D-9866-DD83-02447DC1D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30B505-692B-7640-4938-E295481CEA6E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30B505-692B-7640-4938-E295481CE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2C8434-BA08-E332-334C-7E334CD14D39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2C8434-BA08-E332-334C-7E334CD14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521AE4-D4CB-3FED-C13D-613D9D59FB49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521AE4-D4CB-3FED-C13D-613D9D59F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5670CC-BF15-0CD9-2195-17BFD14ACF09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5670CC-BF15-0CD9-2195-17BFD14AC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7C582A-E711-5867-8BA2-521FBFA68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9612"/>
              </p:ext>
            </p:extLst>
          </p:nvPr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B93854-DD41-8C9F-6FED-83B47EAE9866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B93854-DD41-8C9F-6FED-83B47EAE9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27A22A2-ACCA-7770-054A-F25349E1AE4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0459" y="1224280"/>
            <a:ext cx="338328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14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C137-2465-66A6-A613-7E54BAD1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0BE323-A1AE-1975-1D9C-D6F1BC3724EE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4BE0A76A-A03F-9293-36ED-0CEB3DF67BA3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41D4623-A2E5-8954-3856-FD000C3FA185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887D1A8-5C1D-9866-DD83-02447DC1D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9AFBBE0-B846-7050-C595-834983D8BB36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30B505-692B-7640-4938-E295481CE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D912F8E-57D6-E579-C38E-02E8B6CBDA23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2C8434-BA08-E332-334C-7E334CD14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B8576B4-9875-02A2-E4D8-57C1C35BB683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521AE4-D4CB-3FED-C13D-613D9D59F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6B4E4E5-D6BD-86D2-BB7E-3F9C274CA031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5670CC-BF15-0CD9-2195-17BFD14AC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97E7D5-CEA5-000B-3AA3-5C6F729DC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036567"/>
              </p:ext>
            </p:extLst>
          </p:nvPr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6739C13-A67C-A29F-C5AC-EC0C21F9549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0459" y="1224280"/>
            <a:ext cx="338328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9ED4B4A-A1DD-7804-27BF-33A4E8D8B2B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4659" y="1270000"/>
            <a:ext cx="329184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0ABB26-7E48-8DE4-6FE3-04F11D2CE3C0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0ABB26-7E48-8DE4-6FE3-04F11D2CE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230E8D-D486-1E3B-325B-678C935AD38A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230E8D-D486-1E3B-325B-678C935AD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23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BC493-86FC-C9F6-12C2-221F954D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816C2A-6B0F-1CA2-FD86-DC7D027E340C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666162F-419D-3975-5AD0-5236F8AB9257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46C4F5BA-88CF-11AE-D9E1-02CADE64AF03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887D1A8-5C1D-9866-DD83-02447DC1D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9B5598-7372-7F09-3B2C-77376A7515C8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30B505-692B-7640-4938-E295481CE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8B67794-BE51-6126-077E-1B9E84F6781D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2C8434-BA08-E332-334C-7E334CD14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11F2C9-B2D2-F33A-56DD-39271ECE56BF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521AE4-D4CB-3FED-C13D-613D9D59F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75C398B-B8C1-C9A2-6841-DDA2E8968FFF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5670CC-BF15-0CD9-2195-17BFD14AC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B9BF92-370C-1EB1-1ED6-6CCB9FAF0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287974"/>
              </p:ext>
            </p:extLst>
          </p:nvPr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0604CE6-CE3A-6BFE-02BD-5AFFF38F7D6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0459" y="1224280"/>
            <a:ext cx="338328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AEB6CA9-E19C-5C21-33B5-E24782785D9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4659" y="1270000"/>
            <a:ext cx="329184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9EE3783-3FAF-47BE-B665-7050271BD68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02170" y="1319421"/>
            <a:ext cx="320040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1F8129-2A56-6D4A-1243-AA329A075E60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1F8129-2A56-6D4A-1243-AA329A075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4E2D3B-7BCE-07B9-E5DC-98BCF84C5314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14E2D3B-7BCE-07B9-E5DC-98BCF84C5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A1106E-6CA9-2C11-0B10-AD9FEC452D84}"/>
                  </a:ext>
                </a:extLst>
              </p:cNvPr>
              <p:cNvSpPr txBox="1"/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A1106E-6CA9-2C11-0B10-AD9FEC452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11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55017-7A68-DBF9-317D-AA248169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7BEDDC-27FB-44BD-F762-7B273D78EB1B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FFE84CC-725B-1658-497F-2D7054C3D539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6FC9D7AE-29BE-4CF7-553E-3D336CDEF6A8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887D1A8-5C1D-9866-DD83-02447DC1D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03EEA9E-607D-C423-F0BB-9F3B60197635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830B505-692B-7640-4938-E295481CE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D6371BE-324B-A001-AF0B-0D0C003B6411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D2C8434-BA08-E332-334C-7E334CD14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918ED7C-8B1B-5021-3B47-EF277D812788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2521AE4-D4CB-3FED-C13D-613D9D59F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618C1AB-80EE-AD85-D126-47B58E629A07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5670CC-BF15-0CD9-2195-17BFD14ACF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3879D4-6DB5-B6C3-47A1-6F5E69010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64210"/>
              </p:ext>
            </p:extLst>
          </p:nvPr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A454BBC-CDD7-EF30-22C2-DCC83CCBCDA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0459" y="1224280"/>
            <a:ext cx="338328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ED7CE5F-BC55-7AAB-32B7-3C7B2BCABF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284659" y="1270000"/>
            <a:ext cx="329184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3BA350DB-9ADC-3AE3-D308-6D17F39C1A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02170" y="1319421"/>
            <a:ext cx="320040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F219B09F-E1C1-2578-82F5-BF59A612A5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13567" y="1368842"/>
            <a:ext cx="3108960" cy="292608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C3F442-47F4-233A-21D9-3B78CDDF507F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C3F442-47F4-233A-21D9-3B78CDDF50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C03A71-AB0A-D4C5-B3B1-C29172EED457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C03A71-AB0A-D4C5-B3B1-C29172EED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ABFE9-F3E9-416E-7B39-EDF86F86363B}"/>
                  </a:ext>
                </a:extLst>
              </p:cNvPr>
              <p:cNvSpPr txBox="1"/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ABFE9-F3E9-416E-7B39-EDF86F863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E42E62-16DC-714A-627E-987E863E62EE}"/>
                  </a:ext>
                </a:extLst>
              </p:cNvPr>
              <p:cNvSpPr txBox="1"/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E42E62-16DC-714A-627E-987E863E6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3951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1F61-AD86-46D8-445D-F7DE2FD2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4E595129-2DC4-6CF9-267D-564DF44BADF2}"/>
              </a:ext>
            </a:extLst>
          </p:cNvPr>
          <p:cNvSpPr/>
          <p:nvPr/>
        </p:nvSpPr>
        <p:spPr>
          <a:xfrm>
            <a:off x="3933795" y="1630680"/>
            <a:ext cx="365760" cy="3657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97A966-FE2E-4558-6753-B12EF8CB74CA}"/>
                  </a:ext>
                </a:extLst>
              </p:cNvPr>
              <p:cNvSpPr txBox="1"/>
              <p:nvPr/>
            </p:nvSpPr>
            <p:spPr>
              <a:xfrm>
                <a:off x="3861242" y="1552219"/>
                <a:ext cx="5261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97A966-FE2E-4558-6753-B12EF8CB7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242" y="1552219"/>
                <a:ext cx="52610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4FE505-8F3C-C9FC-B010-DBC0E8501BBF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72E37A4-75BD-D5C5-C8F1-C813169DAAF2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7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727044-0EE8-8E19-7394-BA50AD37A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21090"/>
              </p:ext>
            </p:extLst>
          </p:nvPr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46C26B1-3C18-6E9D-30E1-9C43778872D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44875" y="1592982"/>
            <a:ext cx="2560320" cy="301752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911E2C-A681-EB7E-F6A4-38FD3CECE860}"/>
              </a:ext>
            </a:extLst>
          </p:cNvPr>
          <p:cNvCxnSpPr/>
          <p:nvPr/>
        </p:nvCxnSpPr>
        <p:spPr>
          <a:xfrm>
            <a:off x="4116675" y="1439996"/>
            <a:ext cx="0" cy="182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1D95E5A-3D40-64D2-510D-69847EAE4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822017"/>
              </p:ext>
            </p:extLst>
          </p:nvPr>
        </p:nvGraphicFramePr>
        <p:xfrm>
          <a:off x="3277555" y="210215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CE07B0-1CB2-48A5-6AEA-29402A3D179A}"/>
              </a:ext>
            </a:extLst>
          </p:cNvPr>
          <p:cNvCxnSpPr/>
          <p:nvPr/>
        </p:nvCxnSpPr>
        <p:spPr>
          <a:xfrm>
            <a:off x="4119215" y="2006416"/>
            <a:ext cx="0" cy="91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B4D3B-49A2-E7DD-EA0D-747967D28577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BB4D3B-49A2-E7DD-EA0D-747967D28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7D6C6B-C76D-6910-B3BA-0844CBD3A70A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7D6C6B-C76D-6910-B3BA-0844CBD3A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C28CCC-BF61-0BC4-C78D-8367716884CA}"/>
                  </a:ext>
                </a:extLst>
              </p:cNvPr>
              <p:cNvSpPr txBox="1"/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C28CCC-BF61-0BC4-C78D-836771688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034361-68FE-5B9F-9D0F-AB286E99C693}"/>
                  </a:ext>
                </a:extLst>
              </p:cNvPr>
              <p:cNvSpPr txBox="1"/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D034361-68FE-5B9F-9D0F-AB286E99C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blipFill>
                <a:blip r:embed="rId11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6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4405-2097-D35A-4A05-B7797C05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CE9F44-E069-95EF-B28D-A605F0220DAE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CB71DA47-B4F9-DCB6-B770-928F277C5481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96B151EB-AA69-ED64-1D48-A4BADB9A1E26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E0D06A0-EA47-8D76-3B3E-333A6801AAA0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09C1C42-88A0-EC52-E426-C889DB6BACD4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3D026BC-288F-F744-8E30-9BFD0C1EBD7D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468FC70-4FC2-8F40-BBF6-14ED5476E759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270997-6DDA-9DAF-EDE7-A0DD664458A2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07D0FD5-98E0-52E0-994A-CBA76566E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597015"/>
              </p:ext>
            </p:extLst>
          </p:nvPr>
        </p:nvGraphicFramePr>
        <p:xfrm>
          <a:off x="3277555" y="210215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6FB9954A-0513-F0CA-D8AD-04EE2FBCC04D}"/>
              </a:ext>
            </a:extLst>
          </p:cNvPr>
          <p:cNvGrpSpPr/>
          <p:nvPr/>
        </p:nvGrpSpPr>
        <p:grpSpPr>
          <a:xfrm>
            <a:off x="1480155" y="1439996"/>
            <a:ext cx="3471073" cy="2941906"/>
            <a:chOff x="916275" y="1439996"/>
            <a:chExt cx="3471073" cy="2941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708559C-E305-A63E-79D2-4DF94A6E7A20}"/>
                </a:ext>
              </a:extLst>
            </p:cNvPr>
            <p:cNvSpPr/>
            <p:nvPr/>
          </p:nvSpPr>
          <p:spPr>
            <a:xfrm>
              <a:off x="3933795" y="1630680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F587BB-DB80-4C23-EA2B-F51E7AEAAF86}"/>
                    </a:ext>
                  </a:extLst>
                </p:cNvPr>
                <p:cNvSpPr txBox="1"/>
                <p:nvPr/>
              </p:nvSpPr>
              <p:spPr>
                <a:xfrm>
                  <a:off x="3861242" y="1552219"/>
                  <a:ext cx="52610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F587BB-DB80-4C23-EA2B-F51E7AEAA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242" y="1552219"/>
                  <a:ext cx="52610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E2EFC104-37EB-A66E-FDAC-1364473FFE1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44875" y="1592982"/>
              <a:ext cx="2560320" cy="30175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AE6CC85-35FB-BCAC-798F-57ED2A03247A}"/>
                </a:ext>
              </a:extLst>
            </p:cNvPr>
            <p:cNvCxnSpPr/>
            <p:nvPr/>
          </p:nvCxnSpPr>
          <p:spPr>
            <a:xfrm>
              <a:off x="4116675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31D1955-9B00-3015-DF82-DA2A2A496A81}"/>
                </a:ext>
              </a:extLst>
            </p:cNvPr>
            <p:cNvCxnSpPr/>
            <p:nvPr/>
          </p:nvCxnSpPr>
          <p:spPr>
            <a:xfrm>
              <a:off x="4119215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FFE7A6-1F3C-D38D-3D2D-5ACCDB2D28CE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8FFE7A6-1F3C-D38D-3D2D-5ACCDB2D2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82A5D2-82C4-EDC5-E7D8-CAF8B404B0BB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82A5D2-82C4-EDC5-E7D8-CAF8B404B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E03893-8EED-6CB2-E738-A743B89595C8}"/>
                  </a:ext>
                </a:extLst>
              </p:cNvPr>
              <p:cNvSpPr txBox="1"/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E03893-8EED-6CB2-E738-A743B8959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488768-CA81-E6C9-61CE-99E277A74A8A}"/>
                  </a:ext>
                </a:extLst>
              </p:cNvPr>
              <p:cNvSpPr txBox="1"/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488768-CA81-E6C9-61CE-99E277A74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blipFill>
                <a:blip r:embed="rId11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41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9549-DCEB-3736-E348-99FB4190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EF4B12-FA89-A533-1BBD-1C4205847152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5B461A7B-4884-D555-D169-156EC6D1C931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AE3D644-05CF-E7DE-6040-1EE3E9782978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E79C2D-F871-2AAD-2467-09B14B3850D0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1DF9BB7-4688-1A29-EF8E-FD397148A9B7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8B686C-8E7E-80F3-D730-F14170D39474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8C37C33-73B1-7BCB-D599-E02CE2A6E764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BD7F86-C642-DE8E-F0FC-F9E12E15EFBB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9178C58-3B05-808A-53A1-7A11FEA81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716691"/>
              </p:ext>
            </p:extLst>
          </p:nvPr>
        </p:nvGraphicFramePr>
        <p:xfrm>
          <a:off x="3277555" y="210215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89274689-2112-8FBD-C33C-D327AE26BBDA}"/>
              </a:ext>
            </a:extLst>
          </p:cNvPr>
          <p:cNvGrpSpPr/>
          <p:nvPr/>
        </p:nvGrpSpPr>
        <p:grpSpPr>
          <a:xfrm>
            <a:off x="2044035" y="1439996"/>
            <a:ext cx="3471073" cy="2941906"/>
            <a:chOff x="916275" y="1439996"/>
            <a:chExt cx="3471073" cy="2941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7EA0A76-804E-9D99-E0C1-985127682FF2}"/>
                </a:ext>
              </a:extLst>
            </p:cNvPr>
            <p:cNvSpPr/>
            <p:nvPr/>
          </p:nvSpPr>
          <p:spPr>
            <a:xfrm>
              <a:off x="3933795" y="1630680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4115CAA-1884-32FF-F6BE-EE382EBD513A}"/>
                    </a:ext>
                  </a:extLst>
                </p:cNvPr>
                <p:cNvSpPr txBox="1"/>
                <p:nvPr/>
              </p:nvSpPr>
              <p:spPr>
                <a:xfrm>
                  <a:off x="3861242" y="1552219"/>
                  <a:ext cx="52610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4115CAA-1884-32FF-F6BE-EE382EBD5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242" y="1552219"/>
                  <a:ext cx="52610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22DEA27F-0CF8-AA29-ABDD-E6353E518F3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44875" y="1592982"/>
              <a:ext cx="2560320" cy="30175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56FAFE-262E-C462-AF2A-2AA17CF4EDB7}"/>
                </a:ext>
              </a:extLst>
            </p:cNvPr>
            <p:cNvCxnSpPr/>
            <p:nvPr/>
          </p:nvCxnSpPr>
          <p:spPr>
            <a:xfrm>
              <a:off x="4116675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73A3E3-EC2C-26C5-5B67-C8DF1FBF0E60}"/>
                </a:ext>
              </a:extLst>
            </p:cNvPr>
            <p:cNvCxnSpPr/>
            <p:nvPr/>
          </p:nvCxnSpPr>
          <p:spPr>
            <a:xfrm>
              <a:off x="4119215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BF1A2C-EFE2-C3A9-E311-FBFFCEF9A9D4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BF1A2C-EFE2-C3A9-E311-FBFFCEF9A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9A8BD4-CB04-FDC2-9D45-E86DA8ECF88F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9A8BD4-CB04-FDC2-9D45-E86DA8ECF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335A93-C805-88BD-26F6-111AA9D3D67D}"/>
                  </a:ext>
                </a:extLst>
              </p:cNvPr>
              <p:cNvSpPr txBox="1"/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335A93-C805-88BD-26F6-111AA9D3D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61B7EB-7D7C-C22F-A7B4-3E12F350A171}"/>
                  </a:ext>
                </a:extLst>
              </p:cNvPr>
              <p:cNvSpPr txBox="1"/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61B7EB-7D7C-C22F-A7B4-3E12F350A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blipFill>
                <a:blip r:embed="rId11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134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AE79-AAEE-A707-3B41-0F65343C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617710B-BF18-9754-D4A5-BA4E68B3FEFB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90173AC9-A674-9F71-BD76-64965EC30B0B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2CF462C6-24EA-F506-61E8-9466789F34F6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92B5E5B-7790-5FA2-9258-65D847C95056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7891685-BE0C-AFB6-2D67-B8364B3D8E97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71F822E-C4F2-86D8-5151-4DB0EE01530F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A168E0C-52C8-B422-5860-954321E21539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2A2E6D-61A4-583F-6B14-85DD0B36229B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281844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02A78FD-32C2-2981-218E-40CBE39B7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935681"/>
              </p:ext>
            </p:extLst>
          </p:nvPr>
        </p:nvGraphicFramePr>
        <p:xfrm>
          <a:off x="3277555" y="210215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55FF7EA5-0B5C-D921-B3E0-90AFA8FE79AD}"/>
              </a:ext>
            </a:extLst>
          </p:cNvPr>
          <p:cNvGrpSpPr/>
          <p:nvPr/>
        </p:nvGrpSpPr>
        <p:grpSpPr>
          <a:xfrm>
            <a:off x="2630775" y="1439996"/>
            <a:ext cx="3471073" cy="2941906"/>
            <a:chOff x="916275" y="1439996"/>
            <a:chExt cx="3471073" cy="2941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327A3E7-0E3E-2968-C8BF-3F5608AC23E3}"/>
                </a:ext>
              </a:extLst>
            </p:cNvPr>
            <p:cNvSpPr/>
            <p:nvPr/>
          </p:nvSpPr>
          <p:spPr>
            <a:xfrm>
              <a:off x="3933795" y="1630680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91D580-B69C-F15E-543D-119BFFAEC0F6}"/>
                    </a:ext>
                  </a:extLst>
                </p:cNvPr>
                <p:cNvSpPr txBox="1"/>
                <p:nvPr/>
              </p:nvSpPr>
              <p:spPr>
                <a:xfrm>
                  <a:off x="3861242" y="1552219"/>
                  <a:ext cx="52610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991D580-B69C-F15E-543D-119BFFAEC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242" y="1552219"/>
                  <a:ext cx="526106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E734E768-4294-C9FA-F088-FDF76E8FE5D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44875" y="1592982"/>
              <a:ext cx="2560320" cy="30175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4C34C66-239E-B803-375C-28DB3E430B70}"/>
                </a:ext>
              </a:extLst>
            </p:cNvPr>
            <p:cNvCxnSpPr/>
            <p:nvPr/>
          </p:nvCxnSpPr>
          <p:spPr>
            <a:xfrm>
              <a:off x="4116675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4A48A14-D6D7-1140-DF86-85DB99821174}"/>
                </a:ext>
              </a:extLst>
            </p:cNvPr>
            <p:cNvCxnSpPr/>
            <p:nvPr/>
          </p:nvCxnSpPr>
          <p:spPr>
            <a:xfrm>
              <a:off x="4119215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D8C3E6-6C25-B5ED-347D-FA6AB03B6185}"/>
                  </a:ext>
                </a:extLst>
              </p:cNvPr>
              <p:cNvSpPr txBox="1"/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D8C3E6-6C25-B5ED-347D-FA6AB03B6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79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C725F0-4496-3D8B-FAF6-7D07B8698555}"/>
                  </a:ext>
                </a:extLst>
              </p:cNvPr>
              <p:cNvSpPr txBox="1"/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C725F0-4496-3D8B-FAF6-7D07B8698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39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66C491-A405-804C-6B6A-94B5C55FD4E8}"/>
                  </a:ext>
                </a:extLst>
              </p:cNvPr>
              <p:cNvSpPr txBox="1"/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66C491-A405-804C-6B6A-94B5C55FD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39" y="49125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2C8D622-D4E3-2246-A8A4-94BA25BEB30F}"/>
                  </a:ext>
                </a:extLst>
              </p:cNvPr>
              <p:cNvSpPr txBox="1"/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2C8D622-D4E3-2246-A8A4-94BA25BEB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39" y="498875"/>
                <a:ext cx="499680" cy="369332"/>
              </a:xfrm>
              <a:prstGeom prst="rect">
                <a:avLst/>
              </a:prstGeom>
              <a:blipFill>
                <a:blip r:embed="rId11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97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C10FB-8896-8871-86DE-BACFBC2E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76D155-35E4-8836-3527-CF39FAAB6CF4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81E9BDA-4C13-B6EB-81F7-6944BC96837C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CE26B454-A96F-21AD-4796-6DEEE70C3019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EACF50B-1807-AD26-2E19-445983E596FE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73C6B0D-79F9-F5D7-0322-972F5CA29CF3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E73B86C-458E-4FD3-07FB-96B1E91B72AB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585475C-428E-3A20-FD9D-DE756E40058F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AB0392-BB69-B796-FA27-148CC7017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045640"/>
              </p:ext>
            </p:extLst>
          </p:nvPr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5BD8778-FAA0-7CF0-7FDF-8D335484D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797280"/>
              </p:ext>
            </p:extLst>
          </p:nvPr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FAAD2A-7D24-7376-27A7-0BE0EBAB2327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4FAAD2A-7D24-7376-27A7-0BE0EBAB2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611F50-B098-DF81-B25F-98AF4994B5A0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611F50-B098-DF81-B25F-98AF4994B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36083E-2E46-B24E-AB86-6E700C84C393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36083E-2E46-B24E-AB86-6E700C84C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239C29-6FD7-16D8-C739-FACED016C8D6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239C29-6FD7-16D8-C739-FACED016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026C70-291E-963A-32D0-944CE6A44AD8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026C70-291E-963A-32D0-944CE6A44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268F8F-42B1-3A01-25C0-6CE42456A6E9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268F8F-42B1-3A01-25C0-6CE42456A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CB870E-5CDF-0959-26C9-F00E5D433246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CB870E-5CDF-0959-26C9-F00E5D433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E377E21-71AA-3F5C-38C6-CDE1C58B1645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E377E21-71AA-3F5C-38C6-CDE1C58B1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126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0E5C-C3CE-A9C6-3233-4B8EEF8C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4594AF-A2D6-2EB3-C3DC-6142CF0619B8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643950EE-939F-7C59-4EAA-2F5FB580C24C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337A618-401D-BE6F-C0B2-DB69C65E474D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373AE02-478D-970F-9CD9-34D0312D511C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7F5E4EE-0B74-60EA-D365-97EA576B5A6F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1E4382D-1A15-488B-90E6-3972FA444914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94A40B5-F3C9-0973-9085-BA8E56E3829D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FB3E3A-5A1A-4D32-6FDA-537E4A641922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7C5584A-6F70-1F93-C70E-5C673BC18BC5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4645B2-84E0-20D9-3123-7FDC65669006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4645B2-84E0-20D9-3123-7FDC65669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2FA73C-78FB-9CE6-2EAF-165A93E622E4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2FA73C-78FB-9CE6-2EAF-165A93E62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63E5C8-5C60-E5B5-1902-AB7547737A2D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63E5C8-5C60-E5B5-1902-AB7547737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9BA1A1-4349-F125-A0E6-62BD403DB01D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9BA1A1-4349-F125-A0E6-62BD403DB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191A1E-739E-ABD4-613A-CDC5D918C06C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191A1E-739E-ABD4-613A-CDC5D918C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71A44D-CF21-A3D5-FF27-742CC19088A8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71A44D-CF21-A3D5-FF27-742CC1908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A785E6-B5FA-DE59-BFE2-C6FDDA0BE953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4A785E6-B5FA-DE59-BFE2-C6FDDA0BE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6C10D7-9C4D-7082-DA24-737EE3CA92DB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F6C10D7-9C4D-7082-DA24-737EE3CA9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41022FA-FFE0-B15D-5DFD-A0724CB84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392703"/>
              </p:ext>
            </p:extLst>
          </p:nvPr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17C4CEE-95DF-E030-3A2B-5F73741EA019}"/>
              </a:ext>
            </a:extLst>
          </p:cNvPr>
          <p:cNvGraphicFramePr>
            <a:graphicFrameLocks noGrp="1"/>
          </p:cNvGraphicFramePr>
          <p:nvPr/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A71AC0-56A4-7D0F-0535-70DDC3FA851F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0A71AC0-56A4-7D0F-0535-70DDC3FA8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192317-E86D-710E-14AA-8028013DCDF3}"/>
                  </a:ext>
                </a:extLst>
              </p:cNvPr>
              <p:cNvSpPr txBox="1"/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192317-E86D-710E-14AA-8028013DC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blipFill>
                <a:blip r:embed="rId16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BFFAF07-E153-CD57-DBB0-734D03E79C00}"/>
                  </a:ext>
                </a:extLst>
              </p:cNvPr>
              <p:cNvSpPr txBox="1"/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BFFAF07-E153-CD57-DBB0-734D03E79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blipFill>
                <a:blip r:embed="rId17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F436BA-5E68-F164-C777-BE64F737190D}"/>
                  </a:ext>
                </a:extLst>
              </p:cNvPr>
              <p:cNvSpPr txBox="1"/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F436BA-5E68-F164-C777-BE64F7371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blipFill>
                <a:blip r:embed="rId18"/>
                <a:stretch>
                  <a:fillRect l="-3636" r="-181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4EDBD6-2380-915F-4BE1-4589397B6C6C}"/>
                  </a:ext>
                </a:extLst>
              </p:cNvPr>
              <p:cNvSpPr txBox="1"/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24EDBD6-2380-915F-4BE1-4589397B6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blipFill>
                <a:blip r:embed="rId19"/>
                <a:stretch>
                  <a:fillRect l="-8333" r="-520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4663B70-96BC-8B9B-D27D-4C2DEEC6136C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AF2DE263-5D05-8043-4BE0-EE0754D11DC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71800" y="-1016000"/>
            <a:ext cx="3383280" cy="740664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A2429-EA17-B5D3-DA22-6DB44F7181D9}"/>
              </a:ext>
            </a:extLst>
          </p:cNvPr>
          <p:cNvSpPr/>
          <p:nvPr/>
        </p:nvSpPr>
        <p:spPr>
          <a:xfrm>
            <a:off x="7547213" y="1636775"/>
            <a:ext cx="4423603" cy="2991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54FF-4CFB-8EDD-B08A-958B4FA83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177601-44A7-B5FB-DCE1-3E204DF65483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87D91B5-6652-5327-1FA7-CA5F5FA2269E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812D2CE-9462-22F0-3CCF-DBCF2D2DE8AC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0CC84E4-5FDF-3659-F161-0F23145D050F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9722263-9F5B-3F25-410D-76B81ED71CF6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893B7BF-3FBC-78FB-6EBB-9657094377FA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99A604A-CF71-D402-7290-46992F12A21B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9447D5-5350-31BE-67D9-C85A28BC60B4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A1988D4-8524-F03A-32AB-2BB36047A23C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8C5E4E-BA8F-D5B5-3A57-86FA69327B17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8C5E4E-BA8F-D5B5-3A57-86FA69327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D0D172-BF71-AA95-4CC0-B49F8EE3973E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D0D172-BF71-AA95-4CC0-B49F8EE39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053721-17D0-93D3-8B48-68D03241A4EE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053721-17D0-93D3-8B48-68D03241A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E306C1-A2A0-3162-20E6-4886CE71A8CF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FE306C1-A2A0-3162-20E6-4886CE71A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12F715-38E3-E667-5D86-4571FAE59006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012F715-38E3-E667-5D86-4571FAE59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768B8A-29F4-6AE6-2B26-1FAF7536700E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768B8A-29F4-6AE6-2B26-1FAF75367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2549A6-9059-097F-D956-496677D7DC71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2549A6-9059-097F-D956-496677D7D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CBDD0-C4E5-2BD2-FEBB-AEF5011E3828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CBDD0-C4E5-2BD2-FEBB-AEF5011E3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6134886-EEC7-75B4-6202-20FE76D8E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653395"/>
              </p:ext>
            </p:extLst>
          </p:nvPr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B0DFA5C-4EDF-AE8C-8983-31489D5F7965}"/>
              </a:ext>
            </a:extLst>
          </p:cNvPr>
          <p:cNvGraphicFramePr>
            <a:graphicFrameLocks noGrp="1"/>
          </p:cNvGraphicFramePr>
          <p:nvPr/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2712EB3-24B2-E188-AA7E-511EBDBE67D1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2712EB3-24B2-E188-AA7E-511EBDBE6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A719FE-806F-B02B-7E18-B4B8A7D8256A}"/>
                  </a:ext>
                </a:extLst>
              </p:cNvPr>
              <p:cNvSpPr txBox="1"/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3A719FE-806F-B02B-7E18-B4B8A7D82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blipFill>
                <a:blip r:embed="rId16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D7964C-6296-C574-20EC-6788DA6092FF}"/>
                  </a:ext>
                </a:extLst>
              </p:cNvPr>
              <p:cNvSpPr txBox="1"/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D7964C-6296-C574-20EC-6788DA609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blipFill>
                <a:blip r:embed="rId17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CE94FB-554F-3D41-6995-78D6A40F34A0}"/>
                  </a:ext>
                </a:extLst>
              </p:cNvPr>
              <p:cNvSpPr txBox="1"/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CE94FB-554F-3D41-6995-78D6A40F3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blipFill>
                <a:blip r:embed="rId18"/>
                <a:stretch>
                  <a:fillRect l="-3636" r="-181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2ADEC9-2318-3D74-86D4-A3C8AE07F3E3}"/>
                  </a:ext>
                </a:extLst>
              </p:cNvPr>
              <p:cNvSpPr txBox="1"/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92ADEC9-2318-3D74-86D4-A3C8AE07F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blipFill>
                <a:blip r:embed="rId19"/>
                <a:stretch>
                  <a:fillRect l="-8333" r="-520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45C82E7-DFF0-7A1D-3785-3C9C879EC365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981CFC4-871B-40C7-DAE6-992D3C9140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71800" y="-1016000"/>
            <a:ext cx="3383280" cy="740664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C7DE93-FE7F-65A1-62B6-8D038DB66682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EC7DE93-FE7F-65A1-62B6-8D038DB66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20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4C41C401-FDDC-1228-BCBF-A7545DA53FA6}"/>
              </a:ext>
            </a:extLst>
          </p:cNvPr>
          <p:cNvSpPr/>
          <p:nvPr/>
        </p:nvSpPr>
        <p:spPr>
          <a:xfrm>
            <a:off x="7547213" y="1636775"/>
            <a:ext cx="4423603" cy="2991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98DFF47-6057-2574-B87C-D5C1F11E4D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64359" y="-1131324"/>
            <a:ext cx="3291840" cy="768096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18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40AB0-C82E-CE82-1366-D40F8A0D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029A74-1707-F316-0DF0-90413C13FF72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FCD88CE-92AB-AF29-D757-041F40341A20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3ADFFCD9-9EC8-61DC-FC90-5299113D5CA5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BD2458E-7215-250E-9728-C3D8E5DA82E4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D69087A-575D-D1D6-C1D8-E394AF7352A4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5182429-EFDD-C55F-359F-4FFB826CF590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BCF618-AF4B-C617-761A-A48EDF3F5F8F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DE96A-6FB7-CF78-0B51-CB9F7835BE51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0FB3559-8AED-9359-2734-DF1FA0C94DC3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B5FDA3-DE3A-CC75-4080-7230C31E1B3E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FB5FDA3-DE3A-CC75-4080-7230C31E1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12F42-EFD5-32A5-E3F0-8E70AE7D8CEF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12F42-EFD5-32A5-E3F0-8E70AE7D8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841B38-8A96-19AF-D358-BDF87FDD111C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841B38-8A96-19AF-D358-BDF87FDD1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469289-D54B-04C6-C3A3-B6CFD16CB097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469289-D54B-04C6-C3A3-B6CFD16CB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B1D50D-6B27-F119-D078-E2AACCB40FB7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B1D50D-6B27-F119-D078-E2AACCB40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EC1D02-4095-7242-40AA-55D55E4CF563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EC1D02-4095-7242-40AA-55D55E4CF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842FA11-62DD-64DB-2922-68936AD2EA42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842FA11-62DD-64DB-2922-68936AD2E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597B9E0-2530-326C-9CC3-BA2BD8C27CE1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597B9E0-2530-326C-9CC3-BA2BD8C27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EAF21C0-300C-823D-D833-F0A8030FE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150629"/>
              </p:ext>
            </p:extLst>
          </p:nvPr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E3E4220-DC39-DABA-DD52-89F5D09E1519}"/>
              </a:ext>
            </a:extLst>
          </p:cNvPr>
          <p:cNvGraphicFramePr>
            <a:graphicFrameLocks noGrp="1"/>
          </p:cNvGraphicFramePr>
          <p:nvPr/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C54EDA-D839-7A00-75EE-0FD7D24C6199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BC54EDA-D839-7A00-75EE-0FD7D24C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EE9F204-2CA8-44BA-85F0-3EAE07EA08F0}"/>
                  </a:ext>
                </a:extLst>
              </p:cNvPr>
              <p:cNvSpPr txBox="1"/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EE9F204-2CA8-44BA-85F0-3EAE07EA0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blipFill>
                <a:blip r:embed="rId16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652B42B-07EB-6769-4F65-3459CAE9C45A}"/>
                  </a:ext>
                </a:extLst>
              </p:cNvPr>
              <p:cNvSpPr txBox="1"/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652B42B-07EB-6769-4F65-3459CAE9C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blipFill>
                <a:blip r:embed="rId17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942A27D-AD4E-AC43-AA24-C94E041EF836}"/>
                  </a:ext>
                </a:extLst>
              </p:cNvPr>
              <p:cNvSpPr txBox="1"/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942A27D-AD4E-AC43-AA24-C94E041EF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blipFill>
                <a:blip r:embed="rId18"/>
                <a:stretch>
                  <a:fillRect l="-3636" r="-181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53532B-F48F-FE0E-F95D-AAB8E27A75EA}"/>
                  </a:ext>
                </a:extLst>
              </p:cNvPr>
              <p:cNvSpPr txBox="1"/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53532B-F48F-FE0E-F95D-AAB8E27A7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blipFill>
                <a:blip r:embed="rId19"/>
                <a:stretch>
                  <a:fillRect l="-8333" r="-520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CA41D5B6-CADD-93AE-69BE-462528C58568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03CCC1-ABC5-FBA8-F449-8542DF2FB530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03CCC1-ABC5-FBA8-F449-8542DF2FB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20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AC33C2-5211-A471-CC85-E0ACDA0962CE}"/>
                  </a:ext>
                </a:extLst>
              </p:cNvPr>
              <p:cNvSpPr txBox="1"/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AC33C2-5211-A471-CC85-E0ACDA096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blipFill>
                <a:blip r:embed="rId21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56D507C-CD30-64CE-EBEC-E11E2FF7702F}"/>
              </a:ext>
            </a:extLst>
          </p:cNvPr>
          <p:cNvSpPr/>
          <p:nvPr/>
        </p:nvSpPr>
        <p:spPr>
          <a:xfrm>
            <a:off x="7547213" y="1636775"/>
            <a:ext cx="4423603" cy="2991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AB75456-6049-08C3-BEF6-287E1BDBC8D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71800" y="-1016000"/>
            <a:ext cx="3383280" cy="740664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A8DADA6-CA44-D2DD-DBE7-AD0EBA7603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64359" y="-1131324"/>
            <a:ext cx="3291840" cy="768096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B2C3C2F-DAA8-86AA-AB52-8E00A19A798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15431" y="-1150330"/>
            <a:ext cx="3200400" cy="786384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99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A422-E189-1981-CEC6-B2AAC0BD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B228F2-1797-4C2B-6BEC-B96CD20DA579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78BB7C4-DC98-32AE-9C92-52D581C81441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EE496192-D113-9C88-3B51-2B1882E2D510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080AEC5-C6A7-704C-8CEF-ACF138AC6578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296B915-AB78-393A-3705-B3C50C5793BD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AD0CA6F-6FAC-0EEB-6890-2774E8A3198F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2D7A43D-8758-9BE7-3A36-2A4301F682C3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E41176-EB32-61B0-7FAD-09EB601451F4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BD3B4CF-6CB7-19CE-0AC3-D50FB836AA74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894FA-27B3-3B74-E1FC-1DDC84CA7BAA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F894FA-27B3-3B74-E1FC-1DDC84CA7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922473-065B-D66F-DF24-2DD474857E42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3922473-065B-D66F-DF24-2DD474857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561DA7-6681-020E-6DD3-EE24CD57E18B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561DA7-6681-020E-6DD3-EE24CD57E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5C5B73-7867-0B9E-8E83-00EE35961C75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5C5B73-7867-0B9E-8E83-00EE35961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34A9CB-D231-FC15-84E3-196C8246E103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34A9CB-D231-FC15-84E3-196C8246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507FDD-73B2-76C8-A161-B473A6F420D3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1507FDD-73B2-76C8-A161-B473A6F4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8652B4-0210-EF7B-E43B-1CA0443415E5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8652B4-0210-EF7B-E43B-1CA044341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6396A8-7FFB-84AC-4CD5-8FB5035258B3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6396A8-7FFB-84AC-4CD5-8FB503525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28EAB35-A162-C1A3-454D-53D41D34E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834541"/>
              </p:ext>
            </p:extLst>
          </p:nvPr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ED1ECA1-5136-76A3-6A3C-1B311CB17CC6}"/>
              </a:ext>
            </a:extLst>
          </p:cNvPr>
          <p:cNvGraphicFramePr>
            <a:graphicFrameLocks noGrp="1"/>
          </p:cNvGraphicFramePr>
          <p:nvPr/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EFF1061-B8BF-1EC6-2D76-A2BABE844ECC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EFF1061-B8BF-1EC6-2D76-A2BABE844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DB35EE6-8398-D91B-C109-2EAA5654C3BA}"/>
                  </a:ext>
                </a:extLst>
              </p:cNvPr>
              <p:cNvSpPr txBox="1"/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DB35EE6-8398-D91B-C109-2EAA5654C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380" y="1833372"/>
                <a:ext cx="582980" cy="223779"/>
              </a:xfrm>
              <a:prstGeom prst="rect">
                <a:avLst/>
              </a:prstGeom>
              <a:blipFill>
                <a:blip r:embed="rId16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B7FA51-841B-D364-82C5-5F2B91AEB79A}"/>
                  </a:ext>
                </a:extLst>
              </p:cNvPr>
              <p:cNvSpPr txBox="1"/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1B7FA51-841B-D364-82C5-5F2B91AEB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7085" y="1833372"/>
                <a:ext cx="582980" cy="223779"/>
              </a:xfrm>
              <a:prstGeom prst="rect">
                <a:avLst/>
              </a:prstGeom>
              <a:blipFill>
                <a:blip r:embed="rId17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65500F-98CC-2F92-E3B8-D26309011E63}"/>
                  </a:ext>
                </a:extLst>
              </p:cNvPr>
              <p:cNvSpPr txBox="1"/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65500F-98CC-2F92-E3B8-D26309011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0930" y="1833372"/>
                <a:ext cx="665952" cy="223779"/>
              </a:xfrm>
              <a:prstGeom prst="rect">
                <a:avLst/>
              </a:prstGeom>
              <a:blipFill>
                <a:blip r:embed="rId18"/>
                <a:stretch>
                  <a:fillRect l="-3636" r="-181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1E2119-9C14-E210-9E6F-233C392E6D83}"/>
                  </a:ext>
                </a:extLst>
              </p:cNvPr>
              <p:cNvSpPr txBox="1"/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1E2119-9C14-E210-9E6F-233C392E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495" y="1833372"/>
                <a:ext cx="582980" cy="223779"/>
              </a:xfrm>
              <a:prstGeom prst="rect">
                <a:avLst/>
              </a:prstGeom>
              <a:blipFill>
                <a:blip r:embed="rId19"/>
                <a:stretch>
                  <a:fillRect l="-8333" r="-520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ED1CF089-38E9-9257-D0B1-16E4D1C0806C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57C47B-F3BF-DAE2-5CB6-A4CBF438A8AB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57C47B-F3BF-DAE2-5CB6-A4CBF438A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20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D800B-2035-4BC4-65A1-53669C1869BA}"/>
                  </a:ext>
                </a:extLst>
              </p:cNvPr>
              <p:cNvSpPr txBox="1"/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AD800B-2035-4BC4-65A1-53669C18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blipFill>
                <a:blip r:embed="rId21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65205A-DC1C-7084-8F98-008A59BFE786}"/>
                  </a:ext>
                </a:extLst>
              </p:cNvPr>
              <p:cNvSpPr txBox="1"/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65205A-DC1C-7084-8F98-008A59BFE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blipFill>
                <a:blip r:embed="rId22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8B0F4148-8302-EA0C-4D51-A77C6B43F4B8}"/>
              </a:ext>
            </a:extLst>
          </p:cNvPr>
          <p:cNvSpPr/>
          <p:nvPr/>
        </p:nvSpPr>
        <p:spPr>
          <a:xfrm>
            <a:off x="7547213" y="1636775"/>
            <a:ext cx="4423603" cy="29917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E7C74C9-35E3-BD94-4F6D-70F41A6B5EC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71800" y="-1016000"/>
            <a:ext cx="3383280" cy="740664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590F0F8-5268-AB60-81F0-F7F9F91D1C7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64359" y="-1131324"/>
            <a:ext cx="3291840" cy="768096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7B825B3-21BB-0E54-A102-4664E500C5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15431" y="-1150330"/>
            <a:ext cx="3200400" cy="786384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87E194FC-49A3-DDCC-6794-48A2DEB5E6F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00995" y="-1215563"/>
            <a:ext cx="3017520" cy="8138160"/>
          </a:xfrm>
          <a:prstGeom prst="bentConnector3">
            <a:avLst>
              <a:gd name="adj1" fmla="val 1000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2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FEE7-EA82-FB94-E24E-826C1272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66CCCA-C032-EE9C-F28D-952B2C663D6B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FF8518D-75C1-0A94-6745-D040E7D157D8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8B45CEC6-F944-3655-751B-C882CDFB37E1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34625F7-A30F-D42C-8DE4-F08C9125EC74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A00C518-6F9D-CCB4-5ED3-1FC6D0F2FB7B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7BA291B-61C2-C184-AAC5-75C8EB19DE00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71B70F6-498C-2FA2-7EE2-10ED2A06DA37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2803C4-A328-4DB6-A35D-77DCCB6847C9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10EBEFD-C2E7-795C-4C78-EE89EF37BC35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AF4B8A-EBFA-CE4E-8BAF-BFD05CB9904A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AF4B8A-EBFA-CE4E-8BAF-BFD05CB99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016F39-2892-246A-FB5A-212A0C2158B0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016F39-2892-246A-FB5A-212A0C215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9FD319-C9E1-0F97-C1D4-29FD5BFFC060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9FD319-C9E1-0F97-C1D4-29FD5BFFC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311C7B-1337-2E97-B369-A2E839958C72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D311C7B-1337-2E97-B369-A2E839958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F3E9B7-DD58-B775-0D7A-FDFD959D3FE5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F3E9B7-DD58-B775-0D7A-FDFD959D3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21ADFA-46EB-85E9-F118-55109CE0738C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21ADFA-46EB-85E9-F118-55109CE07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6B7C85-4525-20A4-7C4B-3D43861558DE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96B7C85-4525-20A4-7C4B-3D438615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98722F-3208-6BD6-C6D5-D17754F79B9C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698722F-3208-6BD6-C6D5-D17754F79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C8D1981-E880-DCFB-4568-2F547A721CAB}"/>
              </a:ext>
            </a:extLst>
          </p:cNvPr>
          <p:cNvGraphicFramePr>
            <a:graphicFrameLocks noGrp="1"/>
          </p:cNvGraphicFramePr>
          <p:nvPr/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9F68C1B-C6C7-BE7D-24FD-9BBFD52B4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548540"/>
              </p:ext>
            </p:extLst>
          </p:nvPr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F95D4-B5C6-6E85-0B7A-B71746A7B72B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FF95D4-B5C6-6E85-0B7A-B71746A7B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D5327E36-6B44-2359-E1AB-F9E65B516738}"/>
              </a:ext>
            </a:extLst>
          </p:cNvPr>
          <p:cNvSpPr txBox="1"/>
          <p:nvPr/>
        </p:nvSpPr>
        <p:spPr>
          <a:xfrm>
            <a:off x="8460380" y="1833372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D6A04-5D0E-2324-23F4-37889DA7A966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49E89E-5141-31D8-F402-6E61F4646C24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49E89E-5141-31D8-F402-6E61F4646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16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5DEF46-856B-39B2-C703-4C8D5F6A6B4D}"/>
                  </a:ext>
                </a:extLst>
              </p:cNvPr>
              <p:cNvSpPr txBox="1"/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5DEF46-856B-39B2-C703-4C8D5F6A6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blipFill>
                <a:blip r:embed="rId17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3E87E6-8705-BBAF-D351-12DB8AE9C4C5}"/>
                  </a:ext>
                </a:extLst>
              </p:cNvPr>
              <p:cNvSpPr txBox="1"/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3E87E6-8705-BBAF-D351-12DB8AE9C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blipFill>
                <a:blip r:embed="rId18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249CE47E-1D3B-8D31-0CA1-B8185AF1EF15}"/>
              </a:ext>
            </a:extLst>
          </p:cNvPr>
          <p:cNvGrpSpPr/>
          <p:nvPr/>
        </p:nvGrpSpPr>
        <p:grpSpPr>
          <a:xfrm>
            <a:off x="4163745" y="1449467"/>
            <a:ext cx="4847679" cy="2941906"/>
            <a:chOff x="875281" y="1439996"/>
            <a:chExt cx="4847679" cy="294190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0BE4ABD-A908-FA8F-B069-E16A05835D15}"/>
                </a:ext>
              </a:extLst>
            </p:cNvPr>
            <p:cNvSpPr/>
            <p:nvPr/>
          </p:nvSpPr>
          <p:spPr>
            <a:xfrm>
              <a:off x="5272080" y="1637823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44F3D3F-1B34-F04F-6156-4A9D159C196D}"/>
                    </a:ext>
                  </a:extLst>
                </p:cNvPr>
                <p:cNvSpPr txBox="1"/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÷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44F3D3F-1B34-F04F-6156-4A9D159C19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1596A196-611F-62DE-B8F5-9C536738EFF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89681" y="907182"/>
              <a:ext cx="2560320" cy="43891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5CE84EC-F0FB-6053-59B5-CBEE26607053}"/>
                </a:ext>
              </a:extLst>
            </p:cNvPr>
            <p:cNvCxnSpPr/>
            <p:nvPr/>
          </p:nvCxnSpPr>
          <p:spPr>
            <a:xfrm>
              <a:off x="5457341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E1B4F37-2136-3BDD-8A7E-67ADACF3C4BA}"/>
                </a:ext>
              </a:extLst>
            </p:cNvPr>
            <p:cNvCxnSpPr/>
            <p:nvPr/>
          </p:nvCxnSpPr>
          <p:spPr>
            <a:xfrm>
              <a:off x="5459881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4143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DB452-C136-DB83-3AEB-11EF8ED4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FB0517-DD1E-B01D-B55F-113C6E940CCD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884A1B73-F857-5A78-B21B-11E481595AA6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9661CE71-55E0-F1FC-1C0A-750C9756FA6E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DE21062-E2FE-FE67-E59B-7E04F9294604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000F1AF-5E3B-D87F-DE04-BDC39EABD690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6DBE639-1603-075F-7B60-BE7C9485F507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0DA3B91-7C46-9432-01BA-A58742263016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A0D797-3D83-A578-BF3D-5801C51C1C05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0AAC4A8-A06D-5E57-1C76-917529E467A0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9B1B8E-DBB3-E337-91D0-2922BCEB1DC8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9B1B8E-DBB3-E337-91D0-2922BCEB1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A832B5-3A35-4EE6-EE3F-DED16967E0BE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A832B5-3A35-4EE6-EE3F-DED16967E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4887F6-5004-1462-BC70-43FF8477125B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44887F6-5004-1462-BC70-43FF84771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D663762-8395-0A0F-0AC9-835F1C3DFA43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D663762-8395-0A0F-0AC9-835F1C3DF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AF5962-DAB8-CC03-B9B5-B52AE3FCE1BD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AF5962-DAB8-CC03-B9B5-B52AE3FCE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AEB751-CFF8-07F0-7BEB-BB5CF7A9081C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AEB751-CFF8-07F0-7BEB-BB5CF7A90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3F37A8-3A60-37A9-6DCE-96B623930DE3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3F37A8-3A60-37A9-6DCE-96B623930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F93A743-5575-FB9B-D963-0896CDF72F13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F93A743-5575-FB9B-D963-0896CDF72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805D3C4-7778-8B45-2591-D235B621253C}"/>
              </a:ext>
            </a:extLst>
          </p:cNvPr>
          <p:cNvGraphicFramePr>
            <a:graphicFrameLocks noGrp="1"/>
          </p:cNvGraphicFramePr>
          <p:nvPr/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333BA43-261B-DEE8-DA1D-7D99DC7FD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71410"/>
              </p:ext>
            </p:extLst>
          </p:nvPr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159F81-AF7C-60AF-62B3-5E012D9C6226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159F81-AF7C-60AF-62B3-5E012D9C6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FC18821A-F486-BA96-0125-B5CFA22831E7}"/>
              </a:ext>
            </a:extLst>
          </p:cNvPr>
          <p:cNvSpPr txBox="1"/>
          <p:nvPr/>
        </p:nvSpPr>
        <p:spPr>
          <a:xfrm>
            <a:off x="8460380" y="1833372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E9B91A-F656-05D6-8257-756BBB98C2D9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57F739-9E0B-D4DE-9612-C92D3F34663A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57F739-9E0B-D4DE-9612-C92D3F346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16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1A0F78-7AFC-484A-11CA-9DFAD097B18A}"/>
                  </a:ext>
                </a:extLst>
              </p:cNvPr>
              <p:cNvSpPr txBox="1"/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1A0F78-7AFC-484A-11CA-9DFAD097B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blipFill>
                <a:blip r:embed="rId17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11D7B9-B52E-F02E-583A-AAB5ACD29463}"/>
                  </a:ext>
                </a:extLst>
              </p:cNvPr>
              <p:cNvSpPr txBox="1"/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11D7B9-B52E-F02E-583A-AAB5ACD29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blipFill>
                <a:blip r:embed="rId18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34D3A46-DF2E-EE2C-7351-B9FAFC1CF00F}"/>
              </a:ext>
            </a:extLst>
          </p:cNvPr>
          <p:cNvGrpSpPr/>
          <p:nvPr/>
        </p:nvGrpSpPr>
        <p:grpSpPr>
          <a:xfrm>
            <a:off x="4976541" y="1449467"/>
            <a:ext cx="4847679" cy="2941906"/>
            <a:chOff x="875281" y="1439996"/>
            <a:chExt cx="4847679" cy="294190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D5C5EBB-9038-97F3-E462-1B52DD13BBF4}"/>
                </a:ext>
              </a:extLst>
            </p:cNvPr>
            <p:cNvSpPr/>
            <p:nvPr/>
          </p:nvSpPr>
          <p:spPr>
            <a:xfrm>
              <a:off x="5272080" y="1637823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2957164-E9CB-FCF2-50A4-C267B126AA46}"/>
                    </a:ext>
                  </a:extLst>
                </p:cNvPr>
                <p:cNvSpPr txBox="1"/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÷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2957164-E9CB-FCF2-50A4-C267B126A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8BC6F077-85AB-B5C4-32B1-D018DB9EC36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89681" y="907182"/>
              <a:ext cx="2560320" cy="43891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EF12C63-3ADA-FF36-AC68-7D5D21ED368E}"/>
                </a:ext>
              </a:extLst>
            </p:cNvPr>
            <p:cNvCxnSpPr/>
            <p:nvPr/>
          </p:nvCxnSpPr>
          <p:spPr>
            <a:xfrm>
              <a:off x="5457341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2B29706-18DD-DCAB-FCB2-B3CC57064EC5}"/>
                </a:ext>
              </a:extLst>
            </p:cNvPr>
            <p:cNvCxnSpPr/>
            <p:nvPr/>
          </p:nvCxnSpPr>
          <p:spPr>
            <a:xfrm>
              <a:off x="5459881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40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A1126-6924-98D8-1B4B-F6AC01ADB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9B1B3D-19DB-45FB-C9F2-3E95067AEE5A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D5053A5-6C43-8EA5-E48A-D9D32A4B7FA1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9AFA2DE-E9EC-4BC0-22A5-4A898DDBC79B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9497903-2608-7069-97F7-8E1C39162F1E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76B7A5-3F4D-3C6D-4961-2BABDD864688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25FB924-3350-9190-229A-E9C2233F9EC6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B8C7EB4-904F-ABBB-D2E9-ECE568AD2D02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8D828B-F15F-FE31-6B50-DE16DBA608BD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2AF99C-B17B-D2D5-489D-43EC40D8CB49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0ABD6C-5EF0-68BC-1676-DA13BC0CF17A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0ABD6C-5EF0-68BC-1676-DA13BC0CF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435B3E-AED7-6319-DCEF-E01DAB3FC6AD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435B3E-AED7-6319-DCEF-E01DAB3FC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E69D9-EC6F-5B36-E6A7-7ECE58469277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8E69D9-EC6F-5B36-E6A7-7ECE58469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04ECCC-DEA9-32E6-7E9A-94E5DB48B865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E04ECCC-DEA9-32E6-7E9A-94E5DB48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04AC5A-708B-1442-1801-B60397B69681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04AC5A-708B-1442-1801-B60397B69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3A308A-8AC5-7ACF-1280-23B1EAF8C134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3A308A-8AC5-7ACF-1280-23B1EAF8C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42A0CB-6A5D-BEBB-58F2-790F65EF16FA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42A0CB-6A5D-BEBB-58F2-790F65EF1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315E3-12DF-DAAA-9D9C-C7EF9DE6D791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9D315E3-12DF-DAAA-9D9C-C7EF9DE6D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5FF01D4-CD55-0BBC-9A27-E61D47BD503E}"/>
              </a:ext>
            </a:extLst>
          </p:cNvPr>
          <p:cNvGraphicFramePr>
            <a:graphicFrameLocks noGrp="1"/>
          </p:cNvGraphicFramePr>
          <p:nvPr/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8D975E20-378E-8C23-3774-70F559946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781817"/>
              </p:ext>
            </p:extLst>
          </p:nvPr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189CD76-F260-2B93-93DC-6F76E931075C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189CD76-F260-2B93-93DC-6F76E9310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075E5305-8AE3-ACC7-9529-16DA352F699C}"/>
              </a:ext>
            </a:extLst>
          </p:cNvPr>
          <p:cNvSpPr txBox="1"/>
          <p:nvPr/>
        </p:nvSpPr>
        <p:spPr>
          <a:xfrm>
            <a:off x="8460380" y="1833372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41CF86-3766-9B01-5DEA-67C34E9F71E5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D43FC6-5D47-E8BC-2ABF-5621A77620FC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1D43FC6-5D47-E8BC-2ABF-5621A7762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16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328136-458C-FCB1-1ABD-C371691BB56A}"/>
                  </a:ext>
                </a:extLst>
              </p:cNvPr>
              <p:cNvSpPr txBox="1"/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9328136-458C-FCB1-1ABD-C371691BB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blipFill>
                <a:blip r:embed="rId17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78348-E04D-D39D-6DDC-66AB593725DC}"/>
                  </a:ext>
                </a:extLst>
              </p:cNvPr>
              <p:cNvSpPr txBox="1"/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178348-E04D-D39D-6DDC-66AB59372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blipFill>
                <a:blip r:embed="rId18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3C946B3-F5FF-4948-E2FF-6EF40B4ABA1B}"/>
              </a:ext>
            </a:extLst>
          </p:cNvPr>
          <p:cNvGrpSpPr/>
          <p:nvPr/>
        </p:nvGrpSpPr>
        <p:grpSpPr>
          <a:xfrm>
            <a:off x="5789337" y="1449467"/>
            <a:ext cx="4847679" cy="2941906"/>
            <a:chOff x="875281" y="1439996"/>
            <a:chExt cx="4847679" cy="294190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9C2ED56-7D26-836C-AC94-24C6C56E34A9}"/>
                </a:ext>
              </a:extLst>
            </p:cNvPr>
            <p:cNvSpPr/>
            <p:nvPr/>
          </p:nvSpPr>
          <p:spPr>
            <a:xfrm>
              <a:off x="5272080" y="1637823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D6760E-E19D-EE93-A8AA-80D070903150}"/>
                    </a:ext>
                  </a:extLst>
                </p:cNvPr>
                <p:cNvSpPr txBox="1"/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÷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0D6760E-E19D-EE93-A8AA-80D070903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8B252094-A9A5-518C-579C-D675AA83AA7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89681" y="907182"/>
              <a:ext cx="2560320" cy="43891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3522810-65C9-A474-4F59-41977C4DDF43}"/>
                </a:ext>
              </a:extLst>
            </p:cNvPr>
            <p:cNvCxnSpPr/>
            <p:nvPr/>
          </p:nvCxnSpPr>
          <p:spPr>
            <a:xfrm>
              <a:off x="5457341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61EED8D-9319-19A0-5BE0-8B3BCDA69275}"/>
                </a:ext>
              </a:extLst>
            </p:cNvPr>
            <p:cNvCxnSpPr/>
            <p:nvPr/>
          </p:nvCxnSpPr>
          <p:spPr>
            <a:xfrm>
              <a:off x="5459881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914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22D8F-A5C2-732A-5B95-96443D7B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E820E3-E957-B4AE-593E-8697C68BEEF7}"/>
              </a:ext>
            </a:extLst>
          </p:cNvPr>
          <p:cNvGraphicFramePr>
            <a:graphicFrameLocks noGrp="1"/>
          </p:cNvGraphicFramePr>
          <p:nvPr/>
        </p:nvGraphicFramePr>
        <p:xfrm>
          <a:off x="91440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F6DD168A-F985-25C1-7C94-B2F5AE29689B}"/>
              </a:ext>
            </a:extLst>
          </p:cNvPr>
          <p:cNvGrpSpPr/>
          <p:nvPr/>
        </p:nvGrpSpPr>
        <p:grpSpPr>
          <a:xfrm>
            <a:off x="262321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A250A15-C12D-3444-3830-53457CFB5DC7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7E41080-80FF-A6C0-B9C9-DEE941E545D4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E5CEE12-023D-63C5-1464-C277BD774CC2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3C81505-C91E-3F88-4D93-D61E6CE703C1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4178092-6D62-58F4-8E30-1B26ADDA9EC1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BD3FA4-3644-8366-C68E-9DDEDB0A5F33}"/>
              </a:ext>
            </a:extLst>
          </p:cNvPr>
          <p:cNvGraphicFramePr>
            <a:graphicFrameLocks noGrp="1"/>
          </p:cNvGraphicFramePr>
          <p:nvPr/>
        </p:nvGraphicFramePr>
        <p:xfrm>
          <a:off x="3277555" y="870058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1477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A274C1F-7A45-FEF6-7FF2-A5BE68E1C27C}"/>
              </a:ext>
            </a:extLst>
          </p:cNvPr>
          <p:cNvGraphicFramePr>
            <a:graphicFrameLocks noGrp="1"/>
          </p:cNvGraphicFramePr>
          <p:nvPr/>
        </p:nvGraphicFramePr>
        <p:xfrm>
          <a:off x="3277549" y="2103120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627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-7.75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-625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-1.75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B60A27-6A64-8B4A-F2AE-36A776B50E8C}"/>
                  </a:ext>
                </a:extLst>
              </p:cNvPr>
              <p:cNvSpPr txBox="1"/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B60A27-6A64-8B4A-F2AE-36A776B50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399" y="491255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D4014A-0430-BDC0-4233-A3EFECA98FB5}"/>
                  </a:ext>
                </a:extLst>
              </p:cNvPr>
              <p:cNvSpPr txBox="1"/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D4014A-0430-BDC0-4233-A3EFECA98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875" y="491255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8623DD-7571-1BFF-FCEA-D5C279B0EB0C}"/>
                  </a:ext>
                </a:extLst>
              </p:cNvPr>
              <p:cNvSpPr txBox="1"/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28623DD-7571-1BFF-FCEA-D5C279B0E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931" y="491255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1BD7AF-7603-334E-3C09-F3364F9B08E1}"/>
                  </a:ext>
                </a:extLst>
              </p:cNvPr>
              <p:cNvSpPr txBox="1"/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1BD7AF-7603-334E-3C09-F3364F9B0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19" y="498875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6CE5DF-18C5-2461-DC3D-DD1995ADF3AF}"/>
                  </a:ext>
                </a:extLst>
              </p:cNvPr>
              <p:cNvSpPr txBox="1"/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6CE5DF-18C5-2461-DC3D-DD1995ADF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436" y="1836420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ADCA595-A143-372A-A35A-23B14A3D73E6}"/>
                  </a:ext>
                </a:extLst>
              </p:cNvPr>
              <p:cNvSpPr txBox="1"/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ADCA595-A143-372A-A35A-23B14A3D7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141" y="1836420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421" r="-6316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C3A402-62E2-B68E-AA62-1F6FA4AD16F2}"/>
                  </a:ext>
                </a:extLst>
              </p:cNvPr>
              <p:cNvSpPr txBox="1"/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C3A402-62E2-B68E-AA62-1F6FA4AD1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986" y="1836420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EA6CD6-8D9F-4DA2-DB8E-E84A0C3768C1}"/>
                  </a:ext>
                </a:extLst>
              </p:cNvPr>
              <p:cNvSpPr txBox="1"/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EA6CD6-8D9F-4DA2-DB8E-E84A0C376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551" y="1836420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333" r="-5208" b="-2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FE34498-78AA-B0B0-EBB3-FDCF1E49EE44}"/>
              </a:ext>
            </a:extLst>
          </p:cNvPr>
          <p:cNvGraphicFramePr>
            <a:graphicFrameLocks noGrp="1"/>
          </p:cNvGraphicFramePr>
          <p:nvPr/>
        </p:nvGraphicFramePr>
        <p:xfrm>
          <a:off x="7782499" y="867010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1252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4E16602-7934-B04C-D711-64D6BA610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978589"/>
              </p:ext>
            </p:extLst>
          </p:nvPr>
        </p:nvGraphicFramePr>
        <p:xfrm>
          <a:off x="7782493" y="2100072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-0.11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61BF9-6274-5C77-9D09-1CCF6F96797C}"/>
                  </a:ext>
                </a:extLst>
              </p:cNvPr>
              <p:cNvSpPr txBox="1"/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C661BF9-6274-5C77-9D09-1CCF6F967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2504" y="423295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D3DAC969-AF01-2E80-FCCB-97AE70220548}"/>
              </a:ext>
            </a:extLst>
          </p:cNvPr>
          <p:cNvSpPr txBox="1"/>
          <p:nvPr/>
        </p:nvSpPr>
        <p:spPr>
          <a:xfrm>
            <a:off x="8460380" y="1833372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CC1028-AD29-02FE-46CD-B9F229742A13}"/>
              </a:ext>
            </a:extLst>
          </p:cNvPr>
          <p:cNvSpPr/>
          <p:nvPr/>
        </p:nvSpPr>
        <p:spPr>
          <a:xfrm>
            <a:off x="2909885" y="356616"/>
            <a:ext cx="4423603" cy="1280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F7CC7F-9DA0-8BB5-736B-EE6BAF3ACDEC}"/>
                  </a:ext>
                </a:extLst>
              </p:cNvPr>
              <p:cNvSpPr txBox="1"/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F7CC7F-9DA0-8BB5-736B-EE6BAF3AC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115" y="418316"/>
                <a:ext cx="541330" cy="439223"/>
              </a:xfrm>
              <a:prstGeom prst="rect">
                <a:avLst/>
              </a:prstGeom>
              <a:blipFill>
                <a:blip r:embed="rId16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73BB2C-2F6A-8C41-FD3C-9C9E71994FB5}"/>
                  </a:ext>
                </a:extLst>
              </p:cNvPr>
              <p:cNvSpPr txBox="1"/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73BB2C-2F6A-8C41-FD3C-9C9E71994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639" y="420480"/>
                <a:ext cx="541330" cy="439223"/>
              </a:xfrm>
              <a:prstGeom prst="rect">
                <a:avLst/>
              </a:prstGeom>
              <a:blipFill>
                <a:blip r:embed="rId17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717349-8B81-968D-8F43-989B6783ACE0}"/>
                  </a:ext>
                </a:extLst>
              </p:cNvPr>
              <p:cNvSpPr txBox="1"/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717349-8B81-968D-8F43-989B6783A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1320" y="420766"/>
                <a:ext cx="541330" cy="439223"/>
              </a:xfrm>
              <a:prstGeom prst="rect">
                <a:avLst/>
              </a:prstGeom>
              <a:blipFill>
                <a:blip r:embed="rId18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EA933F2A-D304-C05F-9F72-9240453F40C8}"/>
              </a:ext>
            </a:extLst>
          </p:cNvPr>
          <p:cNvGrpSpPr/>
          <p:nvPr/>
        </p:nvGrpSpPr>
        <p:grpSpPr>
          <a:xfrm>
            <a:off x="6555952" y="1449467"/>
            <a:ext cx="4847679" cy="2941906"/>
            <a:chOff x="875281" y="1439996"/>
            <a:chExt cx="4847679" cy="294190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4FB4D7F-A065-C679-FD5E-9CE9BC67DAA8}"/>
                </a:ext>
              </a:extLst>
            </p:cNvPr>
            <p:cNvSpPr/>
            <p:nvPr/>
          </p:nvSpPr>
          <p:spPr>
            <a:xfrm>
              <a:off x="5272080" y="1637823"/>
              <a:ext cx="365760" cy="36576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A5CFB1F-C918-7FCD-8DF1-3BEEBE02EBD2}"/>
                    </a:ext>
                  </a:extLst>
                </p:cNvPr>
                <p:cNvSpPr txBox="1"/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÷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A5CFB1F-C918-7FCD-8DF1-3BEEBE02EB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8307" y="1547038"/>
                  <a:ext cx="604653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78C4ED7B-E60B-B648-30AA-3C3596B8C99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789681" y="907182"/>
              <a:ext cx="2560320" cy="4389120"/>
            </a:xfrm>
            <a:prstGeom prst="bentConnector3">
              <a:avLst>
                <a:gd name="adj1" fmla="val 10001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82F17D0-E335-0B7C-77D0-B8595FBC21CA}"/>
                </a:ext>
              </a:extLst>
            </p:cNvPr>
            <p:cNvCxnSpPr/>
            <p:nvPr/>
          </p:nvCxnSpPr>
          <p:spPr>
            <a:xfrm>
              <a:off x="5457341" y="1439996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E8C32C5-DB67-418E-1467-67342F8BE0C7}"/>
                </a:ext>
              </a:extLst>
            </p:cNvPr>
            <p:cNvCxnSpPr/>
            <p:nvPr/>
          </p:nvCxnSpPr>
          <p:spPr>
            <a:xfrm>
              <a:off x="5459881" y="2006416"/>
              <a:ext cx="0" cy="914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2609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E7EF-14C9-0351-F6B1-65E87E5F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BABB87-5106-D496-966F-0D462235D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569381"/>
              </p:ext>
            </p:extLst>
          </p:nvPr>
        </p:nvGraphicFramePr>
        <p:xfrm>
          <a:off x="1541548" y="210312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1416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1534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852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10BC3753-E5DE-CCAA-9DC9-8676D7384251}"/>
              </a:ext>
            </a:extLst>
          </p:cNvPr>
          <p:cNvGrpSpPr/>
          <p:nvPr/>
        </p:nvGrpSpPr>
        <p:grpSpPr>
          <a:xfrm>
            <a:off x="1712429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9B46519-6166-68D6-501E-DCDB93E1549F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3C108C8-51ED-BA0E-4B5E-3DB71262E51F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2CC8BBD-2936-3ED2-6D89-8BC471A06056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BA77A57-F1BB-69C5-EADE-ED00BC344543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00F0DB1-C754-E9EC-E757-E4D910BA3AE5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E9BEC10-98A0-DF21-E153-946F076F3D94}"/>
              </a:ext>
            </a:extLst>
          </p:cNvPr>
          <p:cNvSpPr txBox="1"/>
          <p:nvPr/>
        </p:nvSpPr>
        <p:spPr>
          <a:xfrm>
            <a:off x="8460380" y="1833372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219D0BB-66D7-F877-512E-B0A4BB77D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47289"/>
              </p:ext>
            </p:extLst>
          </p:nvPr>
        </p:nvGraphicFramePr>
        <p:xfrm>
          <a:off x="7451402" y="2109585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0.9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0.125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-1.5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-0.11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04C31AC1-99A9-039E-6B25-CD6F086874DE}"/>
              </a:ext>
            </a:extLst>
          </p:cNvPr>
          <p:cNvGrpSpPr/>
          <p:nvPr/>
        </p:nvGrpSpPr>
        <p:grpSpPr>
          <a:xfrm>
            <a:off x="7630792" y="182880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452EA54-1503-58DB-24E2-5E32B3054B80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80D0F7F-2DC4-AC4A-8EC3-FC74AD3068E6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68FDE54-A1A6-F9F9-B11A-2AC7E02C667C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B0F80DB-0DDA-265E-177B-7FD03CDF9605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161CB06-996E-53EB-3495-5D56FA33844C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9E0970-F7A9-B648-364E-0EDD29A070D0}"/>
              </a:ext>
            </a:extLst>
          </p:cNvPr>
          <p:cNvCxnSpPr>
            <a:endCxn id="11" idx="1"/>
          </p:cNvCxnSpPr>
          <p:nvPr/>
        </p:nvCxnSpPr>
        <p:spPr>
          <a:xfrm>
            <a:off x="4359993" y="3242996"/>
            <a:ext cx="3091409" cy="0"/>
          </a:xfrm>
          <a:prstGeom prst="straightConnector1">
            <a:avLst/>
          </a:prstGeom>
          <a:ln w="603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2CC4A65-05DE-9650-235F-E21303C10237}"/>
              </a:ext>
            </a:extLst>
          </p:cNvPr>
          <p:cNvSpPr txBox="1"/>
          <p:nvPr/>
        </p:nvSpPr>
        <p:spPr>
          <a:xfrm>
            <a:off x="4736208" y="2840544"/>
            <a:ext cx="2066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Scaled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F825019-78B3-5ABE-976D-62BC6B371703}"/>
                  </a:ext>
                </a:extLst>
              </p:cNvPr>
              <p:cNvSpPr txBox="1"/>
              <p:nvPr/>
            </p:nvSpPr>
            <p:spPr>
              <a:xfrm>
                <a:off x="5272284" y="3459309"/>
                <a:ext cx="993862" cy="70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𝒓𝒂𝒏𝒈𝒆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F825019-78B3-5ABE-976D-62BC6B371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84" y="3459309"/>
                <a:ext cx="993862" cy="7025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870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0A5C-2534-285E-9D5A-BD36689F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252464-262E-F5E6-C4E5-27017C5E1597}"/>
              </a:ext>
            </a:extLst>
          </p:cNvPr>
          <p:cNvGraphicFramePr>
            <a:graphicFrameLocks noGrp="1"/>
          </p:cNvGraphicFramePr>
          <p:nvPr/>
        </p:nvGraphicFramePr>
        <p:xfrm>
          <a:off x="266929" y="4098176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4116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5134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520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B2A7110C-C02A-EDEA-8E85-580984B819AD}"/>
              </a:ext>
            </a:extLst>
          </p:cNvPr>
          <p:cNvGrpSpPr/>
          <p:nvPr/>
        </p:nvGrpSpPr>
        <p:grpSpPr>
          <a:xfrm>
            <a:off x="437810" y="3823856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7A9539BC-1EF9-5020-5C08-C482503185E0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35F631B-3541-5FB5-90C6-71B25C37FC1C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2F8300B-47F6-7D2D-364F-445D337114B4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C47C19F-2DA3-48D3-EBA0-BFE94803638E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2A15AA6-DB3B-A816-F874-F55BD56CB064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21825F-1C64-85E1-A895-3C5FDDD34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330305"/>
              </p:ext>
            </p:extLst>
          </p:nvPr>
        </p:nvGraphicFramePr>
        <p:xfrm>
          <a:off x="3453044" y="2865114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B4E1E2C-0F37-3C39-EF53-C1746CDCA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392119"/>
              </p:ext>
            </p:extLst>
          </p:nvPr>
        </p:nvGraphicFramePr>
        <p:xfrm>
          <a:off x="3453038" y="4098176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E140AB-8F1F-CE46-EA96-7F8B6EA4AEED}"/>
                  </a:ext>
                </a:extLst>
              </p:cNvPr>
              <p:cNvSpPr txBox="1"/>
              <p:nvPr/>
            </p:nvSpPr>
            <p:spPr>
              <a:xfrm>
                <a:off x="4193888" y="248631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8BF46A-970E-5EBD-AC0A-BC51A4A3C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888" y="2486311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15A2B7-9E63-81F9-85E2-9283DAF2DA45}"/>
                  </a:ext>
                </a:extLst>
              </p:cNvPr>
              <p:cNvSpPr txBox="1"/>
              <p:nvPr/>
            </p:nvSpPr>
            <p:spPr>
              <a:xfrm>
                <a:off x="4966364" y="248631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79D661-F97E-34E2-1E4C-93104F975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64" y="2486311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3B4113-B318-4736-DA06-D9B53D2A70FC}"/>
                  </a:ext>
                </a:extLst>
              </p:cNvPr>
              <p:cNvSpPr txBox="1"/>
              <p:nvPr/>
            </p:nvSpPr>
            <p:spPr>
              <a:xfrm>
                <a:off x="5795420" y="248631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8D37AF-F72B-7CF5-0EBE-4021C5FA7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420" y="2486311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4909A38-62F1-5130-864B-3C1B094FD951}"/>
                  </a:ext>
                </a:extLst>
              </p:cNvPr>
              <p:cNvSpPr txBox="1"/>
              <p:nvPr/>
            </p:nvSpPr>
            <p:spPr>
              <a:xfrm>
                <a:off x="6575708" y="249393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2B6D46-81E1-0AB1-C540-57AC1334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708" y="2493931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57CBD4-D78A-2A24-3879-93D8448FC83C}"/>
                  </a:ext>
                </a:extLst>
              </p:cNvPr>
              <p:cNvSpPr txBox="1"/>
              <p:nvPr/>
            </p:nvSpPr>
            <p:spPr>
              <a:xfrm>
                <a:off x="4130925" y="3831476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0E7D5F-C071-45BD-64BC-DF37B14E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25" y="3831476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FF39D2E-F7D1-826A-B1A1-206358EEA931}"/>
                  </a:ext>
                </a:extLst>
              </p:cNvPr>
              <p:cNvSpPr txBox="1"/>
              <p:nvPr/>
            </p:nvSpPr>
            <p:spPr>
              <a:xfrm>
                <a:off x="4927630" y="3831476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B632317-29DB-938A-B5CF-C1D290ACE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30" y="3831476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333" r="-520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F7475A-DD34-4137-43F9-02BE73A23C57}"/>
                  </a:ext>
                </a:extLst>
              </p:cNvPr>
              <p:cNvSpPr txBox="1"/>
              <p:nvPr/>
            </p:nvSpPr>
            <p:spPr>
              <a:xfrm>
                <a:off x="5701475" y="3831476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A7D2C9-C8C0-77A4-AB7E-734B1E463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75" y="3831476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D58A8F-7BC0-2A97-501A-870F03918117}"/>
                  </a:ext>
                </a:extLst>
              </p:cNvPr>
              <p:cNvSpPr txBox="1"/>
              <p:nvPr/>
            </p:nvSpPr>
            <p:spPr>
              <a:xfrm>
                <a:off x="6521040" y="3831476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1E4A60-A149-9F84-BF5D-032CC02B6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40" y="3831476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CEDBC98-6320-CC59-4104-6DB774770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613249"/>
              </p:ext>
            </p:extLst>
          </p:nvPr>
        </p:nvGraphicFramePr>
        <p:xfrm>
          <a:off x="7957988" y="2862066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E5BF608-4760-F08B-A40B-2769CADD9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743882"/>
              </p:ext>
            </p:extLst>
          </p:nvPr>
        </p:nvGraphicFramePr>
        <p:xfrm>
          <a:off x="7957982" y="4095128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CFE3E1-6CDB-5A0D-75E6-35773E8952C1}"/>
                  </a:ext>
                </a:extLst>
              </p:cNvPr>
              <p:cNvSpPr txBox="1"/>
              <p:nvPr/>
            </p:nvSpPr>
            <p:spPr>
              <a:xfrm>
                <a:off x="8667993" y="2418351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8C3A26C-1E48-ED88-A7F9-D6405974E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993" y="2418351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E560DAD-B521-94FE-BA7D-88CBFE851E64}"/>
              </a:ext>
            </a:extLst>
          </p:cNvPr>
          <p:cNvSpPr txBox="1"/>
          <p:nvPr/>
        </p:nvSpPr>
        <p:spPr>
          <a:xfrm>
            <a:off x="8635869" y="3828428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E1140C-D6B7-E540-E4AF-89FDDBED97CE}"/>
                  </a:ext>
                </a:extLst>
              </p:cNvPr>
              <p:cNvSpPr txBox="1"/>
              <p:nvPr/>
            </p:nvSpPr>
            <p:spPr>
              <a:xfrm>
                <a:off x="9457604" y="2413372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84833-B55F-14EB-D291-9CFDA26C7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604" y="2413372"/>
                <a:ext cx="541330" cy="439223"/>
              </a:xfrm>
              <a:prstGeom prst="rect">
                <a:avLst/>
              </a:prstGeom>
              <a:blipFill>
                <a:blip r:embed="rId16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38EDB7-B655-FBFE-1511-DE104C58E72B}"/>
                  </a:ext>
                </a:extLst>
              </p:cNvPr>
              <p:cNvSpPr txBox="1"/>
              <p:nvPr/>
            </p:nvSpPr>
            <p:spPr>
              <a:xfrm>
                <a:off x="10269128" y="241553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A3ED34-1ED1-F55E-7719-DD7EEE310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9128" y="2415536"/>
                <a:ext cx="541330" cy="439223"/>
              </a:xfrm>
              <a:prstGeom prst="rect">
                <a:avLst/>
              </a:prstGeom>
              <a:blipFill>
                <a:blip r:embed="rId17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7CA427-9A7A-EF3C-7D61-31822B6ACB7F}"/>
                  </a:ext>
                </a:extLst>
              </p:cNvPr>
              <p:cNvSpPr txBox="1"/>
              <p:nvPr/>
            </p:nvSpPr>
            <p:spPr>
              <a:xfrm>
                <a:off x="11046809" y="2415822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353E12-A761-23EC-F6B1-413BF5236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809" y="2415822"/>
                <a:ext cx="541330" cy="439223"/>
              </a:xfrm>
              <a:prstGeom prst="rect">
                <a:avLst/>
              </a:prstGeom>
              <a:blipFill>
                <a:blip r:embed="rId18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968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4DF58-B571-11C4-212C-ADA968DC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E18BE2-4F1C-4CF4-A41E-E0DD7F9E3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186891"/>
              </p:ext>
            </p:extLst>
          </p:nvPr>
        </p:nvGraphicFramePr>
        <p:xfrm>
          <a:off x="266929" y="4098176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4116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5134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520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4473479-028D-75DF-8C68-B7636B71DB68}"/>
              </a:ext>
            </a:extLst>
          </p:cNvPr>
          <p:cNvGrpSpPr/>
          <p:nvPr/>
        </p:nvGrpSpPr>
        <p:grpSpPr>
          <a:xfrm>
            <a:off x="437810" y="3823856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BC756651-A48A-2FAB-1968-47E1529D8FCF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3AB7E38-6381-83BF-829B-ECE61A702BA3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75711DF-B18C-B496-CF8A-8E3C8CC46B09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5A70C7D-19BB-AEBE-4DF3-0A38464A7A5A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BF30C67-7930-2321-D251-892FC6724EF8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B2F6CE-E733-17D8-6845-4ACEC414C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82940"/>
              </p:ext>
            </p:extLst>
          </p:nvPr>
        </p:nvGraphicFramePr>
        <p:xfrm>
          <a:off x="3453044" y="2865114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4468.5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08BBBD6-0544-176B-1E1C-8E9D9BE1C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484661"/>
              </p:ext>
            </p:extLst>
          </p:nvPr>
        </p:nvGraphicFramePr>
        <p:xfrm>
          <a:off x="3453038" y="4098176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3635.5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-352.5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665.5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-234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-3948.5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8BF46A-970E-5EBD-AC0A-BC51A4A3CEBF}"/>
                  </a:ext>
                </a:extLst>
              </p:cNvPr>
              <p:cNvSpPr txBox="1"/>
              <p:nvPr/>
            </p:nvSpPr>
            <p:spPr>
              <a:xfrm>
                <a:off x="4193888" y="248631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8BF46A-970E-5EBD-AC0A-BC51A4A3C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888" y="2486311"/>
                <a:ext cx="499680" cy="369332"/>
              </a:xfrm>
              <a:prstGeom prst="rect">
                <a:avLst/>
              </a:prstGeom>
              <a:blipFill>
                <a:blip r:embed="rId7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79D661-F97E-34E2-1E4C-93104F9757B9}"/>
                  </a:ext>
                </a:extLst>
              </p:cNvPr>
              <p:cNvSpPr txBox="1"/>
              <p:nvPr/>
            </p:nvSpPr>
            <p:spPr>
              <a:xfrm>
                <a:off x="4966364" y="248631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79D661-F97E-34E2-1E4C-93104F975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64" y="2486311"/>
                <a:ext cx="499680" cy="369332"/>
              </a:xfrm>
              <a:prstGeom prst="rect">
                <a:avLst/>
              </a:prstGeom>
              <a:blipFill>
                <a:blip r:embed="rId8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8D37AF-F72B-7CF5-0EBE-4021C5FA7E04}"/>
                  </a:ext>
                </a:extLst>
              </p:cNvPr>
              <p:cNvSpPr txBox="1"/>
              <p:nvPr/>
            </p:nvSpPr>
            <p:spPr>
              <a:xfrm>
                <a:off x="5795420" y="248631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8D37AF-F72B-7CF5-0EBE-4021C5FA7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420" y="2486311"/>
                <a:ext cx="499680" cy="369332"/>
              </a:xfrm>
              <a:prstGeom prst="rect">
                <a:avLst/>
              </a:prstGeom>
              <a:blipFill>
                <a:blip r:embed="rId9"/>
                <a:stretch>
                  <a:fillRect l="-19512" r="-975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2B6D46-81E1-0AB1-C540-57AC13343827}"/>
                  </a:ext>
                </a:extLst>
              </p:cNvPr>
              <p:cNvSpPr txBox="1"/>
              <p:nvPr/>
            </p:nvSpPr>
            <p:spPr>
              <a:xfrm>
                <a:off x="6575708" y="2493931"/>
                <a:ext cx="4996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2B6D46-81E1-0AB1-C540-57AC13343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708" y="2493931"/>
                <a:ext cx="499680" cy="369332"/>
              </a:xfrm>
              <a:prstGeom prst="rect">
                <a:avLst/>
              </a:prstGeom>
              <a:blipFill>
                <a:blip r:embed="rId10"/>
                <a:stretch>
                  <a:fillRect l="-19512" r="-9756" b="-2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0E7D5F-C071-45BD-64BC-DF37B14E5C69}"/>
                  </a:ext>
                </a:extLst>
              </p:cNvPr>
              <p:cNvSpPr txBox="1"/>
              <p:nvPr/>
            </p:nvSpPr>
            <p:spPr>
              <a:xfrm>
                <a:off x="4130925" y="3831476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0E7D5F-C071-45BD-64BC-DF37B14E5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25" y="3831476"/>
                <a:ext cx="582980" cy="223779"/>
              </a:xfrm>
              <a:prstGeom prst="rect">
                <a:avLst/>
              </a:prstGeom>
              <a:blipFill>
                <a:blip r:embed="rId11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B632317-29DB-938A-B5CF-C1D290ACE75E}"/>
                  </a:ext>
                </a:extLst>
              </p:cNvPr>
              <p:cNvSpPr txBox="1"/>
              <p:nvPr/>
            </p:nvSpPr>
            <p:spPr>
              <a:xfrm>
                <a:off x="4927630" y="3831476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B632317-29DB-938A-B5CF-C1D290ACE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30" y="3831476"/>
                <a:ext cx="582980" cy="223779"/>
              </a:xfrm>
              <a:prstGeom prst="rect">
                <a:avLst/>
              </a:prstGeom>
              <a:blipFill>
                <a:blip r:embed="rId12"/>
                <a:stretch>
                  <a:fillRect l="-8333" r="-520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A7D2C9-C8C0-77A4-AB7E-734B1E463A23}"/>
                  </a:ext>
                </a:extLst>
              </p:cNvPr>
              <p:cNvSpPr txBox="1"/>
              <p:nvPr/>
            </p:nvSpPr>
            <p:spPr>
              <a:xfrm>
                <a:off x="5701475" y="3831476"/>
                <a:ext cx="665952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1454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3A7D2C9-C8C0-77A4-AB7E-734B1E463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475" y="3831476"/>
                <a:ext cx="665952" cy="223779"/>
              </a:xfrm>
              <a:prstGeom prst="rect">
                <a:avLst/>
              </a:prstGeom>
              <a:blipFill>
                <a:blip r:embed="rId13"/>
                <a:stretch>
                  <a:fillRect l="-3636" r="-1818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1E4A60-A149-9F84-BF5D-032CC02B6482}"/>
                  </a:ext>
                </a:extLst>
              </p:cNvPr>
              <p:cNvSpPr txBox="1"/>
              <p:nvPr/>
            </p:nvSpPr>
            <p:spPr>
              <a:xfrm>
                <a:off x="6521040" y="3831476"/>
                <a:ext cx="582980" cy="2237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54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1454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54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54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54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B1E4A60-A149-9F84-BF5D-032CC02B6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40" y="3831476"/>
                <a:ext cx="582980" cy="223779"/>
              </a:xfrm>
              <a:prstGeom prst="rect">
                <a:avLst/>
              </a:prstGeom>
              <a:blipFill>
                <a:blip r:embed="rId14"/>
                <a:stretch>
                  <a:fillRect l="-8421" r="-6316" b="-2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2E709B6-46EF-41CB-F72E-88DFD359B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735760"/>
              </p:ext>
            </p:extLst>
          </p:nvPr>
        </p:nvGraphicFramePr>
        <p:xfrm>
          <a:off x="7957988" y="2862066"/>
          <a:ext cx="3763325" cy="56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85">
                  <a:extLst>
                    <a:ext uri="{9D8B030D-6E8A-4147-A177-3AD203B41FA5}">
                      <a16:colId xmlns:a16="http://schemas.microsoft.com/office/drawing/2014/main" val="12700192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9931177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06197144"/>
                    </a:ext>
                  </a:extLst>
                </a:gridCol>
                <a:gridCol w="827288">
                  <a:extLst>
                    <a:ext uri="{9D8B030D-6E8A-4147-A177-3AD203B41FA5}">
                      <a16:colId xmlns:a16="http://schemas.microsoft.com/office/drawing/2014/main" val="307732892"/>
                    </a:ext>
                  </a:extLst>
                </a:gridCol>
                <a:gridCol w="772912">
                  <a:extLst>
                    <a:ext uri="{9D8B030D-6E8A-4147-A177-3AD203B41FA5}">
                      <a16:colId xmlns:a16="http://schemas.microsoft.com/office/drawing/2014/main" val="3152876200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538494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113EC830-34CE-DB9E-DF38-D0AABBF3C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964680"/>
              </p:ext>
            </p:extLst>
          </p:nvPr>
        </p:nvGraphicFramePr>
        <p:xfrm>
          <a:off x="7957982" y="4095128"/>
          <a:ext cx="3763331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814582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8C3A26C-1E48-ED88-A7F9-D6405974ED5C}"/>
                  </a:ext>
                </a:extLst>
              </p:cNvPr>
              <p:cNvSpPr txBox="1"/>
              <p:nvPr/>
            </p:nvSpPr>
            <p:spPr>
              <a:xfrm>
                <a:off x="8667993" y="2418351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8C3A26C-1E48-ED88-A7F9-D6405974E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993" y="2418351"/>
                <a:ext cx="541330" cy="439223"/>
              </a:xfrm>
              <a:prstGeom prst="rect">
                <a:avLst/>
              </a:prstGeom>
              <a:blipFill>
                <a:blip r:embed="rId15"/>
                <a:stretch>
                  <a:fillRect l="-12360" r="-11236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B60ACEBF-242E-8F3E-EF7F-6D002B7A8E34}"/>
              </a:ext>
            </a:extLst>
          </p:cNvPr>
          <p:cNvSpPr txBox="1"/>
          <p:nvPr/>
        </p:nvSpPr>
        <p:spPr>
          <a:xfrm>
            <a:off x="8635869" y="3828428"/>
            <a:ext cx="65" cy="2237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>
            <a:spAutoFit/>
          </a:bodyPr>
          <a:lstStyle/>
          <a:p>
            <a:endParaRPr lang="en-US" sz="1454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84833-B55F-14EB-D291-9CFDA26C7E9F}"/>
                  </a:ext>
                </a:extLst>
              </p:cNvPr>
              <p:cNvSpPr txBox="1"/>
              <p:nvPr/>
            </p:nvSpPr>
            <p:spPr>
              <a:xfrm>
                <a:off x="9457604" y="2413372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84833-B55F-14EB-D291-9CFDA26C7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7604" y="2413372"/>
                <a:ext cx="541330" cy="439223"/>
              </a:xfrm>
              <a:prstGeom prst="rect">
                <a:avLst/>
              </a:prstGeom>
              <a:blipFill>
                <a:blip r:embed="rId16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A3ED34-1ED1-F55E-7719-DD7EEE31027F}"/>
                  </a:ext>
                </a:extLst>
              </p:cNvPr>
              <p:cNvSpPr txBox="1"/>
              <p:nvPr/>
            </p:nvSpPr>
            <p:spPr>
              <a:xfrm>
                <a:off x="10269128" y="2415536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A3ED34-1ED1-F55E-7719-DD7EEE310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9128" y="2415536"/>
                <a:ext cx="541330" cy="439223"/>
              </a:xfrm>
              <a:prstGeom prst="rect">
                <a:avLst/>
              </a:prstGeom>
              <a:blipFill>
                <a:blip r:embed="rId17"/>
                <a:stretch>
                  <a:fillRect l="-12500" r="-1250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353E12-A761-23EC-F6B1-413BF5236108}"/>
                  </a:ext>
                </a:extLst>
              </p:cNvPr>
              <p:cNvSpPr txBox="1"/>
              <p:nvPr/>
            </p:nvSpPr>
            <p:spPr>
              <a:xfrm>
                <a:off x="11046809" y="2415822"/>
                <a:ext cx="541330" cy="4392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𝒓𝒂𝒏𝒈𝒆</m:t>
                      </m:r>
                    </m:oMath>
                  </m:oMathPara>
                </a14:m>
                <a:endParaRPr lang="en-US" sz="1400" b="1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54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454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sz="1454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D353E12-A761-23EC-F6B1-413BF5236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6809" y="2415822"/>
                <a:ext cx="541330" cy="439223"/>
              </a:xfrm>
              <a:prstGeom prst="rect">
                <a:avLst/>
              </a:prstGeom>
              <a:blipFill>
                <a:blip r:embed="rId18"/>
                <a:stretch>
                  <a:fillRect l="-11236" r="-12360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5054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389CEB-2F71-8F97-285D-08EEF7C97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88147"/>
              </p:ext>
            </p:extLst>
          </p:nvPr>
        </p:nvGraphicFramePr>
        <p:xfrm>
          <a:off x="591393" y="1807260"/>
          <a:ext cx="2818445" cy="227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89">
                  <a:extLst>
                    <a:ext uri="{9D8B030D-6E8A-4147-A177-3AD203B41FA5}">
                      <a16:colId xmlns:a16="http://schemas.microsoft.com/office/drawing/2014/main" val="396831930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682080308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882325814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3951841516"/>
                    </a:ext>
                  </a:extLst>
                </a:gridCol>
                <a:gridCol w="563689">
                  <a:extLst>
                    <a:ext uri="{9D8B030D-6E8A-4147-A177-3AD203B41FA5}">
                      <a16:colId xmlns:a16="http://schemas.microsoft.com/office/drawing/2014/main" val="2583752534"/>
                    </a:ext>
                  </a:extLst>
                </a:gridCol>
              </a:tblGrid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8104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450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261613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4116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38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640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78732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5134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130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052880"/>
                  </a:ext>
                </a:extLst>
              </a:tr>
              <a:tr h="56993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520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21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236</a:t>
                      </a:r>
                    </a:p>
                  </a:txBody>
                  <a:tcPr marL="22167" marR="22167" marT="11084" marB="110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484250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7F728422-7BB5-03E8-748B-1C73526FEC7F}"/>
              </a:ext>
            </a:extLst>
          </p:cNvPr>
          <p:cNvGrpSpPr/>
          <p:nvPr/>
        </p:nvGrpSpPr>
        <p:grpSpPr>
          <a:xfrm>
            <a:off x="762274" y="1532940"/>
            <a:ext cx="2478135" cy="223779"/>
            <a:chOff x="2639761" y="1328107"/>
            <a:chExt cx="2478135" cy="2237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194C6B4-D115-2EA1-5428-5616517386B7}"/>
                    </a:ext>
                  </a:extLst>
                </p:cNvPr>
                <p:cNvSpPr txBox="1"/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075B10CE-8561-F08E-43C7-80648F563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1056" y="1328107"/>
                  <a:ext cx="235385" cy="223779"/>
                </a:xfrm>
                <a:prstGeom prst="rect">
                  <a:avLst/>
                </a:prstGeom>
                <a:blipFill>
                  <a:blip r:embed="rId2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BC34BBD-39C9-C8EF-F511-405E058CAC19}"/>
                    </a:ext>
                  </a:extLst>
                </p:cNvPr>
                <p:cNvSpPr txBox="1"/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946022C-1183-187C-53F1-D48119F65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1541" y="1328107"/>
                  <a:ext cx="235385" cy="223779"/>
                </a:xfrm>
                <a:prstGeom prst="rect">
                  <a:avLst/>
                </a:prstGeom>
                <a:blipFill>
                  <a:blip r:embed="rId3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4C4638-4A30-65A3-136C-8353203452F9}"/>
                    </a:ext>
                  </a:extLst>
                </p:cNvPr>
                <p:cNvSpPr txBox="1"/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34BEEB3-63A2-52C5-10BD-D7CCE535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2026" y="1328107"/>
                  <a:ext cx="235385" cy="223779"/>
                </a:xfrm>
                <a:prstGeom prst="rect">
                  <a:avLst/>
                </a:prstGeom>
                <a:blipFill>
                  <a:blip r:embed="rId4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652C22B-F58A-7C18-06B5-552913BB19B3}"/>
                    </a:ext>
                  </a:extLst>
                </p:cNvPr>
                <p:cNvSpPr txBox="1"/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8832368-473E-D9C2-D42E-68AEC6C3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2511" y="1328107"/>
                  <a:ext cx="235385" cy="223779"/>
                </a:xfrm>
                <a:prstGeom prst="rect">
                  <a:avLst/>
                </a:prstGeom>
                <a:blipFill>
                  <a:blip r:embed="rId5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C1E6BC-0E21-B1D2-E635-CF0977843FD6}"/>
                    </a:ext>
                  </a:extLst>
                </p:cNvPr>
                <p:cNvSpPr txBox="1"/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54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54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454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CD6C7F1-6387-B6EE-6E6F-7D665D596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761" y="1328107"/>
                  <a:ext cx="235385" cy="223779"/>
                </a:xfrm>
                <a:prstGeom prst="rect">
                  <a:avLst/>
                </a:prstGeom>
                <a:blipFill>
                  <a:blip r:embed="rId6"/>
                  <a:stretch>
                    <a:fillRect l="-12821" r="-5128" b="-135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23677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1566</Words>
  <Application>Microsoft Office PowerPoint</Application>
  <PresentationFormat>Widescreen</PresentationFormat>
  <Paragraphs>1315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Mr.Hafeez Anwar</dc:creator>
  <cp:lastModifiedBy>Mr.Hafeez Anwar</cp:lastModifiedBy>
  <cp:revision>7</cp:revision>
  <cp:lastPrinted>2025-09-12T05:03:04Z</cp:lastPrinted>
  <dcterms:created xsi:type="dcterms:W3CDTF">2025-02-06T07:59:35Z</dcterms:created>
  <dcterms:modified xsi:type="dcterms:W3CDTF">2025-09-12T05:08:56Z</dcterms:modified>
</cp:coreProperties>
</file>