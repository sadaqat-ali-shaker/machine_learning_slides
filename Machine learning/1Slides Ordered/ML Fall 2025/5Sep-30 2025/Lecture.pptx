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ink/ink1.xml" ContentType="application/inkml+xml"/>
  <Override PartName="/ppt/tags/tag4.xml" ContentType="application/vnd.openxmlformats-officedocument.presentationml.tags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5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ink/ink6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7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ink/ink8.xml" ContentType="application/inkml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ink/ink9.xml" ContentType="application/inkml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ink/ink10.xml" ContentType="application/inkml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ink/ink11.xml" ContentType="application/inkml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ink/ink12.xml" ContentType="application/inkml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notesSlides/notesSlide4.xml" ContentType="application/vnd.openxmlformats-officedocument.presentationml.notesSlide+xml"/>
  <Override PartName="/ppt/ink/ink45.xml" ContentType="application/inkml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ink/ink46.xml" ContentType="application/inkml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ink/ink47.xml" ContentType="application/inkml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ink/ink48.xml" ContentType="application/inkml+xml"/>
  <Override PartName="/ppt/notesSlides/notesSlide5.xml" ContentType="application/vnd.openxmlformats-officedocument.presentationml.notesSlide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ink/ink49.xml" ContentType="application/inkml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ink/ink50.xml" ContentType="application/inkml+xml"/>
  <Override PartName="/ppt/ink/ink51.xml" ContentType="application/inkml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ink/ink52.xml" ContentType="application/inkml+xml"/>
  <Override PartName="/ppt/notesSlides/notesSlide6.xml" ContentType="application/vnd.openxmlformats-officedocument.presentationml.notesSlide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ink/ink53.xml" ContentType="application/inkml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ink/ink54.xml" ContentType="application/inkml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ink/ink55.xml" ContentType="application/inkml+xml"/>
  <Override PartName="/ppt/ink/ink56.xml" ContentType="application/inkml+xml"/>
  <Override PartName="/ppt/notesSlides/notesSlide7.xml" ContentType="application/vnd.openxmlformats-officedocument.presentationml.notesSlide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ink/ink57.xml" ContentType="application/inkml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ink/ink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115"/>
  </p:notesMasterIdLst>
  <p:sldIdLst>
    <p:sldId id="460" r:id="rId5"/>
    <p:sldId id="501" r:id="rId6"/>
    <p:sldId id="503" r:id="rId7"/>
    <p:sldId id="502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6" r:id="rId19"/>
    <p:sldId id="517" r:id="rId20"/>
    <p:sldId id="515" r:id="rId21"/>
    <p:sldId id="518" r:id="rId22"/>
    <p:sldId id="519" r:id="rId23"/>
    <p:sldId id="521" r:id="rId24"/>
    <p:sldId id="468" r:id="rId25"/>
    <p:sldId id="522" r:id="rId26"/>
    <p:sldId id="523" r:id="rId27"/>
    <p:sldId id="524" r:id="rId28"/>
    <p:sldId id="525" r:id="rId29"/>
    <p:sldId id="474" r:id="rId30"/>
    <p:sldId id="526" r:id="rId31"/>
    <p:sldId id="527" r:id="rId32"/>
    <p:sldId id="528" r:id="rId33"/>
    <p:sldId id="531" r:id="rId34"/>
    <p:sldId id="532" r:id="rId35"/>
    <p:sldId id="533" r:id="rId36"/>
    <p:sldId id="534" r:id="rId37"/>
    <p:sldId id="535" r:id="rId38"/>
    <p:sldId id="536" r:id="rId39"/>
    <p:sldId id="537" r:id="rId40"/>
    <p:sldId id="541" r:id="rId41"/>
    <p:sldId id="538" r:id="rId42"/>
    <p:sldId id="539" r:id="rId43"/>
    <p:sldId id="542" r:id="rId44"/>
    <p:sldId id="543" r:id="rId45"/>
    <p:sldId id="544" r:id="rId46"/>
    <p:sldId id="530" r:id="rId47"/>
    <p:sldId id="529" r:id="rId48"/>
    <p:sldId id="547" r:id="rId49"/>
    <p:sldId id="549" r:id="rId50"/>
    <p:sldId id="551" r:id="rId51"/>
    <p:sldId id="554" r:id="rId52"/>
    <p:sldId id="555" r:id="rId53"/>
    <p:sldId id="556" r:id="rId54"/>
    <p:sldId id="559" r:id="rId55"/>
    <p:sldId id="560" r:id="rId56"/>
    <p:sldId id="561" r:id="rId57"/>
    <p:sldId id="601" r:id="rId58"/>
    <p:sldId id="602" r:id="rId59"/>
    <p:sldId id="603" r:id="rId60"/>
    <p:sldId id="562" r:id="rId61"/>
    <p:sldId id="563" r:id="rId62"/>
    <p:sldId id="564" r:id="rId63"/>
    <p:sldId id="565" r:id="rId64"/>
    <p:sldId id="566" r:id="rId65"/>
    <p:sldId id="567" r:id="rId66"/>
    <p:sldId id="568" r:id="rId67"/>
    <p:sldId id="569" r:id="rId68"/>
    <p:sldId id="571" r:id="rId69"/>
    <p:sldId id="570" r:id="rId70"/>
    <p:sldId id="572" r:id="rId71"/>
    <p:sldId id="573" r:id="rId72"/>
    <p:sldId id="574" r:id="rId73"/>
    <p:sldId id="575" r:id="rId74"/>
    <p:sldId id="576" r:id="rId75"/>
    <p:sldId id="578" r:id="rId76"/>
    <p:sldId id="579" r:id="rId77"/>
    <p:sldId id="580" r:id="rId78"/>
    <p:sldId id="581" r:id="rId79"/>
    <p:sldId id="582" r:id="rId80"/>
    <p:sldId id="583" r:id="rId81"/>
    <p:sldId id="584" r:id="rId82"/>
    <p:sldId id="585" r:id="rId83"/>
    <p:sldId id="586" r:id="rId84"/>
    <p:sldId id="587" r:id="rId85"/>
    <p:sldId id="588" r:id="rId86"/>
    <p:sldId id="589" r:id="rId87"/>
    <p:sldId id="590" r:id="rId88"/>
    <p:sldId id="591" r:id="rId89"/>
    <p:sldId id="592" r:id="rId90"/>
    <p:sldId id="593" r:id="rId91"/>
    <p:sldId id="596" r:id="rId92"/>
    <p:sldId id="595" r:id="rId93"/>
    <p:sldId id="597" r:id="rId94"/>
    <p:sldId id="598" r:id="rId95"/>
    <p:sldId id="599" r:id="rId96"/>
    <p:sldId id="600" r:id="rId97"/>
    <p:sldId id="604" r:id="rId98"/>
    <p:sldId id="481" r:id="rId99"/>
    <p:sldId id="483" r:id="rId100"/>
    <p:sldId id="482" r:id="rId101"/>
    <p:sldId id="484" r:id="rId102"/>
    <p:sldId id="486" r:id="rId103"/>
    <p:sldId id="487" r:id="rId104"/>
    <p:sldId id="488" r:id="rId105"/>
    <p:sldId id="489" r:id="rId106"/>
    <p:sldId id="491" r:id="rId107"/>
    <p:sldId id="492" r:id="rId108"/>
    <p:sldId id="493" r:id="rId109"/>
    <p:sldId id="494" r:id="rId110"/>
    <p:sldId id="495" r:id="rId111"/>
    <p:sldId id="498" r:id="rId112"/>
    <p:sldId id="499" r:id="rId113"/>
    <p:sldId id="500" r:id="rId114"/>
  </p:sldIdLst>
  <p:sldSz cx="9144000" cy="5143500" type="screen16x9"/>
  <p:notesSz cx="6858000" cy="9144000"/>
  <p:custDataLst>
    <p:tags r:id="rId1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00FF"/>
    <a:srgbClr val="FF0000"/>
    <a:srgbClr val="FF00FF"/>
    <a:srgbClr val="993366"/>
    <a:srgbClr val="00FF00"/>
    <a:srgbClr val="DBEEF4"/>
    <a:srgbClr val="00FFCC"/>
    <a:srgbClr val="99FF66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983" autoAdjust="0"/>
    <p:restoredTop sz="58970" autoAdjust="0"/>
  </p:normalViewPr>
  <p:slideViewPr>
    <p:cSldViewPr>
      <p:cViewPr varScale="1">
        <p:scale>
          <a:sx n="120" d="100"/>
          <a:sy n="120" d="100"/>
        </p:scale>
        <p:origin x="96" y="540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40:48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0 597 24264,'5964'-464'0,"-6291"331"0,654 266 0,-629 49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40:58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 24575,'2'29'0,"-3"0"0,0 0 0,-1 1 0,-2-1 0,-2-1 0,0 1 0,-18 49 0,13-48 0,1 0 0,2 0 0,0 1 0,3 0 0,-4 51 0,10 163 0,3-100 0,-4 322 0,2-437 0,2 0 0,1-1 0,16 57 0,-13-57 0,4 7 0,18 41 0,-20-55 0,-1 0 0,-1 0 0,-1 1 0,-1 0 0,5 43 0,-11-57 0,0 0 0,1 0 0,0 0 0,0 0 0,1 0 0,0 0 0,1 0 0,-1-1 0,2 1 0,-1-1 0,1 0 0,1 0 0,-1 0 0,1 0 0,7 7 0,3 5 0,-2 0 0,0 2 0,-1-1 0,-1 2 0,0-1 0,8 34 0,-11-33 0,0-1 0,1 0 0,1-1 0,1 0 0,1 0 0,1-1 0,16 19 0,16 13-166,16 17 273,-10-31-5701,-34-27 5373,0 2 0,-2 0-1,1 0 1,-2 2 0,20 23 0,37 35 7201,-47-56-6980,0-1 0,1 0 0,1-2 0,29 12 0,34 19 0,159 70 0,-166-80 0,114 42 0,-103-47 0,203 55 0,-236-70 0,86 36 0,39 10 0,476 85 0,-503-115 0,293 45 0,-317-55 0,50 4 0,268 27 0,-423-48 0,253 22 0,25 3 0,13-3 0,-129-16 0,394 34 0,-18-33 0,-338-14 0,1294 3 0,-1044-36 0,-179 7 0,83-12 0,-330 34 0,553-67 0,-408 39 0,-1-9 0,262-96 0,-80 3 0,-312 115 0,-26 9 0,50-23 0,-9 6 0,-13 6 0,76-26 0,-97 35 0,-1-1 0,60-30 0,-105 44 0,16-6 0,0-2 0,-1 0 0,0-1 0,-1-1 0,-1 0 0,24-24 0,-38 36 0,0-1 0,-1 1 0,1-1 0,-1 1 0,1-1 0,-1 1 0,1-1 0,-1 1 0,1-1 0,-1 1 0,0-1 0,1 0 0,-1 1 0,0-1 0,0 0 0,1 1 0,-1-1 0,0 0 0,0 1 0,0-1 0,0 0 0,0 1 0,0-1 0,0 0 0,0 1 0,0-1 0,0 0 0,0 0 0,0 1 0,0-1 0,-1 0 0,1 1 0,0-1 0,-1 0 0,1 1 0,0-1 0,-1 1 0,1-1 0,0 1 0,-1-1 0,1 0 0,-1 1 0,0 0 0,1-1 0,-1 1 0,1-1 0,-1 1 0,1 0 0,-1-1 0,0 1 0,1 0 0,-1 0 0,0-1 0,1 1 0,-1 0 0,0 0 0,0 0 0,1 0 0,-1 0 0,-1 0 0,-54-4 0,48 4 0,-283 2 0,349-3 0,301 3 0,-355-2 0,0 0 0,1 0 0,-1 0 0,0 1 0,0 0 0,0 0 0,0 0 0,0 0 0,0 0 0,0 1 0,0 0 0,0 0 0,-1 0 0,1 0 0,-1 1 0,1-1 0,4 6 0,-5-4 0,-1 0 0,0 0 0,0 1 0,0-1 0,-1 1 0,1-1 0,-1 1 0,0 0 0,0-1 0,-1 1 0,1 0 0,-1 0 0,0-1 0,0 1 0,-2 6 0,1 20 0,1-20 0,0 0 0,-1 0 0,0 0 0,-1 0 0,0 0 0,-1 0 0,0 0 0,-9 19 0,5-17-117,6-9 34,-1 0 0,0-1 0,0 1-1,0-1 1,0 1 0,-1-1 0,0 0-1,1 0 1,-1 0 0,0 0 0,0 0 0,-1-1-1,1 0 1,-5 4 0,-14 2-6743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33.9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24575,'11'2'0,"1"1"0,-1-1 0,1 2 0,-1 0 0,0 0 0,-1 1 0,18 10 0,13 5 0,50 18 0,0-4 0,137 32 0,-82-37 0,1-7 0,1-6 0,232-4 0,-348-12 0,-1-2 0,0-1 0,0-1 0,0-2 0,0-1 0,-1-2 0,38-15 0,275-134 0,-154 70-1365,-169 79-5461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35.7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24575,'11'0'0,"10"0"0,6 0 0,5 0 0,-3 4 0,-6 5 0,-7 4 0,-6 3 0,-6 4 0,-2 0 0,-2-2-8191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0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1 234 24575,'6'2'0,"1"-1"0,-1 1 0,0 0 0,0 1 0,0 0 0,0-1 0,-1 2 0,1-1 0,-1 1 0,6 5 0,19 10 0,91 48 0,-15-7 0,184 75 0,197 19 0,-444-142 0,286 63 0,389 2 0,-327-76 0,-343-5 0,0-3 0,0-1 0,-1-3 0,69-24 0,178-88 0,-35 13 0,-169 70 0,-58 25 0,46-17 0,-9 7 0,91-47 0,-4 1 0,-57 26 0,132-82 0,-153 82 0,-36 24 0,1 2 0,81-24 0,-89 31 0,-34 12 5,1-1 1,-1 0-1,0 1 0,1-1 0,-1 1 0,1 0 1,-1 0-1,1-1 0,-1 1 0,1 0 1,-1 0-1,1 0 0,-1 0 0,1 1 0,0-1 1,-1 0-1,0 1 0,1-1 0,-1 1 0,1-1 1,-1 1-1,2 1 0,-2-1-92,0 1-1,0-1 1,0 1 0,0 0-1,0 0 1,0-1 0,-1 1-1,1 0 1,-1 0-1,1 0 1,-1 0 0,0 0-1,1 0 1,-1-1 0,0 1-1,-1 4 1,1 11-6739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2.6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24575,'7'0'0,"10"4"0,9 1 0,0 3 0,6 0 0,6-1 0,-5 2 0,-7 3 0,-8 3 0,-8 2 0,-4 3 0,-12-3 0,-4 0 0,0 0 0,1 1 0,-9-3 0,-1 0 0,3-2-8191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7.0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1 367 24575,'1'8'0,"0"-1"0,1 1 0,-1-1 0,2 0 0,-1 0 0,1 0 0,0 0 0,0 0 0,1 0 0,0-1 0,0 0 0,1 0 0,7 8 0,4 3 0,0 0 0,1-1 0,23 15 0,52 30 0,-57-40 0,64 51 0,-59-41 0,2-1 0,88 46 0,2 2 0,-65-40 0,2-4 0,1-2 0,129 40 0,-98-42 0,148 26 0,106-6 0,-259-39 0,316 23 0,-151-13 0,-2 1 0,-134-21 0,49 2 0,203-22 0,163-75 0,-482 83 0,317-92 0,-170 41 0,20-16 0,-149 49 0,99-44 0,15-5 0,11 6 0,-86 31 0,47-20 0,53-24 0,-116 48 0,74-28 0,206-87 0,-330 126 0,50-36 0,-6 4 0,-76 48-104,165-87-1157,-158 86-5565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8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24575,'7'0'0,"10"0"0,9 4 0,7 1 0,6-1 0,-5 3 0,-7 4 0,-9 4 0,-14-1 0,-8 0 0,-11 3 0,-2 1 0,1 1 0,4 1 0,-4-2 0,1-6-8191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55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4 421 24575,'-2'67'0,"1"-25"0,5 61 0,-2-93 0,0 0 0,1 0 0,0 0 0,0 0 0,1-1 0,0 0 0,1 0 0,0 0 0,1 0 0,-1-1 0,2 0 0,-1 0 0,12 11 0,10 5 0,0 0 0,46 27 0,-27-18 0,21 6 0,-52-31 0,-1 0 0,0 2 0,0-1 0,22 20 0,-13-10 0,0-1 0,2-1 0,0-2 0,0 0 0,1-2 0,53 18 0,38 20 0,-50-20 0,144 44 0,-189-67 0,253 94 0,-132-58 0,188 32 0,-105-40 0,314 11 0,-342-36 0,134 3 0,763-15 0,-897-11 0,-86 3 0,124-24 0,-170 21 0,509-84 0,-30-12 0,-174 18 0,-337 80 0,0-1 0,37-19 0,-35 15 0,53-17 0,421-135 0,-186 54 0,193-65 0,-275 78 0,-72 26 0,75-10 0,-162 47 0,-64 27 0,1 0 0,0 1 0,34-8 0,21-5 0,147-65 0,-112 40 0,69-39 0,-63 26 0,0 6-1365,-86 39-5461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56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0 0,7 0 0,7 0 0,-3 4 0,-7 4 0,-15 5 0,-10 4 0,-12-2 0,-4 1 0,1 1 0,-5 2 0,1-3-8191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45.9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91 24575,'13'1'0,"0"0"0,0 1 0,0 0 0,0 1 0,0 0 0,22 10 0,72 40 0,-76-36 0,1-1 0,34 11 0,-7-6 0,-22-8 0,1-1 0,75 14 0,334 20 0,-363-42 0,0-4 0,0-3 0,113-20 0,-118 4 0,0-3 0,146-62 0,54-20 133,-45 18-1631,-211 76-5328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47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24575,'40'1'0,"45"5"0,-74-4 0,0-1 0,0 1 0,0 1 0,0 0 0,-1 1 0,1 0 0,-1 0 0,18 12 0,-27-15 0,0 0 0,0-1 0,0 2 0,-1-1 0,1 0 0,0 0 0,-1 0 0,1 0 0,0 0 0,-1 1 0,1-1 0,-1 0 0,0 0 0,1 1 0,-1-1 0,0 0 0,0 1 0,0-1 0,0 0 0,0 1 0,0-1 0,0 0 0,0 1 0,-1-1 0,0 2 0,-16 40 0,6-17 0,7-7-108,-5 16 342,8-34-302,0 0 0,0 1 0,0-1 1,0 0-1,0 0 0,0 0 0,0 0 1,0 0-1,0 0 0,0 0 0,-1 0 1,1 0-1,0 0 0,-1-1 0,1 1 1,0-1-1,-1 1 0,1-1 0,-1 1 0,1-1 1,-3 1-1,-13-1-6758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1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1 159 24575,'9'2'0,"0"-1"0,0 1 0,0 1 0,-1 0 0,1 0 0,-1 1 0,15 8 0,20 7 0,447 114 0,-408-114 0,234 58 0,-112-31 0,231 24 0,-320-55 0,0-4 0,157-6 0,25 2 0,27 9-177,164-20-10210,-434 1 11707,0-3 1,-1-1-1,0-3 1,0-3 0,-1-1-1,-1-3 1,91-43-1,330-167-1320,-332 177 0,-45 5 0,139-59 0,-152 68-1365,-55 26-5461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3.0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0 0,7 0 0,7 0 0,-3 4 0,-7 4 0,-9 5 0,-6 4 0,-5 2 0,-4 2 0,-2 1 0,-2 0 0,1-4-8191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6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1 299 24575,'0'3'0,"1"0"0,0-1 0,-1 1 0,1-1 0,0 0 0,0 1 0,1-1 0,-1 0 0,0 1 0,1-1 0,0 0 0,-1 0 0,1 0 0,3 2 0,33 29 0,-27-25 0,27 20 0,1-2 0,1-2 0,48 22 0,58 34 0,-109-59 0,0-1 0,80 30 0,91 16 0,-84-29 0,464 110 0,-401-106 0,184 30 0,-129-34 0,-102-14 0,198 9 0,-4-11 0,-203-20 0,515-3 0,-533-8 0,128-28 0,-144 21 0,80-21 0,-2-8 0,284-115 0,-142 44 0,-183 63 0,-31 10 0,15-1 0,122-44 0,-168 68 0,-22 7 0,79-34 0,-36 10 0,167-44 0,-189 59 0,87-41 0,9-3 0,115-51-1365,-259 107-5461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8.1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24575,'31'0'0,"58"1"0,-84 0 0,0-1 0,1 1 0,-1 0 0,0 0 0,0 1 0,0 0 0,0 0 0,0 0 0,0 0 0,0 1 0,-1 0 0,8 5 0,-11-6 0,0-1 0,0 0 0,-1 0 0,1 1 0,-1-1 0,1 0 0,-1 1 0,1-1 0,-1 1 0,0-1 0,0 0 0,1 1 0,-1-1 0,0 1 0,0-1 0,-1 1 0,1-1 0,0 1 0,0-1 0,-1 0 0,1 1 0,-1-1 0,1 0 0,-1 1 0,0-1 0,1 0 0,-1 1 0,-1 1 0,-31 40 0,23-30 0,4-5-195,0-1 0,-1 1 0,0-1 0,0 0 0,-1-1 0,-16 12 0,7-7-6631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6:01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1 413 24575,'2'5'0,"0"0"0,0-1 0,1 1 0,0-1 0,-1 1 0,2-1 0,-1 0 0,0 0 0,1-1 0,0 1 0,0-1 0,6 5 0,3 4 0,19 21 0,2-1 0,0-2 0,3-1 0,0-2 0,2-2 0,0-1 0,79 34 0,-91-45 0,0 0 0,-1 2 0,31 23 0,-30-20 0,0-1 0,42 20 0,77 18 0,154 36 0,-70-24 0,-119-32 0,417 113 0,347-4 0,-382-83 0,137-39 0,-291-21-511,266-3-7327,-216-44 9430,-218 20 4035,-9 6-4434,260-44-1256,-171 13 63,290-67 0,-235 41 0,196-54 0,-84-12 0,-288 96 0,403-170 0,-75 18 0,-226 88 0,277-116 0,-455 201-1365,-40 16-5461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6:03.5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24575,'13'0'0,"-1"0"0,1 1 0,0 1 0,0 0 0,-1 0 0,1 2 0,23 8 0,-33-11 0,0 1 0,0 0 0,1 0 0,-1 0 0,0 0 0,-1 0 0,1 1 0,0-1 0,-1 1 0,1 0 0,-1 0 0,0 0 0,0 0 0,0 0 0,-1 0 0,1 0 0,-1 1 0,1-1 0,-1 1 0,0-1 0,0 1 0,-1-1 0,1 1 0,-1 0 0,0-1 0,0 1 0,0-1 0,0 1 0,0 0 0,-1-1 0,0 1 0,-1 3 0,-1 2 0,-1-1 0,0 1 0,0-1 0,-1 0 0,0 0 0,0-1 0,-1 0 0,-10 11 0,-5 8 0,18-22-91,-1-1 0,1 0 0,0 1 0,-1-1 0,0-1 0,0 1 0,0 0 0,0-1 0,0 0 0,-1 0 0,1 0 0,-1-1 0,1 1 0,-7 0 0,-17 3-6735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3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94 24575,'225'131'0,"-160"-92"0,-5 0 0,-33-21 0,0 0 0,2-2 0,39 16 0,147 49 0,-91-45 0,-20-6 0,-25-7 0,145 21 0,-102-23 0,-7-3 0,2-4 0,176-2 0,57-11 0,182-3 0,-484-2 0,0-3 0,62-15 0,25-4 0,-55 10 0,0-3 0,90-34 0,-152 47 0,108-46 0,-81 31 0,52-16 0,95-35 0,-190 71 0,352-147 0,-279 121 0,-48 19 0,-1-2 0,40-20 0,11-4 0,-58 26 0,0 0 0,0 0 0,19-14 0,-16 8-1365,-2 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6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 4 24575,'98'0'0,"-59"0"0,-35 0 0,-13 0 0,-59-1 0,33-1 0,0 2 0,-66 7 0,101-7 0,0 0 0,1 0 0,-1 1 0,0-1 0,0 0 0,0 0 0,0 0 0,0 0 0,0 0 0,0 0 0,0 1 0,1-1 0,-1 0 0,0 0 0,0 0 0,0 0 0,0 0 0,0 1 0,0-1 0,0 0 0,0 0 0,0 0 0,0 0 0,0 1 0,0-1 0,0 0 0,0 0 0,0 0 0,0 0 0,0 1 0,0-1 0,-1 0 0,1 0 0,0 0 0,0 0 0,0 0 0,0 1 0,0-1 0,0 0 0,0 0 0,0 0 0,-1 0 0,1 0 0,0 0 0,0 0 0,0 0 0,0 1 0,0-1 0,-1 0 0,1 0 0,0 0 0,0 0 0,0 0 0,0 0 0,0 0 0,-1 0 0,1 0 0,0 0 0,0 0 0,0 0 0,0 0 0,-1 0 0,1 0 0,0 0 0,0 0 0,0 0 0,20 9 0,30 5 0,-26-12 0,-16-2 0,-1 1 0,1-1 0,-1 2 0,1-1 0,-1 1 0,0 0 0,1 0 0,-1 0 0,0 1 0,0 1 0,-1-1 0,11 7 0,-17-9 3,1 1 1,-1-1-1,1 0 0,-1 0 0,1 0 0,-1 0 0,0 1 0,1-1 0,-1 0 1,0 0-1,0 1 0,0-1 0,0 0 0,0 0 0,0 1 0,0-1 1,-1 0-1,1 0 0,0 1 0,-1-1 0,1 0 0,-1 0 0,1 0 0,-1 0 1,1 1-1,-1-1 0,0 0 0,0 0 0,0 0 0,1-1 0,-1 1 1,0 0-1,0 0 0,0 0 0,0-1 0,0 1 0,-2 1 0,-41 23-1487,18-17-5342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38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 24575,'16'2'0,"0"0"0,-1 1 0,1 0 0,-1 2 0,1-1 0,26 14 0,42 12 0,-28-16 0,16 6 0,0-4 0,1-2 0,121 5 0,-82-19 0,-10-2 0,119 15 0,-93-3 0,236-12 0,-309-3 0,1-2 0,81-21 0,104-44 0,-122 23-1365,-87 38-5461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0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24575,'46'1'0,"66"9"0,-94-7 0,1 0 0,-2 1 0,1 1 0,0 1 0,-1 1 0,23 11 0,-39-17 0,0-1 0,0 1 0,0-1 0,0 1 0,0-1 0,-1 1 0,1 0 0,0-1 0,0 1 0,-1 0 0,1 0 0,0 0 0,-1-1 0,1 1 0,-1 0 0,1 0 0,-1 0 0,0 0 0,1 0 0,-1 0 0,0 0 0,0 0 0,1 0 0,-1 0 0,0 0 0,0 0 0,0 0 0,0 0 0,0 0 0,-1 0 0,1 0 0,0 0 0,0 0 0,-1 0 0,1 0 0,0 0 0,-2 1 0,-27 35 0,9-13 0,15-14-105,4-7 15,-1 0 0,1 0 0,0-1 0,-1 1 0,0 0 0,1-1 0,-1 1 0,0-1 0,0 0 0,-1 1 0,1-1 0,0 0 0,-5 2 0,-12 5-6736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9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1 239 24575,'83'53'0,"-31"-18"0,47 27 0,207 118 0,284 75 0,22-56 0,-220-118 0,-197-47 0,32 1 0,-78-13 0,119 2 0,-91-11 0,708 12 0,-633-27 0,-167 0 0,0-4 0,101-21 0,163-53 0,-292 66 0,-49 12-175,196-54 385,-117 22-5898,-60 22 5142,236-111-39,-74 21 7742,130-70-7530,-182 87 373,27-14 0,262-132 0,-387 209-111,308-155-1143,-322 166-5572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1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4 0,7 1 0,7-1 0,-3 3 0,0 1 0,-6 2 0,-14 3 0,-17-1 0,-7 2 0,-3 1 0,-5 2 0,0 2 0,-3-2 0,1-1 0,4-3-8191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5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1 387 24575,'28'16'0,"47"37"0,-10-7 0,376 188 0,-236-134 0,21 4 0,271 83 0,-476-180 0,169 50 0,225 38 0,-190-48 0,81 1 0,-219-37 0,501 53 0,-497-56 0,318 18 0,-29-25 0,421-4 0,-602-11 0,250-51 0,-384 54 0,424-86 0,-291 53 0,149-43 0,-204 40 0,332-122 0,-40-30 0,-116 51 0,-207 107 0,-70 27 0,47-23 0,-1-2 0,106-31 0,18-7 0,-24 15 0,-128 46 0,98-42 0,85-34 0,-96 40 0,-59 14-1365,-70 27-5461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6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24575,'7'0'0,"13"0"0,7 0 0,6 0 0,5 0 0,-4 4 0,-9 4 0,-14 5 0,-11 4 0,-11-1 0,-4 0 0,0 1 0,-1-2 0,3-1 0,3-2-8191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4.6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24575,'9'1'0,"0"0"0,0 1 0,-1 0 0,1 1 0,0 0 0,9 4 0,13 5 0,63 18 0,-12-2 0,1-4 0,114 18 0,-64-23 0,-21-3 0,163 5 0,-178-20 0,156-6 0,-216 2 0,-1-2 0,-1-1 0,1-2 0,64-23 0,-82 23 0,0-1 0,24-17 0,28-14 0,-9 11-455,2 3 0,91-25 0,-115 42-6371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6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24575,'4'0'0,"9"0"0,11 0 0,9 0 0,6 4 0,5 1 0,-5 4 0,-9 4 0,-18 1 0,-10 0 0,-7 3 0,-1 3 0,0 1 0,0-3-8191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8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24575,'0'1'0,"1"0"0,-1 1 0,1-1 0,0 0 0,0 0 0,-1 1 0,1-1 0,0 0 0,0 0 0,0 0 0,0 0 0,0 0 0,0 0 0,1-1 0,-1 1 0,0 0 0,0 0 0,3 0 0,33 15 0,-28-12 0,76 31 0,2-4 0,146 33 0,43-4 0,81 15 0,-134-46 0,-50-8 0,142 8 0,12 2 0,-198-15 0,132 0 0,133-18 0,-143-1 0,-37-7 0,270-46 0,-141 10 0,-242 30 0,187-56 0,-130 28 0,-113 30 0,0-3 0,-1-2 0,-1-2 0,49-32 0,-27 16 0,146-99 103,-94 57-1571,-93 64-5358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0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24575,'8'0'0,"11"0"0,9 0 0,13 0 0,-2 4 0,-6 6 0,-10 4 0,-8 4 0,-7 4 0,-5 0 0,-2 2 0,-3 1 0,1-5-8191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3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0 339 24575,'78'52'0,"525"189"0,-559-225 0,184 44 0,-138-40 0,180 28 90,-106-22-1310,106 15-4512,376 23 5875,-637-63-208,1076 53 314,-5-47 6286,-877-7-6535,262-33 0,309-81 0,-723 106 0,191-39 0,-92 8 0,88-27 0,67-33 0,-93 31 0,88-33 0,-51 22 0,-77 31 0,-49 15 0,60-33 0,-43 9 0,-99 38 0,74-23 0,-6 3-1365,-83 29-5461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5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24575,'8'0'0,"10"0"0,11 0 0,11 0 0,8 0 0,-5 4 0,-6 1 0,-8 4 0,-11 4 0,-11 0 0,-7 2 0,-3 2 0,-2 2 0,-8-1 0,-1-1 0,2-3-8191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20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0 443 24575,'18'2'0,"0"0"0,0 1 0,-1 1 0,1 1 0,-1 0 0,18 9 0,35 10 0,464 95 0,129-19 0,-320-35 0,-315-59 0,155 21 0,7 2 0,-145-19 0,364 73 0,399 4 0,-776-86 0,590 20 0,1985-22 0,-2181-25 0,-153 4 0,20-19 0,-185 22 0,74-11 0,294-51 0,-27 15 0,-359 53 0,124-34 0,-20 3 0,179-50 0,-15 3 0,638-180 0,-903 237 0,72-20 0,-17 11 2,-85 23-458,1 2 1,91-13-1,-116 28-6370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21.8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24575,'48'0'0,"-18"-2"0,-1 2 0,1 1 0,0 1 0,-1 2 0,58 14 0,-84-17 3,-1-1 0,1 1 0,-1 0 0,0 0 0,0 0 0,1 0 0,-1 1 0,0-1 0,0 1-1,0-1 1,0 1 0,0-1 0,-1 1 0,1 0 0,-1 0 0,1 0 0,-1 0 0,1 0 0,-1 1 0,0-1 0,0 0-1,0 0 1,0 1 0,-1-1 0,1 1 0,-1-1 0,1 0 0,-1 1 0,0-1 0,0 1 0,0-1 0,0 1 0,0-1 0,-1 1-1,1-1 1,-1 1 0,1-1 0,-1 1 0,0-1 0,-2 4 0,-3 6-251,0 1 1,-1-1-1,-1-1 1,0 1-1,-16 16 1,10-11-6579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1-10-16T21:27:41.04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21114 10656,'0'0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35:14.07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A0A0A0"/>
    </inkml:brush>
    <inkml:brush xml:id="br4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138 11048 4067,'-40'0'1762,"20"0"512,20 0 641,-21 0-769,21 0-737,-18 0-256,18 0-192,0 0-192,0 0-192,0 0-161,0 0 0,0 0-191,18 0-33,3 0 32,-1 21-128,0-21 32,19 0-128,1 0 96,0 0-128,-1 0 64,1 0-224,-1 0-416,1 0-289,-20 0-417,1 0-832,-1 0-1697,-20 0-1218</inkml:trace>
  <inkml:trace contextRef="#ctx0" brushRef="#br0" timeOffset="418.02">296 10969 7366,'-40'0'289,"40"0"-289,0 0 2018,0 0 480,0 0-1057,0 0-608,0 0-160,20 0-65,-20 0-223,0 0-97,20 0-96,0 19 96,0-19 33,-1 0-97,21 21-128,-20-21-32,21 19-32,-23-19 64,23 0-160,-21 20 96,0-20-32,-1 21-32,1-21 64,0 0 0,-20 0 257,0 19-1,0-19 64,-20 20-64,20 0-95,-20-20-129,1 20 128,-21 0-256,20 0-96,-1-1-769,3 1-1538,-2 0-5860</inkml:trace>
  <inkml:trace contextRef="#ctx0" brushRef="#br0" timeOffset="7349.42">138 7730 2114,'-20'0'2434,"0"0"-384,20 0 0,0 0-64,0 0-225,0 0-512,0 0-448,0 0-160,0 0-1,0 0 1,0 0-225,20 0-223,0 0-33,-1 19-96,21-19 0,0 0-64,-1 0-64,1 0-321,-1 0-255,1 0-225,-20 0-737,1 0-960,-1 0-1153</inkml:trace>
  <inkml:trace contextRef="#ctx0" brushRef="#br0" timeOffset="7623.43">375 7629 9288,'-39'0'897,"39"0"-1153,0 0 832,0 0 866,19 0-673,1 0-385,0 0-128,0 0 0,21 21 97,-23-21 63,3 20-288,19 0-64,-20 0-64,-1 19 0,1-19-32,0 0 32,-20-20 0,20 20 224,-20 0 65,0-20-161,-20 20-160,0-20-353,0 19-992,1 1-1602,-1-20-3587</inkml:trace>
  <inkml:trace contextRef="#ctx0" brushRef="#br0" timeOffset="8000.45">177 8723 15951,'-59'40'-1410,"39"-40"674,40 20 1088,0-20 256,19 0-319,1 0-321,-20 0-1121,19 0-1570,21 0-864</inkml:trace>
  <inkml:trace contextRef="#ctx0" brushRef="#br0" timeOffset="8252.47">395 8604 13676,'-40'19'513,"21"-19"-2275,19 0 1698,19 21 801,1-21 64,20 0-385,1 0-352,-2 0-128,1 19 64,-20-19 32,19 21 0,-19-2 32,0 1 32,0 0 96,-20 0-63,0 0-129,0 0-289,-20-1-640,0 1-768,-20 0-1602</inkml:trace>
  <inkml:trace contextRef="#ctx0" brushRef="#br0" timeOffset="8648.49">157 9617 4228,'-79'21'9641,"58"-21"-9641,3 19 320,18-19 1217,0 0-287,0 0-546,18 0-255,3 0-289,19 20-32,-1-20 32,1 20-160,0-20-96,-1 0-577,1 0-832,-1 0-1025,-19 0-2051</inkml:trace>
  <inkml:trace contextRef="#ctx0" brushRef="#br0" timeOffset="8907.5">316 9558 11530,'-20'0'1826,"20"20"-2466,0-20 575,0 0 770,20 20 384,0-20-480,19 0-449,-19 19 32,0-19 32,21 21 289,-23-21 31,3 19-191,-21-19-33,20 20 256,-20 0-31,-20 0-321,20 0-64,-21 0-160,-17-1 0,17 1-288,-19 0-449,20 0-1761,1 0-5221</inkml:trace>
  <inkml:trace contextRef="#ctx0" brushRef="#br0" timeOffset="17561">3254 8028 7238,'0'19'2851,"0"-19"-2370,0 0-417,0 0 1313,0 0 545,0 0-641,0 0-673,0 0-223,0 0-65,0 0-64,0 0-95,0 0 31,0 0 32,0 0-32,20 0 96,-20 0-31,20 20 31,-20-20-64,19 0-224,1 0 224,0 0-96,1 0-128,-1 0 161,-2 0-129,23 0-32,-21 0 0,0 0 0,19 20 0,-19-20 0,20 0 128,-1 0-192,-19 0 160,20 0-160,-1 0 64,1 0 32,1 0-32,-3 0 32,3 0-32,18 0 32,-19 0-64,19 0 64,-19 0-32,19 0 0,-19 0 0,-1 0-32,2 0 0,-1 0 32,-1 0-64,1 0 96,-1-20-96,1 20 64,0 0 32,-21 0-32,21 0 32,1 0-96,-3 0 96,3 0-64,-1 0 32,-1 0 0,1 0-32,-1 0-32,1 0 128,0 0-96,-1 0 32,1 0 0,-1 0-32,1 0 32,-19 0-32,-1-20 32,19 20-225,-19 0 65,20 0-96,-21 0 160,21 0 32,0 0-32,-21 0 160,21 0-64,0-19 0,-1 19 0,-19 0 0,21 0 0,-3 0 0,3 0 0,-21 0-32,19-20 96,1 20-128,-20 0 64,19 0 0,-19 0-32,20 0 0,-20 0 96,19 0-128,-19 20 64,1-20 0,-1 0 32,18 0-32,-17 0 96,19 0-160,-21 0 32,21 0 128,0 0-160,-1 0 32,1 0 32,1 0 32,-3 0-32,3 19 96,-3-19-192,3 0 128,-1 0-64,-1 0 64,1 0 64,-1 0-32,1 0-160,-20 0 128,19 0-64,1 0 96,1 0-64,-23 0 0,23 0 32,-1 0-32,-1 0 32,1 0 0,-1 0 0,-19 0 64,20 0-32,-20 0-32,19 0-32,-19 0 96,0 0-128,21 0 32,-23 0 0,2 0-32,21 0-32,-21 0 160,-2 0-96,23 0-32,-21 0 32,0 0 64,19 0-160,-19 0 160,0 0-64,0 0 64,19 0-128,-19 0 64,21 0-64,-23 0 192,22 0-192,1 0 32,-2 0 96,1 0-128,-1 20 64,1-20 32,0 0 0,-1 0-96,1 0 128,19 0-64,-18 0 0,17 0 32,3 0-32,-22 0 32,21-20-96,-1 20 128,1 0-64,-21 0 0,22 0 32,-2 0-32,-19 0 96,19 0-192,1 0 128,-1 0-32,0 0 32,2 0-32,-23 0 32,23 0 33,-2 0-1,-19 0-96,19 0 64,-19 0 0,19 0-32,2 0 0,-2-19 32,-19 19-32,19 0 0,1 0 64,-1 0-128,-19 0 64,19 0 0,0 0 96,-18-20-96,18 20 0,-19 0 96,19 0-96,-19 0 32,19 0-64,1-21 64,-21 21-64,22 0 32,-23 0 64,23 0-96,-2 0 0,-19 0 32,0 0 64,19 0-96,-18 0 32,18 0 0,-19 0 0,19-19 64,-19 19-128,19 0 96,-19 0-32,19 0-64,-19 0 128,-1 0-32,2 0-64,-3 0-224,3 0 448,-1 19-160,-21-19 0,21 0-96,-20 0 64,0 0 0,19 0 0,-19 0-64,0 0-64,21 0 160,-3 0-64,-18 0 32,21 0-257,-2 0 546,1 0-289,-20 21 64,19-21-64,1 0 32,-1 0-96,-19 0 128,20 0-96,-1 20 64,-19-20-96,20 0 128,-19 0-32,-3 0-32,2 0 0,-20 0-64,0 0-128,21 0-417,-21 0-480,0-20-1441,0 20-5670</inkml:trace>
  <inkml:trace contextRef="#ctx0" brushRef="#br0" timeOffset="19499.11">11314 8067 2434,'0'0'704,"0"0"738,0 0 1024,0 0-384,0 0-544,0 0-65,0 0-288,21 0-256,-21 0-64,0 0-96,0 0-193,0 0-256,0 0-95,0 20-65,0-20-64,0 0 0,18 20-32,-18-20 32,0 20-128,20-20 64,0 20 32,1-20 0,-1 20 0,-2-1-32,23-19-32,-21 21 160,19-2-224,1-19 64,0 20 96,-1-20-96,21 20-64,-21-20 128,1 0-128,19 0 96,-18 0-96,18 0 64,-19-20 0,19 20 32,-19-20-64,19 1 161,-19-2-65,19 2 128,-18-1 128,-1-20-64,-1 20 97,1-20-1,-1 1-128,1-1-160,-20-20 0,19 20 0,-19-19 0,0 19 33,0-19-1,1-1 64,-3 1-64,-18-2 224,20 2-192,-20-1 225,0 1-1,0-1-256,20 1-32,-20-20-64,0 18 32,0 2-32,0-20 32,0 19-32,-20-19 0,20 19 64,-20-19 0,2 20-32,18-2-32,-21-18 0,1 19 0,20 21 64,-20-21-32,20 20-32,-20 0-96,1 1 96,19 18-64,-20-18 0,20 19 0,0 20-64,0-20 64,0 20 32,0 0-192,0 0-33,0 0-159,0 0 128,-20 0 32,20 0-97,0 0-351,0 0-482,-20 0-1024,20 0-3331</inkml:trace>
  <inkml:trace contextRef="#ctx0" brushRef="#br0" timeOffset="21353.22">11948 5126 14830,'-38'0'544,"38"0"289,0 0 32,0-19-97,20 19-287,-2 0-129,43 0-160,-21 0-224,19 0 64,-19 0 64,19 0-192,-18 19 160,-3 2-160,3-21 128,-21 0-128,-20 19 96,0-19-96,0 20 192,-20 1-32,-21-2 0,3 21-64,-3-21 0,21 2 0,0-1 0,20-1-32,0 1 32,20-1 0,0 2 96,21-1-31,-3-20-33,-17 0 64,19 20-128,-21-20-32,1 0-321,0 0-800,0 0-961,-20-20-1473,0 20-2435</inkml:trace>
  <inkml:trace contextRef="#ctx0" brushRef="#br0" timeOffset="21541.23">12009 5326 14349,'-20'0'1089,"40"0"-1313,0 0 1153,19-20-96,1 20-97,0 0 129,19-21-833,0 21-160,-18 0-801,-1-19-704,-21 19-2563</inkml:trace>
  <inkml:trace contextRef="#ctx0" brushRef="#br0" timeOffset="21852.24">12446 4689 10890,'-20'-20'576,"20"20"1314,-20 0-320,20 0-674,0 20 258,0-1-386,0 2-287,0 18-321,0 1-96,0-19 32,20 18 64,-20-19-384,20 0-449,-1 0-448,1 0-1025,0-20-1761,0 0-3685</inkml:trace>
  <inkml:trace contextRef="#ctx0" brushRef="#br0" timeOffset="22140.26">12525 4729 9064,'20'-21'1249,"-20"21"-640,19 0 1377,1 0-1089,0 0 128,-20 0-481,20 0-544,1 21-224,-21-1-96,0-1 191,-21 21 129,21-19 32,-20-1 0,20-20 193,-20 19 159,20 1-128,0-20-96,20 0 1,-20 20 95,20-20-128,1 0-897,17 0-1697,-18-20-2563</inkml:trace>
  <inkml:trace contextRef="#ctx0" brushRef="#br0" timeOffset="22377.27">12703 4649 7751,'0'-19'3299,"0"19"-3171,21 0 1890,-1 19-545,-2-19-31,3 20-417,-1 0-801,0 20-160,0-20 0,-20-1-32,0 21-96,0-19-128,0-1-32,-20-1-129,20 1-287,-20 0-866,0 0-1601,20-20-3363</inkml:trace>
  <inkml:trace contextRef="#ctx0" brushRef="#br0" timeOffset="23128.32">12683 5365 1345,'0'19'9000,"0"-19"-9096,0 0 1153,0 21 1249,0-21-736,0 20-385,0 0-384,0-1-513,0 21-32,20-20-64,-20 0-160,0 20-608,21-1-2339,-21-19-7463</inkml:trace>
  <inkml:trace contextRef="#ctx0" brushRef="#br0" timeOffset="25784.47">7919 5842 3299,'20'-20'1153,"-20"1"64,0-1 705,0-1-257,-20 1 577,20 20-224,-20-19-865,1 19-288,-1 0-480,-20 0-321,20 19-160,-19 1-1,-1 21 33,20-2 0,-1 1 64,21-1-32,0 1-32,0 0 32,21-20-64,19-1-160,-20 1 192,19-20 64,21-20 32,-21 20 0,1-39-64,-20 19-160,1 0-1,-3-20 97,-18 21 96,0-1-32,0-1 32,-18-18 32,-3 39 225,21-19 287,-20 19-63,20 0-257,0 0-128,0 19 128,0 1 0,0-1-64,20 2-63,1-1-97,-3-1-64,2 1-353,21 0-352,-21-20-544,-2 0-1345,23 0-1955</inkml:trace>
  <inkml:trace contextRef="#ctx0" brushRef="#br0" timeOffset="26036.48">8018 5365 6342,'-20'0'6277,"20"-20"-6052,0 20 31,0 20-224,0-20 512,0 19 321,20 22-544,-20-2-257,21-19-128,-1 20-289,0 0-223,-2-20-353,3-1-416,-1 1 127,0-20-255,-20 0-2787</inkml:trace>
  <inkml:trace contextRef="#ctx0" brushRef="#br0" timeOffset="26319.5">8158 5306 11306,'20'0'-160,"-1"0"192,-19 0-64,20 20-192,-20-20 224,20 19 256,-20 1-64,0-1-160,0 2 289,0-1 159,-20 0-224,20-1-128,0-19-96,20 20 193,0-20 31,0 0-64,-1 0-128,1-20-320,0 20-609,0 0-224,-20 0-1345,20 0-5221</inkml:trace>
  <inkml:trace contextRef="#ctx0" brushRef="#br0" timeOffset="26557.51">8356 5285 4516,'0'-19'3459,"20"19"-3363,-20 0 1153,19 19 577,1-19-577,0 21-256,1 18-416,-1-19-257,-2 20-128,-18-20-128,0 0 32,0-1-352,0 21-1121,0-20-1282,0 0-512</inkml:trace>
  <inkml:trace contextRef="#ctx0" brushRef="#br0" timeOffset="26866.53">8415 5961 13708,'0'40'353,"0"-40"-225,0 20 416,0-1 65,20 1 224,-20 0-385,0 0-384,21 0-832,-21 0-1475,0 0-2401</inkml:trace>
  <inkml:trace contextRef="#ctx0" brushRef="#br0" timeOffset="27789.58">78 7749 5188,'-39'0'5157,"19"0"-4356,1 0 865,19 0 255,0-19-415,0 19-257,0 0-384,0 0-417,0 0-288,0 0 161,0 0 159,0 0-127,0 0-129,39 19-96,20-19-32,20 20-96,-19 0 192,19-20-160,-20 0 32,2 0-32,-2 20 0,1-20-192,-41 0-288,1-20-33,0 20-63,-20 0-513,0 0-1089,0 0-1185,-20 0-2467</inkml:trace>
  <inkml:trace contextRef="#ctx0" brushRef="#br0" timeOffset="28114.6">296 7629 13548,'-40'0'929,"1"0"-1185,19 0 800,20 0 866,20 21-321,0-21-352,-1 20-417,41-20-64,-21 20-32,21-20-64,-1 20-160,-18 0 129,-1-20-161,-1 19 32,-19 1-97,0 0 290,0-20-129,-20 20 224,0 0 96,0 0-95,-20-1 95,0 1 0,-20 0 1,21 0-321,-21 0-64,20 0-32,-1-1-32,3 2-577,-2-21-512,20 20-192,0-20-929,20 0-4293</inkml:trace>
  <inkml:trace contextRef="#ctx0" brushRef="#br0" timeOffset="28772.64">8713 5762 13452,'20'0'513,"0"0"-161,0-20 833,1 20-704,17-19 191,3-1-448,-21 20-416,-2 0-1537,3 0-4101</inkml:trace>
  <inkml:trace contextRef="#ctx0" brushRef="#br0" timeOffset="28907.65">8794 5902 14413,'0'0'96,"18"0"961,22 0 0,-19 0-704,-1-20-225,19 20-801,-19-21-4356</inkml:trace>
  <inkml:trace contextRef="#ctx0" brushRef="#br0" timeOffset="29571.69">9308 5684 11466,'-39'-21'993,"39"21"1346,-20 0-1058,0-20-801,0 20 129,20 0-385,-19 20-256,-1-20-32,20 21 32,0-2-32,0 1-32,0-1-193,20 1 1,-1 1 0,1-1 32,0-20 95,0 19 129,1-19 97,-21 0 127,18-19 32,-18 19-32,0-20-96,0-1-96,0 1 32,0 20-96,-18-19-256,18 19-257,0 0-320,18 0 257,-18 19 480,20 1 96,1 21 64,-1-22 0,0 20 96,19 2 64,-19-22 64,-20 21-32,20-20 161,-20 0 287,0 0 129,-20-1-64,0 1-193,-1-20-224,3 0-160,-22 0-160,-1 0-224,2-20-32,19 20-289,-20-19-832,21-21-2274,19 20-4549</inkml:trace>
  <inkml:trace contextRef="#ctx0" brushRef="#br0" timeOffset="29853.7">9428 5345 6854,'0'0'2242,"0"20"-2402,-21-1 1794,21 2 255,0 19-63,21 19-449,-1-19-736,0 19-353,0-19-128,0 1-96,-1-2 33,21 0-194,-20-18-191,0-1-192,19-1-609,-19-19-1314,1 0-1985</inkml:trace>
  <inkml:trace contextRef="#ctx0" brushRef="#br0" timeOffset="30213.72">9646 5365 10794,'0'0'1313,"20"0"-1153,1 0 1410,-1 0-513,-2 0-225,2 0-511,1 19-385,-1-19 64,0 21-96,-20-21 64,0 20 32,0 19 32,0-19 128,0 0 96,0 20-32,0-20-96,0 0 0,0-1-128,0 1 96,19 0 1,1 0-33,0-20-225,0 0-287,0 0-545,-1 0-1217,-19 0-1538</inkml:trace>
  <inkml:trace contextRef="#ctx0" brushRef="#br0" timeOffset="30371.73">9646 5584 12555,'20'0'257,"1"0"800,-1 0 96,18 0-737,-17 0 65,19-20-321,-21 20-513,1 0-1857,0-20-1986</inkml:trace>
  <inkml:trace contextRef="#ctx0" brushRef="#br0" timeOffset="30675.75">9786 4968 9096,'0'0'2755,"0"19"-2915,0-19 1761,0 20-63,0 0-546,0 0 1,20 20-448,-20-1-385,19 1-128,-19 20 32,20-40-416,0 19-833,0-18-705,0-1-993,-1-20-1921</inkml:trace>
  <inkml:trace contextRef="#ctx0" brushRef="#br0" timeOffset="30950.77">9865 5067 10634,'40'0'96,"-21"0"480,1 20-159,0-20-193,0 20 352,-20-20-383,20 19-97,-20 2 64,0-21 64,-20 19 96,20 1-192,0-20-64,-20 21-31,20-21-33,20 0 128,-20 0-160,20 0-609,-1 0-928,1-21-802,-20 21-351,20-20-1859</inkml:trace>
  <inkml:trace contextRef="#ctx0" brushRef="#br0" timeOffset="31187.78">10023 4888 12043,'20'40'673,"0"-20"416,0-20 32,1 20-64,-21-1 32,18 1-353,2 0-447,0 0-257,-20 0 0,21 0 32,-21 0-64,0-1-192,0 2-577,-21-2-224,21 1-833,0 1-2049,-20-2-5350</inkml:trace>
  <inkml:trace contextRef="#ctx0" brushRef="#br0" timeOffset="31490.8">10142 5603 11787,'20'20'1729,"-20"-20"-736,21 20 32,-21 0-224,20-20-64,-20 21-321,0-2-384,18 1-737,-18-20-2434,0 19-6470</inkml:trace>
  <inkml:trace contextRef="#ctx0" brushRef="#br0" timeOffset="32189.84">10203 5027 7975,'0'0'416,"18"0"577,-18 0 897,21 0-32,-21 20-289,40-20-640,-20 20-640,-1-20-225,1 20-64,0 0 192,0-1 32,0 2 160,-20 18 129,20-18-161,-1 18 1,-19 0-129,20 2-128,0-2-32,-20 1-32,0 0 32,0-1-160,0-19-288,0 40-33,-20-21-576,0 1-897,1 1-2402</inkml:trace>
  <inkml:trace contextRef="#ctx0" brushRef="#br1" timeOffset="34876.99">12545 4272 7591,'0'19'576,"0"-19"193,0 0-385,0 0-63,0 0 1184,0 0 65,0 0-417,0 0-224,0-19-65,0 19-319,0-20-353,0 20-64,-20-20-64,20 0-32,-20 0-128,0-19-32,20-1 96,-20 0-32,1 0 64,-1 1 32,0 19 128,20-20 96,-20 20 193,20 20 31,0 0 33,-20 0-225,20 0-288,20 0-192,-20 0 224,40 0-64,-20 0 160,19 0 32,21 0-192,-21 0 64,1 0 64,-1 0-96,1 0-160,-19 0-64,17 0-321,-38 0-320,21 0-608,-21 0-1794,0 0-3395</inkml:trace>
  <inkml:trace contextRef="#ctx0" brushRef="#br1" timeOffset="35374.02">12386 4272 5349,'20'0'1217,"0"0"993,-20 0 256,0 0-992,20 0 95,-20 19-544,19 2-480,1-21-257,-20 19-128,20 2 0,0-2 0,0-19 96,-20 20 225,19-20 63,1 0 129,0-20 96,0 20-321,1-19-31,-3-2-161,2-19-160,0 21-64,1-1-64,-1 0-1185,-20 0-1570,18 20-6213</inkml:trace>
  <inkml:trace contextRef="#ctx0" brushRef="#br1" timeOffset="38068.17">8079 4968 7366,'0'0'161,"0"0"351,18-20 1122,-18 20-1,0-20-384,-18 0 65,18-20-418,0 21-319,-20-22-97,0 1-159,-1 1-129,1-21-160,2 21 0,18-1-64,-21 0 32,1 0 224,20 20 385,0 20-225,-20 0-224,20-19-64,0 19-224,20 0-64,-20 0 128,20 0 64,1 19 0,-3-19 32,23 0 32,-21-19-64,18 19 64,-17 0-64,-1 0-32,0 0 32,0-20-160,-1 20-385,1 0-159,-20 0-33,20 0-480,-20 0-1313,0 0-1602</inkml:trace>
  <inkml:trace contextRef="#ctx0" brushRef="#br1" timeOffset="38580.2">7939 4908 6534,'0'0'1537,"0"0"385,0 0 224,0 0-609,20 0-672,-20 0 192,21 0-608,-3 20-97,2 0-64,1 0-448,-1-20 545,0 19-418,-2-19 258,-18 20 127,21-20-128,-21 0 577,20-20-192,-20 20-257,20-19-448,-20-21 192,20 20 224,-1-20-352,-19 21-256,20-1-929,0-1-2659,-20 21-7335</inkml:trace>
  <inkml:trace contextRef="#ctx0" brushRef="#br1" timeOffset="41920.39">4187 5921 6630,'0'0'2498,"0"0"-1665,0 0 768,0 0-127,0 0-737,0 0-65,0 0-159,0 0-129,0 20-96,0-20 1,21 20 31,-21 0-96,0 20-160,0-1 0,0-19-32,0 20-32,0 0 0,0 0 0,0-21 32,0 1-32,0 1-64,0-2-448,0-19-513,0 20-897,0-20-1441,0 0-4741</inkml:trace>
  <inkml:trace contextRef="#ctx0" brushRef="#br1" timeOffset="42439.42">4088 6160 1217,'0'0'3683,"-20"-20"-1921,20 20 416,0 0 192,0 0-576,0 0-737,0 0-673,0 0-192,0 0 33,0 0 127,0 0-32,20 0-128,-20 0 1,0-20-1,20 0-32,-20 0-32,0 20-32,19-20 192,-19 0-192,0-19-160,20 19 64,-20 0 0,20 20 0,-20-20-64,20 0 64,-20 20-96,21 0-32,-21-19 0,0 19 64,0 0 32,0 0-64,0 0 160,18 19 64,-18-19 0,20 20-32,-20-20-64,21 20 0,-1 0-32,18-20-192,-17 20-993,-1-20-2883,0 20-7173</inkml:trace>
  <inkml:trace contextRef="#ctx0" brushRef="#br2" timeOffset="51246.93">3214 9100 6053,'0'0'1730,"0"0"-1730,0 0 480,0 0 1730,20 0-256,-20 0-993,0 0-448,0 0-33,20 0 65,-20 0-33,20 21-160,-20-21-63,20 0 127,-1 0-160,1 0 33,0 0-161,21 0-32,-3-21 32,-17 21-64,19 0-32,-1 0 0,1-19-32,-20 19 32,19 0 64,1 0 0,-1 0-128,1 0 128,1 0-192,-21 0 96,18 0 0,3 0 96,-2 0-64,1 0 0,-20 0-96,19 0 96,1 0 32,0-20-32,-1 20 1,1 0-322,-1 0 578,2 0-322,-21 0 66,18 0-33,3 0 0,-1 0-33,-1 0 33,-19 0 0,20 0 0,-1 0 65,1 0-65,1 0-65,-23 0 162,23 0-194,-1 0 97,-22 20 0,23-20 0,-1 0 0,-21 0 0,21 19 0,-20-19-64,0 0-64,19 0 96,-19 0 32,21 21 0,-3-21 0,23-21 32,-22 21 64,21 0-64,-1 0 32,20 0-64,-19 0 129,-1-19-354,20 19 546,2 0-321,-22-20 32,20 20-32,0 0-32,2-20 96,-22 20-64,20-20 0,0 20 0,1 0 32,-21-20-32,20 20 0,2 0 32,-22 0-96,0 0 64,21-20 0,-21 20 32,0 0 0,2 0-96,-23 0 160,23-19-96,-2 19-96,1 0 96,-1 0 64,2-21-96,18 21 0,-20 0 64,1 0-96,-1 0 192,0 0-160,-19 0 0,1 0 32,17 0-64,-17 0 96,-2 0-32,21 0-32,-1 0 64,-19-19-32,19 19 0,2 0 0,-2 0 0,-1 0 0,3 0 32,-2-20-32,1 20 64,19 0-96,-20 0 0,20 0 32,-18 0-32,-2-20 0,21 20 64,-21 0-224,0 0 288,22 0-192,-22 0 128,0 0-64,1 0 64,-1 20 64,1-20-224,-1 0 224,0 0-128,2 0 32,-2 20-32,-19-20 32,19 19-64,-19-19 32,19 0-289,-19 21 577,19-21-224,2 0-320,-2 19 256,-19-19-64,19 0-64,1 0 64,-1 20 64,0-20 0,2 0 0,-2 0 32,1 0 32,-1 0-32,1 0 32,19 0 0,-20 0-32,20 0 0,2 0-32,-2-20 32,0 20 32,0 0-32,20-19 32,-19 19-32,20 0 32,-21 0-32,21 0 0,-21-21-32,0 21 64,0 0-32,1 0 32,-1-19 64,-20 19-96,2 0 64,-22 0-32,1 0-128,0 0 128,-21 0-32,1 0-32,-20 0-256,0 0-961,0 19-1666,0-19-2498</inkml:trace>
  <inkml:trace contextRef="#ctx0" brushRef="#br2" timeOffset="51809.96">11671 9081 4900,'20'0'769,"-20"0"-4004</inkml:trace>
  <inkml:trace contextRef="#ctx0" brushRef="#br2" timeOffset="52284.99">11632 9061 6790,'0'0'801,"0"0"128,0 0 320,0-20-288,0 20 32,0 0 32,0 0-321,0 0-191,0 0-33,0 0-416,0 20 64,0-20 0,0 20-31,19-1 95,1 2 0,20-2 96,-20 1-96,19-20-63,1 20-33,-1-20 0,22 20-32,-2-20 0,1 20-32,-21-20-32,21 0 32,-1-20 32,2 0 96,-2 0-32,0 0 64,1-20 193,-1 21-65,-19-21-288,19 0 64,-19 1 128,-1-1-95,1 20-33,-19-20 64,-1 20 32,-2 0 160,3 1-63,-21-1-225,0 20 32,0-20-160,-21 20-321,21 0-576,0 0-224,-18 0-1473,18 0-4069</inkml:trace>
  <inkml:trace contextRef="#ctx0" brushRef="#br2" timeOffset="53107.03">12962 8107 9480,'-20'20'2147,"20"-20"-1635,-20 0 1025,20 0-448,20 0 1,0 0-258,-1 0-383,21 0-257,1 0-64,-3 0-224,3 20 288,-21-20-256,-2 0 64,-18 20-32,0-1 0,0 2 0,-18-2 32,-2 21 64,0-20-64,20 20 0,-21-21 0,21 22 0,0-22 0,21 1 0,-1 0 0,0-20-32,-2 19-128,23-19 0,-21 0-65,0 0-319,-1-19-833,-19 19-994,0 0-2049</inkml:trace>
  <inkml:trace contextRef="#ctx0" brushRef="#br2" timeOffset="53274.04">12962 8365 12619,'0'0'1218,"19"0"-1026,1 0 1121,20-20-320,-1 20-160,2 0-481,-21-19-320,18 19-544,-17 0-1314,-1 0-2434,0 0-6693</inkml:trace>
  <inkml:trace contextRef="#ctx0" brushRef="#br2" timeOffset="53572.06">13279 7749 5060,'0'0'1890,"0"20"32,0 0 993,0 0-1090,-19 20-607,19-1-386,0 1-511,19 0-193,-19 0-32,20-1-64,-20-19-128,20 0-225,0-20-159,0 0-577,-20 0-1313,19 0-2627</inkml:trace>
  <inkml:trace contextRef="#ctx0" brushRef="#br2" timeOffset="53844.07">13359 7849 8007,'19'0'64,"1"0"609,0 0 832,0 0-192,1 19-448,-3 1-608,-18 0-97,0 0 224,0 0 257,0 0 159,0-1-255,-18-19-193,18 21 65,-21-21-97,21 20-288,0-20-32,0 0 32,21 0 32,-3 0-128,2 0-384,0 0-353,1 0-801,-1 0-1152,-20 0-1699</inkml:trace>
  <inkml:trace contextRef="#ctx0" brushRef="#br2" timeOffset="54059.09">13538 7769 7815,'0'0'2306,"0"0"-2082,0 20 2147,20-20-386,-2 40-383,2-20-449,-20-1-480,21 1-449,-21 20-96,20-20-64,-20 19 32,0-18-608,-20 18-353,20-19-961,-21 0-2786</inkml:trace>
  <inkml:trace contextRef="#ctx0" brushRef="#br2" timeOffset="54552.12">13398 8505 14125,'0'0'929,"0"0"-737,0 0 1313,20 0-640,0 0-224,1 0-257,-3 0-320,2 19-32,0-19-32,1 20-64,-21 0-64,0 0-96,0 0-64,-21-1 191,1 2 1,20-2 128,-20-19-64,20 21 128,0-21-63,0 19 31,0-19 224,20 0-224,21 0 0,-21 0-96,18 0-160,3 0-449,-1 0-1377,-21 0-4580</inkml:trace>
  <inkml:trace contextRef="#ctx0" brushRef="#br1" timeOffset="58360.33">3234 10174 11947,'0'0'1313,"-20"0"-993,20 0 481,0 0 288,0 0-192,0 0-577,20 0-31,-20 0 223,20 0-160,20 0-63,-21 0-1,21 0-192,1 0-128,-3 0 160,3 0-32,-2 0-32,1 0 96,0 0-192,-1 0 161,1 0-97,-1 0-32,1 0 32,21 0-64,-23 0 128,3 0-128,18 0 0,1 0 96,-1 0-160,0 0 192,1 0 0,-1 0-128,20 0 0,-18 19 96,18-19-96,-20 0 64,22 0-32,-2 0-32,-21 0 96,23 0-96,-22 0 32,20 0 32,-18 0-64,18 0 64,-20 0-32,20 0 0,-19 21 0,19-21-32,-18 0 32,-2 0 32,-1 20-32,23-20 32,-22 0 32,0 19-96,1-19 0,19 0 32,-20 0 32,2 0-32,18 20 0,-20-20 32,1 0 32,-1 0-224,22 0 256,-2 0-64,-20 0-32,20 0 32,-19 0 32,-1 0-224,20 0 256,-18 0-128,18 0 32,0 0 32,1 0-32,0 0 0,-1 0 0,0 0-32,0-20 64,1 20 32,-1 0-128,-20 0 96,20 0-64,2-19 128,-2 19-160,-20 0 64,22 0 0,-2-20-32,-20 20-32,20 0 64,1 0 32,-1 0-64,-20-21-32,20 21 160,-18 0-32,-2 21-96,21-21 32,-1 0 0,-20 0-32,20 0 64,2 0-32,-2 0 0,0 0 0,0-21 0,0 21 0,2 0 32,18 0-32,-20-19-32,0 19 64,0 0-64,2 0 32,-2 0 96,0 0-160,0 0 32,-18 0 96,38 0-128,-20 0 160,0-20-160,0 20 64,2 0-32,18 0 96,-20 0-160,0 0 192,20 0-96,-20 0 128,0 0-32,21 0 32,-20 0-64,19 0 0,-20 0-32,1 0-32,19-20-32,-20 20 129,1 0-130,-1 0 33,1 0 97,-1 0-161,1-19 64,19 19 0,-19 0 0,-22 0 0,22 0 0,-20 0 0,-21 0 0,1 0-65,0 0-31,-21 0 64,1 0-224,0 0-32,-20 0-449,0 0-864,0 19-2788</inkml:trace>
  <inkml:trace contextRef="#ctx0" brushRef="#br1" timeOffset="59456.4">11969 10253 3427,'0'0'929,"-21"0"-449,21 0-64,0 0-191,0 0-1,-18-19 545,18 19-1,0 0-127,0 0 64,0 0 416,0 0 224,0 0-192,0 0-128,0 0-96,0 0-545,0 0-127,0 0-33,0 19 0,18-19-32,-18 20-128,21 0-32,19-20 0,-20 20 0,19 0 32,1 0 0,0-20-64,-1 19 64,22 2-32,-23-21 33,23 0-1,-2 0 32,0 0-96,1 0 0,-21-21 32,21 21 0,-21-19 0,1 19 32,-19-20 32,17 0 0,-17 0 224,19 0 33,-20-19-1,19 19 64,-19-20 1,0 20-97,0-19-192,0 18 64,-20 1-256,19-19 128,-19 19 129,0 0-33,0 0 32,0 0-160,0 20 32,0-20-96,0 20-128,0 0 0,0-19 0,0 19-193,20-21-223,-20 21-706,0-19-992,-20 19-1794,20 0-1953</inkml:trace>
  <inkml:trace contextRef="#ctx0" brushRef="#br1" timeOffset="60134.43">13041 9418 8904,'0'0'1185,"0"0"256,0 0 737,0 0-768,21 0-770,-21 0-191,18 0-353,23 0-96,-21 21 32,0-21-32,19 19-64,-19-19-96,20 20 96,-21-20-64,1 0-161,0 20-127,-20-20 160,0 19 160,-20-19 128,20 21 0,-20-1 96,20 20 32,-19-21 96,19 2-96,0-2-64,0-19-64,19 20 32,1 0 1,0-20-33,20 20-32,-21-20-129,1 0 1,0 0-288,-20 0-865,0 0-1154,0 0-1729</inkml:trace>
  <inkml:trace contextRef="#ctx0" brushRef="#br1" timeOffset="60359.45">13100 9657 11466,'0'-19'1250,"0"19"-386,21-21 994,-1 21-705,18 0-576,-17-19-385,19 19-192,-20 0 0,19 0 0,-19 0-192,20 0-609,-21 0-96,1-20-160,-20 20-160,0 0-256,20-20-962,-20 20-2754</inkml:trace>
  <inkml:trace contextRef="#ctx0" brushRef="#br1" timeOffset="60654.46">13398 9180 2466,'-20'-40'1762,"20"40"384,0 0-417,-19 0-352,19 20 225,-20 0-257,20 0-160,0 20-352,0-1-224,0-19-257,0 0-160,20 20-96,-20-20-64,19-1 32,1-19-128,-20 20-448,20-20-994,0 0-1953,1 0-5637</inkml:trace>
  <inkml:trace contextRef="#ctx0" brushRef="#br1" timeOffset="60935.48">13477 9220 5413,'20'0'832,"0"0"-127,1 0 1153,-1 0-321,-2 0-576,2 0-416,1 0-257,-21 20-224,0-20-64,0 20 96,-21-1-96,1 1-96,2 0 96,18 0 96,-20-20 192,20 20-63,0-20-33,0 0 0,0 0-64,20 20 0,-2-20-480,23 0-801,-21-20-1185,0 20-1762</inkml:trace>
  <inkml:trace contextRef="#ctx0" brushRef="#br1" timeOffset="61230.5">13657 9100 8648,'0'0'704,"0"0"-255,20 21 1216,-1-21-447,1 19-97,0 1-161,-20 0-575,20 0 127,0 0 97,-20 20-225,0-21-224,0 21-63,0-20-33,0 0-64,-20 0-289,0-1-640,20 1-704,-20 1-1762,0-2-4132</inkml:trace>
  <inkml:trace contextRef="#ctx0" brushRef="#br1" timeOffset="61706.52">13576 9677 14701,'-18'0'705,"18"0"-289,0 0 641,18-20-416,2 20-225,1 0-127,19 0-289,-1 0 0,-19 20 0,0-20 0,0 20-128,-20 0-161,0-20 97,0 20-32,-20 0 64,0-1 0,0-19-33,20 20-63,-19 0 64,19 0-96,0 0-33,0 0-191,19-1-129,-19 2 225,20-2 256,0-19 160,-20 20 96,20-20 192,-20 20 289,-20-20 159,0 0-31,0 0 128,1 20-481,-21-20-416,20 0-32,-21 0-705,23 20-1857,-2-20-5958</inkml:trace>
  <inkml:trace contextRef="#ctx0" brushRef="#br1" timeOffset="63064.6">4981 12856 4131,'0'0'5734,"0"0"-4357,0-19 321,0-1 320,-20 20-833,20-21-352,-20 1-225,-19 20-256,19-19-223,0-1-97,-19 20-96,19 20 32,-20-1-33,19 1 98,-17 40-130,18-21 33,20 2 0,0 18 0,0-19 0,20-20 32,0 0-32,19 0 96,1-20 0,-1 0 0,1-20 64,0 0-96,-1-20 96,-19 1-32,0 19 33,1-20-1,-21 0-32,0 1-32,-21-2 64,21 21 96,-20 1 192,0-1-31,20 20-257,-20 0 128,20 20 96,0 19 129,20 2-257,-20-22-128,20 20 0,0 2-96,1-21-288,17 19-97,-18-39-672,21 20-320,-23-20-3203</inkml:trace>
  <inkml:trace contextRef="#ctx0" brushRef="#br1" timeOffset="63374.62">5139 12399 6213,'-18'-20'1634,"-2"1"-1602,20 19 609,0-21 1889,0 21-192,0-20-961,0 20-704,-21 0-224,21 0 351,0 20-63,0 1-321,-20 18-159,20-19-193,20 20 32,-20-20-32,0 0-96,21-1 128,-1 2 0,-2-2-192,3-19-449,-1 0-960,0 0-1890,0 0-4997</inkml:trace>
  <inkml:trace contextRef="#ctx0" brushRef="#br1" timeOffset="63664.64">5220 12339 12395,'0'-20'449,"-20"20"-353,20 0 1601,20 0-544,-20 0-448,19 0-417,-19 20-256,20-20 32,0 21-64,-20-2 0,20 1-96,-20 0 64,0-1 64,0 2 64,0-1 33,0-20 63,-20 20 0,20-20-32,0 0-96,20 0 0,-20 0-160,20 0-737,-1 0-960,1 0-1731,20 0-2401</inkml:trace>
  <inkml:trace contextRef="#ctx0" brushRef="#br1" timeOffset="63894.65">5398 12260 8584,'0'-20'1569,"0"20"-992,0 0 1601,20 20-641,-20 0-640,21 0-417,-3-1-95,-18 1-97,20 1-288,-20-2 32,21 1-384,-1 0-513,-20-1-480,0 22-577,0-21-2146</inkml:trace>
  <inkml:trace contextRef="#ctx0" brushRef="#br1" timeOffset="64384.68">5358 12936 11146,'20'0'-32,"0"0"96,0 0-96,1 0-288,-3 0 96,2 0-641,1 20 64,-21-20 705,20 20 320,-20-1 225,0 1-289,0 0-160,0 0 0,0 0-96,0 0-193,0 0 161,0-1 224,20 1 385,-20-20 255,18 20-255,-18-20-65,21 0 161,-21 20-33,-21-20-95,21 20-257,-18-20-96,-2 20 32,-21-20 32,3 0-416,17 0-1506,1 0-2658</inkml:trace>
  <inkml:trace contextRef="#ctx0" brushRef="#br1" timeOffset="64601.69">5795 12737 18065,'0'0'-129,"0"0"290,20 0 575,0 0 33,-1 0-641,21 0-512,-19 0-1442,17 0-2114</inkml:trace>
  <inkml:trace contextRef="#ctx0" brushRef="#br1" timeOffset="64737.7">5894 12837 15502,'0'39'224,"0"-39"737,0 0 609,21 19-1058,-1-19-608,-2-19-1281,2 19-3652</inkml:trace>
  <inkml:trace contextRef="#ctx0" brushRef="#br1" timeOffset="65437.74">6550 12697 12395,'0'-20'96,"-20"0"-448,-20 20 320,1 0 32,-1 20-64,-1 0 64,3 0-64,17 20 32,1-1 32,0-18-96,20 18-225,20-19 225,21-1 160,-3-19 32,3 0 225,18 0 63,-19-19 161,0-20 255,-1 19-127,-19-1-64,-20 1-97,0 1-448,0 19-352,-20 0-64,0 0-225,20 0 193,-19 19 191,19 1-223,19 21 320,1-22 96,0 41-96,20-20-385,-21-1 225,21 21 416,1-20 417,-23-1 736,-18 1 513,0-20-257,0 0-287,-39 19-386,19-39-319,-39 20-385,19-20-224,-19 21-448,19-21-1,-19-21-255,-1 21-578,21-20-1312,19 20-3588</inkml:trace>
  <inkml:trace contextRef="#ctx0" brushRef="#br1" timeOffset="65863.76">7046 12240 10826,'-20'-40'1601,"20"21"-1120,0 19 384,-20 19 127,20 1-319,0 20 160,-20 0-64,20-1 63,0 1-31,0 0-448,0 20-257,0 19-96,0-19-161,20 19-127,-20-19-160,20 0-161,20-21 1,-21-19-706,21-1-1184,19-19-3332</inkml:trace>
  <inkml:trace contextRef="#ctx0" brushRef="#br1" timeOffset="66194.78">7364 12499 15694,'-20'-20'128,"20"20"-288,0-20 993,20 20-96,-1 0-545,1 0-160,20 0 32,-20 20-64,19 0 0,-19-1 32,0-19-64,1 21-32,-21-2 96,0 1 0,0 20 96,0-20 160,-21 19-127,21-19-97,-20 0-32,20 20 0,0-40 32,20 19 128,1-19 0,-3 20-224,22-20 96,1 0-128,-23 0-769,23 0-1088,-21-20-3140</inkml:trace>
  <inkml:trace contextRef="#ctx0" brushRef="#br1" timeOffset="66461.8">7423 12677 14669,'-20'0'2050,"20"20"-2082,0-20 481,20 0 95,0-20 161,0 20-609,19-20-288,22 20-929,-23-19-1378,3 19-5124</inkml:trace>
  <inkml:trace contextRef="#ctx0" brushRef="#br1" timeOffset="66831.82">7741 11982 10153,'-20'-21'1954,"20"21"-1794,0 21 1538,-20-1 448,20 20-705,0-20-672,0 39-129,0-19-383,0-1-129,0 1-128,0 0-192,20-20-129,0-1-191,0 1-321,-1-20-833,1 0-2113,20 0-7368</inkml:trace>
  <inkml:trace contextRef="#ctx0" brushRef="#br1" timeOffset="67090.83">7820 12081 13708,'0'0'1154,"0"0"-1347,20 0 578,0 0 608,0 0-225,-1 0-383,-19 20-257,20 0-32,-20 0 192,0 0 225,0 0-609,0-1 384,0 21-96,0-40-224,0 20 128,0-20-32,0 0-96,20 20-64,-20-20-256,20-20-289,1 20-384,-3 0-1089,2 0-2594</inkml:trace>
  <inkml:trace contextRef="#ctx0" brushRef="#br1" timeOffset="67320.85">7959 12002 9769,'0'-20'3331,"0"20"-3619,21 0 640,-21 0 1185,18 20-191,2 0-417,-20 0-161,21 19-95,-1 1-64,0 0-417,-2-1-192,-18 1-417,21 0-255,-21-20-738,0 19-1248,0-18-1762</inkml:trace>
  <inkml:trace contextRef="#ctx0" brushRef="#br1" timeOffset="67954.88">7980 12657 16527,'-21'0'577,"1"0"-545,20 0 736,0 0-287,0 0-321,20 0-224,1 0-160,-21 0-161,18 0 33,2 0-32,1 20-353,-21 0 64,20-20 385,-20 20 192,0 0 128,-20-20 32,20 20-64,0-20 0,0 19-32,0 1-128,0-20-321,20 21-255,0-21 223,19 0 289,-19 20 128,0-20 192,-20 19 993,0-19-32,0 0-96,-40 20-288,19-20-513,-17 0-288,-3 0-353,3 0-736,17 0-1377,1 0-1827</inkml:trace>
  <inkml:trace contextRef="#ctx0" brushRef="#br1" timeOffset="68358.9">8158 11942 11627,'-20'-19'1441,"20"-2"-1473,20 21 704,-20 21 1154,39-21-481,-19 19-384,20 21-224,-1 0-192,1 0-65,0-1-96,-1 1-95,2 19-97,-3 1-160,-18-1 128,1-18-96,-21 18 0,0-19-32,20 19 32,-20 1-288,0 0 32,-20 19-160,-1-20-834,1-18-1985,-18 18-7559</inkml:trace>
  <inkml:trace contextRef="#ctx0" brushRef="#br1" timeOffset="74709.27">3274 10193 10281,'0'0'1698,"0"0"-1378,-20 0 321,20 0 704,0 0 160,0 0-416,0 0-704,0 0-193,0 0-64,20 0 192,0 0-159,-1 0-65,1 0-32,0 0 32,21 0-128,-3-19 64,3 19 64,-2 0 0,1 0-128,0 0-32,-1 0 128,-19 0-32,20 0-64,-1 0 32,1 0-32,-19 0 32,17 0 0,3 0 32,-21 19-96,0-19 96,-1 0-64,21 0 32,-20 21 0,0-21 32,-1 0-32,1 0-32,0 0 96,0 20-32,0-20-32,19 0 64,-19 0-64,21 0 32,-23 0 32,23 0 0,-21 0-32,18 0 0,3 0 289,18 0-97,-19 0-224,19 0 32,-19 0 32,21 0-32,-2 0 32,-1 0-64,3 0 96,-2-20-192,20 20 160,-19 0-64,-1 0 32,2-21-32,-2 21 0,0 0 0,-19 0 0,19 0 0,-19 0 0,21 0-32,-2 0 128,-19 0-128,19 0 32,-19 0-32,19 0 96,-19 21-64,19-21-32,0 0 96,-19 0-96,19 0 64,-18 0-32,-1 0 0,-1 20 0,21-20 0,-21 0-32,1 0 64,1 0 0,-3 0-32,23 0 32,-22 0-96,21 0 64,-21 0 32,1 0 0,19 0-32,1 0 0,-21 0 0,22 0 0,-23 19 0,23-19 32,-22 0-64,21 0 128,-21 0-192,21 0 64,-1 0 32,-18 0 32,17 0-32,-17-19 0,18 19 32,-19 0-64,19 0 32,1 0 96,-21 0-128,1 0 0,19 0 0,-18 19 32,-3-19 32,3 0-32,-1 0 32,19 0-32,-19 0 0,-1 0 96,1 20-96,1-20 32,-3 0-32,3 0 32,-3 0-64,23 0 32,-22 0 0,1 0 32,0 0-32,-1 0 0,1 0 65,-1 0-65,1 0 0,1 0 0,18 0 32,-19 0-64,-1 0 32,1-20 0,19 20-65,-19 0 194,1 0-161,17 0 96,-17 0-64,-2 0 128,21 0-64,-21 0-64,1-19 32,-1 19-64,21 0 32,-21 0-32,21 0-32,-21-20 64,2 20 0,17 0 0,-17 0 32,-1 0-64,-1-21 96,1 21-64,19 0 0,-19 0 0,1 0 0,-3 0-32,3 21 64,-2-21 32,21 0-160,-21 0 64,1 0 128,0 0-96,-1-21-96,22 21 224,-23 0-192,3 0 96,-3 21-32,23-21 96,-22 0-224,1 0 224,0 0-128,19 0 64,-19 0-32,19 0 0,-18 0-32,18 0-32,1 0 160,-1 0-128,0-21 64,1 21-32,-1 0 32,-18 0 0,17 0 32,3 0-96,-2 0 32,1-19 64,-1 19-128,0 0 64,2 0 0,-2-20 128,1 20-224,19 0 64,-40 0 64,21 0 64,-1 0 0,2 0 0,-2 0-64,-1 0 0,3 0 0,-2 0-32,-19 0 0,19 0 64,-19 0 161,1 0-33,18 0-32,-19 0-64,-21 0-32,21 0-64,0 0 64,-21 0-96,1 0 32,0 0-64,-20-20-128,0 20-160,0 0-737,-20 20-1410,-19-20-10569</inkml:trace>
  <inkml:trace contextRef="#ctx0" brushRef="#br3" timeOffset="113829.51">3135 6915 1761,'0'0'1057,"0"0"-672,0 0 447,0 0-255,0 0 480,0 0 352,0 0 97,0 0-33,0 0-96,0 0-384,0 0-416,0 0-321,0 0 32,0 0-63,0 0 159,0 0 128,0 0-63,0 20-129,0-20-32,0 20-63,0-1-129,0 1-32,0 20-128,20-20 96,-20 0-64,0 20 64,0 0-32,0-21-32,0 21 64,0 0 0,0-1-32,20-19 0,-20 20 32,0-1-32,0 1-32,0 0 0,0-1 0,0 2-96,0-22 128,0 21 0,0 0 0,0 0 0,0-20 0,-20 19 32,20 1 0,0-20 32,0 20-128,0-1 64,-20 1 64,20 0-64,0 0-64,0-20 64,-20 19 0,20 1 0,0 0 64,0-1 0,0 1-32,0 0 32,0 0-32,0 19 32,0-19-32,0 0-32,0 0 0,0-1-32,20 1 32,-20 0-32,0 0 32,0-21 0,0 21 0,0 0 0,0 0 0,0-1 32,0-19-64,0 20-96,0 0-32,0 0 64,-20-1 31,20 1-31,0 0 128,0-21 32,0 21-64,0 0 97,0 0-33,0 0-96,0-1 0,0 1-32,0 0 31,0-21-63,0 22 96,0-2 32,0-19-64,0-1 64,0 22 32,0-21-64,0 19-32,0 1 64,0 0-32,0-20 0,0 20 0,0-1 0,0-19 0,0 0 0,0 0 0,0 19 33,0-18-33,0-2 0,0 1-33,0 0 33,0 0-32,0 0-160,0 0-96,0-20 32,0 20 192,0-1 64,0-19 64,0 20 32,0 1 0,0-2 64,0 1-128,-19-20-64,19 20 0,0-20-96,0 19 96,0-19-32,0 0 0,0 0-32,19 21 0,-19-21 96,0 0 32,0 0-64,0 0 0,20 0 32,-20 0 32,0 20 0,20-20-32,-20 0 0,0 0 0,20 0 0,0 0 32,-20 19-32,19-19 0,1 0 0,0 0 0,-20 0 0,20 0 0,0 0 0,-1 0-32,1 0 32,0 0 32,1 0-32,17 0 0,-18 0 0,21 0 0,-21 0 0,-1 0 0,21 0 0,-20 0 32,19 0-32,-19 0 64,20 0-32,-20 0 0,-1 0 32,21 0-32,1 0-32,-21 20 192,18-20-128,3 0-64,-2 0 32,1 0 32,0 20 0,19-20 32,-19 0 0,19 0 65,-18 0-65,18 0 32,-1 0 0,-17 0 0,18 0-64,1 0 0,-1 0-64,2 0 32,-3 0-32,3 0 32,-2 0 0,0 0 0,1 20-32,-1-20 64,2 0 32,-3 20 1,1-20-1,2 0 32,-2 20-32,1-20 0,19 0 0,-20 0-32,2 19-64,-2-19 0,1 0 0,-1 0 64,20 0-64,-19 21 64,-1-21-32,0 0-32,22 0 0,-22 0 32,0 0 64,1 0-224,-1 19 128,22-19 0,-22 0 0,0 20 0,1-20 0,19 0 0,-20 0 96,1 0-64,20 0-32,-22 0 32,3 0-32,-2 0 193,21 0-97,-21 0 64,0 0-192,2 0 64,18 0-64,-20 0 128,1 0-96,-1 0 0,2 0 0,-3 0 0,1 0 0,2 0 64,-2 0 0,1 0-96,-1 0 64,2 0 32,-2 0 0,-1-20-64,3 20 32,18 0-32,-20-19 32,1 19 32,-1-21-160,2 21 160,-2 0-32,0 0 64,-19-19-192,20 19 128,-1 0-64,0 0 0,2 0 64,-2-20-32,-19 20 0,19 0 32,1 0 0,-1 0-32,0 0 32,1-20 0,-1 20 32,2 0 1,-22 0-65,21 0 32,-21 0 0,21 0-32,-21-20 0,1 20 0,19 0-32,-18 0 64,18 20-64,-19-20 32,0 0 64,-1 0-96,21 0 32,-21 0 32,1 0 0,-1 0-32,22 0 64,-23 0-32,3 0 32,18 0-32,-19 0 0,0 0 32,-1 0-128,21 0 96,-21 0-32,2 0 32,-1 0-64,-1 0 64,1 0-32,-1 0 0,1 0-64,0 0 160,-1 0-128,1 0 32,-1 0 0,1 0 32,1 0 96,-3-20-224,3 20 128,-2 0-32,1 0 0,0 0 32,-1 0-64,1 0 64,1 0-32,-23 0 32,22 0-64,-19 0 64,17 0 0,-17 0-64,19 0 32,-20 0 32,19 0 32,-19 0-32,20 0 128,-21 0-160,1 0 96,0 0-96,20 0 64,-21 0-31,1 0 95,0 0-96,21 0 128,-23 20-192,2-20 128,1 0-64,-1 0-64,0 0 32,-2 0 32,3-20-32,19 20 32,-20 0-64,0 0 64,-1 0-128,1 0 192,0-20-64,-20 20-64,20 0 96,-20 0-128,0 0 192,0 0-224,0 0 96,0 0-32,0 0 32,20 0 32,-20 0 0,0 0-32,0-20 64,0 20-32,0-19-32,0 19 64,0-20-32,0 20-32,0-21 64,0 2-64,0-1 0,0 0 32,0 1 32,0-2-64,0 1 160,0 1-224,0-1 193,0-20-161,0 20 32,0 0-97,0-19 161,0 18-64,0-18-32,0 19 32,0-20 32,0 20-64,0-19 64,0 19-96,0-20 161,0 20-97,0-20 0,-20 21 128,20-21-128,0 20 96,-20-20 96,20 20 32,-20-19-64,20 18-96,-20-18 0,20 19-96,0-20 64,-19 0 129,19 1-97,0 19 64,0-20-192,0 0 96,0 0 0,0 1 64,0-1 0,-20 0-32,20 0 0,0 1 0,-20-1 0,20 0-32,0 1 32,-20-1-64,20 0 32,0 0-64,0 0 96,0 1 32,0-21-64,0 21-128,0-1 160,0-19 129,0 18-161,20-18 96,-20 19-96,0 1 64,0-1-32,0 0-128,0-20 128,20 21-64,-20-2-96,0 2 192,0 19-32,0-20-64,0 1 0,0-1 64,0 20-128,0-20 128,0 21-288,0-1 544,0 0-288,0 0-32,20 0 0,-20-20 32,0 21-64,0-2 32,0 2 0,19-2 0,-19 1 0,0 1 64,0-1-32,20 0-32,-20 0 0,0-20 0,20 21-32,-20-1 0,0 0 0,20 0 96,-20 0-128,0 0 160,0 1-64,0-1-32,0 0 32,0 0-96,0 20 64,0-20 0,0 20 0,0-19-32,0 19-32,0 0-32,0-21 64,0 21-32,0 0 32,0-19 64,0 19-64,0 0-64,0 0 96,0 0 96,0 0-256,0 0 160,0 0-32,-20 0-192,20 0 224,-20 0 32,0-21-32,-19 21 32,19 0-32,-20 0 0,1 0-193,-22 0 97,2 0 96,-1 0-32,-19 0 0,0-19 64,0 19-64,-20 0 64,-1-20-64,1 20 32,-20 0-128,-1-20 64,1 20 64,0 0 0,1 0 0,-22-20 0,1 20 0,1 0 0,-2 0 32,1-20-64,-19 20 0,-1 0 64,0 0 96,1 0-192,-2 0 160,2 0-224,-2 0 128,2 0 32,-2 0-32,2 0 32,-20 0 32,18 0-64,2 0 64,-2 0-64,2 0-32,0 0 32,-2 20 64,-18-20-64,39 0 128,-20 0 33,0 0-193,21 0 32,-2 0 128,-18 0-160,19 0-32,19 0 64,-18 0 0,-1 0 0,19 0 64,1 0 0,0 0-32,1 0 0,-2 0-32,1 0 64,20 0-64,-21 0 0,21 0 0,-20 0 64,20 20 0,-1-20-64,1 0 128,20 0-64,0 0 64,-20 0 96,20 0-127,18 0-33,2 0-32,-1 0-32,1 0 0,-1 0-64,1 0 32,0 0 0,-2 0-33,22 0-287,-1 0-160,0 0-193,1 20-961,19-20-2017,-20 20-9482</inkml:trace>
  <inkml:trace contextRef="#ctx0" brushRef="#br3" timeOffset="118542.78">1070 11863 4067,'0'0'1762,"0"0"-449,0 0 417,0 0 224,0 0-481,0 0-384,-19-20-160,19 20 96,0 0-224,0 0-289,0 0-223,-20 0-97,20 0-64,-20 0-32,0 20-32,20-20-32,-20 20-32,1-1-32,-1 2 64,-21-2-128,41 0 64,-20 22 32,2-21 0,18 20 32,-20-21 0,20 21 0,0 0-32,0-20 32,20 19 32,-2 1 32,2 0-96,1-1 96,19-18 32,-1 18 1,1-19 31,-1-1 0,21-19 0,-1 0 32,2 0-160,-3-19-64,3-1 160,-2 0-128,0-20 64,1 1-64,-21 19-32,21-20 160,-39 20 33,-3-19-65,2 19 160,-20-20 128,0 0 65,-20 1-129,-19-1-192,-1-1-96,-19 3 256,-1-2-159,1 0-129,0 20 128,-2 0-128,23 0-160,-3 1-225,1 19-159,20 0-129,-19 0-640,39 0-993,-20 0-1570,20 19-4292</inkml:trace>
  <inkml:trace contextRef="#ctx0" brushRef="#br3" timeOffset="119060.8">1051 12002 5509,'19'0'2018,"-19"0"-2114,0 0 1024,0 0 1443,0 0-802,0 20-736,0-20-32,0 20-193,0-20-223,0 20-129,0-1 0,0 1-128,0 0-32,0 0 0,0 0-32,0 0-96,0-20-96,0 0-576,0 19-1058,0-19-1601,0 0-5093</inkml:trace>
  <inkml:trace contextRef="#ctx0" brushRef="#br3" timeOffset="119602.84">1169 12101 4388,'-19'20'4388,"19"-20"-4324,0 0 833,-20 0 993,20 0-962,0 0-479,0 0-257,0 0 320,0 0-127,20 0-65,-20-20 0,19 20-191,1 0-33,0 0-32,0 0-32,21 0 0,-23 20 32,2-20-32,1 0-32,-1 0-32,0 20-96,-1-20-193,1 0-575,-20 0-1475,20 0-1664</inkml:trace>
  <inkml:trace contextRef="#ctx0" brushRef="#br3" timeOffset="119890.85">1408 12022 1249,'20'0'2018,"-20"0"800,0 0 385,20 0-864,-20 0-802,0 20-384,0-20-224,0 20-320,0-1-97,0-19-192,20 20-224,-20 0-64,0 0 32,0 0-352,19 0-865,-19-1-1313,0 1-2531</inkml:trace>
  <inkml:trace contextRef="#ctx0" brushRef="#br3" timeOffset="121951.97">1705 11505 8584,'0'0'288,"0"0"417,0 0 1857,0 0-800,-20 0-1186,20 0-288,-18 21 193,18-21 128,0 19 31,0 1-159,-21 0-257,21 20-128,0-20-32,21-1-64,-21 1-64,18 0-449,2 0-448,1 0-384,-21-20-1634,20 20-6213</inkml:trace>
  <inkml:trace contextRef="#ctx0" brushRef="#br3" timeOffset="122231.99">1884 11625 11050,'0'-20'801,"0"20"-193,0 0 2371,0 0-1634,0 0-1249,0 20-31,0-20 255,0 0-96,0 20-160,0-20-64,0 19-160,20 1-449,-20 0-832,0 0-1954,0 0-2403</inkml:trace>
  <inkml:trace contextRef="#ctx0" brushRef="#br3" timeOffset="122607.01">1944 11486 4163,'20'0'1858,"-20"0"-1986,0-21 1698,0 21 1216,0 0-1569,0 0 257,0 0-129,0 0-96,19 0-160,-19 0-256,20 21-353,-20-21-31,20 19-65,0 2 65,-20-2-161,21 1-128,-21 20-32,20-20-32,-20 19-32,0 1-384,0 20-1442,0-21-960,-20 1-3556</inkml:trace>
  <inkml:trace contextRef="#ctx0" brushRef="#br3" timeOffset="123972.09">2201 12081 4644,'0'0'5029,"0"0"-4357,0 0 1634,0 0 737,21 0-1473,-21 0-1218,0 0 97,0 0-97,20 20 96,0 0 1,19 0 63,-19 0-223,20 0 95,19-1-224,-19 1 32,-1 0 0,1 0-192,1 0 0,-23-20-32,3 0-224,-21 20-416,20-20-610,-20 0-1152,20 0-2018,-20 0-7462</inkml:trace>
  <inkml:trace contextRef="#ctx0" brushRef="#br3" timeOffset="124201.1">2598 11942 13324,'0'0'481,"-18"0"-481,18 19 1409,-41-19 321,21 41-834,-18-21-95,-3 39-352,1-19-193,1 20-64,-1-1-576,20-19-1186,1-20-3106</inkml:trace>
  <inkml:trace contextRef="#ctx0" brushRef="#br3" timeOffset="148329.48">12366 5902 1985,'-19'19'5574,"19"-19"-4389,0 0 705,-20 0-289,20 0-160,0 0 65,0 0-609,0 0-545,0 0-192,20 0 0,-20 0 129,19 0-97,1 0 96,0 0 96,20-19-63,-1 19-129,21 0-128,-1 0 0,0-20-32,2 20-160,-2-21-160,1 21-641,-21-19-961,-19 19-2146</inkml:trace>
  <inkml:trace contextRef="#ctx0" brushRef="#br3" timeOffset="149276.53">13220 8941 9673,'0'0'1505,"0"0"-896,0 0 768,20 0 160,0 0-319,-1 0-193,1-19-513,20 19-384,-1-20 224,1 20-31,1 0-193,-3 0-192,3 0-32,-21 0-705,-2 0-961,23 0-2273,-21-20-5767</inkml:trace>
  <inkml:trace contextRef="#ctx0" brushRef="#br3" timeOffset="150018.58">13378 10253 13773,'0'0'1601,"20"0"-1505,-20 0 513,20 0 288,21 0-161,-3 0-127,3 0-257,17 0-256,-17 0 0,-1 0-192,-1 0 32,1 0-897,-20 0-2114,-1 0-5028</inkml:trace>
  <inkml:trace contextRef="#ctx0" brushRef="#br3" timeOffset="153359.77">19413 4192 10954,'-20'0'1537,"20"0"-512,0 0 609,0 0-449,0 0-448,20 0-257,21 0-192,-3 0-192,3-20-31,18 20 95,21 0 0,-1 0-32,0 0-32,21 0 0,-1 0-64,-20 0-64,0 0-288,-19 0-385,-19 0-1089,-23 0-4003</inkml:trace>
  <inkml:trace contextRef="#ctx0" brushRef="#br3" timeOffset="172330.85">1884 6895 864,'0'0'1089,"0"0"673,0 0-257,0 0-159,0 0-546,0 0-415,0 0 63,0 0 321,0 0 192,0 0 64,0 0-224,0 0 95,0 0-31,0 0-192,0 0-289,0 0-95,0 0-129,0 0 64,0 0 64,0 0-64,-19 0 1,-1 0-65,20 0 0,-20 0-64,0 0 96,-1 0-96,3 0 96,-2 0-63,-21 0 127,3 0-64,-3 0-32,1 0 417,1 0-385,-1 0 0,-19 0-96,19 0-96,-19 0 0,18 0-96,-17 0-64,17 0 256,1 0-128,1 0 32,-21 0 64,21 0-160,-1 0 32,1 0 64,-1 20 32,-1-20 64,23 0-160,-23 0 0,1 0 64,21 20 0,-1-20-64,-20 0 64,20 0 0,1 20-64,19-20 32,-20 0 64,20 0-160,0 0 96,0 0-32,0 0 64,-20 0-64,20 0 31,0 19 1,0-19-128,0 0 128,0 20-96,0-20 64,0 20 32,0 0-96,0 20 32,0-21 32,20 2 32,-20 19 32,0-21 0,0 21 0,0 0-32,0-21 0,0 21 0,0 0 32,0-1-32,0 21 32,0-20 0,0-1 0,20 1 0,-20 0 32,0 0-64,0 20 64,0-21-96,0 21 0,19-20-1,-19 19-31,0-19 96,0 20 0,0-1-32,0-19 96,0 20 0,0-1-64,0 1 65,0-20-33,0 20-32,0-1 0,0 1 0,0-1 32,0 0-32,0-19-32,20 20-65,-20 0-31,0-1 128,0 1 0,0-21-64,0 21 64,0 0-32,0-21 0,20 21 0,-20-20 32,0 20-128,0-1 32,0-19-128,0 19 128,0-19 0,0 19 64,0 2 0,0-1 64,0-21 32,0 21 160,0-21-96,0 1-64,0 20-64,0-20-96,0-1 0,20 21 32,-20-20 64,0-1 0,0 1 64,20 0-64,-20 0 32,0-1 32,0-19 128,0 20-64,0 0-32,0-21-64,0 2 96,0 18-128,0-19 97,0-20 63,0 20 128,0-20 0,0 0-31,0 0 63,0 20 0,0-20-160,0 0-64,0 0 65,0 0-97,0 0 0,19 0 64,-19 0 64,0 0-160,20-20 96,0 20 32,1 0-128,-1 0 64,-2 0-96,2-20 128,21 20-128,-21 0 33,19-20-98,1 20 130,-1-20-65,1 20 64,19-19-96,-19-2 32,21 21-129,-23-19 226,3 19-130,-2-20 33,1 20-64,-20-20 225,19 20-225,-19 0-1,20-20 226,-20 20-65,19 0-192,1 0 128,-19 0-128,-3 0-33,23 0-63,-41 0 192,0 0-64,20 0 128,-20 0-224,0 0 256,0 0-64,0 0-32,0 0-32,0 0-64,0-20 32,0 20-32,0-20 64,0 1-64,0-1 160,20-20-192,-2 20 192,-18-19-160,21-2 64,-21 2-225,0-1 225,0 0 0,20 1 96,-20-1-64,0 0 97,20-20-97,-20 21 96,0-1-96,0-19 64,0 19-32,0-20 96,0 0-128,0-20 160,0 21-128,0-20-32,0-1-32,20 21 96,-20-21-128,19 1-64,-19 19 160,20-20-32,-20 21 64,20-20-64,-20 18 32,20-18-32,-20-1 64,20 2 0,-20-2-96,0-19 0,0 19 96,0-19-96,0-1 64,0 21-96,0-21 64,0 21 32,0 0-32,0-2 96,0-18-160,0 20 32,-20-20-64,20 20 0,-20-1 192,20 20-96,-20 1-288,20-1-129,0 20-63,0 1-449,0 19-1569,0-20-8809</inkml:trace>
  <inkml:trace contextRef="#ctx0" brushRef="#br3" timeOffset="189836.85">19889 4490 12716,'0'0'1857,"0"0"-1280,0 0 576,0 0 32,0 0-384,0 0-64,0 20-257,0 0-192,0 0-96,0 0 257,0 19-65,20 1-256,-20 0 0,0 0-160,21-1 129,-21 1-290,0 1-159,0-22-64,0 1 31,20 0-448,-20 0-63,0-20-482,0 0-1216,0 0-2723</inkml:trace>
  <inkml:trace contextRef="#ctx0" brushRef="#br3" timeOffset="190211.87">19672 4808 12523,'0'0'705,"0"0"-1217,0 0 415,0 0 610,0-19 416,0 19-289,0-21-383,19 2-225,-19-1 64,20-1 32,-20 2 288,20-21-191,-20 21-161,20-21-64,-20 20 128,20-20-192,-1 0 64,-19 21 128,20 19 192,-20-20 0,0 20 1,20 0-129,1 0 128,-21 20 129,20-1 31,18 1-320,-17 20-64,19-20 0,-1 0-160,1-1-288,-1-19-545,-19 21-1409,0-21-4709</inkml:trace>
  <inkml:trace contextRef="#ctx0" brushRef="#br2" timeOffset="197052.27">18044 8207 3747,'0'0'1345,"0"0"-672,-20 0 993,20 0 255,0-21-31,0 21-577,0 0-192,0 0-224,0 0 128,0 0-224,0 0-321,0 0-351,0 0 31,0 21 128,0-21-128,0 19-32,0 1 32,0 0-95,0 0 95,0 20-32,0-21 0,39 1-32,-19 1 0,20-2-32,-1 1-32,2 0-64,17-1-64,-17 2 32,18-21-64,1 0 96,-1 0 96,2 0-160,-3-21-64,-17 21-129,-2-19 1,1 19-128,-20 0-545,-20-20-865,20 20-1249,-20 0-736</inkml:trace>
  <inkml:trace contextRef="#ctx0" brushRef="#br2" timeOffset="197457.29">19037 8207 7527,'38'0'832,"-38"0"-479,0 0 1280,21 0-31,-21 0-257,0 19-352,0 1-320,0 0-1,0 20-31,0-20-225,0 19-224,0-18-95,20 18-97,-20-19 0,0-1-225,20 2-159,-20-1-161,0-20-319,0 19-610,0-19-1280,0 0-1634</inkml:trace>
  <inkml:trace contextRef="#ctx0" brushRef="#br2" timeOffset="197731.3">19215 8147 4868,'0'0'3107,"0"0"-3619,0 0 960,0 20 1730,0-1-224,20 21-641,-20 0-608,0 0-225,0-1 193,20 2-161,-20-2-319,19-19-193,-19 20-193,20-20-319,-20-1-385,0 1-640,20-20-1058,-20 0-2113</inkml:trace>
  <inkml:trace contextRef="#ctx0" brushRef="#br2" timeOffset="198221.33">19116 8127 2178,'0'0'2818,"20"0"-2049,-20 0 1025,20 0-225,-1 0 65,1 0-289,0 0-736,0 20-97,-20-20 353,20 20-193,-1-20-223,1 19-193,0-19-64,0 21 33,-20-2-129,20 1 0,-1 0-96,1 0-96,-20 0-129,0 0 1,0-1 96,-20 1-32,20 1 160,-19-21 128,-1 19 192,20-19-31,0 0-33,-20 20-32,20-20 0,20 0-32,-20 20 1,20-1-1,-1-19-96,1 21-64,21-21-64,-21 0-192,0 20-257,-2-20-448,3 0-1089,-21 0-1729,0 0-5029</inkml:trace>
  <inkml:trace contextRef="#ctx0" brushRef="#br2" timeOffset="198662.36">19492 7968 12908,'0'0'-385,"0"-20"417,21 20 1121,19 0-224,-1 0-64,-19 0-288,20 0-417,-20 20-160,-1-20-32,1 19-64,-20 2-96,0-21-129,-20 20 161,20-1 160,-19 1 0,19 0 0,0 0 0,0-20-64,0 20-256,19 0-449,1 0 128,0-20 513,0 19 96,-20-19 64,0 21 160,0-21 225,0 19 320,-20-19-225,0 0-192,-19 0-224,19 20-160,-20-20-704,20 0-802,-19 0-3298</inkml:trace>
  <inkml:trace contextRef="#ctx0" brushRef="#br2" timeOffset="199851.43">14987 8107 1313,'0'0'2242,"0"0"-1377,0 0 864,0 0 385,0 0-384,0 0-673,0 0-224,0 0-193,0 0-95,0 20-1,0-20-127,0 20 95,0-20-95,0 20-161,0-1 96,0-19 1,19 21-1,1-2-192,0 1-32,0 0-96,19 0 0,-19 0 32,20-20 0,-1 20-32,-19-20-64,0 0 64,21 0-320,-21 0-352,-20 0-770,19 0-1312,-19 0-2051</inkml:trace>
  <inkml:trace contextRef="#ctx0" brushRef="#br2" timeOffset="200234.45">15522 8186 6662,'0'0'3459,"0"0"-3555,0 0 1025,0 0 929,0 21-513,0-2-256,0 1-513,0 20-351,0-20-33,0 19-128,0 2-64,0-22-96,0 1-385,20 0-95,-20-1-225,0 2-736,20-21-1474,-20 0-3043</inkml:trace>
  <inkml:trace contextRef="#ctx0" brushRef="#br2" timeOffset="200487.46">15662 8207 8359,'0'19'321,"0"1"-129,0 20 2178,0-20-384,0 19-769,0-19-704,0 20-321,0 0-128,20-21-64,-20 2-288,20-1-1122,-20-20-1440,0 0-1058</inkml:trace>
  <inkml:trace contextRef="#ctx0" brushRef="#br2" timeOffset="200919.49">15503 8107 10730,'0'0'512,"0"0"-1601,0 0 1890,19 0 416,1 0-32,20 20-320,-19-20-577,38 20-96,-39 0-31,18-1 127,3 2-224,-21-2-32,0 1-32,-20 0 0,0 20 0,0-20-96,-20-1 96,20 1 96,-20-20 128,0 21 128,-1-2-63,21-19-193,0 20 0,0 0 0,0-1 32,21-19-32,-1 21-192,20-21-256,-21 20-193,1-20-640,0 19-1313,0-19-1442</inkml:trace>
  <inkml:trace contextRef="#ctx0" brushRef="#br2" timeOffset="201546.52">15820 8047 5669,'20'0'705,"0"0"1088,-20 0 65,20 0-577,-20 0-64,20 0-736,-1 0-449,1 0 0,-20 0-32,20 20-64,-20-20 32,0 20-32,0-20 64,0 20 32,-20 0 0,20 0-32,0-20-32,0 20-96,20-1-65,-20-19-319,20 21-129,1-21 321,-3 19 224,-18-19 64,0 0 64,0 20 192,0-20 353,-18 0-33,-3 0-416,1 20 0,0-20-128,0 0 33,1 0-98,19 0-1088,-20 20-3363</inkml:trace>
  <inkml:trace contextRef="#ctx0" brushRef="#br2" timeOffset="203523.64">17051 8246 1217,'0'0'2242,"0"0"-288,0 0-257,0 0-223,0 0 95,0 0-63,0 0-449,0 0-193,0 0-191,0 0-225,0 0-95,0 0 127,0 0-95,0 20-1,0 0 64,20 0-95,-20 19-97,20-19-160,-20 20-32,20 0-64,0-21-32,-1 2-64,-19 18-192,20-39-289,-20 20-416,20-20-448,-20 20-865,0-20-2115</inkml:trace>
  <inkml:trace contextRef="#ctx0" brushRef="#br2" timeOffset="204006.66">16913 8425 864,'0'0'4260,"0"0"-3010,0 0 223,0 0-288,0 0-672,0 0-65,0 0 129,0-20-129,0 20-96,0-19 1,0 19-33,0-21-128,20 21-128,-20-20 64,18 1 129,-18-1 63,21 20 32,-1-20-96,0 0-160,0 0-31,-1 20 31,-19-20 128,20 20 64,-20 0 96,20-19 33,-20 19-257,20 0-64,-20 19 96,20-19-64,-1 20-64,1 0-31,0-20-66,0 20-639,0-20-1859,-1 0-5188</inkml:trace>
  <inkml:trace contextRef="#ctx0" brushRef="#br2" timeOffset="-206070.96">1865 5902 2274,'19'0'1825,"-19"0"450,0 0-65,0 0-32,0-20-32,0 20-577,0 0-704,0 0-449,20 0-127,-20 0-65,0 0 0,0 0-32,20 20 97,-20-20 31,0 19 32,0 1 97,0 0-225,0 20-160,0-20-32,0 19-64,0-19 32,0 0 0,0 0-160,0 0-353,20 0-448,-20-20-544,0 0-2691</inkml:trace>
  <inkml:trace contextRef="#ctx0" brushRef="#br2" timeOffset="-205666.93">1766 6040 11594,'-20'0'545,"20"0"-257,0-19 1058,-20 19-161,20 0-417,0 0-415,0 0-321,0 0-32,0-20 0,20 20 96,0 0-32,-20-20-32,18 0-32,3 0 32,-1 20-64,0-20 96,0 1-96,-1-1 0,1-1 64,-20 2-32,20 19-32,-20 0 32,0 0 96,0 0-32,20 0-32,-20 19-32,0-19 0,20 21 32,-20-21-32,19 0-32,-19 20-160,20-20-577,-20 0-2017,20 19-4325</inkml:trace>
  <inkml:trace contextRef="#ctx0" brushRef="#br2" timeOffset="-204192.85">2023 5882 7334,'-20'0'897,"20"0"-544,0 0 1408,0 0 65,0 20-289,0-20-287,0 0-450,0 0-63,20 19-160,-20-19-129,20 20-288,-20-20-128,21 20-800,-1-20-1026,-20 20-1954,0 0-4387</inkml:trace>
  <inkml:trace contextRef="#ctx0" brushRef="#br2" timeOffset="-202851.77">2163 6517 5028,'0'0'1025,"0"-19"-224,20 19 961,-20 0 192,0-20-129,0 20-383,0 0-514,0-20-255,-20 20-160,20 0-161,-20 0-256,20 0-128,-21 0-128,1 0 64,20 20 32,-18-20 0,18 20 0,-20-1 0,-1 1 31,1 0-63,0 20 32,20-19 0,0-2-96,0 21-128,20-21 32,0-19 31,21 21 1,-3-21 224,3-21 64,-21 2 64,-2 19 0,3-40 65,-21 21 95,0-2 32,0 1-64,0 0-95,-21 20 31,21-20-64,-18 0-128,18 20 0,-20-19-32,20 19 0,0 0-96,0 0-193,0 0 65,0 19 160,0-19 96,20 20 0,-2 0 96,-18 0 96,21 0-96,-1 1-31,0-21-33,0 19-32,-1 0-32,1-19-225,0 0-511,0 0-1571,-20 0-1985</inkml:trace>
  <inkml:trace contextRef="#ctx0" brushRef="#br2" timeOffset="-202339.74">2301 6140 5893,'0'0'1634,"0"0"-577,0 0 832,-19 0-415,19 0-577,0 0-385,0 0-320,0 0-224,0 0-32,-20 0 64,20 20 64,0-20 161,0 19 223,0 2-96,0-2 1,20 1-129,-20 1-96,0-2-32,19 1 0,-19 0-64,20-1-96,0-19-288,0 21-353,0-21-544,-20 0-897,0 0-577,19 0-1953</inkml:trace>
  <inkml:trace contextRef="#ctx0" brushRef="#br2" timeOffset="-202092.73">2420 6219 9384,'20'0'1089,"-20"0"-800,0 0 1376,0 0-63,0 0-801,20 20-577,-20 1-128,0-21-32,21 19-96,-21 1-96,0-20-385,0 20-255,0-20-578,18 19-1248,-18-19-1987</inkml:trace>
  <inkml:trace contextRef="#ctx0" brushRef="#br2" timeOffset="-201784.71">2499 6120 8167,'20'0'513,"-20"0"768,20 0 961,-20 0-801,21 20-255,-21 0-578,20-20-191,-2 19-193,3 2-128,-1-2-32,0 1 0,0 1-64,-20-2 0,0 1 32,19 0-160,-19-1-897,0 22-1986,-19-22-5445</inkml:trace>
  <inkml:trace contextRef="#ctx0" brushRef="#br2" timeOffset="-199350.57">2916 6458 4131,'0'0'3203,"0"0"-1857,0 0 1344,0 0-287,-18 0-770,18 0-640,0 0-320,18 0-289,-18 0 32,20 0 1,21 0-353,-21 0 64,19 0-160,-19-20 32,20 20-320,-21 0-545,1 0-673,0 0-832,-20 0-1409,0 20-4005</inkml:trace>
  <inkml:trace contextRef="#ctx0" brushRef="#br2" timeOffset="-199151.56">2977 6597 7847,'0'21'7687,"0"-21"-8071,20 0 672,-20-21 1153,18 21-800,3 0-96,-1 0-385,0-20-160,19 20-64,-19 0-481,0 0-512,0 0-1665,0 0-2179</inkml:trace>
  <inkml:trace contextRef="#ctx0" brushRef="#br2" timeOffset="-198754.54">3294 6398 11627,'0'0'384,"0"0"1378,0 0-161,0 0-1056,0 0-97,19 0 97,1 20-257,0-20-32,21 20-32,-23-20-96,23 20-32,-1 0-64,-1-20-352,-19 20 512,20-1-480,-21-19-256,1 20-225,0-20-640,0 0-1378,0 0-1793</inkml:trace>
  <inkml:trace contextRef="#ctx0" brushRef="#br2" timeOffset="-198494.52">3572 6319 7046,'0'0'-192,"-20"0"480,20 19 1730,0-19-224,-20 21-225,20 18-319,-20-19-354,1 20-319,-1 0-129,0-21-320,-1 21-416,1 21-2242,20-42-6022</inkml:trace>
  <inkml:trace contextRef="#ctx0" brushRef="#br2" timeOffset="-194544.3">18083 7054 5124,'-20'20'321,"20"-20"-129,0 0 1313,0 0 705,0 0 161,0 0-578,0 0-864,0 0-224,0 0-33,0-20-95,20 20-225,0 0-159,21-20-65,-23 0-32,43 0-32,-23 0-32,3 1-32,18-1 0,-19 0 0,0 0 0,-21 0 0,21 0-64,-20 20-160,-20 0-97,21-19 1,-21 19-193,0 0-447,0 0-578,-21 0-256,21 0-63,0 0 159,0 0-1409</inkml:trace>
  <inkml:trace contextRef="#ctx0" brushRef="#br2" timeOffset="-194112.27">18182 6557 8167,'-20'0'2082,"20"0"-1089,0 0-737,0 0 1,0 0 607,20 20 33,-20 0-160,21 1-128,-21 17 127,20-17 1,0 38-257,-2-19-191,3 0-65,-1 19-96,20-19-64,-21 19-32,21-19-32,-20 0-96,19-20 0,-19-1-96,0 2-193,-20-2-415,0-19-1603,0 0-6181</inkml:trace>
  <inkml:trace contextRef="#ctx0" brushRef="#br2" timeOffset="-193296.23">19075 6895 7975,'21'-20'2338,"-21"0"0,0 20-352,0-19-512,-21 19-225,21 0-608,-18-20-609,-23 20 256,21 0-288,-18 0-32,17 20-32,-19-20-32,20 39 96,1-19 0,-1 0-96,20 20 224,0-21-160,0 21 96,20-20-32,-1 0-64,21 0-96,1-1 96,-3-19 64,3 0-32,-21 0 96,19-19-321,-19-1 482,-20 0-129,20 0-128,-20-20 64,0 21 0,-20-1 32,20 0-64,-20 0 160,-1 0-32,3 0-31,18 20-65,-20 0-32,20 0 0,0 20 32,0 0-32,20 0 64,-20 0-64,39 0 128,-19 19-160,0-19 64,19 0-32,-19 0-224,20 0-256,-1-20-289,-19 19-801,0-19-1665,-20 0-5701</inkml:trace>
  <inkml:trace contextRef="#ctx0" brushRef="#br2" timeOffset="-192517.18">19294 6379 5509,'0'-20'1922,"-20"-1"-65,20 21 514,0 0-546,-19 0-640,19 21-448,0-1-288,-20-1-257,20 1-160,-20 0 128,20 20 160,0-20-128,0 19-160,20-19 0,-20 20 32,20-19-352,-1-2-256,1 0-257,0-19-576,0 0-994,0 0-1472</inkml:trace>
  <inkml:trace contextRef="#ctx0" brushRef="#br2" timeOffset="-192258.17">19413 6498 8712,'-20'-20'64,"20"20"640,0 20 1571,0-20-834,0 19-384,0 1-352,0 0-417,0 0-96,20 0-96,-20 1-96,0-2-640,0-19-1763,21 19-2914</inkml:trace>
  <inkml:trace contextRef="#ctx0" brushRef="#br2" timeOffset="-191919.15">19492 6398 3747,'0'0'7783,"0"0"-7686,21 20 992,-21-20 864,20 20-864,0 0-160,0 0-512,-1 0-257,1 19 32,0 1 192,-20-20-255,20 20-65,-20 0-353,0 0-191,0-21-962,-20 21-2401,0-20-4293</inkml:trace>
  <inkml:trace contextRef="#ctx0" brushRef="#br2" timeOffset="-189254.99">2163 6974 5509,'20'0'2658,"-20"-19"-864,0 19 352,-20 0-448,20 0-193,0 0-352,0 0-640,0 0-289,20 0 32,-2 0 192,23-20-255,18 20-161,40-20 128,0 20-160,41-20 32,-21 20-32,21-20 128,-2 20-96,21 0 0,-1-20 96,-18 20-96,-22-19-96,1 19-64,-38-20-545,-43 20-576,-17 0-2466</inkml:trace>
  <inkml:trace contextRef="#ctx0" brushRef="#br2" timeOffset="-175122.19">22550 6557 7334,'-20'0'1730,"20"-20"128,0 20 608,0-20-608,0 20-737,0-19-288,-19 19-513,19-20 0,-20 20-127,0 0-193,-21 20 0,23-1-64,-23 1 96,1 0-97,21 20 1,-1 0 225,0 0-290,0 0 97,20-21 32,20 21 0,0-20 32,19 20-32,-19-40 32,21 19 1,-3-19 63,3 0 0,-1-19-32,-1-1-32,-19 0 32,0 0 0,-20-20-32,20 0 0,-20 0 32,-20 2 32,0-3-128,20 21 160,-20 0 64,0 0-31,20 20-97,-19 0-128,19 20-33,19 20 194,-19-20-1,20 20-96,0 0 64,0 0 0,0-1 0,-1-19-128,21 0-96,-20 0-289,21 0-640,-23-1-1633,2-19-4998</inkml:trace>
  <inkml:trace contextRef="#ctx0" brushRef="#br2" timeOffset="-174681.16">23046 6816 6950,'-19'0'2210,"19"0"-2018,0 0 1538,0 0-385,-20 0-192,20 0 161,0 20-321,0-1-353,0 21-288,0-20-255,0 0-290,0 0-1152,0 19-1538,0-19-2530</inkml:trace>
  <inkml:trace contextRef="#ctx0" brushRef="#br2" timeOffset="-174076.13">22491 7332 1825,'0'-20'10346,"0"0"-9513,-20 20 704,-1-20-416,-17 20-864,18 0-257,-21 20-32,2-20-65,19 40 33,0-20 64,0 19 0,20-19 0,0 20 64,0-20 65,20 0-1,20-1 32,-21-19-96,42 20 64,-23-20-32,3-20 0,-1 1-32,-21-1 0,1 0 0,-20 0 32,0 0 1,0-19 63,0 19 128,-20 0 96,1 20 129,19-20-129,-20 20-128,20 0 1,-20 20-97,20 0-32,20 0 160,-20 19-160,20-19-64,-1 20-160,21-20-256,-20-1-417,0 1-352,19-20-929,-19 21-2818,0-21-5830</inkml:trace>
  <inkml:trace contextRef="#ctx0" brushRef="#br2" timeOffset="-173751.11">22809 7391 9256,'20'0'3908,"-20"0"-4036,18 20 768,3-20 1282,-1 20-1313,0-20-417,0 20-96,-20 0-64,0-20-64,19 20 32,-19-20 0,-19 19 32,19 1 128,0-20 321,-20 0-225,20 21-160,0-21 128,-20 0 65,20 19-321,0-19 64,0 0-32,20 21 0,0-21-321,-1 19 33,1-19-192,0 19-353,0-19-1217,0 0-2178</inkml:trace>
  <inkml:trace contextRef="#ctx0" brushRef="#br2" timeOffset="-173023.07">22570 7968 11274,'-20'-20'737,"20"20"-801,0-20 288,-20 20 993,20 0-640,-19-20-449,19 20-256,-20 0 224,0 20 128,-1-20-64,1 20 64,2 0-63,-2-1 159,-1 22 160,1-22-288,20 1-95,0 20-33,0-20-64,20-20-96,1 20-97,17-20-63,-18 0 128,21 0-96,-21-20 96,-1 0 128,1 20 0,-20-20 0,0 0 96,0 0-32,0 1 256,0-1 161,0-1 191,0 2 1,-20 19-289,20 0-320,0 0-32,0 19-64,0 2 160,0 18-64,0-19-32,20 20-64,0-20 97,0 20-194,19-21-191,-19 2-545,20-2-1089,-20-19-3010</inkml:trace>
  <inkml:trace contextRef="#ctx0" brushRef="#br2" timeOffset="-172662.04">22809 8107 15118,'20'-20'801,"-20"20"-801,0 0 1249,18 0 32,23 0-672,-21 0-385,19 0-160,-19 20-64,0-20-32,0 20-224,-20 0-257,20 0-128,-20-20 353,0 19 224,0 2 160,0-21 0,-20 19 193,0-19-33,20 20 32,0-20-288,0 20 0,20-20-192,-20 20 64,0-20-289,0 20 65,0-20 224,0 0 96,0 0 32,-20 20 128,-20-20-64,21 0-224,-21-20-993,-1 20-1794,-18 0-3875</inkml:trace>
  <inkml:trace contextRef="#ctx0" brushRef="#br2" timeOffset="-171947">22669 7710 6950,'0'0'1121,"-20"0"-865,20-20 1602,0 20 256,0 0-705,0 0-608,0 0-320,0 0 159,0 0 385,0 0-352,0 0-513,-20 20-128,20 0 64,0-1-64,-19 1 32,19 0-64,19 0-32,-19 0-96,20 0-384,0-1-641,0-19-2499,0 0-5316</inkml:trace>
  <inkml:trace contextRef="#ctx0" brushRef="#br2" timeOffset="-171500.98">22748 7769 12139,'-18'0'801,"18"0"1024,0 0 289,0 0-1153,18 0-576,2 0-129,0 0-160,1 20-160,17-20 64,-17 20-224,-21-20-129,20 20 97,-20 0 192,-20-20 96,-1 19 192,3 1 129,18-20 31,-20 20 65,-1-20-65,1 0-320,20 0 64,20 20-128,-20-20-32,21 0-128,17 0-417,-17 0-672,19 0-1217,-1 0-2114,-19 0-5606</inkml:trace>
  <inkml:trace contextRef="#ctx0" brushRef="#br2" timeOffset="-171283.97">23106 7789 11082,'20'0'320,"-20"0"65,19 20 2369,1 0-864,-20-20-1153,0 20-449,0-1-32,0 1 353,-20-20-161,20 20-159,-39 0-418,19-20-383,-20 20-641,21-20-1922,-21 0-9545</inkml:trace>
  <inkml:trace contextRef="#ctx0" brushRef="#br2" timeOffset="-170764.94">22649 7074 2530,'0'-20'5926,"0"20"-4133,0 0 161,0 0-224,-20 0-545,20 0-448,0 20-225,0-1-352,0 2-128,0-2 0,0 2-96,0-2-416,0 1-513,20 0-705,-20 0-1024,20-20-1410</inkml:trace>
  <inkml:trace contextRef="#ctx0" brushRef="#br2" timeOffset="-170519.92">22689 7093 12684,'0'0'-257,"20"0"-127,1 0 416,-21 0 160,18 0 64,-18 21-192,0-21 33,0 19 831,0 2 418,-18-21-257,18 19-417,-21 1-319,21-20-193,0 0-160,0 20-288,0-20-513,0 0-384,21 0-1378,-3 0-1665,2 0-3779</inkml:trace>
  <inkml:trace contextRef="#ctx0" brushRef="#br2" timeOffset="-170331.91">22788 7114 4163,'0'0'3171,"21"0"-2594,-21 0 1185,20 0 95,-2 19-479,3 2-674,-1-2-351,0 1 127,0 0-256,-20 0 1,0 0 63,0-1-32,-20-19 32,0 20-256,-21-20-928,23 20-3364</inkml:trace>
  <inkml:trace contextRef="#ctx0" brushRef="#br2" timeOffset="-169768.88">22730 6120 13036,'0'0'1345,"0"0"-1185,-21 0 705,21 20 32,0 0-385,0-1-31,0 2-321,0 18-96,21-18-64,-21 18-32,18-19-448,-18-1-417,20 2-288,0-1-353,1-20-416,-21 0-1409,20 0-4707</inkml:trace>
  <inkml:trace contextRef="#ctx0" brushRef="#br2" timeOffset="-169531.87">22809 6200 9160,'20'-21'705,"-2"21"-609,3 0 673,-1 21 31,0-21-575,0 19-193,-1-19-96,-19 20 192,0 1 929,0-2 448,-19 1-416,-1-20-128,0 20 0,20-1-416,0-19-353,0 0-64,20 21-128,0-21-160,-1 0-801,1 0-1057,0 0-2498,20 0-5029</inkml:trace>
  <inkml:trace contextRef="#ctx0" brushRef="#br2" timeOffset="-169322.85">23066 6120 10153,'0'-20'160,"20"20"257,0 0 2209,0 20-992,19 0-641,-19 0-193,21 20-447,-23-21-97,2 22-32,-20-2-96,0 0-32,-20 2-736,-19-2-1378,-1 1-3203</inkml:trace>
  <inkml:trace contextRef="#ctx0" brushRef="#br2" timeOffset="-165343.63">4684 11526 1665,'0'0'1281,"0"0"-672,-21 0 1537,21 0 512,0 0-63,-20 0-833,20 0-321,0 0-64,0-21-160,0 21-320,0 0-224,20 0-225,-20 0-191,41 0-33,-21 0-32,19 0-64,21 21 0,-1-21-96,20 0-32,-18 0 0,-3 0 0,1 0 0,2 0-128,-2 0 32,-19 0-64,-1-21 128,-19 21-192,0 0 31,-20 0 161,0 0 64,0 0 97,0 0-65,-20 0-32,20 0 0,0 0-32,0 0-225,0-19 33,0 19-128,20-21 32,-20 2-289,20-2 193,-20 2 128,20-1 223,-20 0 33,21-20 33,-21 1-1,0-1 32,0 20 0,18-19 64,-18-21 32,0 20-96,0-20 0,0 20 64,0-19-160,0-1 96,0 21-64,0-21 0,0 20 32,0 1-96,0-1 64,0 0 32,0 21 64,-18-2 193,18 1-65,0 1-96,0 19-64,-21 0-128,21 0 96,0 0-64,0 0-32,0-21-96,0 21 96,0 0 192,0 0-256,0 0 64,-20 0-65,0 0 129,-20 0-64,1 0 96,-1 21-64,-19-21 32,-2 0 0,2 0-96,19 19 0,-19-19 32,19 0 128,1 0-64,-1 0-96,1 0-64,19-19-64,0 19 128,0 0-64,-1-21-1,3 21 97,-2 0 64,0-19-32,-1 19 32,1 0 32,2 0 0,-2 0 0,-1 19-32,1-19 32,0 0 64,0 0-96,1 0 33,19 0-1,0 0 32,0 0 96,0 0-160,0 0-32,0 0 0,0 0 0,19 0 32,-19 21-32,0-21 64,0 19-32,0 1 96,0 1 96,0-2-160,0 1 32,0 19-32,0 21 0,0 0-32,20-1 0,-20 21 0,0 19 0,0-19 0,20 0-32,-20-1-32,20 0 0,1-19 32,-1-1-32,-2 2-417,2-22-608,1 1-736,-1 0-1154,-20-40-7879</inkml:trace>
  <inkml:trace contextRef="#ctx0" brushRef="#br2" timeOffset="-161993.43">3890 1868 8039,'-41'0'128,"41"0"-32,-20 19-32,2-19-32,-2 0 1346,-1 0 95,1 0-1217,0 0-256,0 0 0,1 21 0,-1-1-32,0-1 128,0 21 97,0 0-33,20-1 64,0 1-96,20 0 32,0 19-64,20-19-32,-1-20 0,22 20-160,-3 0-64,3-21 96,18-19 192,-20 21 0,1-21 129,19-21-65,-40 2-96,22-2 32,-23-17-64,3-3 160,-21 1 33,-20-19 159,20-1-64,-40 21 33,0-1 351,0 20-31,-19 0-96,19 0 63,-21 1-31,-18 19-65,19-20-223,-19-1-417,-1 21-161,21-19-768,-1 19-1217,1 0-2050,19 0-3267</inkml:trace>
  <inkml:trace contextRef="#ctx0" brushRef="#br2" timeOffset="-161675.42">3829 2086 8520,'0'0'5445,"0"0"-5445,0 0 416,0 0 193,20 0 31,1 0 321,-1 0-608,0 0-289,19 0-193,-19 0-639,20 0-898,-21-20-1793,1 20-2082</inkml:trace>
  <inkml:trace contextRef="#ctx0" brushRef="#br2" timeOffset="-161481.41">3929 2027 8167,'0'20'-96,"0"-1"545,0 1 1440,0 0-928,20 20-448,-20-20-353,20-1-480,-20 1-1570,20 0-1153</inkml:trace>
  <inkml:trace contextRef="#ctx0" brushRef="#br2" timeOffset="-161300.4">4147 2027 14253,'-20'39'769,"20"-19"-833,0 20 320,0-20 0,0 19-192,0-19-288,0 20-2082,20-20-9545</inkml:trace>
  <inkml:trace contextRef="#ctx0" brushRef="#br2" timeOffset="-160082.33">4465 2225 6342,'20'20'320,"-20"-20"481,0 0 384,20 20-353,-20-20 225,19 21 33,1-2-418,0 0-159,0 21-257,21-19 64,-3-2-64,3 1-159,-3 20-33,23-1 0,-2 1-64,1 0 96,-1-1-128,0 21 32,2 0-32,-2-20 64,1 19 0,-1 1-32,0-1 96,1-19 0,-1 19 128,2-19 64,-23 0-256,23-20-32,-22 20-64,1 0-192,0-20-352,-1 19 31,-19-19 449,20 0 128,-21 20 96,-19-20 64,20-1 224,0 1 257,-20-20-160,0 20-353,21-20-128,-21 0-128,20 0-193,-20 0-351,18-20-449,-18 20-929,0-20 448,0 20 705,0 0-64,0 0-640,0 0-898</inkml:trace>
  <inkml:trace contextRef="#ctx0" brushRef="#br2" timeOffset="-159504.29">5556 3338 6277,'21'0'1154,"-21"-20"-578,20 20 257,-20 20 64,20-20 1025,-20 0-225,20 20-608,19 0-576,-19 0-97,20-1-64,-21 1-223,21 0-65,0-20-64,-1 20 32,-19 0 0,1-20 32,-1 20 0,-20-20 192,18 0 353,-18 0-1,20 0 129,-20 0 128,21-20-385,-21 0-448,20-20 96,0 1-160,-1-1-128,1 0-577,-20 20-992,20-19-3748</inkml:trace>
  <inkml:trace contextRef="#ctx0" brushRef="#br2" timeOffset="-157093.15">1685 1908 8808,'-18'0'512,"-3"0"-287,21 0 63,-20 0-320,0 0 224,0 0 545,-19 0-161,19 0-127,0 0 351,0 20 129,1-1-576,-1 1-97,0 20-224,20 0 32,0-1-64,20 21-64,0-21-96,19 1-97,1 0-127,19 0 64,20-21 128,2-19 224,-2 21-32,-20-21 64,20-21 32,-19-17 0,-1-3-64,-18 1 32,-21 1 128,-20-21 96,0 40 289,-20-19-97,-1-1-63,1 20-193,2 0 257,-23 0-193,21 20-160,-20 0-192,1 0-96,-1-19-641,1 19-865,-1 0-480,-1 0-897,23 19-5220</inkml:trace>
  <inkml:trace contextRef="#ctx0" brushRef="#br2" timeOffset="-156868.14">1626 2086 9673,'-20'0'1409,"20"0"-352,0 0 512,0 0-704,0 0-192,0 0 256,0 0-513,20 0-384,0 0-128,1 20-384,17-20-481,3 0-961,-21 0-961,19 0-1249</inkml:trace>
  <inkml:trace contextRef="#ctx0" brushRef="#br2" timeOffset="-156703.13">1766 2027 10954,'-20'20'544,"0"19"577,20-19 705,0 0-1345,0 20-449,0-21-513,0 1-1569,20 0-1921,0-20-4357</inkml:trace>
  <inkml:trace contextRef="#ctx0" brushRef="#br2" timeOffset="-156588.13">1904 2086 16079,'20'20'-257,"-20"0"193,0 0-160,0 0-3331</inkml:trace>
  <inkml:trace contextRef="#ctx0" brushRef="#br2" timeOffset="-155831.08">2321 2245 9064,'0'0'320,"0"20"-448,20 1 705,39-2-65,1 0 385,19 2 352,1 19-416,19-1-449,0 1 97,-18-1 160,18 1-257,19 0-128,-19-1-192,0 1-64,0 0-128,-18 0-480,-22 0-161,-19-21-32,-1 0-384,-19 2 160,0-1 416,-20 0 193,-20-20-417,20 0-2178</inkml:trace>
  <inkml:trace contextRef="#ctx0" brushRef="#br2" timeOffset="-155629.07">3394 2820 7238,'18'21'3908,"2"-1"-3844,21 0-32,-21 0 96,19 0 32,1-20 705,-1 0 32,-19-20-481,20 20-31,-20-20 384,-20 20-385,0-20-448,0 0-320,0-1-385,-20 2-1313,0 0-2210</inkml:trace>
  <inkml:trace contextRef="#ctx0" brushRef="#br2" timeOffset="-155239.05">2381 2305 4964,'0'0'-1121,"19"0"-1057,-19 0 2178,40 19 513,1-19 704,17 40-192,1 0-609,2 20-416,18-1-384,0 40-481,2 0-993,-2 21 1442,20 19 384,-20-20-160,0 1 160,0-21 992,2 0-575,-22-39-513,0-1-993,1 1 1025,-21-20 2081,-19 0-1632,20-1-481,-40-19-1058</inkml:trace>
  <inkml:trace contextRef="#ctx0" brushRef="#br2" timeOffset="-155059.04">3493 3696 13901,'19'39'384,"1"-39"-1185,0 20-512,0-20 1153,0 0-385,-1 0 609,1 0-384,-20-20-3235</inkml:trace>
  <inkml:trace contextRef="#ctx0" brushRef="#br2" timeOffset="-154604.01">2460 2583 12748,'-40'-60'-705,"20"20"-2370,20 21-224,0-1-1602,0-20 4293,0 40 4291,0 0-1377,20 0-896,0 20-610,0 20-255,19 39 288,22 0-225,-2 20-351,1 41 63,19-21-224,-20 21 256,1 18 1282,-1-19-257,2 0-416,-2 1-352,0-1-321,1-20-224,-1-19-64,-19-22-96,19 2-385,-18-1 193,-3 1 192,3 0 128,-1-1 128,-21 0 128,21 1-191,-20-1-33,0-39 320,-20 1 64,19-2-255,-19-19 95,0 0-32,20-20-320,-20 0-416,0 0-225,0 0-448,20-20-1057,-20 20-1153,0-20-2083</inkml:trace>
  <inkml:trace contextRef="#ctx0" brushRef="#br2" timeOffset="-154329">3394 4729 12651,'0'39'2723,"0"1"-2691,18 1-288,2-2 288,1 1 416,19-20 417,-21 0-128,21-1-673,-20-19 128,19 0-160,-19 0 288,0-39 129,0 19-417,0-20 416,-20 1-448,0-2-96,0 1-160,19 1-128,-19-1-321,0 0-1089,0 21-3971</inkml:trace>
  <inkml:trace contextRef="#ctx0" brushRef="#br2" timeOffset="-147071.58">16595 9876 4676,'-20'0'352,"20"0"833,0 0 801,-20 0-96,20 0-192,0 0 31,0 0-319,-21 0-257,21 0-32,0 0-192,0 0-385,21 0-352,-1 0-128,0 0 33,19 0-33,1 0 0,39 0-160,-19 0 128,20 0-32,-1 0 32,0 19 32,1-19-96,-1 0 64,-20 0-128,20 0-129,-38 0-95,18 0-160,-19 0-129,-20-19-736,0 19-1410,-20 0-4548</inkml:trace>
  <inkml:trace contextRef="#ctx0" brushRef="#br2" timeOffset="-134728.88">19474 9379 8231,'0'0'1153,"0"0"129,0 0 768,0 0-289,18 0-544,3 0-384,-1 0-384,20 0-161,-1 19-96,1-19-96,-1 0-64,41 0 96,-21 0-224,20 0 160,1 0-160,0 0 0,-1 0 64,-20 0-160,2-19-417,-2 19 33,-19 0-33,-1 0-1120,-19 0-1346,0-20-449,-20 20-1344</inkml:trace>
  <inkml:trace contextRef="#ctx0" brushRef="#br2" timeOffset="-134461.86">20268 9279 1921,'-21'0'7880,"1"0"-7464,20 0 1090,0 0 512,20 0-801,1 0-385,17 20-351,-17-20-321,19 20-96,-1 0-32,21-20 32,-21 20 32,1 0-64,0-20 353,-1 19-161,-19 1-192,-20 1 160,0-2 0,-20-19 161,0 20-33,-19 0-128,-1-20-32,1 19-32,-1 2-384,0-21-128,21 0-1378,19 20-4484</inkml:trace>
  <inkml:trace contextRef="#ctx0" brushRef="#br2" timeOffset="-133790.82">21379 9319 6534,'0'-20'2050,"0"0"-1250,0 20 1282,-20-19-512,0 19-129,0-20-480,1 20-673,-21 0-288,0 0 0,21 20 0,-21-1 32,19 1 0,1 0-64,2 20 0,18-20 64,0 19-32,18-18 0,2-2 32,1 1-32,19 0 0,-1-20 65,1 19-1,19-19-32,-39-19 64,20-1-192,-21 20 32,1-20 96,-20 1 0,20-2 0,-20 1-32,0 1 64,0-21-64,0 20-64,-20 20 64,20-20 96,-20 20 64,20 20-96,0-20 96,0 20 256,20 20 65,0-21-225,0 1 64,1 1-223,17-2 31,3 1-577,-21 0 65,19-20-769,-19 0-1378,-20 0-3779</inkml:trace>
  <inkml:trace contextRef="#ctx0" brushRef="#br2" timeOffset="-133421.8">21578 8822 5252,'0'-39'2371,"0"39"-1154,0 0 673,0 0-417,0 0-672,0 0 544,0 20-160,0-1-288,0 21-320,0-20-225,0 0-192,0 0-96,0 20-32,20-21-32,-20-19 0,18 20-256,3 0-705,-21-20-897,20 0-1249,0 0-1441</inkml:trace>
  <inkml:trace contextRef="#ctx0" brushRef="#br2" timeOffset="-133177.79">21697 8882 8968,'0'0'737,"0"0"-161,19 0 385,1 0-192,-20 0 0,20 0-193,0 20-191,0-20-33,-20 20-160,0-20 192,0 19-95,0 2-97,-20-2 32,0 1-128,20 0-64,0-20 0,0 20 32,20-20-32,0 0-288,-1 0-481,1 0-800,0-20-993,0 20-2179</inkml:trace>
  <inkml:trace contextRef="#ctx0" brushRef="#br2" timeOffset="-132968.77">21835 8783 10634,'20'0'640,"-20"20"-127,40-1 1216,-19 1-608,17 0-256,-17 0-320,-1 0-289,0 19-160,-20 1 0,0-20-64,0 20-64,-20-20-352,0 0-481,-1-1-897,1 2-2786</inkml:trace>
  <inkml:trace contextRef="#ctx0" brushRef="#br2" timeOffset="-131958.72">22430 9180 5733,'-18'-20'2370,"18"20"-2082,-20 0 898,-1 0-97,1 0-289,20 20-127,-20-20-32,1 20 255,19 0 193,0 0-224,-20 0-96,20-1-224,20 21-225,-20-20-224,39 0-32,-19 0-32,21-20-96,-3 19-160,-17-19-257,-1 0-384,0 0-1216,-1 0-2276</inkml:trace>
  <inkml:trace contextRef="#ctx0" brushRef="#br2" timeOffset="-131808.71">22272 9319 12139,'0'0'64,"20"0"288,0 0 1410,19 0-993,22 0-481,-23 0-224,3 0-608,-2 0-1506,1 0-4485</inkml:trace>
  <inkml:trace contextRef="#ctx0" brushRef="#br2" timeOffset="-131553.69">22669 9001 2850,'20'0'10154,"-20"0"-9994,0 0 449,0 20 1280,20 0-800,-20 0-480,21 19-417,-21 1-32,0 0-32,0 0-96,18 19-64,-18-19-320,20 0-385,-20-1-416,20-19-512,1 1-1154,-21-2-993</inkml:trace>
  <inkml:trace contextRef="#ctx0" brushRef="#br2" timeOffset="-131266.68">22847 8962 12235,'0'19'545,"0"1"-481,0 20 416,21 0 1186,-21-21-449,0 41-609,0-20-255,0 20-65,20-21-64,-20 21-64,20-21-96,-20 2-32,0-22-32,20 21-32,-1-21-320,-19-19-321,0 21-512,20-21-1409,-20 0-2531</inkml:trace>
  <inkml:trace contextRef="#ctx0" brushRef="#br2" timeOffset="-130841.65">22689 9001 9480,'-20'-20'1826,"20"1"-1185,0 19 608,20 0-64,-20 0-160,20 19-320,19 1-481,1 0-64,19-20 128,2 20 353,-2 0-96,1 19-65,-1-18 32,-19-2-223,-21 21-385,-19 0 96,0-20-32,-19 0 128,-1 19-96,0-19-32,20-20 32,0 20 32,-20 0-192,40-20 192,-20 20-64,20-1 0,0-19 96,-1 20-289,1 1-159,20-21-225,-19 19-63,-3-19-321,-18 0-641,20 0-1857,-20 0-2178</inkml:trace>
  <inkml:trace contextRef="#ctx0" brushRef="#br2" timeOffset="-130493.63">23285 8882 9545,'0'0'-32,"0"0"192,0 20 1697,0-20-383,0 20-385,0-1-192,20-19-129,-20 21 65,20-2-224,-20-19-257,18 20-64,3-20-63,-1 20-65,0-20-160,0 0 32,19 0-192,-19 20-353,0-20-608,0 0-1057,-20-20-3139</inkml:trace>
  <inkml:trace contextRef="#ctx0" brushRef="#br2" timeOffset="-130307.62">23424 8882 10826,'-20'40'1217,"20"-21"192,0 2 673,0-2-961,20 21-704,-20-20-385,0 20-449,0 0-1985,0-1-4452</inkml:trace>
  <inkml:trace contextRef="#ctx0" brushRef="#br2" timeOffset="-129189.56">17330 9876 5701,'-20'0'1473,"20"0"-1056,0 0 1056,0 0-192,0 0-96,20 0-64,-2 0-288,2 0-544,21 0-129,18 0-64,1-20-32,19 20-64,20-20 0,1 20 256,19-20 193,19 20-65,-19 0-128,1 0-96,-21 0-64,20 0 0,-19 0 1,-21 0 63,0-20-128,-19 20 32,-21 0-32,1 0-96,-20 0-225,-20 0-191,0 0-289,0 0-576,0 0 128,-20 0-64,0 0-1346</inkml:trace>
  <inkml:trace contextRef="#ctx0" brushRef="#br4" timeOffset="-105632.21">713 10551 2049,'-20'-19'2179,"20"19"-290,-20-21-415,20 21-1,0 0-96,0 0-191,-19-19-97,19 19-97,0 0 1,0 0-128,0 0-320,0 0-129,0 0-192,0 0-31,0 0-97,0 19 0,0 2 64,19-2 96,-19 22-96,0-2 64,20 0-31,-20 2 31,20-2-192,-20 21 64,0-21-160,0 21 64,0 0 64,20 19-96,-20-19 64,0 0 64,0-21-160,20 21 128,-20-21-128,0 1 128,19-20-64,-19 20 0,0-21 128,0 2-256,0-2 192,0 2 0,20-21-96,-20 19 64,0-19-64,0 0 64,-20 21-32,20-21 0,0 0 64,0 0 0,20 0-160,-20 19 128,0-19-32,0 0 0,0 0 96,0 0-96,0 0 96,0 20-96,0-20 129,0 0-97,20 0-32,-20 0 96,0 20 0,21-20-64,-21 0 32,20 0 0,-2 0-64,2 0 32,1 0-96,-1 20 64,0-20 96,-1 0-128,1 20 128,20-20-160,-20 0 0,19 0 128,-19 0-96,20 20-64,-1-20 128,1 0-32,19 0 0,-18 0 32,18 0-64,1 0 96,-1-20-128,1 20 64,-21 0 0,22 0-192,18 0 224,-20 0-64,20 0 32,-19 0-64,19-20 128,0 20-96,2 0 32,-2-20 0,0 20-64,0 0 64,0 0 0,2 0 0,-2 0-32,-20 0 160,20 0-192,-19 0 64,19 0-32,0-20 96,2 20 64,-2 0-128,20 0 64,-20 0-96,21 0 96,-21 0-64,20 20 0,-20-20-32,2 0 64,-2 0-96,0 20 192,0-20-224,20 0 96,-18 0 32,-2 0-32,20 0 32,0 0 0,-20 0 0,20 0-64,-20 0 128,21 0 32,-20 20-32,20-20-64,-21 0-96,20 0 64,-20 20 0,20-20 0,0 0 32,1 0 0,-21 0-32,20 0 32,0 0 64,20 0-192,-19 0 96,19 0 193,-20 0-129,21-20 96,-1 20 0,0 0 32,-1 0-192,2-20 64,-1 20-96,21-20 0,-21 20 128,-1-20-32,21 20 0,-19-20-96,18 20 32,-19-19 32,0 19-32,1 0 64,19 0-32,-21 0 0,1 0-96,1-21 128,-1 21-64,1 0 96,-1 0-160,-1 0 64,1 0 97,-20 0-162,21 0 97,-21 0-96,0 0 161,0 0-130,-19 0 33,19 0 65,-19 21 31,-1-21 32,21 0-32,-21 19 32,20-19-64,-20 20 32,2-20-96,18 0 64,-40 0-96,20 20 0,0-20 96,1 0-32,0 0 0,-1 0-64,0 20 64,1-20 0,-1 0 96,0 0-128,1 0 0,-1 0 0,1 0 0,19 0 161,-20 0-258,21 0 65,-21 0 64,20-20 65,0 20-194,0 0 97,-19 0-32,19 0 96,-19 0-96,-1 0-32,0 0 225,1 20-258,0-20 65,-1 0 64,0 0 33,0 20-130,0-20 65,2 0 0,-22 20-32,0-20 64,1 0-32,-21 19 65,1-19-33,1 0-97,-23 0 33,23 0 32,-21 20 0,0-20-32,-20 0 129,20-20-162,-20 20 97,19 0 129,-19-19-65,0-1-128,0 0 64,0 0 0,0-20-64,0 21 32,0-42 0,-19 21-96,19-19-97,0-1 97,0 1 96,0-20 0,0 19-160,-20-20 224,20 1-32,0 19-32,0-19-32,-20 19 64,20 1-64,0-1 0,-20 0-96,20 0-128,-21 1 0,21 19-65,0-19-63,0 19 288,21 20 64,-21-20 64,0 21 32,0 19 0,0-20 96,-21 20-160,21 0-64,-20 0-32,2 0 0,-23 20 96,21-20-320,-18 19 159,-3 1 161,1-20 0,-19 20 32,19-20-64,-19 20 64,0-20-32,-2 20 33,2-20-33,-1 20 32,1-20 32,0 19-96,-21-19 0,21 0 128,-20 21-32,18-21-32,-18 0 0,0 0-32,0 19 32,-2-19-96,-18 0 32,20 0 64,-20 20-64,0-20 64,-1 0-32,1 20 32,0-20-64,0 20 64,-1-20-96,-19 20 96,20-20-32,0 0 64,-21 0-64,21 19-32,0-19 64,0 0-32,-1 0 0,1 21-32,0-21 64,0 0-32,-1 0 0,1 0 32,0 0-32,0 0 64,0 0-64,-1 0 32,1 0 32,0 0-96,0 0 32,-21 0 128,21 0-96,-20 0-64,20 0 96,-1 0-96,1 0 96,0-21-64,20 21 0,-20 0 0,-1 0 96,1 0 0,0 0-64,20 0 32,-20 0 33,-1 0-194,0 0 97,0 0 32,21 0-96,-20 0 64,0-19 0,0 19-64,20 0 128,-21 0-64,1 0 0,20 0 0,-20 0 0,18 0 96,-18 0-96,0 0 33,0 0-1,-1 0-32,1 0 32,0 19-96,20-19 64,-20 0 32,20 0 0,-21-19-64,21 19 96,-1 0-64,-20 0 0,1 0 0,0 0 96,0 0-64,0 0-64,-1 0 0,-19 0 32,40 0 32,-41 0-128,21 0 96,0 0 0,0 0-64,-21 0 128,21 0-64,0 0 0,0 0 64,-19 0-96,37 0 0,-18 0 32,0 0-64,0 0 32,-1 19 32,1-19-97,20 0 97,-20 0 32,20 0-96,-20 0 96,20 0 0,18 0 65,-18 0-226,19 0 129,-19 0 193,-1 0-322,1 0 129,0 0 33,-1 0-130,1-19 1,20 19 96,-2 0 0,23 0 0,-3 0 64,-18 0-128,19 0 224,-39 0-95,0 0-130,-2 0 98,2 0-130,0 0 194,0 0-194,19 0 129,-20 0-64,22 0 32,-23 0 97,22 0-130,0 0 130,-1 0-1,1 0-64,18 0-64,-17 0-417,17 0-960,2 0-2787,-1 19-10282</inkml:trace>
  <inkml:trace contextRef="#ctx0" brushRef="#br4" timeOffset="-102799.05">14311 10511 4644,'0'0'1473,"0"0"898,0 0 671,-20 0-1088,20 0-673,0 0-352,0 0-32,0 0 32,0 0-96,0 0-225,0 0-223,0 0-225,0 0 0,20 0 0,0 0-192,1 0 160,17 0-192,3 21 64,-1-21-32,-1 0-160,-19 0-32,20 0-225,-20 0-31,-1 0-449,1 0-64,-20 0-352,0 0-417,0 0-1505,0-21-3940</inkml:trace>
  <inkml:trace contextRef="#ctx0" brushRef="#br4" timeOffset="-102453.03">14510 10372 2274,'0'-19'7943,"-19"19"-7687,19 0 193,0 0 1473,0 0-417,0 0-416,19 0-128,-19 19-320,20-19-289,20 21-160,-20-21-64,19 19-160,-19 1 64,20 0-32,-21 0-32,1 0 0,-20-1 32,20-19-32,-20 21 128,0-2-96,0-19 160,-20 20-63,20-20 159,-39 21 160,19-21-31,0 19-289,-20-19 0,1 20-128,-1 0-929,20-1-2466,1 2-11370</inkml:trace>
  <inkml:trace contextRef="#ctx0" brushRef="#br4" timeOffset="-93458.51">3631 11425 1121,'0'0'1761,"0"0"-512,0 0 705,-20 0 224,20 0-32,0 0-448,0 0-129,0 0-159,0 0-289,0 0-449,0 0-287,20 0-129,-20-19-64,20 19 32,-20 0-31,20 0 31,0 0-64,-1 0-32,1 0 0,0 0-32,21 0-32,-21 0 97,18 0-193,3 0 32,-21 0 0,19 0 32,1 0-32,-1-20 32,1 20-64,0 20 32,-21-20-32,21 0 32,-20 0 128,1 19-224,-3-19 64,23 0 96,-21 0-32,18 21 64,-17-21-96,19 0 0,-1 0 0,1 0 0,-20 0 32,19 0-32,1 0-32,1 19 32,17-19 32,-17 0-32,-3 0-32,23 0 128,-2 0-128,1 0 96,-1 0-32,0 0 0,-19 0-96,19 0 128,-18 0-64,18 0 32,-19 0-64,0 21 96,19-21-128,-19 0 64,19 0 32,-18 0-64,18 0 32,-19 0 96,-1 0-192,1 0 96,0 0 0,-21 19 32,21-19-32,0 0 64,-1 0-64,2 0-64,-3 0 128,3 0-64,-1 0 96,-1 0-192,1 0 128,-1 0-32,1 0-32,0 0 32,-1 0 0,22 0 32,-23 0-64,3 0 64,18 0-64,-19 0 32,0 0 64,-1 0-96,1 0 0,-1 0 128,1 0-128,1 0 64,18 0-32,-19 0-32,-1 0 96,21 0-96,-21 0 96,21-19-96,-21 19 64,1 0-32,19 0 32,-18 0-64,17 0 64,-17 0-64,18 0 64,1-21 64,-21 21-160,21 0 64,-21 0 32,22 0 0,-23 0-64,23 0 32,-22 0 64,21 0-32,-20 0 64,-1 0-32,22 0-64,-23 0 33,3 0 31,-3 0-32,3 0-32,-1 0 0,-1 21 0,21-21 32,-21 0-64,21 0 96,-21 0-32,22 0 32,-2 0-96,-19-21 192,19 21-160,-19 0 96,19 0-64,2 0-32,-3 0 128,-17 0-96,18 0-32,-19 0 0,19 0 0,0-19 128,-19 19-192,19 0 32,1-21 160,-1 21-128,2 0 0,-22 0 0,21-19 32,-21 19-128,1 0 192,0 0-64,-1 0-64,2 0 32,-3 0 0,3 0-96,-1 0 192,-1 0-96,1 0 0,-20 0 32,19 0 0,1 0-64,-20 0 96,19 0 33,1 0-194,-19 0 33,17 0 128,3 0-64,-21 0 0,19 19 32,1-19 0,-1 0-32,1 0 33,0 0-33,-1 0 0,1 0-65,1 0 130,-23 0-33,23 0 0,-1 0-32,-1 21-64,1-21 160,-20 0-192,19 0 96,1 19 0,-1-19 96,21 0-128,-21 0 32,1 0 32,1 21 0,-3-21-64,23 0 128,-22 0-96,21 0 0,-1 19 64,2-19-64,-23 0 0,23 0 32,-2 0 32,0 0-96,1-19 32,-1 19 0,1 0 128,-1 0-224,0 0 128,-18 0-32,17 0 96,3 0-192,-21 0 160,19 0-64,0 0-96,2 0 96,-3 0 32,-17 0 32,18 0-160,-19 0 192,-1 0-160,21 19 96,-21-19 0,-19 0-32,20 0 32,-1 0-96,1 0 32,1 0 96,-23 0-96,23 0 32,-1 0 0,-1-19 32,-19 19-64,0 0-32,0 0 32,0 0 96,-1 0-64,1 0 0,-20 0-64,20 0 96,0 0-32,-20 19 96,21-19-224,-21 0 96,18-19 96,-18 19 0,20 0-32,-20-21 64,0 21 0,0-19-160,21-2 32,-21-18 128,0 19-128,20 0 32,-20-20 32,0 1-96,20-1 32,-20-19 32,18 19 0,-18 0-32,21-20 0,-21 1 32,20 19 0,-20 0 0,0-19-32,20 19 0,-20 0-32,-20 1 64,20-2 0,-20 22-128,-1-1-32,3 20-65,-2-20-63,0 20 128,-1 0 0,1 0 96,2 0-32,-3 0 64,1 0 32,20 0-64,-20 0 224,0 0-256,1 20 96,-21-20 0,20 0 0,-19 20 0,-1-20-32,0 0 96,1 0-64,-22 19 0,2-19 0,-1 0 96,-19 21-32,20-21-64,-20 20 0,-20-20 0,18 0-32,-18 19 64,0-19-96,-21 20 128,21-20-64,0 20 0,-19-20 0,-1 20 0,19-20-32,-19 0 96,0 0-64,-1 20-32,21-20 64,-20 0-32,19 0 0,1 0 0,-19 0 0,18 0 0,-18-20 64,19 20-160,-21 0 128,21 0 0,0-20-64,0 20 96,-1 0-128,1 0 96,-20 0-64,19 0 0,-19 0 96,20 0-128,0 0 64,-1 0 0,1 0 0,0 0 0,0 0 32,20 0-32,-21 0-32,1 0 96,19 0-64,-20 0-32,21 0 0,0 0 32,0 0 96,-1 0-128,1 0-32,-1 0 96,22 0-32,-23 0 32,2 0-32,0 0 32,0 0-128,0 0 128,18 0-32,-18 0 0,19 0-32,-19 20 64,0-20 0,20 0-96,-22 0 64,2 0 0,0 20 0,0-20 32,0 0-64,-2 0 32,-18 20 32,20-20-64,0 0 32,0 0 0,-2 0-64,2 0 32,0 0 32,0 0 0,0 0-32,-2-20 0,2 20 32,20 0 64,-21-20-192,1 20 160,20 0-96,-20 0-65,18-20 65,-18 20-32,20 0-256,-1 0 128,-19 0-65,20 0 129,-2 0 32,2 0 32,-1-20 32,1 20 64,-20 0 0,18 0-32,2 0 0,-1 0-64,1 0 32,19 0 96,-19 0-224,19 0 96,1-20 160,-2 20-96,21 0 96,2-19-32,-2 19 32,-1 0-160,21-20 64,-20 20-64,0 0-65,20-21 193,-20 21-192,20 0 32,-19 0 32,-1 0 64,0 0-32,20 0-32,-20 0 64,0 21 32,20-21 0,-19 0-32,19 0 64,0 0-64,0 0-32,0 0 0,0 0 64,0 20 64,0-1-32,0-19 0,0 20-32,0 0 0,0 20 32,0-1 32,0-19-32,0 40 0,19-20-64,-19 0 64,0-1-64,20 1 32,-20 0 32,20 0 0,-20-20-64,20 19 64,-20-19-32,0 0 32,20 0 32,-20-1-32,0-19 160,19 0 161,-19 0-97,20 0-32,-20 0 64,0 0-63,20 0-193,-20 0 96,20 0-32,1 20-192,-1-20-32,-2 20 288,2-20-160,21 0-96,-2 20 160,1-20-96,0 0-353,-21 0-832,21 0-2210,0 0-10058</inkml:trace>
  <inkml:trace contextRef="#ctx0" brushRef="#br4" timeOffset="-92289.45">8555 11247 448,'0'0'1025,"-20"0"673,20 0 95,0 0 225,0 0-32,0-20-417,0 20 65,0 0-64,0 0-225,0 0-288,20 0-385,-20 0-319,0 0-1,20 20-160,-1 0 97,1 19-289,0 1 384,0 0 32,20-1 33,-1 22-225,22-2 192,-3 21-384,-17-21 129,18 21-194,-19-1 66,19-20-33,0 0 96,-19 2-128,19-2-32,-19 1 192,19-20-32,-18-1-128,-1 1-32,-22 0 32,3-21-64,-1 1-97,0 1-31,-20-21-192,20 0 31,-20 19-159,20-19 352,-20 20-289,0-20-191,19 0-674,-19 0-2433,0 0-8071</inkml:trace>
  <inkml:trace contextRef="#ctx0" brushRef="#br4" timeOffset="-91987.43">9190 12260 10249,'0'0'160,"19"20"-64,1 0 1378,0 19-161,0-18-128,1-2-448,-3-19-289,23 40-63,-1-21 95,-1 2 225,-19-21 160,20 20-1,-20-20 33,19-20-192,-19 20-225,0-40-95,19 0-97,-19-20-192,0 1-288,-20 19-545,0 1-512,0 39-192,0 0-1602,0 0-6438</inkml:trace>
  <inkml:trace contextRef="#ctx0" brushRef="#br4" timeOffset="-91525.4">9666 12618 16527,'0'0'737,"21"0"-737,-21 0-32,38 0 480,3 20 129,-1-20-225,-1 19-288,1 1-32,-20 0 0,19 0-64,-19 0 64,-20 0-128,0 19-64,0 2 64,-20-2 160,0-20-32,1 22 0,-1-21 0,20 19 0,0-19 96,0 0 64,0 0-63,20 0-33,19-20 96,1 20-128,-20-20-32,19 0-192,-19 0-769,0 0-1281,1 0-2274,-21 0-5638</inkml:trace>
  <inkml:trace contextRef="#ctx0" brushRef="#br4" timeOffset="-91358.39">9766 12995 15022,'-41'-19'865,"23"19"-1122,36 0 482,-18 0 703,41-20-95,-1 20-416,19 0-385,-19-20 0,19 20-481,0 0-1473,1-20-3843</inkml:trace>
  <inkml:trace contextRef="#ctx0" brushRef="#br4" timeOffset="-90320.34">10242 12360 11627,'-21'-21'2402,"3"21"-2210,18 0-96,0 0 577,-20 0 95,20 21-383,0-2-33,0-19-96,0 40 225,0-21-257,0 22-224,0-2-96,0-18-577,20 18-992,-2-19-1154,23 20-512,-21-21-2915</inkml:trace>
  <inkml:trace contextRef="#ctx0" brushRef="#br4" timeOffset="-89946.31">10440 12438 8231,'0'-19'289,"0"-1"-225,20 0 1089,0 20 256,0-19-128,1 19-896,-21 0-353,18 19-64,-18-19 0,0 0-64,0 20-161,0 0-319,0-20-33,0 19 289,0 2 192,0-1-32,0-20-129,0 20 289,20-20-32,-20 19 32,21-19 0,-1 21-32,0-21 96,-2 0 161,3 19 447,-21-19 802,0 20 31,0-20-608,-21 20 32,3 0-449,-2-20-416,-21 0-64,21 20-128,2-20-609,-3 19-736,21-19-1730,-20 0-2050</inkml:trace>
  <inkml:trace contextRef="#ctx0" brushRef="#br4" timeOffset="-89599.29">10679 12220 12011,'-20'20'288,"40"0"385,-20-20 896,40 40-416,-21-21-352,21 22-545,0-22-256,-21 21 64,1-21 33,0 2-65,0 19 32,-20 0-64,0-1-193,0 21-95,-20-21-417,0-19-672,-19 20-1441,19-20-3813</inkml:trace>
  <inkml:trace contextRef="#ctx0" brushRef="#br4" timeOffset="-85813.08">14352 11386 6534,'0'0'1249,"0"0"-416,0 0 640,0 0 129,0 0-481,0 0-353,0 0-159,0 0 160,20 0-97,-2 0-159,2 0-129,1 0-128,-1 0 33,20-20-97,-21 20-128,1 0-64,20 0 0,-20 0-128,-1 0-257,1 0-127,-20 0-161,0 0-416,0 0-544,0 0-770,0 0-1568</inkml:trace>
  <inkml:trace contextRef="#ctx0" brushRef="#br4" timeOffset="-85540.06">14510 11207 9673,'-19'0'1249,"19"0"-705,19 0 513,-19 0 96,20 0-384,20 0-288,-20 20-353,19-20-32,-19 20-64,20 0-32,-21 0 32,1-1-64,-20 1 32,20 0 0,-20 0 32,0 0-32,0 0 256,-20-1 64,20-19-63,-20 21-1,1-2-96,-21 2-192,20-2-192,0 21-961,-19 0-2114,19 0-5862</inkml:trace>
  <inkml:trace contextRef="#ctx0" brushRef="#br4" timeOffset="-83708.96">15186 12062 4964,'18'0'801,"2"0"-417,21 0 866,-1-20 287,-1 20 0,1 0-31,-1-20-737,41 20 31,-21 0-255,20 0 480,0 0-705,2 0-224,-2 0-96,0 0 64,0 0-224,2 0 320,-2 0-416,-20-20 384,1 20-160,-41 0-288,1-20-1410,-20 20-1409,0 0-3139</inkml:trace>
  <inkml:trace contextRef="#ctx0" brushRef="#br4" timeOffset="-82993.92">17885 11823 8872,'0'0'2498,"0"0"-1889,0 0 224,20 0 160,0 0-417,19 0-416,21 0-32,19 0-96,0 0 32,0 0 161,2 0 95,-2 0-192,0 0-128,0-20 96,-18 20-64,-2 0-32,-19 0-801,-20-20-2786,-40 20-2403</inkml:trace>
  <inkml:trace contextRef="#ctx0" brushRef="#br4" timeOffset="-81478.83">6411 4132 4964,'-20'0'1506,"20"0"31,0 0-64,0 0 225,0 0 64,0 0-737,0 0-321,0 0-223,0 0-97,0 0 65,20 0 223,-20 21-31,0 18-289,0 21 1,0 0-161,0 19-160,0 20 96,0-19 0,0 19-256,-20-19 128,20-21 32,0 1-96,0-20-32,-21 0-225,21-1-159,0-19-1025,0 0-738,0-20-1728</inkml:trace>
  <inkml:trace contextRef="#ctx0" brushRef="#br4" timeOffset="-81089.81">6152 4352 4099,'20'0'3043,"-20"-21"-2114,20 21-192,0-19-385,0-2 609,1-18 641,-3-1-641,22 20-321,-19-19 1,-1-1 256,-2 20-129,-18 0-351,21 1-65,-21 19-64,0-21-160,0 21-256,20 21-96,-20-21 128,20 19 32,0-19 64,-20 20 0,19 0 0,1-1-32,0 2-384,0-2-994,0 21-2433</inkml:trace>
  <inkml:trace contextRef="#ctx0" brushRef="#br4" timeOffset="-80266.76">5994 5603 7815,'-21'-39'1954,"21"19"-1089,0 0 1120,0 0-287,-20 20-289,2-20-352,18 20-576,-41 0-577,21 0-32,0 20 32,-19 20-33,19 0 97,0 19-32,0 1 64,20-21-32,20 2-32,-20-2-32,20-19-64,20-1 32,-21-19 192,21 0 0,-19 0 32,17-19-64,-18-20 0,1 19-32,-21-21 32,20 22-32,-20-20-160,0-2-96,-20 1-65,20 1 129,-21 19 352,21 0 321,-20 20-321,20 0-160,0 0 0,0 20 448,20 20 225,-20-21-128,21 21-321,19 1-96,-21-2-128,21-20-128,-20 1-385,19 21-319,-19-41-578,0 19-1056,0-19-2371</inkml:trace>
  <inkml:trace contextRef="#ctx0" brushRef="#br4" timeOffset="-79896.74">6014 5126 4772,'0'0'5061,"-20"0"-4741,20 21 961,0-2 193,20 1-449,-20 20-481,20 0-320,-1-21-95,1 22-194,0-22-351,0 1-321,19-1-832,-19 2-1506,0-21-2658</inkml:trace>
  <inkml:trace contextRef="#ctx0" brushRef="#br4" timeOffset="-79545.72">6192 5207 5925,'0'-21'417,"20"21"1440,-20 0 514,20 0-1218,1 0-225,-21 0-479,18 21-97,-18-2-192,0 1-31,0-20-65,0 39-32,0-18-64,0-21-32,0 20-33,20-1-415,-20-19-1,20 0-447,1 20-450,-1-20 770,-2 0 511,3 0 129,-1 19 33,0-19 127,-20 21 128,0-1 545,-20-20-97,0 20-287,-1-1-321,-17 1-224,17-20-545,1 20-1473,0-20-5989</inkml:trace>
  <inkml:trace contextRef="#ctx0" brushRef="#br4" timeOffset="-79293.7">6470 5107 12619,'0'0'129,"20"0"223,0 0 929,0 19-544,19 2 192,-19-2-193,0 22-447,0-2-161,0 0 32,-1 21-128,-19-21-609,0 2-896,-19 18-865,-21-19-1922</inkml:trace>
  <inkml:trace contextRef="#ctx0" brushRef="#br4" timeOffset="-74132.41">6411 5822 4996,'20'0'6054,"-20"0"-5830,0-19 705,0 19 737,0 0-481,0 19-320,0-19-257,0 20-320,0-20 1,0 19 191,0 2-31,0-1-161,0-1 64,0 21-96,0-20-288,20 20-192,-20-1-1634,19-19-6566</inkml:trace>
  <inkml:trace contextRef="#ctx0" brushRef="#br4" timeOffset="-71594.26">19711 11982 6758,'0'0'1441,"0"0"-63,0 0 1504,-20 0-800,20 0-192,0 0-769,20 0-96,-20 0-256,40 0-417,-1-21 321,22 21-481,18 0-224,20 0 320,0-19-544,41 19 512,18 0-224,1 0-320,20 0 416,-1 0-224,0 0 32,-18 0 96,-2 0-64,-18-19 64,-21 19-128,-20-21 96,-20 21 0,-20 0-384,-18 0-802,-41-19-1600,0 19-8425</inkml:trace>
  <inkml:trace contextRef="#ctx0" brushRef="#br4" timeOffset="-47553.89">772 735 5252,'0'-20'1474,"0"20"159,0 0-383,0 0-674,0 0 225,0 0 288,0 0-352,0 20-161,0 0-127,0 19 127,-19 1-127,19 1-289,-20-2-64,20 21-32,-20-1-32,0 21 64,0-21 32,20 21 32,-19-21-128,19 1 0,0-21 0,19-19 64,1 20 225,0-20 159,0-20-31,19 20-225,1-20-96,1 0-96,-3 0-96,-17 0-384,19-20-417,-21 20-993,21 0-1281,-40 0-2242</inkml:trace>
  <inkml:trace contextRef="#ctx0" brushRef="#br4" timeOffset="-47193.87">932 1331 11947,'0'0'1057,"0"0"-833,-20 0 641,20 0-321,0 0-63,20 0 320,-20 0-417,20 0-288,19 21-96,-19-21 32,20 0 0,-1 0-32,-19 19 0,20-19-32,-21 20 32,1-20 64,-20 19 32,20-19 192,-20 20 161,0-20 63,-20 21-127,0-2 63,1 1-31,-1 19-1,0-18-96,-20 18-256,21-19-96,-1 20 0,0 0-96,20-21-512,0 1-385,0 0-1186,0-20-4547</inkml:trace>
  <inkml:trace contextRef="#ctx0" brushRef="#br4" timeOffset="-43108.63">833 6418 12107,'-21'20'673,"1"0"-289,20-20-32,0 0 609,0 0 128,0 0-384,0-20-385,0 20-160,20-20-128,1 0 0,17 1 32,3-1-64,-21-20 0,19 0 33,1 0-1,0 1 0,19-1 0,-19-20 32,-1 20 96,1 1-64,1-1 0,-23 0-64,2 20 64,1 1-96,-1-1 32,-20 20 0,0-21-64,0 21-32,0-19-96,0 19-224,0 0-417,-20-20-1153,20 20-2658</inkml:trace>
  <inkml:trace contextRef="#ctx0" brushRef="#br4" timeOffset="-42819.62">1169 5861 3619,'-19'21'8104,"-1"-21"-7400,20 0-319,0 0 672,20-21-449,-1 21-127,1-19-1,0-1-192,21 1-159,-3-1-33,23-1-64,-41 1-32,19 20 64,-19-19-160,0 19-33,0 0 33,-1 0 128,-19 19 129,0 1 223,0 21 96,-19-22-159,19 20-193,0 2-96,0-2-320,0 1-1442,19-20-3843</inkml:trace>
  <inkml:trace contextRef="#ctx0" brushRef="#br4" timeOffset="-38626.38">2539 5623 8712,'0'0'2690,"0"-20"-1569,0 20 449,0 0 95,-20 0-127,20-19-225,0 19-352,0 0-545,-20 0-319,20 19-226,0 1 97,20 0 128,0 0-64,21 20 1,-2-20 31,21 19 0,-21-18 32,40 18 32,-19-19 0,19-20-128,0 0 128,2 0-32,-2 0-32,0 0-32,-39 0 0,19 0 32,-38-20-224,-1 20-64,-2 0-128,-18-19 31,0 19-383,0-20-642,0-1-800,0 1-2562</inkml:trace>
  <inkml:trace contextRef="#ctx0" brushRef="#br4" timeOffset="-38366.36">3214 5564 13580,'-19'0'289,"19"20"-257,0-20 832,19 19-63,1-19 128,20 20-448,-1 0-225,22-20-160,-3 20-32,22-20 128,-20 21 128,-21-21-255,1 19-98,0-19-63,-40 20 0,0-1 160,0 1 193,-20 21-97,-20-22-96,1 1 0,19 20-64,-20-20-513,40-1-1697,-20-19-7367</inkml:trace>
  <inkml:trace contextRef="#ctx0" brushRef="#br4" timeOffset="-37681.32">4287 5921 14189,'0'0'705,"0"0"223,0 0 33,0 0-640,0 20-33,0 20 609,0-20-289,0 39-351,20 1-129,-20-1-64,18 1 64,-18-20-32,21 19-64,-21-18-96,20-2-96,0 1-64,0-20-225,-1 0-352,-19-20-736,20 0-1634,-20 0-3459</inkml:trace>
  <inkml:trace contextRef="#ctx0" brushRef="#br4" timeOffset="-37314.3">4108 6299 5124,'-20'20'7527,"20"-20"-6886,0 0 320,0-20 833,20 20-673,-20 0-609,19-20-159,1 1-193,-20-2-32,20-18 224,0-1-256,1 20 0,17-20-96,-38 0 96,21 1-31,-1-1-1,0 20-96,-20 0 128,0 0 224,0 20-128,18 0-128,-18 0-96,0 0-64,21 0 224,-21 0-96,40 20 32,-20 0 64,-1 0-192,1 0 64,20-20 64,-1 20-352,1-20-352,-20 19-1667,21-19-5060</inkml:trace>
  <inkml:trace contextRef="#ctx0" brushRef="#br4" timeOffset="-36004.23">15761 7233 896</inkml:trace>
  <inkml:trace contextRef="#ctx0" brushRef="#br4" timeOffset="-35139.18">15761 7233 1153,'0'-20'2370,"0"0"-448,0 20 160,0 0 224,0 0-416,0 0-801,0 0-641,0 0-192,0 0-64,0 0 65,0 20 63,-20-20-160,-1 20-160,-17-20 32,-3 20-32,-18-20-128,-20 19-192,19-19-65,-39 20-63,20-20 256,-21 0 192,1 0 0,0 0 0,20 0 0,18 0 64,3 0-96,17 20 0,2-20 32,19 20 64,0-20 0,0 20-64,20 0 32,20-1 0,-20 1 64,20 0-64,-20 0 32,20 20-64,-20-1 0,0 1 64,0 0-64,-20 20-64,20 0-32,-20-1-64,0 20 128,0-39 64,20 20 64,0-20 128,0-1 97,-19-19 191,19 0 33,0 0-33,19-20-32,1 20-63,0-20-65,20 0-256,-1 0-32,22 0-128,-2 0-32,20 0-64,0-20-160,20 20-321,0 0-160,-18 0-31,18 0 319,0 0 193,-20 0 224,0 0 32,0 0-161,-38 0-319,-1 0 256,-1 20 224,-39-20-32,20 0 63,-20 0 66,0 20 191,0-20 64,0 0-64,0 0 449,0 0-193,0-20 225,0 0 128,0 0-65,0-20 1,0 1-32,0-1-353,0-20-31,20 1-321,-20-21 96,0 1-64,0-1-64,0 0 96,0 21 0,0 19 0,0 0-64,0 1 224,0 19 129,0 0-97,0 20-192,0 0-64,-20 0-64,20 0 32,0 0-32,-20-20 64,-19 20-32,-1 0 96,-19-20 128,-2 20 129,-18 0 223,-20 0-287,0 0-193,0 0-128,-1 20-545,21 0-864,19 0-833,1-20-3043</inkml:trace>
  <inkml:trace contextRef="#ctx0" brushRef="#br4" timeOffset="-33833.1">4823 5285 6149,'-20'0'737,"20"0"384,0 21 288,0-21-416,0 0 32,0 0-352,0 0 32,0 0 31,20 0-159,-1 0-129,1 0 1,0 0-65,0 0-64,19 0-95,1 0 31,1-21-96,-3 2-128,23-1 64,-2-19-128,0 18-32,21-18 96,-21-1-32,2 0 64,18 0 64,-41-19 417,3 19-353,-1 0 352,-21 1-223,-19-2-289,0 1-64,0 21 96,-19-1-128,-1-1-160,0 2-193,0 19-127,-1 0-385,3-20-320,18 20-897,-20 0-1314,20 0-3042</inkml:trace>
  <inkml:trace contextRef="#ctx0" brushRef="#br4" timeOffset="-33559.09">5398 4689 9545,'-40'19'1633,"40"-19"225,-20 0-321,20 0-191,20-19-386,0 19-735,0 0-65,39-20-96,-18 0-32,17 1 32,3-2 96,-2 21 96,1-19 129,-21 19-65,1-20-192,-20 20-192,-1 0-64,-19 20 64,0-1 224,-19 2-64,-1 18 192,20 0-223,-20 2-1,0 18-32,20-18-193,20-2-831,-20 1-1219,20 0-6373</inkml:trace>
  <inkml:trace contextRef="#ctx0" brushRef="#br4" timeOffset="-30309.9">18897 10770 11050,'0'-20'673,"-20"20"-705,20 0 32,-19 0 224,-1 0 256,0 20-159,0-20-129,0 0 0,-19 20 481,-1-20 191,-19 0-415,-22 0-193,-18 0-128,0 20-64,-19-20 0,-22 20 0,21-20 257,0 19-161,19-19-96,1 20-64,40-20 64,-1 20-64,21-20 32,-1 20-32,40-20 0,0 20 0,0 0 224,0 0 0,20-1 1,20 2-193,-21 18 32,1-18-64,0 18 0,-20 1 0,0 19 32,20 1 0,-20 19 0,0 0-32,0 1 0,-20 20-128,20-21 96,0-19 32,0 19 0,0-39 32,20-1 288,-20 1 128,0-21 97,20 2 128,-20-21-385,0 0-64,19 0-128,1 0-352,20-21-32,-1 21-321,22-19-160,18 19 417,0 0 128,20 0 64,-18 19-225,18-19 1,19 21 224,-19-21 96,0 0 64,2 0 64,-2 0-64,0 0 192,-20 0-160,-20 0-256,-18 0 64,-21 0 95,-2-21 98,-18 21 159,-18 0 32,-2 0 224,-21-19 321,21 0-192,-19-21 31,19 0-223,0-20-1,20 1-96,-20-20-192,20 19 32,0-39 257,20 19-321,0 0 0,-20 1-64,20 0 64,-20-1-32,21 1 288,-21 19-256,0 20-32,0 0 161,-21 1-97,21 19 0,0 0-224,0 20 64,0-20 32,0 20-129,0 0 97,-20 0-192,20 0 128,-40 0 32,1 0 128,-1 20 32,-19-20 64,-20 20-128,-22 0-64,2 19-352,-19-19-1410,-1 20-5093</inkml:trace>
  <inkml:trace contextRef="#ctx0" brushRef="#br4" timeOffset="-11416.82">19731 6001 7366,'20'0'609,"-20"0"-609,0 0 96,0 0 321,-20 0 127,20 0-31,-20 0 63,0 0-352,1 0 1,-21 0 31,0 0-160,1 0-128,-22 0-128,-18 0-97,0 0 97,0 0 160,-40 0 160,-1 0 193,1 0 127,-19 0-352,-1 0 65,-1 0-161,2 20 0,-22-20-96,2 19 31,-20-19 1,18 0 97,2 20 287,-2-20 320,2 0-223,-1 0 63,1-20 65,18 20-225,2 0-192,-2 0-128,1 0-32,1-19 0,-2 19-64,1 0-32,21 0-128,-1 0-352,-1-20 191,1 20 321,20 0 96,-1 0 128,-19-20 193,40 20 31,-20 0-96,20 0-96,0 0-95,18 0 31,22 0-32,-21 0-96,40 0 0,-19 20-32,19-20-32,20 0 64,-20 0-32,20 0-96,0 20 95,0-20 1,0 19 32,0 1 0,0 0-32,0 20 32,20-20 0,-20 19 0,-20 1 0,20 1 0,0 18 32,-20-19-32,1 19-32,19 1 96,-20-1-64,0 1 0,20 20 0,-20-1 33,-1 1-33,21-1 32,-20 0-32,20 20 32,0-19-32,-18 19 0,18 1 32,-20-21-32,20 21 32,0-1-32,-21-19 32,21 19 32,0 0 0,0 1 64,0-1 0,0 0-32,0 1-32,0-1-32,0 20 64,0-19-32,0-1 64,21 0 33,-21 21 31,0-21-160,0 0 32,20 20-96,-20-19 64,18-1-96,-18 1 128,0 19-32,20-20-32,1 0 64,-21 21-96,20-1 96,-20-19-64,20-1 32,-20 0 0,20 1 0,-20-1 64,0 0 32,19 1-96,-19-1 96,0 0-128,0-19 33,0 19-1,0 0 0,0-19-32,0 20 96,0-21 128,0 20-160,0 1-64,-19-21 0,19 20 0,0-19 0,0-1-32,19-19-192,-19 19 128,0-19 64,20 0 32,0-1-97,-20-19 33,0 0 128,20-21 33,-20 2-33,20-2-32,-20 21 64,19-20-96,1 0 0,-20-1-96,20 1 0,0 0 32,19 0 31,-19-20 33,21 0 0,-3 0 33,3 0-66,18 0-31,21 0 32,-21 0-64,40 0-64,-20-20-96,21 20-32,-1 0 352,0-20-64,20 20 0,1 0 128,-1 0 0,19 0-32,2 0 96,-1 0-96,-1 0-32,2 0-32,-1 0-32,19 0 32,2 0 32,-2 0-64,0 0 33,2 0 127,-2 0 64,2 20-64,18-20-64,0 0-32,-18 0 32,18 0-96,1 0 0,-1 0 0,20 0 0,-18-20 96,-22 20-64,21 0 64,0 0 1,0 0-33,-21 0-32,22-20-32,-22 20-32,20 0 64,-18 0-64,-22-19 64,22 19-96,-22 0 32,1-20 128,-20 20-128,1 0 0,-2 0 64,-19 0-32,2 0-32,-2 0 64,-20 0 0,20 0-64,-20 0 32,-20 0 32,2 0-32,-23 0 32,3 0 128,-1-20-96,-21 20 32,1 0 0,-20 0-32,20 0-64,-20 0 32,0-20-128,20 20-32,-20-20 64,0 1 32,0-2 64,0 2-32,0-1 128,-20 0 64,20-20-32,-20 0-64,0 0-31,20-19-130,0 19 33,-19-19 129,19 19-97,-20-20 0,20 1 64,-20-2-64,20-17-161,-21 18 354,1-19-257,20-1 128,-18 1-64,18-20-32,-20 19 64,20-20 32,-21 21-64,1-20 96,-19-1-160,19 1 160,0 0-128,0-20-32,0 19 64,1-19-32,-1 20 32,0-21-32,0 1 32,0 0-32,1 0-32,-1-1 160,0 1-160,0 0 224,-1-21-160,21 21 128,-18 0-64,-2-20 128,20 0-64,-20 20-160,20-20 32,0 0-64,0-1 32,-21 1 64,21 0-64,0 20-64,0 0 0,0 0-96,0-20 0,0 19-193,0 21 161,0-20 64,0-1 192,0 21-32,0 0 64,0 0-128,0 19 128,0 1 32,21-1-96,-21 20 0,20-19 0,0 19 0,-20 0 0,0 21-96,0-21 160,0 40-32,0-20-128,-20 1 96,0 19-32,-21 0 0,2 0 32,-1 20-32,-19-20-32,-1 20 64,-19-20-32,0 20 32,-21 0 32,1-19-32,0 19 64,-41 0 128,1-20 160,1 20-31,-40 0-161,-2 0-192,-19 0 0,1 20 32,-21-20-64,2 19 0,-21-19-225,-1 20-95,2 0-545,-2 20-2082,-20 0-9128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43:08.688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15741 3894 8488,'0'0'1153,"0"0"-192,-21 0 672,21 0-224,0 0 97,0 0-129,0 20-544,-18-20-449,18 20 129,0 0-1,0 0-191,0 0-33,-20 19 32,20 1-128,-20 19-96,-1 21 161,1-1-193,-19 21-192,-1-20 32,1-1 128,-1-20 0,20-19-32,-19 0 0,19-21 32,20 22-32,-20-41-32,20 19 32,0-19-257,0 0-63,0 0-289,0 0-127,0 0-129,0 0-673,0 0-1312,0 0-3268</inkml:trace>
  <inkml:trace contextRef="#ctx0" brushRef="#br0" timeOffset="403.02">15224 4530 11594,'0'-20'897,"0"20"-576,0 20 736,0-20 416,0 20-128,0 0-416,0 19-320,20 1-161,-20 0 129,21 20-1,-21-20-352,20 0-95,0-1-65,-20-19-32,19 0 160,1-20 96,20 0 64,-20 0-63,19 0-289,1-20 448,-1 0-448,1-19 0,1 18-32,-3 2 64,3-2-96,-3 21 0,-17-19-224,-1 19-65,0 0-351,0 0-834,-20 0-1408,0 0-3909</inkml:trace>
  <inkml:trace contextRef="#ctx0" brushRef="#br0" timeOffset="7668.43">18699 6796 6566,'-20'0'2690,"20"0"-1697,0 0 64,0 0 256,20 0 385,-20 0-513,20 0-608,20 0-225,-1 0 0,1 0 33,19 0-161,20 0-192,20 0 0,1 0-64,39 0-32,1 0-128,18 0-161,20 0 65,2 0 192,-22 0 128,2 0 32,-22-20 0,1 20 32,-19 0 96,-41-20-31,0 20-97,-39 0-64,-1 0-353,-39 0-1152,-20 0-4805</inkml:trace>
  <inkml:trace contextRef="#ctx0" brushRef="#br0" timeOffset="9355.53">12744 8266 10089,'0'0'256,"0"20"-416,18-20 256,-18 40 513,0-1 384,21 21-128,-21 20-417,20 19-256,-20 0-64,0 1-96,-20-1 32,20 0 65,0-39 63,0-21-64,0-18 0,0-2 352,0-19 449,20-19-256,-20-2-673,0-18-192,20-1-65,0-19-95,0 19 128,-20 0-160,19 0-193,1 20 417,0 1 416,0 19 417,0 19 320,-1 21-161,-19 0-191,0-1-321,20 1-127,-20 0-129,0 0-353,20-1-768,-20-18-1665,20-2-4165</inkml:trace>
  <inkml:trace contextRef="#ctx0" brushRef="#br0" timeOffset="9946.56">13299 8882 9577,'0'-20'416,"-20"20"-320,20 0 641,-19 0-33,19 20 65,-20 0-128,0 0-385,0 20 192,20-1 641,-21 1-192,42 0-384,-21 19-257,40-19 32,-1 0-160,1-20-64,0 0-160,19-20 64,0 0 64,2 0-64,-23-20 160,3 0-95,-1 0 63,-20-20 0,-1 20 0,-19-20 64,0 21 192,-19-21-128,-21 20-31,-1-20 31,3 21 64,-23-2-32,23 2-192,-23 19-224,22 0-512,19 0-289,-20 0 128,20 19 64,20-19-928,0 21-2211</inkml:trace>
  <inkml:trace contextRef="#ctx0" brushRef="#br0" timeOffset="10200.58">13260 9021 9609,'-20'0'3107,"20"0"-3107,0 20 960,0-20 226,0 20-226,0-20-159,0 20-256,0-1-193,0 2 64,0-2-31,20-19-225,-1 20-32,-19-20-128,40 0-192,-20 0-192,0 0-545,19 0-545,-19 0-576,0-20-1057,1 20-1441</inkml:trace>
  <inkml:trace contextRef="#ctx0" brushRef="#br0" timeOffset="10359.59">13459 9100 6630,'-21'-19'3459,"21"19"-3395,0 0 2082,0 0-160,-20 0-1217,20 19-193,0 2-159,0-2-321,0 21-64,20-20-96,-20 0-961,21 0-2146,-21 0-5189</inkml:trace>
  <inkml:trace contextRef="#ctx0" brushRef="#br0" timeOffset="10669.61">13815 8425 9801,'-20'-20'-929,"1"20"737,19 0 1377,-20 40 961,0 0-384,20-1-577,-20 21-321,20 19 65,0-19 32,20 0-544,-20-21-289,40 1-352,-21-20-65,21 0-95,-20 0-321,19-20-704,-19 0-1602,0 0-2786</inkml:trace>
  <inkml:trace contextRef="#ctx0" brushRef="#br0" timeOffset="10841.62">13955 8684 13708,'20'0'609,"-20"19"-161,18 1 834,3-20-353,-1 20-545,0 0-352,19 0-1121,-19-20-2787,0 20-4676</inkml:trace>
  <inkml:trace contextRef="#ctx0" brushRef="#br0" timeOffset="11000.62">14153 8644 12043,'-40'19'3171,"20"2"-3139,1 18 865,-1-19 768,0 20-704,0-1-833,20-19-96,0 0-1409,0 0-1634,20 0-3459</inkml:trace>
  <inkml:trace contextRef="#ctx0" brushRef="#br0" timeOffset="11238.64">14173 8405 17008,'59'40'480,"-39"0"-384,0-1 993,19 1 96,-19 0-192,1 19-512,-21 1-481,0 0-192,0-1-257,0 1-31,-41-21-65,21 1-736,1 0 160,-21-20 96,20-20-1570,0 0-10377</inkml:trace>
  <inkml:trace contextRef="#ctx0" brushRef="#br0" timeOffset="11801.67">14868 8644 12427,'0'0'1922,"-20"0"-1634,20 0 1570,0 0-384,20 0-546,0 0-63,19 0-352,-19 0-257,20 0-192,-1 0-96,1 19-481,-1-19-928,-19 0-1474,0 0-3875</inkml:trace>
  <inkml:trace contextRef="#ctx0" brushRef="#br0" timeOffset="11937.68">14907 8783 16367,'20'20'865,"0"-1"-577,0-19 417,39 0-513,-19 20-352,19-20-1666,-19 0-13933</inkml:trace>
  <inkml:trace contextRef="#ctx0" brushRef="#br0" timeOffset="13582.77">16000 8684 10537,'0'-21'1186,"0"2"-770,-21 19 1025,1-21-352,0 21-352,0 0-417,-19 0-320,-1 21 0,20-2 0,-19 2 129,19 18-129,0-19-33,20 20 1,0-1-32,20-19-64,0 0-32,19 0-64,1-20 256,0 0 160,-1-20-96,1 0 192,-1 0 1,-19 1-97,-20-21-96,20 20-160,-20 0-96,0 0-32,-20 20-161,20 0 65,0 20 128,0 20 64,0 19 64,20-19 32,1 20 0,-1-20-32,0 19 64,-2-19 96,3 20 416,-21-21 257,0-19 128,-21 20-160,-17-20 288,-3 0-353,1-20-223,-19 0-225,19 0-224,-19 0-32,0-20-192,19 20-385,-1-20-319,23 0-578,-2 0-1473,40 0-2626</inkml:trace>
  <inkml:trace contextRef="#ctx0" brushRef="#br0" timeOffset="13935.79">16475 8365 11242,'0'-79'288,"0"59"-159,0 0 1504,-20 20-63,20 0-577,-20 20-225,2 20-223,-3-1-1,1 21 193,0-1-32,20 21-321,0-20-32,0 20 33,20-21-65,0 20-256,1-39 32,17 20-96,-18-20-32,21-21-128,-2 21-865,-19-20-993,0-20-3299</inkml:trace>
  <inkml:trace contextRef="#ctx0" brushRef="#br0" timeOffset="16004.91">17190 8386 7591,'20'-21'3843,"-20"1"-2337,0 1 384,0 19-513,-20 0-416,0-20-545,0 20-384,1 20-128,-21-1-32,0 22 96,-19 18-32,18 1 0,23-1-64,-2 21-32,0-21 95,40 21 1,0-1 0,19-19 64,21-20-64,-1-1 0,20-19 64,0 0 96,2-20 193,-2-40-33,0 20-96,0-39-128,-19-1 32,-21 20 64,1-39 257,-40 20 159,0 19-256,-20-20-63,-20 0 63,1 0 64,-1 21-256,-19 0-64,-1 18-96,1 21-64,18 0-288,-18 0-417,39 21-1409,-19 18-4741</inkml:trace>
  <inkml:trace contextRef="#ctx0" brushRef="#br0" timeOffset="16402.93">17091 8584 3363,'0'0'6182,"0"0"-6150,0 20 448,0-20 1090,0 0 576,0 19-1057,0 2-705,0-2-64,0 2 193,-20-2 159,20 1-255,0-20-289,0 20 32,0-20-96,20 0 128,-20 0 129,20 0-225,0 0 0,-1 0-192,1 0 96,0 0-417,20 20-127,-21-20-33,21 0-256,-19 0-832,17 0-1058,-18 0-63,1 0 31,-21 0-2818</inkml:trace>
  <inkml:trace contextRef="#ctx0" brushRef="#br0" timeOffset="16590.94">17488 8644 4612,'0'-21'7431,"-20"21"-6086,20 0-96,0 21 65,-20-21-65,20 40-416,0-21-385,0 21-448,0 0 96,0-1-352,20-19-833,-20 20-3492</inkml:trace>
  <inkml:trace contextRef="#ctx0" brushRef="#br0" timeOffset="17556">18460 8902 7078,'0'0'160,"-19"0"1282,19 0 832,-20 0-1377,20 0-545,-20 20 161,20-20 223,-20 19 1,20 2-161,0-2-95,0 21-257,0-40-96,20 20-96,0 0-32,19-20 0,-19 0 0,20 0 0,-19 0 32,-3-20 32,2 0 32,-20 0 129,0 0 127,0 1 321,0-2 127,-20 2-319,-19 19-321,19-20-288,0 20-288,0 0-770,1 0-1632,19 0-3364</inkml:trace>
  <inkml:trace contextRef="#ctx0" brushRef="#br0" timeOffset="20095.14">19116 8544 5445,'0'-20'2114,"0"20"-641,0-19 1218,0 19-481,0 0-1089,-20-20-705,-1 20-320,3 0-96,-2 0-32,-1 20 32,-19-20 0,22 19 0,-3 1 96,1 20 0,0-1 97,20-18 63,0 19-160,0-1-96,20-19 32,21 20-128,-23-20 0,22-20 32,1 0 64,-2 0 64,-19 0-64,20-20 0,-40 0 0,19 0 32,-19 0-32,20-19 64,-20 18 0,-20 2-32,20-21 0,-19 20 0,19 0 288,-20 20 129,0 0-225,0 0-128,20 20 64,0 0 160,0 20-63,0 0-161,20-21 288,0 21-320,0 0-32,-1-20-128,21-1-384,-20 1-385,0 0-1313,-1-20-3427</inkml:trace>
  <inkml:trace contextRef="#ctx0" brushRef="#br0" timeOffset="20427.16">19454 8822 7879,'0'0'4708,"0"0"-4644,0 0 833,0 20 609,0 0-1122,-20 0-288,20-20-64,0 20-64,0 0-32,20-1-32,-20-19-64,20 21 96,-2-21 128,23-21 64,-21 21 0,0-19-32,-1-1 0,-19 0 161,0 0-1,0 0 96,-19 0 385,-1 1-417,-20 19-160,1 0-160,19 0-672,-21 0-2179,21 19-9096</inkml:trace>
  <inkml:trace contextRef="#ctx0" brushRef="#br0" timeOffset="21250.21">20685 8684 14477,'0'0'1506,"0"0"-1667,0 0 258,18 0 319,2 0 321,21 0-225,18 0-352,-19 0-192,-1 0-608,1 0-770,0-21-2209,-21 21-4453</inkml:trace>
  <inkml:trace contextRef="#ctx0" brushRef="#br0" timeOffset="21423.22">20823 8505 12427,'-21'39'2915,"21"1"-2531,0-20 289,0 39 544,21-19-512,-21 0-513,20 0-224,0-1-929,0 1-1505,19-20-5830</inkml:trace>
  <inkml:trace contextRef="#ctx0" brushRef="#br0" timeOffset="22230.27">21756 8286 10505,'-20'0'801,"20"-20"-577,-20 20 129,1 0 287,-1 0 225,0 0-288,-21 0-385,23 20 192,-23 20 161,21-1-289,0 21-160,2 0-64,-3-1 0,42 1-64,-3-1-192,22 1-289,19 0-255,22-21 95,-2 1 193,0-20 416,20 0 256,1-20 160,-21-20 321,1-20 256,-21 20-321,-19-39-288,-1 19 353,-39-20 640,0-19-640,-20 19-481,-39-19-192,0 20 160,-1 18 97,-19 2-257,0 39-129,0 0-63,18 0-352,2 20-1026,39 19-2177,-20-18-5510</inkml:trace>
  <inkml:trace contextRef="#ctx0" brushRef="#br0" timeOffset="22800.3">21657 8485 10698,'0'20'2050,"0"-20"-1986,0 19 736,-20 21 353,20-20-480,0 19-321,0-18-255,20-2-129,0 2-65,-20-2 65,20-19-64,-1 0-288,1 0-321,0 0-704,0 0-1089,-20-19-673,20-2-1410,-20 2 2916,0-2 3138,0 21 1186,0 0 351,0-19-575,0 19-1154,0 0-769,0 0 674,39 19-258,-19-19-607,20 0-257,-1 0-96,22 0-257,-23 0-191,3 0-193,-1 0-191,-21 0 63,1-19 160,0 19-31,-20-20-97,0 0 256,-20 20 97,20-20 0,-20 20-33,20 0 353,0 0 320,-19 0 1057,19 20 513,0 0-513,0 0 129,19-1-417,-19 21-705,20-19-192,-20-2-128,20 1-705,0 0-2049,0 0-9000</inkml:trace>
  <inkml:trace contextRef="#ctx0" brushRef="#br0" timeOffset="24064.37">23046 8822 8199,'0'0'2851,"20"20"-2274,-20 0 1857,0-20-160,0 40-1057,20-20-608,-20-1-385,0 2-192,0 18-96,20-19-609,-20-20-1473,0 20-3779</inkml:trace>
  <inkml:trace contextRef="#ctx0" brushRef="#br0" timeOffset="24863.42">23582 8584 11947,'0'-20'961,"0"20"-769,0-20 1890,0 0-673,0 20-960,-20-19-225,20 19-224,-19 0-32,-1 0-32,0 0 64,0 19-64,0-19-32,0 20 64,1 0 64,-1 20-32,20-21 32,-20 21 0,20-19 0,0 18-32,20 1-32,19-20-64,1 0 64,0-1 0,19 1 32,-18-20 32,-3-20 0,3 20 64,-21-19 0,0-21-64,-20 20 32,0-20 32,0 21 0,-20-21 0,20 19-32,-41-18 192,41 19 129,-20 20-289,20 0 224,0 0 65,0 20-129,0 19-128,20 1 32,1 0-128,19-20-224,-1 20-192,1 0-257,-1-21-512,-19 1-2018,20 0-8969</inkml:trace>
  <inkml:trace contextRef="#ctx0" brushRef="#br0" timeOffset="25116.43">24157 8803 16912,'21'0'-129,"-21"19"322,0-19 1472,20 20-960,-20 0-417,0 0 0,0 0-224,0 0 0,20-1-224,-20 2-384,0-2-737,0 1-1218,20 0-3106</inkml:trace>
  <inkml:trace contextRef="#ctx0" brushRef="#br0" timeOffset="39761.27">16516 10273 9641,'-20'0'2786,"-1"0"-992,21 0 704,0 0-864,0 0-193,0 0-480,0-20-544,41 20-129,-2 0-96,1 0-128,19 0-32,-19 0-448,19 0-353,-39 0-576,20 0-737,-21 0-1442,-19-19-1825</inkml:trace>
  <inkml:trace contextRef="#ctx0" brushRef="#br0" timeOffset="39920.28">16694 9995 11466,'0'0'2499,"0"40"-1282,0-1 865,0 2-481,0 18-448,20 1-576,-20-21-481,19 1-192,1 0-641,0 0-1473,0-21-4228</inkml:trace>
  <inkml:trace contextRef="#ctx0" brushRef="#br0" timeOffset="40539.31">17409 9955 8872,'0'-39'1826,"-20"39"-897,-21 0 448,23 0-480,-23 19-65,1 21-511,1 0-161,19 19-160,0 1 32,20-1-32,20 1 0,0 0-128,19-1 32,1-19-64,19-20-65,22 20 129,-22-40 128,20 20 160,0-40 161,2 20-129,-22-40 64,-19 20 161,-1-20 159,-19 1 161,-20-21-289,0 1-191,-20-1-129,1 0 32,-21 1 321,-1 19-385,-18 20-96,-1 0 32,-19 20-224,20 0-513,19 20-1473,1 0-3619</inkml:trace>
  <inkml:trace contextRef="#ctx0" brushRef="#br0" timeOffset="40879.33">17289 10134 12940,'0'0'1249,"0"0"-576,0 20 960,0-20-800,0 20-417,-20-1 33,20 2-193,0-1-192,0-1 64,20-19-128,-20 20 128,0-20-64,0 0-32,0 0-352,0 0-289,0 0-832,21 0-705,-21 0-1441,0-20-1762</inkml:trace>
  <inkml:trace contextRef="#ctx0" brushRef="#br0" timeOffset="41059.34">17348 10253 1921,'0'0'32,"0"0"96,20 0 1378,-20 0 768,0 0-704,21 0-994,-21 0-320,0 0 353,0 0 128,0 0-257,0 0-288,0 0 129,0 0-418,0 0-1056,0 0-480,0 20-321,0-20-256,-21 0-961</inkml:trace>
  <inkml:trace contextRef="#ctx0" brushRef="#br0" timeOffset="41246.35">17348 10253 2914,'-18'20'3203,"-2"-40"-1153,20 20 417,0 0-97,0 0-641,0 0-640,20 0-320,-2 0-96,2 0-225,1 0-95,19 0-33,-21 0-192,21 20-96,0-20-96,-1 0-288,-19 0-257,20 0-256,-40 0-416,19 0-865,-19 0-545,0-20 353,0 20-1698</inkml:trace>
  <inkml:trace contextRef="#ctx0" brushRef="#br0" timeOffset="41405.36">17587 10193 7751,'0'0'0,"20"-19"-320,-20 19 864,20 0 737,-20 19 1057,0 2-544,19-1-256,-19-1-161,0 1-640,0 0-481,0 20-192,20-20-224,-20-1-1378,20-19-4451</inkml:trace>
  <inkml:trace contextRef="#ctx0" brushRef="#br0" timeOffset="42360.42">18759 10333 14862,'-20'0'1185,"20"0"-1313,0 0 800,20 0 193,-1 0-641,1 0-32,20 0-224,-20 20-128,-1-1 64,-19 2 96,0-2-64,0 1 0,-19 0 128,-1 0 64,20 0 321,-20-20-97,0 19 96,20-19-287,0 0-129,0 0-96,20 0-449,20 21-320,-1-21-800,1 0-2307,-1 0-7399</inkml:trace>
  <inkml:trace contextRef="#ctx0" brushRef="#br0" timeOffset="42768.44">19393 10234 13484,'-20'-20'1281,"1"-1"-1985,-21 21 1088,0 0 321,1 0-385,-1 21-192,1-1-96,19-1-32,0 1 64,20 20 64,0 0-31,20-21 31,0 21-256,19-20-129,1-20 97,-1 0 96,1 0 32,0-20 0,-1 20 96,-19-40 0,-20 21 96,0-1 161,0 0-97,0-20-64,-20 20 32,20 1 128,-20 19-127,20 0-193,0 0 0,-19 19 256,19 1 32,0 20 32,19-20-127,1 19-33,0 1-192,1-20-385,19 0-736,-22 0-961,3-20-2338</inkml:trace>
  <inkml:trace contextRef="#ctx0" brushRef="#br0" timeOffset="43035.46">19592 10372 6886,'20'0'2851,"0"0"-2819,0 21 224,19-21 1217,-19 19 513,-20-19-1762,20 20-191,-20 0 351,-20 0 32,0 0 65,20-1 63,-19 2 161,19-21-64,0 19-289,0-19-96,19 0 193,1 0-193,20 0-96,-1 0-320,1 0-161,-19 0-319,-1 0-1282,-2 0-4644</inkml:trace>
  <inkml:trace contextRef="#ctx0" brushRef="#br0" timeOffset="44355.53">20624 10273 13004,'-20'0'1729,"40"0"-2049,-20 0 1249,20 0 608,21 0-768,-23 20-384,23-20-417,-1 0-513,-1 0-864,-19 0-2723</inkml:trace>
  <inkml:trace contextRef="#ctx0" brushRef="#br0" timeOffset="44521.54">20764 10193 15086,'0'41'833,"0"-2"352,0 1 480,0 0-896,20-21-641,-2 21-1025,3 0-1633,19-20-4485</inkml:trace>
  <inkml:trace contextRef="#ctx0" brushRef="#br0" timeOffset="45105.57">21657 10015 1249,'0'-40'9961,"0"20"-9064,0 0-192,-20 20-129,-1 0 129,3 0-65,-2 20-255,-21 20-289,3-20-96,-3 39 96,21-18-64,-19 18-32,39 20 32,0-19-64,19 20-160,1-21-289,41 0-95,-3-19-225,22 1 513,19-22 448,0 1 545,20-20 384,-19-20-225,-1-20-255,-20 1-353,-19-1 33,-21 0 415,-19-19 1,-20-1-257,-20 0-416,-19-20-96,-21 21-64,1-20-416,-20 39 223,-20 20 193,20 0 0,-2 40-384,22 0-1186,-1 0-1569,21 19-3588</inkml:trace>
  <inkml:trace contextRef="#ctx0" brushRef="#br0" timeOffset="45461.6">21616 10174 640,'0'19'7591,"0"-19"-7366,0 21 1120,0-21 1249,0 0-544,0 20-769,21-1-416,-21 1-352,-21 0-161,21 0-160,-18 20-128,18-21-96,-20 2-96,20-2-64,0-19-417,20 20-416,-20-20-1089,0 0-1697,18-20-4901</inkml:trace>
  <inkml:trace contextRef="#ctx0" brushRef="#br0" timeOffset="45632.61">21716 10313 3555,'20'0'9801,"0"20"-9609,0-20-64,0 0 641,19 0-192,1 0-385,1 0-160,18-20-32,-19 20 0,-1 0-96,1 0-513,-20-20-1473,-1 20-1153,-19 0-512,0 0-1474</inkml:trace>
  <inkml:trace contextRef="#ctx0" brushRef="#br0" timeOffset="45762.61">22074 10273 544,'-20'0'3171,"20"0"-2306,-21-20 1281,21 20 288,0 20-96,0-20-640,21 20-865,-21 0 320,0 20-64,0-21-545,0 21-415,0-20-450,20 0-1376,-20-20-4357</inkml:trace>
  <inkml:trace contextRef="#ctx0" brushRef="#br0" timeOffset="46526.66">22590 10432 2754,'-20'0'11723,"20"0"-11499,0 0-63,0 0 960,0 0-385,20 0-543,-20 0-129,20 0-161,-1 20-95,-19-20-32,20 20-128,-20-20-129,20 20 1,-20-20 288,0 0-1,0 0-127,0 0 352,-20 19-64,20-19 64,0 21 32,0-21-32,0 19 96,0 1 65,20-20 63,-20 21-96,0-2-128,0-19 32,-20 0 64,20 20 0,-20-20 257,20 0-1,-19 0-160,-1 0-192,0 0-32,20 0-320,0 0-321,-20 0-608,20 0-1249,0 0-2755</inkml:trace>
  <inkml:trace contextRef="#ctx0" brushRef="#br0" timeOffset="47248.7">23742 10353 12139,'0'-40'2146,"-20"40"-1569,20-20 351,-20 0-223,20 0-32,-21 1-289,-17 19-384,18 0 0,-21 0-32,21 0 64,-19 19-32,19 1-32,-20 20 96,40 0 0,-20 0 0,20-1-64,20 1-128,0-1 96,40 1 32,-21-20 64,40-20-32,-18 0 32,-2 0-128,1-20 128,-21 1 32,-19-21-64,0 0 64,-20 0 97,0 0-129,-20 21-32,0-21-64,0 0 96,-19 20 64,19 1-160,0 19 0,20 19 128,-20 1 64,20 0 32,20 20-64,0-1-160,20 1-320,-21-20-321,21 20-1088,0-1-2691,-1-18-7079</inkml:trace>
  <inkml:trace contextRef="#ctx0" brushRef="#br0" timeOffset="47738.73">24257 10412 17840,'20'0'417,"0"0"-385,0 0 1025,0 0-641,-1 0-416,1 0-32,-20 0 0,20 0-32,-20 20-160,0-20-353,0 20 33,0 0-289,0-20-288,0 20-384,0-1-225,0-19 417,0 21 1088,0-21 386,0 19 479,-20 1 289,20-20-128,0 21 32,0-21-193,0 0-319,20 19-129,-20-19 96,20 0-64,-20 0-192,20 20-32,-20-20-32,0 0 64,0 0-32,0 20-128,-20-20-128,20 19-64,-20-19-385,0 0 32,20 0-768,-20 21-1634,20-21-2594</inkml:trace>
  <inkml:trace contextRef="#ctx0" brushRef="#br0" timeOffset="48496.77">24536 9935 928,'-20'0'11884,"20"0"-11500,0 20 32,0-20 1762,0 0-992,20 20-450,18 0 33,3 0-321,-1 20-95,19-1 95,20 21-256,-18-21-96,-3 21-64,-17-20-32,-23 20 33,2-20-33,1 19-97,-21-19 65,-21 19-64,-17-18-192,-3-2-609,1 0-1217,1-18-3491</inkml:trace>
  <inkml:trace contextRef="#ctx0" brushRef="#br0" timeOffset="50387.88">10480 4987 4772,'0'0'1345,"0"0"513,0 0 320,0 0-384,0 0-481,0 20 192,0-20-351,20 20-258,1 0-95,17 0-96,3 20-257,18-21-63,1 21-129,-1 1-192,20-2 32,-19-19-192,-1 20-320,0-20-65,-18-1-384,-1-19-352,-21 20-1890,-19-20-3651</inkml:trace>
  <inkml:trace contextRef="#ctx0" brushRef="#br0" timeOffset="50726.9">10679 5384 11050,'-20'21'2274,"20"-21"-1954,0 0 705,0 0-384,-21-21-257,21 21-95,-18 0-161,-2-19-128,0-1-128,-1 1 192,1-1-32,2-20-32,-23 20-32,21-40-160,0 21-129,-19-1-351,39-20 95,-20 40 1057,20 0 481,0 0-480,20 20-97,0 0 161,-1 20 159,21 0-95,1 0-289,-3-20-224,3 20-64,18 0 32,-19-20-256,-20 0-897,19 20-3075</inkml:trace>
  <inkml:trace contextRef="#ctx0" brushRef="#br0" timeOffset="51282.93">10600 7690 11402,'20'0'2659,"-20"20"-1666,18 0 64,3-1-96,19 1-417,-20 20-127,19 0-161,1-21-160,19 21-160,-19-20-224,-20 20-481,19-21-1185,-19 2-1922,1-1 321,-21-1-993</inkml:trace>
  <inkml:trace contextRef="#ctx0" brushRef="#br0" timeOffset="51590.95">10620 8127 11627,'0'0'384,"0"-20"-320,0 0 929,18 0 320,-18-19 32,0-2-512,21 2-609,-21-1-31,-21 0-33,21 1-64,-18-1-96,18 0-32,0 1 160,-20 19 288,20 20 65,20 0-1,-2-20-544,3 20 192,19 20 129,-1-20-193,1 0-64,0 20-32,-1-20 32,1 20-289,-1-20-351,-19 0-802,0 0-3074</inkml:trace>
  <inkml:trace contextRef="#ctx0" brushRef="#br0" timeOffset="52190.98">10539 5067 14221,'0'0'641,"0"0"448,0 0-96,0 0-385,0 0 321,20 0-128,21 0-321,18 0-448,1-20-32,-1 0 64,20 20-512,-39-20-1378,19 20-3235</inkml:trace>
  <inkml:trace contextRef="#ctx0" brushRef="#br0" timeOffset="52920.02">10600 10432 8872,'0'0'1313,"0"-20"-993,-20 20 737,20 0 673,0-19-289,0 19-127,0 0-1,0 0-352,0 0-545,20 0 193,-20 19-33,20 21-127,19 0-257,1 0 64,-1-1-160,1 1-64,19 0 64,-19-21-128,19 22-128,-19-22-96,1 1-96,-23-20-193,2 20-640,1-20-1506,-21 0-3811</inkml:trace>
  <inkml:trace contextRef="#ctx0" brushRef="#br0" timeOffset="53236.04">10659 10750 15694,'-21'0'1057,"21"0"-993,-18-20 193,18 1 31,0 19 192,0-41-63,-20 22-289,20-1-128,0-40 0,0 21-96,-20-21 0,20 0-289,-21 20 129,21-19 320,0 39 256,-20 0 1,20 0-161,0 20 224,20 0-288,-20 0 65,21 0-33,19 20-64,-1-20-64,21 20-96,-21-20 96,21 0-193,-21 0-543,-19 0-1314,0 0-4773</inkml:trace>
  <inkml:trace contextRef="#ctx0" brushRef="#br1" timeOffset="58029.31">19294 7948 7463,'-20'0'320,"20"0"256,0 0 1186,-19 20-705,19-20 32,-20 19 352,20 2-512,0-1-32,0-1 64,0 21-128,0-20-545,0 0-192,20 20 64,-1-21-96,-19 2-480,40-2-513,-20 1-640,0 0-1218,-1-20-2210</inkml:trace>
  <inkml:trace contextRef="#ctx0" brushRef="#br1" timeOffset="58296.33">19434 8047 13228,'0'-19'352,"20"19"-191,0 0 1056,-2 0-769,3 0-256,-1 0-160,0 19-96,0-19 32,-20 20 32,0 0 32,-20 0 32,0 0 0,0 0 64,20 0 33,0-20-65,-21 0-64,42 19 64,-21-19-224,40 0-705,-20 0-1665,-1 0-2916</inkml:trace>
  <inkml:trace contextRef="#ctx0" brushRef="#br1" timeOffset="58519.34">19691 7908 11915,'20'0'1601,"-20"20"-1537,20 0 897,20 0 256,-21 20-384,21-20-416,1 19-161,-23-19-192,2 20 32,-20-20 32,0 0-64,0-1 64,-20 2 64,-18-2-416,-3 1-416,21 0-1282,-19 0-3651</inkml:trace>
  <inkml:trace contextRef="#ctx0" brushRef="#br1" timeOffset="59164.38">23880 8047 9673,'-20'20'352,"20"0"128,-19 0 1795,-1 0-1090,0 0-769,20 0-128,0 20-192,0-21-128,20 21-512,19-20-641,1 0-1538,-20-20-5765</inkml:trace>
  <inkml:trace contextRef="#ctx0" brushRef="#br1" timeOffset="59396.39">23999 8107 12299,'20'0'481,"1"0"-449,-3 0 320,2 0-224,21 20-128,-21 0 0,-2-20-64,-18 20 64,0-1 96,0 2 96,0-2 193,-18 1 255,-2 0-191,20-20-385,-21 20 32,21-20-224,21 0-1121,-1 0-2563</inkml:trace>
  <inkml:trace contextRef="#ctx0" brushRef="#br1" timeOffset="59618.41">24257 8047 13484,'0'0'-192,"20"0"544,0 20 1923,20 0-674,-1 0-672,1 0-481,1 0-255,-23 19-161,2 1 32,1 0-96,-21-20-32,-21 20-385,1-1-352,-19-18-768,-1-2-4004</inkml:trace>
  <inkml:trace contextRef="#ctx0" brushRef="#br1" timeOffset="60220.44">24098 9816 8488,'0'-20'4163,"0"20"-4002,-20 0 864,20-20 192,0 20-737,-20 0-192,2 20 97,18 0-1,-21 0 65,21 0-129,0 19-160,0-18-128,0 18-64,0-19-384,21 0-866,-3 0-1536,2 0-3652</inkml:trace>
  <inkml:trace contextRef="#ctx0" brushRef="#br1" timeOffset="60462.45">24139 9876 11242,'0'-20'4965,"0"0"-4965,18 20 64,-18 0 384,21 0-416,-21 0 0,20 0-160,0 20-32,-20-20 64,20 20 64,-20 20 64,-20-21 64,20 1 96,-20 0 97,20 0-97,0 0-64,-20-20-32,20 20 0,20-20-512,-20 20-1026,40-20-2049,-21 0-4485</inkml:trace>
  <inkml:trace contextRef="#ctx0" brushRef="#br1" timeOffset="60657.46">24337 9757 13548,'0'-20'1698,"19"20"-1890,-19 0 1185,0 20 32,20-1-513,0 1-31,0 20-257,0-20-160,1 19-32,-21 1-32,0-20-64,0 0-288,-21 20-353,1-40-1089,-20 20-4196</inkml:trace>
  <inkml:trace contextRef="#ctx0" brushRef="#br1" timeOffset="62093.55">17846 9657 11627,'0'0'1185,"0"0"-1346,0 0 514,-20 20 191,20 0-351,0 20 383,0-20-63,20-1-385,-20 1-64,19 20-321,1-40-832,0 20-1601,0-20-3172</inkml:trace>
  <inkml:trace contextRef="#ctx0" brushRef="#br1" timeOffset="62323.56">17964 9657 13580,'20'0'289,"-20"0"-193,20 20 384,0-20-160,0 20-95,-1 0-161,1-20-64,-20 20 64,-20 0 32,20-1 320,-19 1 97,19-20-65,-20 20-256,20-20-192,-20 0-96,20 20-544,20-20-770,0 0-1761,-1 0-4324</inkml:trace>
  <inkml:trace contextRef="#ctx0" brushRef="#br1" timeOffset="62510.57">18182 9657 10345,'0'0'1506,"0"0"-930,21 0 1762,-21 20-1248,20 20-194,-20-20 33,20 0-416,-20-1-385,18 21-64,-18-20-64,-18 0-64,18-20-769,-20 20-1249,20-20-4100</inkml:trace>
  <inkml:trace contextRef="#ctx0" brushRef="#br1" timeOffset="63117.61">19513 9757 13388,'0'-20'1089,"0"20"-1121,-21 20 1089,21-1-352,-18 1-225,18 0-31,0 0-225,18 20-128,-18-21-96,41 2-288,-21-2-545,0 1-833,-1 0-1376,1-20-2564</inkml:trace>
  <inkml:trace contextRef="#ctx0" brushRef="#br1" timeOffset="63340.62">19632 9757 12139,'40'0'1537,"-21"19"-1472,1-19 479,0 20-384,0 0 32,-20 0 129,0 0-65,0 0 128,0-1 321,-20 2 64,20-2-449,-20-19-256,20 20-64,0-20-192,20 0-961,0 0-1954,0 0-3652</inkml:trace>
  <inkml:trace contextRef="#ctx0" brushRef="#br1" timeOffset="63514.63">19871 9757 10954,'0'0'2658,"0"19"-2786,18-19 1185,2 40 128,1-20-256,-1 0-192,0 19-385,-1-18-224,1 18-64,-20-19-992,-20 0-1122,1 20-3876</inkml:trace>
  <inkml:trace contextRef="#ctx0" brushRef="#br1" timeOffset="64028.66">22491 9796 10345,'-20'-20'1506,"-1"1"-802,1 19 1218,20 0-833,-18 19-672,18-19 191,-20 40-223,20-20-193,0 0-64,20 19-64,-2-18-352,-18-2-449,20-19-288,1 20-833,-1-20-1825,0 0-5638</inkml:trace>
  <inkml:trace contextRef="#ctx0" brushRef="#br1" timeOffset="64242.67">22570 9836 11434,'20'0'417,"-20"0"-1,20 0 1890,-20 0-1153,0 20-256,0-20-416,0 20-257,0-1-96,0 2-64,-20-21-32,20 19-64,0 1 32,0 0 0,0-20 64,0 20-96,20-20-96,-1 0-609,1 0-1569,0 0-3395</inkml:trace>
  <inkml:trace contextRef="#ctx0" brushRef="#br1" timeOffset="64421.68">22730 9796 8808,'0'-20'480,"18"20"1026,-18 20 704,20-20-705,0 40-192,1-20-127,-21 0-161,0 20-289,0-21-544,0 21-192,-21-20-512,1 0-417,0 0-672,2 0-2339</inkml:trace>
  <inkml:trace contextRef="#ctx0" brushRef="#br1" timeOffset="64935.71">22331 7987 8904,'0'0'2242,"0"0"-2018,0 0 1346,-19 0-129,19 21-608,-20-1 128,20 19-385,0-19-319,0 20-193,20-20-32,-1 19-257,1-18-351,0-2-545,1-19-737,-1 0-1313,-20 0-4164</inkml:trace>
  <inkml:trace contextRef="#ctx0" brushRef="#br1" timeOffset="65122.72">22471 8028 11434,'20'0'1634,"-20"19"-1570,20 1 769,-20-20 352,0 20-448,0 0-353,0 0-128,0 0-96,0 0-96,0-1-32,0 2 0,0-21-448,0 19-1506,19-19-3779</inkml:trace>
  <inkml:trace contextRef="#ctx0" brushRef="#br1" timeOffset="65316.73">22610 7968 15054,'0'0'1089,"19"0"-1249,1 19 1056,0 22 258,0-22-482,21 21-159,-23 0-289,-18 0-160,0 0 0,0-21-64,-18 21-160,-3-20-833,-19 20-1441,0-40-6855</inkml:trace>
  <inkml:trace contextRef="#ctx0" brushRef="#br1" timeOffset="65871.76">17706 8008 8904,'-20'-21'4036,"20"21"-3203,0 0 864,0 0-576,0 21-224,-20-1 0,20-1-513,0 1-256,0 20-64,0 0-64,0-20-224,20-1-384,-20 2-481,20-2-993,1-19-2627</inkml:trace>
  <inkml:trace contextRef="#ctx0" brushRef="#br1" timeOffset="66131.78">17745 8067 9769,'41'-20'-385,"-41"20"1122,20 20 929,0-20-1026,-20 20-159,20 0-129,-20 0-64,-20 0-31,20 0 63,-20-1 32,20 2 33,-20-2-33,20 1-32,0-20-224,0 0-32,20 0-384,0 0-1922,0 0-4997</inkml:trace>
  <inkml:trace contextRef="#ctx0" brushRef="#br1" timeOffset="66332.79">17925 8047 11530,'0'0'1634,"20"0"-1186,-1 0 1506,21 20-576,-20 0-321,19 0-289,-19 0-415,0 20-97,-20 0-96,-20-21-96,0 21-128,1 0-609,-21-1-928,0-19-2563</inkml:trace>
  <inkml:trace contextRef="#ctx0" brushRef="#br1" timeOffset="67777.87">17984 8822 5765,'-20'20'8552,"20"0"-8200,0 0 417,0 0 672,20 0-736,-20-1-577,0 21-32,0-20-288,20 20-448,0-20-1314,-20 0-6342</inkml:trace>
  <inkml:trace contextRef="#ctx0" brushRef="#br1" timeOffset="68519.91">22730 8743 13548,'-21'0'481,"21"20"544,0-20 993,0 20-897,0 0-545,0-1-416,0 21-63,0-20-322,0 20-479,0-21-1474,21 21-3940</inkml:trace>
  <inkml:trace contextRef="#ctx0" brushRef="#br1" timeOffset="69183.95">18342 10372 10666,'0'0'3427,"0"0"-2787,0 21 1539,0-21-482,0 19-672,0 1-320,0 0-481,19 0-192,-19 0 32,20 20-384,-20-21-865,20 1-1634,-20-20-9000</inkml:trace>
  <inkml:trace contextRef="#ctx0" brushRef="#br1" timeOffset="70351.02">22392 10551 3171,'20'0'2081,"-20"-19"-383,0 19 224,0 0 416,0 0-416,0-21 0,0 21-257,0 0-255,0 0-257,0 0-449,0 0-319,0 0-1,0 21-96,0-21-95,0 19-65,0 1-96,0 1-32,0-2-224,0 1-417,18 0-416,-18-20-801,0 19-3331</inkml:trace>
  <inkml:trace contextRef="#ctx0" brushRef="#br0" timeOffset="80773.62">17131 8684 1313,'0'0'1249,"0"0"-448,0 0 1249,0 0 96,0 0-353,0 0-159,0-21-129,0 21 97,0 0 63,0 0-351,0 0-482,0 0-159,0 0-160,0 0-257,0 0-160,0 0 96,0 21-32,0-21 193,0 19 31,0 1 32,0 20-31,0-20-65,0 0-192,0 19-32,0-19-96,0 0 64,0 0-192,0-20-224,0 20-129,19-20-383,-19 0-290,0 0-575,20 0-2307</inkml:trace>
  <inkml:trace contextRef="#ctx0" brushRef="#br0" timeOffset="91216.21">9745 2364 9064,'0'-19'1217,"0"19"705,0 0-1474,0 0-287,0 0 735,21 0 226,-21 19-33,0 2-32,0 18-129,20 20-351,-20 1-289,0 19-96,0-19-31,0 20-1,0-1-160,20-19 128,-20-1-64,19-19-64,-19-20 96,0 19-128,0-19-352,0 0-353,0-20-801,0 21-1216,0-21-2179</inkml:trace>
  <inkml:trace contextRef="#ctx0" brushRef="#br0" timeOffset="91505.23">9527 2940 11947,'0'40'2114,"0"-20"-2210,20 0 448,0 19-96,0 1-64,0 0-192,-1 20 65,1-20-33,21-1 96,-21-19 608,-2 0 257,23-20 128,-21 0 65,0-20-129,19 0-289,-19-39-287,20-1 159,-21 0-287,21 1-65,0-1-32,-21 1-384,1 19 128,20 20-544,-19 0-930,-21 20-1953,0 20-7143</inkml:trace>
  <inkml:trace contextRef="#ctx0" brushRef="#br0" timeOffset="108793.22">17765 11664 9480,'-20'-19'2499,"2"19"-1730,18-20 288,0 20 192,0-20-96,0 20 96,0 0-769,0 0 161,18 20 128,-18-20-97,20 20-31,1-1-32,19 1-193,-1 20-64,1 0-159,19-21-161,1 21 32,19-20 96,0 20-577,-18-21 417,-22 2-736,1-2 447,-1-19-671,-39 19-450,20-19-255,-20 0-674,-20 0-1760,1-19-6023</inkml:trace>
  <inkml:trace contextRef="#ctx0" brushRef="#br0" timeOffset="108996.23">18223 11625 11979,'0'0'2306,"0"0"-1505,-20 20 800,-1-20-63,1 19-802,2 21-543,-23 0-193,21 19-32,-19-19 0,19 19-385,-20-19 33,40-21-513,-20 22-865,20-21-1857,0-20-3748</inkml:trace>
  <inkml:trace contextRef="#ctx0" brushRef="#br0" timeOffset="109790.27">18620 11883 9801,'0'0'2722,"0"0"-1152,0 19 832,20 2-1281,-20-2-608,0 21-353,20-20-96,-20 0-288,19 0-161,-19 0-1056,20-1-3139</inkml:trace>
  <inkml:trace contextRef="#ctx0" brushRef="#br0" timeOffset="110288.3">19274 11863 13164,'0'0'1089,"0"0"-1089,0 20 1185,0-1-352,0 2-545,-19 17-224,19-17-32,-20-1 0,20 0-192,-20 0-320,20-20-1026,0 20-2049,0-20-5926</inkml:trace>
  <inkml:trace contextRef="#ctx0" brushRef="#br0" timeOffset="110591.32">19573 11645 10249,'0'-20'2979,"0"20"-2531,0 0 802,0 0 287,19 0-384,-19 20-160,20-1-160,0 1-289,0 20 65,19 0-257,-19-21-256,20 21-64,-1-20-64,1 0-96,1 0-256,-23-20-289,23 0-800,-21 0-929,-20 0-1602,0-20-2018</inkml:trace>
  <inkml:trace contextRef="#ctx0" brushRef="#br0" timeOffset="110755.33">19851 11585 12203,'-21'20'737,"21"0"960,0 19 610,-20 1-770,0 0-864,1 19-545,-1 1-352,0 0-449,0-22-736,0 3-1282,20-21-2658</inkml:trace>
  <inkml:trace contextRef="#ctx0" brushRef="#br0" timeOffset="111052.35">19989 11803 2274,'40'0'10442,"0"0"-8873,-1 0 449,1 0-417,-1 20-768,-19-20-705,20 20-320,-40 0-192,0 0-257,0 20-256,-20-21 193,-20 0 255,21-19 481,-1 21-32,20-1 577,0-20-129,0 0 33,20 0-193,-1 0-192,1 0-224,20 0-833,1 0-1025,-23 0-4003</inkml:trace>
  <inkml:trace contextRef="#ctx0" brushRef="#br0" timeOffset="111253.36">20585 11942 13516,'19'19'2691,"-19"-19"-2659,0 21 737,0-1 704,-19 0-800,-21 20-737,20-21-321,-19 21-800,19-20-577,20-20-3042</inkml:trace>
  <inkml:trace contextRef="#ctx0" brushRef="#br0" timeOffset="111557.38">20843 11585 576,'0'20'15246,"0"0"-15021,20-20 415,0 39 898,-1-19-545,1 0-321,20 20-351,-1-1-193,1-19 96,1 20 64,-21-20-256,18 0-64,-17-1-32,-1 2-160,0-21-385,-1 0-480,-19 0-512,0 0-2499</inkml:trace>
  <inkml:trace contextRef="#ctx0" brushRef="#br0" timeOffset="111760.39">21161 11585 15983,'-21'40'320,"1"-20"-32,20 19 1730,-18-19-833,-2 20-896,-1-1-418,1 21 161,0-20-352,0-21-865,20 21-1185,0-21-3716</inkml:trace>
  <inkml:trace contextRef="#ctx0" brushRef="#br0" timeOffset="112162.41">21359 11764 18129,'79'0'320,"-59"0"96,21 0 1634,-23 0-897,-18 0-832,0 19-385,0-19-32,0 20-353,-18 0-159,18 20-161,-21-20 32,21-1 0,0 2 609,0-2-96,21 0 224,-3-19 128,-18 0-160,20 21 513,-20-21-481,20 20 160,-20-20 64,21 0-96,-21 20-96,20-20-32,-20 20-32,0 0-192,0-20-128,0 19 159,-20 1 97,20 0 64,0-20 32,-21 20 32,1-20 128,20 20-31,-20-20-129,-19 0-32,-1 0-481,1 0-768,-21 0-4517</inkml:trace>
  <inkml:trace contextRef="#ctx0" brushRef="#br0" timeOffset="113670.5">18223 12956 11530,'20'-20'1121,"-20"0"-832,0-1 960,0 2-192,0-1-384,-20 1-321,0-1-128,-1 20-128,-17-21 0,-3 42-32,1-1-32,-19-1-64,19 20 32,1 2 32,-1-1-128,1 19 96,39-19-96,0 0 0,19-1 32,21-19 128,0-20 32,-1 0-32,21 0-32,-1-20 64,-18 0-64,-3 1 129,3-21 127,-41 0-128,20 0-128,-20 21-128,0-21 192,-20 20-32,20 20 481,0 0-321,-20 0-32,20 20 0,0 20-64,20-1-32,0 1-320,-2-20-801,3 20 128,-1-1-768,20-19-1282,-1-20-2018</inkml:trace>
  <inkml:trace contextRef="#ctx0" brushRef="#br0" timeOffset="113800.5">18541 13095 15246,'0'0'1666,"0"0"-1090,18 20 513,-18-1-512,0 1-513,0 0-641,20 0-1088,-20 0-2692</inkml:trace>
  <inkml:trace contextRef="#ctx0" brushRef="#br0" timeOffset="114355.54">19215 13154 15919,'-40'20'-64,"40"0"31,-19 0-31,19 0-224,-20-1-737,0 22-1153,20-22-1473,0 1-481</inkml:trace>
  <inkml:trace contextRef="#ctx0" brushRef="#br0" timeOffset="114773.56">19612 13015 12619,'60'-59'737,"-60"39"-545,0 0 1346,-20-1-802,0 21 33,0-19-224,-19 38-417,19 2-64,-20-1-32,19 20 32,3-1-32,-2 21-32,20-20-128,0-1-224,20 1 191,19-20 225,1 0 1,-1-20 63,1 0-32,19 0 64,-39-20-32,20-20 128,-20 20 65,-1-19 127,-19-1-96,0 20-256,-19-20 1,19 1 63,-20 19 32,0 0-32,20 20-160,-20 0 192,20 20 0,0 19-31,0-19-97,20 20-32,-20 0-161,20-1-351,19-19-225,-19 20-608,21-20-2018,-3 0-9545</inkml:trace>
  <inkml:trace contextRef="#ctx0" brushRef="#br0" timeOffset="115084.58">20049 13214 11370,'0'0'2210,"0"0"-2017,0 0 1664,20 0-992,-1 0-641,1 0-192,0 0-192,0 0-32,0 20 0,-20-20 96,0 19 160,0-19 320,0 20 257,-20 1 256,20-2-129,-20 1-351,0-20-257,20 0-64,0 20-64,0-20-320,20 0-353,0 19-1024,0-19-2916</inkml:trace>
  <inkml:trace contextRef="#ctx0" brushRef="#br0" timeOffset="115271.59">20545 13294 19442,'40'39'544,"-21"-39"-447,-19 20 383,0-1-192,0 2-736,-19-1-897,-1 20-1026,-20-21-2465</inkml:trace>
  <inkml:trace contextRef="#ctx0" brushRef="#br0" timeOffset="115834.62">21161 13115 6662,'0'-60'1794,"0"20"544,0 20 641,0-19-1186,-21 19-768,1 0-384,2 20-321,-23 20-256,21 0 32,-20 0-96,1 19 0,19 1 0,20 0-64,0-1 128,0 1-96,40 0 192,-21-20 33,41-20-225,-19 19 128,-3-19-64,3-19 96,-2-1 0,-19-20-64,0 20 0,0-19 32,-20-1 32,0 0-160,0 20 192,-20 0 257,20 1-65,-20 19-96,20 0 257,-20 19-97,20 21-128,20 0-127,-20 0-97,40-1-96,-20 1-449,-1 0 33,21-21-833,-20 1-1826,19 1-9866</inkml:trace>
  <inkml:trace contextRef="#ctx0" brushRef="#br0" timeOffset="116194.64">21557 13055 15630,'-20'0'417,"20"0"-674,0 0 1891,0 0-193,20 0-576,1 0-512,-1 20-353,19-20 0,-19 0-33,0 20-95,0-20-256,-20 20-353,0-1 161,0 1 384,0 0-193,0 0 673,-20-20-191,20 20 95,0 0 160,0-20 32,20 19-191,-20-19-1,19 20-96,-19 1-192,20-21 128,-20 19-32,20 1-96,-20 0 96,0-20 64,-20 19 192,0-19 225,-19 21-225,-1-21-256,1 0-385,-2 0-960,-17 0-2979</inkml:trace>
  <inkml:trace contextRef="#ctx0" brushRef="#br0" timeOffset="116800.68">18480 12438 8936,'20'-19'2018,"-40"-1"-1345,20 20 1312,0 0-63,-20 0-801,20 20-480,-19-1-65,19 2 65,-20-1-417,20 0-160,0-1 0,0 2-640,0-2-449,20 21-481,-1-20-1248,1 0-1314,0-1-4356</inkml:trace>
  <inkml:trace contextRef="#ctx0" brushRef="#br0" timeOffset="117023.69">18599 12518 13388,'0'-19'320,"0"-1"33,21 20 1216,-21 0-576,20 0-288,0 0-609,-1 0-96,1 20 32,0-1-32,-20 2 96,0-2 32,-20 1 225,0 0 223,20-20-416,-19 20-224,19 0 32,0-20-256,19 0-609,1 19-1121,0-19-2082,0 0-2722</inkml:trace>
  <inkml:trace contextRef="#ctx0" brushRef="#br0" timeOffset="117203.7">18798 12360 12651,'20'19'257,"0"1"640,19 0 832,-19 20-95,0-20-321,0 19-768,-20-18-417,0 18 0,0 1-96,0-1-32,-20 1-705,0-20-640,0 20-2243</inkml:trace>
  <inkml:trace contextRef="#ctx0" brushRef="#br0" timeOffset="117737.73">20009 12499 7431,'-39'0'4452,"39"0"-3908,-20 0-31,20 0 1216,0 0-415,0 19-706,0 2-320,0 18-95,0-19-97,20 20 0,-20-1-288,19 1-705,1-20-545,0 0-864,0-20-2338</inkml:trace>
  <inkml:trace contextRef="#ctx0" brushRef="#br0" timeOffset="117954.74">20148 12539 14926,'0'-21'320,"0"21"-320,20 0 416,-1 0-159,1 21 319,0-21-512,0 19-32,1 1 160,-1 0 321,-20 0 256,0 0-129,0-1-384,-20 1-159,20-20-97,-21 20-449,21-20-448,0 20-896,0-20-1827,21 0-3811</inkml:trace>
  <inkml:trace contextRef="#ctx0" brushRef="#br0" timeOffset="118133.75">20347 12518 13516,'20'-39'673,"-20"39"-673,20 0 1409,-1 20-288,1-1-416,0 2 0,0 18-417,0 1-32,-1-20-128,-19 19 0,0 1-96,0 0-384,-19-21-801,-1 1-2691</inkml:trace>
  <inkml:trace contextRef="#ctx0" brushRef="#br0" timeOffset="118768.79">21478 12438 6758,'-20'0'5637,"0"0"-4580,20 0 224,-20 0-448,1 0-192,-1 0 320,20 21-96,-20-1-513,20 0-160,0 20-96,0-21-96,0 21-32,20 0-352,0-21-321,-1 1-544,1 0-961,20-20-2274,-1 0-4773</inkml:trace>
  <inkml:trace contextRef="#ctx0" brushRef="#br0" timeOffset="119013.8">21598 12499 13036,'-20'-20'1377,"20"20"-1345,0 0 1153,20 0-608,-2 20-257,3-20-256,-1 19 32,0 2 96,0-2 417,-20 1 96,0 0-289,0 0-160,-20-20-31,20 20-193,-20-1 0,0 1-64,20 0-32,0-20-129,0 0-127,20 0-545,0 0-768,0 0-1795,19 0-3170</inkml:trace>
  <inkml:trace contextRef="#ctx0" brushRef="#br0" timeOffset="119201.81">21815 12399 15022,'0'0'224,"0"20"769,20-1 737,0 2-449,20-1-256,-19 0-769,17 20-128,-17-1 32,-1 1-128,0-1 0,-20-19 0,-20 20-576,0 0-962,-21-21-2369</inkml:trace>
  <inkml:trace contextRef="#ctx0" brushRef="#br0" timeOffset="119886.85">20288 12776 7943,'-20'0'1217,"20"0"-1025,0 0 2979,0 0-1025,-21 0-672,21 0-321,0 0-96,0 0-32,0 0-417,21 0-95,-21 0-161,0-19-160,20 19-160,-2 0-96,-18 0-288,21 0-577,-1 19-1217,0-19-2498</inkml:trace>
  <inkml:trace contextRef="#ctx0" brushRef="#br0" timeOffset="123570.06">20268 12737 3971,'20'0'2178,"-20"0"-768,0 0-225,0 0 128,0 0-224,0 0-448,0 0 63,0 0-255,0 0-321,0 0-32,0 0-32,0 0-32,0 0-160,0 0-64,0 0 64,0 0 128,-20 0 32,20 0 64,0 20 160,0-20 0,-21 19-160,21-19 0,0 0-64,0 20 0,0-20 33,0 0 223,-20 21 128,20-21 161,20 0 95,-20 0-287,0 0-161,21 0-64,-1 0 96,-2 0-224,3 0-32,-1 0 0,-20 0 0,20 0-96,0 0-224,-20 0-192,0 0-802,19 0-1761,-19 20-2434</inkml:trace>
  <inkml:trace contextRef="#ctx0" brushRef="#br0" timeOffset="127563.29">16813 13095 13196,'-60'0'769,"40"0"480,20 0 705,0-20-577,0 20-672,0-20-97,20 20-287,20 0 31,-1 0-160,1 0 32,21 0-352,-22 0 256,21 0-416,19 0-192,-40 0-225,21 0-320,-21 0-673,1 0-800,-19 0-1986,-1 0-5284</inkml:trace>
  <inkml:trace contextRef="#ctx0" brushRef="#br0" timeOffset="127829.31">17210 12876 12523,'-20'0'577,"20"0"-65,0 0 1346,0 19-801,20-19-384,19 0-193,-19 21-320,41-1-31,-23 0-97,3 0 0,18-1 0,-19 1-32,-20 0 0,19 0-129,-39-20 33,0 20 192,0 0 33,-20 0 127,1-1 0,-21 1-160,0-20-96,1 40 32,-2-20-416,21 0-1186,-18 19-2658</inkml:trace>
  <inkml:trace contextRef="#ctx0" brushRef="#br0" timeOffset="132367.57">3493 12319 11530,'0'0'737,"0"20"-801,0-20 416,0 0 866,19 0-1,1-20-481,20 20-383,19-19-193,40 19 96,41 0-32,-1-20 33,-1 20-97,2 0-32,-21-20-64,-1 20-32,1-20 32,-20 20-32,-18-20 0,-22 0-160,-19 20-481,-1 0-320,-39 0-1761,0 0-5318</inkml:trace>
  <inkml:trace contextRef="#ctx0" brushRef="#br0" timeOffset="132952.6">8992 12200 11146,'0'20'1890,"19"-20"-1570,21 0 0,19 20 321,40-20 64,0 0 160,21 0-65,19 0-127,1 20-321,-22-20 1,21 0-225,-20 20-96,-19-20-32,-1 0-160,-20 0-161,-39 0-127,-20 0-993,-20 0-802,-40 0-2593</inkml:trace>
  <inkml:trace contextRef="#ctx0" brushRef="#br0" timeOffset="133801.65">4922 12578 12011,'-20'0'480,"20"0"-544,-20 0-64,20 0 448,0 0 417,0 0 384,20 20-352,0 0-289,-1-20-287,1 39-65,20-19-128,-1 0 96,1 20 64,19-20 64,22 19-64,-2 21-64,20-21-96,1 2 32,19 18 32,19-19-31,1 0 31,20-20 0,20 19 0,20-19 32,-21-20 0,41 0-32,-21 0-64,21 0 0,-1-20-64,-19 1 96,19-21-32,-39 20-160,19-20 0,-20 1 64,-19-1-33,-20-1 97,1 2 32,-2 0 32,-39-2 0,0 2 129,-18-1 31,-2 20-96,-41 0-64,3 1 0,-21-1-64,0 20-96,-20 0-609,0 0-864,0 0-962,-20 0-448,20 0-1697</inkml:trace>
  <inkml:trace contextRef="#ctx0" brushRef="#br0" timeOffset="134060.66">9170 12558 9064,'-20'0'6150,"20"0"-6150,0 0 128,40 0 128,-21 0-64,21 0 65,19 0-65,2 0 160,-2 0 289,21 0-161,-21 0 65,0 0-129,2 0-160,-3 0-159,-17 0-65,-21 20 96,-1-20 288,-19 20-192,0 0-32,-19 19-160,-1-19-32,-21 20-704,21 0-1282,2-1-4644</inkml:trace>
  <inkml:trace contextRef="#ctx0" brushRef="#br0" timeOffset="135832.76">6569 11863 7975,'0'-20'801,"0"0"-513,-19 20 1698,19-20 160,-20 0-128,20 20-737,-20 0-320,0 0-448,0 0-353,-19 20-256,19 20 32,-21 0-33,23 0 65,-23-2-64,41 23 64,0-2-32,0 1 64,21-1-32,-1 1 32,19-1 64,1-18-224,-20-22 256,19 1-96,21-20-64,-1 20 64,20-20 64,0 0-32,2-20 32,18-19-64,-20-21-96,0 20 192,-18-20-96,-43 1 224,-18-1-191,0 21 95,-18-21 64,-23 20-128,1 21 192,-19-21 96,19 40-287,-19 0-65,-2 0-97,23 0-543,-3 19-289,21 2-1313,2-21-3620</inkml:trace>
  <inkml:trace contextRef="#ctx0" brushRef="#br0" timeOffset="136230.79">6510 12002 8456,'0'0'640,"20"0"-480,-20 0 2018,0 20-384,0 0-545,0 0-416,-20 19-224,20 1-129,0-20-320,0 19-32,0-19-64,20 0-64,-20-20 128,0 0-63,20 0-33,-20 0-417,19 0-864,-19-20-1858,0 20-2146</inkml:trace>
  <inkml:trace contextRef="#ctx0" brushRef="#br0" timeOffset="136439.8">6569 12161 3138,'20'0'6118,"0"0"-5221,0 0 1698,0 0-289,-1 0-993,21-20-768,-20 20-193,19 0-256,2 0-96,-1 0 0,-22 0 0,23 0-128,-21 0-321,-20 20-255,20-20-65,-20 0 128,0-20-736,0 20-1089,-20 0 96,20-20-353</inkml:trace>
  <inkml:trace contextRef="#ctx0" brushRef="#br0" timeOffset="136568.81">6947 12062 7238,'0'0'1890,"0"19"673,0-19-481,0 20-737,0 0-512,-20 20-385,20-20-320,0 19-128,0-19-480,0 0-1923,0 20-6181</inkml:trace>
  <inkml:trace contextRef="#ctx0" brushRef="#br0" timeOffset="137204.84">7283 11446 1985,'0'-21'5670,"-18"2"-4261,18 19 929,-20 0-352,20-20-673,-20 20-672,20 20-289,-21-1 161,21 2 63,-20-2-95,20 21-129,0 0-64,0-20-223,20 20 31,1 0-96,-1-21-225,0 1-223,-2 0-289,23 0-480,-21-20-1409,19 0-3556</inkml:trace>
  <inkml:trace contextRef="#ctx0" brushRef="#br0" timeOffset="137391.85">7403 11526 9577,'0'19'2274,"0"1"-2050,0 0 1666,20 0 128,-20 0-1218,20 0-639,-20-1-129,20 1-32,-20 0-32,19 0-417,-19 0-1056,20-20-2051,-20 0-3811</inkml:trace>
  <inkml:trace contextRef="#ctx0" brushRef="#br0" timeOffset="137614.87">7502 11386 10730,'0'0'4388,"20"0"-3812,-20 20 1154,20-1-577,1 2-352,17 19-321,-18 0-448,1-1 0,-1 1 0,-2 0-96,-18 19-672,0-19-1122,0 19-4164</inkml:trace>
  <inkml:trace contextRef="#ctx0" brushRef="#br0" timeOffset="142594.15">2003 11526 11466,'0'19'897,"-20"1"-1473,20-20 223,0 0 1026,0-20 512,20 20-160,-20-19-480,0-2-257,20 21 160,-20-19 33,20-2-161,21-19-128,-3 1-32,23-21 65,18 1 127,0-1 32,0 1 33,20-1-161,-20 0 0,2 1-128,-2-1-96,-20 20 32,1 1 32,-21-1 1,1 0-194,-19 20 65,-1 1-96,-2 19-96,-18-20 96,0 20-64,0-21-32,0 2-129,0 19-255,0-20-513,0 0-1922,0 20-5926</inkml:trace>
  <inkml:trace contextRef="#ctx0" brushRef="#br0" timeOffset="142854.17">2797 10592 11723,'20'0'-32,"0"-21"-737,0 1 1281,21 20 1090,-3-19-225,23-2-384,-2 21-641,0 0-63,1 0-129,-21-19 128,1 19-256,-20 19-64,-20-19 0,0 40 32,0-20-128,-40 40-96,20-21 192,-19 21-128,19 0-577,0-20-640,20 19-1186,-20-19-3042</inkml:trace>
  <inkml:trace contextRef="#ctx0" brushRef="#br0" timeOffset="144760.27">1924 8306 14541,'20'0'1249,"0"0"-1409,19-40 160,22-19 0,38-21 32,0 0 193,20-19 479,-1 0-127,2 19-481,-41 21-320,-19-1-1602,-21 1-4260</inkml:trace>
  <inkml:trace contextRef="#ctx0" brushRef="#br0" timeOffset="144996.29">2460 7530 15342,'-60'40'929,"41"-40"-1217,19 0 256,59 0 64,-18 0 96,38 0 160,0-40 0,20 20-224,-20 1-32,-19-1-64,-21 20-128,-19 39 96,0-19 64,-20 41 96,0-23 32,-20 3 33,0-1-97,20-1 0,-39 1-321,39 0-479,-20-20-1122,20-1-1409,-20 1-3171</inkml:trace>
  <inkml:trace contextRef="#ctx0" brushRef="#br0" timeOffset="145414.31">2262 5544 11915,'-40'40'1281,"40"-40"-1089,0 0 225,0 19 608,0-19 192,20-19 64,0 19-480,19-20-289,1-20-416,19 0 64,22-19-31,-2 18-65,0-17-193,0-2-159,-19 1-384,-21 18-578,1-18-1216,-20 19-2403</inkml:trace>
  <inkml:trace contextRef="#ctx0" brushRef="#br0" timeOffset="145638.32">2698 5027 11306,'-79'20'1602,"58"0"-1218,21-20-480,21 0 192,-1 0 897,20-20-224,19 0-321,0 0-192,-19 0-95,21 20 31,-3-19-256,-17 19-161,-2 0 386,-19 39-289,-20 1 352,0 0 96,-41 20-32,23 19-224,-23 1 64,21-21-256,0 21-640,2-21-1474,-3 21-3332</inkml:trace>
  <inkml:trace contextRef="#ctx0" brushRef="#br0" timeOffset="149503.55">11294 3715 14798,'0'40'1537,"0"-60"-800,0 20-481,20-20-192,19 1 96,1-22 128,19 2-95,22 0-161,-22-21 0,0 20 0,1 0-289,-21 20-1696,-19-19-4293</inkml:trace>
  <inkml:trace contextRef="#ctx0" brushRef="#br0" timeOffset="149769.56">11373 3338 9320,'-20'20'1666,"20"-20"-1602,0 0-64,-18 20-96,18 19 192,-21 1 801,1 0 544,0 19-288,20 1-160,-20 0-160,20-1-417,0-19-95,20-20-33,-20 20-64,20-21 289,21-19-1,-3 21-63,3-21-161,18 0-96,1-21-128,19 21-96,-40 0-641,21-19-800,-40 38-2371,-1-19-8263</inkml:trace>
  <inkml:trace contextRef="#ctx0" brushRef="#br0" timeOffset="150173.58">10997 6398 10217,'-21'-19'4933,"1"-1"-4965,20-1 32,20 2 32,21-1 224,-3 0 673,3-20-32,38 20-513,-19-20-64,19 1-255,-20 19-33,-18 0-897,-21 0-1057,-2 0-1890</inkml:trace>
  <inkml:trace contextRef="#ctx0" brushRef="#br0" timeOffset="150433.6">11055 6179 13196,'-20'21'-673,"40"-21"577,-20 0 128,21 19-32,-21 1 96,0 1 353,0 18-385,0 0-32,0 2 160,0-2 257,0-19 159,20 0 161,0-20-32,-1 0 63,21 0-255,20 0-257,-21-20-64,22 0-128,-3 0-32,-17 1-288,-2 19-1217,1 0-4164</inkml:trace>
  <inkml:trace contextRef="#ctx0" brushRef="#br0" timeOffset="150959.63">10956 9001 14573,'0'0'1538,"0"0"-1250,0 0 353,20-20-97,21-20 1,-23 21-257,43-21-160,-2 0-96,1 1 0,-21-1-32,21 20-160,-39-20-320,-3 21-834,2 19-1729,-20-21-3619</inkml:trace>
  <inkml:trace contextRef="#ctx0" brushRef="#br0" timeOffset="151248.65">11035 8723 10570,'20'0'864,"1"0"-1664,-21 0 191,0 0-224,0 20 513,-21 0 224,21 20-192,-20-1 31,-18 1 385,17 0 2115,21 0-1,-20-1-641,20-19-224,0 0-223,0 0-450,20-20-95,1 0-1,37 0-351,-17-20-1,38 0-128,-19 0-32,-1 20-64,-18-20-929,-23 20-736,2 0-2499</inkml:trace>
  <inkml:trace contextRef="#ctx0" brushRef="#br0" timeOffset="156662.96">6490 12717 10826,'-39'0'1313,"19"0"-801,0 0 353,-21 0 192,23 0 32,-2 0-320,-1 0-449,1 0-192,20 0 225,0 0 159,20 0-127,21 0-321,18 0 32,0 0-32,21 0-32,19 0 32,1-20-32,17 20 96,-17-20-192,19 0 128,0 1-64,-19 19 32,-1-20-64,-39 20-160,-1 0 64,-18 0-481,-23 0-608,-18 20-865,0-1-1729,0 1-2211</inkml:trace>
  <inkml:trace contextRef="#ctx0" brushRef="#br0" timeOffset="171864.83">515 6618 11146,'-41'19'352,"23"0"-95,18 2 800,0-21 160,18 19-96,23 2-320,-21 18-289,39 1-320,-19-20-64,19 19 1,1 1-65,-1-20-64,0 20-225,-18-21-95,-1 1-256,-1-20-834,-19 20-1633,0-20-3074</inkml:trace>
  <inkml:trace contextRef="#ctx0" brushRef="#br0" timeOffset="172065.84">891 6656 5445,'0'0'7751,"0"21"-7911,0-2 224,-20 2 192,20 18 225,-18 1-33,-2 19-352,-1-19-288,1 20-705,0-1 64,1 1-96,19-20-1473,-20-21-4965</inkml:trace>
  <inkml:trace contextRef="#ctx0" brushRef="#br0" timeOffset="172296.85">1070 6974 10698,'20'-19'1345,"-20"19"-1505,0 0 896,20 19 898,-20-19-289,0 20-352,20 0-608,-20 0-289,20 0-64,-20 19-224,19-18-513,-19-2-737,20 2-1632,-20-21-1283</inkml:trace>
  <inkml:trace contextRef="#ctx0" brushRef="#br0" timeOffset="172584.87">1189 6656 13869,'-20'0'-96,"20"0"31,0 21 994,20-21-32,0 19-160,0 2-225,21-2-416,-3 1-63,-17 0-66,38 0-287,-39 0-417,20-20-416,-1 20-256,-19-1 192,0-19-865,0 0-833</inkml:trace>
  <inkml:trace contextRef="#ctx0" brushRef="#br0" timeOffset="172772.88">1468 6597 14862,'0'21'576,"-20"-2"-704,20-19 288,0 19 417,-20 21-33,20-19-384,0 18-160,0 1-544,-20 0-609,20-21-513,0 21-2049</inkml:trace>
  <inkml:trace contextRef="#ctx0" brushRef="#br0" timeOffset="173055.89">1606 6736 12139,'40'-19'577,"-40"19"640,21 0 705,-3-21-801,2 21-481,1 0-287,-1 21-289,0-21 96,-2 19-96,3 1-32,-21 0 64,0 0 0,0 0-64,0-20 32,0 20-128,0-20 128,0 19 0,20-19 32,0 0-128,0 0-96,-1 0-513,21 0-1312,-20 0-3204</inkml:trace>
  <inkml:trace contextRef="#ctx0" brushRef="#br0" timeOffset="173522.92">812 7610 13068,'-20'0'1569,"0"0"-1441,20 0 353,0 0 1024,0 19-352,20-19-672,0 21-257,1-21-192,17 20 32,3 0-160,-1 0-224,-1 0-289,1-20-63,-20 19-289,19-19-1057,-19 0-2082</inkml:trace>
  <inkml:trace contextRef="#ctx0" brushRef="#br0" timeOffset="173708.93">1070 7530 14669,'-19'40'-32,"-1"-40"-96,20 21 961,-20 17 256,0-17-833,0 19-256,1 0-544,19-1-1410,-20 1-1633,20 0-2467</inkml:trace>
  <inkml:trace contextRef="#ctx0" brushRef="#br0" timeOffset="174106.95">1250 7629 15406,'0'0'-64,"-21"21"160,21-21 833,0 0-224,0 0-609,0 0 0,21-21-96,-1 21-32,-2 0 0,-18 0 0,20 0-32,-20 21 32,21-21 64,-21 20 128,0-20 96,0 20-96,0 0-32,0-20-64,0 20-32,0-20-32,20 19-384,0-19-257,-1 0-608,1 0-769,0-19-1249,0 19-1729</inkml:trace>
  <inkml:trace contextRef="#ctx0" brushRef="#br0" timeOffset="174294.96">1448 7471 14958,'0'20'-257,"0"-20"770,0 19 992,20-19-608,-1 20-288,1-20-385,20 21-160,-1-21-192,-19 0-224,20 0-417,-19 0-1537,-3 0-2787</inkml:trace>
  <inkml:trace contextRef="#ctx0" brushRef="#br0" timeOffset="174460.97">1646 7312 11979,'0'40'2562,"-20"-1"-2530,20 1 225,0-20 351,-20 20-512,20-1-384,0 1-2242,0 0-4709</inkml:trace>
  <inkml:trace contextRef="#ctx0" brushRef="#br0" timeOffset="174827.99">1766 7431 15951,'39'-20'384,"-19"0"-128,0 20 705,0-19-673,-1 19 1,1 0-129,0 0-192,-20 0-192,20 19 95,-20-19 129,0 20-64,0 0-160,0-20 160,0 20 0,0 0 96,0-20-96,0 20-32,20-20-32,-20 19 64,19-19 0,1 0-64,0 20-33,0-20 97,-20 21-128,21-21-320,-21 19-353,0-19 128,0 21 865,0-2 257,0-19-1,-21 19-64,1-19-127,0 21-322,20-21-1216,-20 20-5798</inkml:trace>
  <inkml:trace contextRef="#ctx0" brushRef="#br0" timeOffset="178271.19">6053 11326 7943,'0'0'1217,"0"0"-1057,0 0 161,20 0 608,-20 0 736,0 20-352,0 20-416,0-1-160,0 1 0,20 0-1,-20 0-223,0 20-289,0-1-160,0 1 32,0-1-128,0 21 64,0-20-64,0 19 64,0-19-96,0 19 64,20-20 32,-20 1-64,0-1 96,0-18-96,-20-22 0,20 1 64,20 19-64,-20-18 32,0 19 0,0-21-32,20 2-64,-20-21 32,0 19 32,0 1 32,19-20 32,-19 20 0,0-20 0,20 0 0,0 20 0,-20-20-32,20 0 32,0 0-32,-20 20 0,21-20 0,-3 0 32,2 19-32,-20-19 32,20 0 96,1 0 64,-1 0-63,-2 20-65,23-20 0,-21 0-128,19 0 64,1 0 0,0 0 0,19 0 0,-19 0 96,19 0-289,-18 0 193,18 0-224,-1 0 128,3 0 160,-22 0-128,21 0 64,-20 0-192,19 0 448,-18 0-224,18 0 0,-1-20-64,3 20 32,-22-19 0,21 19 0,-40-20-96,19 20 32,1 0 64,-19-20-32,-3 20 64,22 0-32,-19 0 32,-1 0-32,-2 0 0,3 0 32,-1 0-32,-20 0 0,20 0 0,0 0-64,-20 20 64,19-20 0,-19 0 0,0 0-96,20 0 0,-20 0 96,0-20 0,0 20 0,0-20 0,0 20 0,-20-20 0,20-20 0,0 21-160,0-42-257,0 2 225,-19-20 192,19-1-32,0 1-32,0 0 64,0-1 0,19 0-32,-19-19 96,0 20-224,20-20-288,0 0 351,-20 19-191,0 20-256,0 0 352,-20 1 159,20 19 258,0 1-1,-20 19-96,20-20-224,0 20 64,0 0 32,0 1 0,0-2 0,0 21-160,0 0 64,-19 0 32,-1 0 32,0 0 0,0 21 32,-1-21 0,-17 0 32,-3 0 0,-18 0 192,-20 0 160,-20 0 161,-20 0 31,-21 0 161,1 0 128,1 0-129,-2 0-447,2 19-225,19-19-32,-1 20-32,1 0-256,20 0-1154,40 20-1505,-2-21-1857,3 1-4068</inkml:trace>
  <inkml:trace contextRef="#ctx0" brushRef="#br0" timeOffset="184977.58">15364 4928 4003,'0'20'993,"0"-20"1089,-20 0-801,20 20 577,0-20-160,0 0 63,0 0-1056,0-20 256,0 20-577,0 0 577,0 0-961,20-20 481,-20 20-321,20-20 0,0 20-32,-20-20 192,19 0-127,1-19-97,-20-1-32,20 0 64,0-20 160,0 1-128,-1-21 33,1 1-193,0-21 96,21-19-192,-3-1 96,3 21-129,-3 0-255,3 19 320,-21 21 64,0 39-128,-20 20-192,0 0-641,0 20-577,-20 20-1152,0 0-3812</inkml:trace>
  <inkml:trace contextRef="#ctx0" brushRef="#br0" timeOffset="185461.6">15125 4570 13100,'0'-20'1665,"0"20"-864,0 0-384,0 20-449,20 0 32,0-1 128,1 21 64,-3 0-64,2 20 64,0-20-32,1 0 289,-1-1-129,19 1 0,-19-20 129,0 0 288,20 0-193,-1-20 161,1-20-545,19-20 545,2 20 31,18-19-319,-20-2-97,1 1-160,-1 1-128,-19 18 32,-1 2-32,-19-1-384,0 0-865,-20 20-1250,0 20-2337</inkml:trace>
  <inkml:trace contextRef="#ctx0" brushRef="#br0" timeOffset="208414.92">10679 10472 544,'0'-20'833,"-20"20"0,20 0 256,0-20 64,0 20 0,-21 0-288,21-20 31,0 20-63,-18 0 0,18 0 160,0 0 128,0-19 32,0 19-256,-20 0-417,20 0-95,0 0-65,0 19 97,0-19 191,20 20 33,-20 0-97,18 0-95,23 19-97,-21 1-160,19 1-32,21-2 32,-21 21 1,21-21-1,19 1-64,-20 0-96,2-1 64,-2-19-96,-19 20 0,0-20 0,-21 0-192,1 0-160,-20-1-193,0-19-224,0 0-384,-20 0-801,20 0-1793,-19-19-2691</inkml:trace>
  <inkml:trace contextRef="#ctx0" brushRef="#br0" timeOffset="208978.95">10559 10830 6886,'0'19'993,"0"-19"-513,0 0 738,0 0 191,-20 0 417,20 0-449,0 0-704,0 0-289,0-19-96,0-1 129,0 0-97,0-20-192,20 1-64,-20-2-32,0-18 0,0 19-32,0-20-32,0 1 32,0 0 0,0 19 0,0 20 0,0 0 96,0 0 225,0 0-65,21 20-32,-1 0-32,0 20-32,19-20-32,1 0 33,19 20-65,1-20 64,-1 0 32,0-20-160,-19 20-64,19 0-64,-18 0-449,-21 0-928,0 0-2275,-1 20-6245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47:15.66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6749 1967 4067,'0'0'1282,"-21"0"-257,21 0-97,0 0 129,0 0 577,0 20-513,0-20-608,0 0-33,21 0 193,-21 0 63,18 0-191,23 0-257,-21 0-192,39 0 32,-19 0-32,19 0-96,21 0 32,0 0 0,19 0 0,0-20-32,0 20 0,0 0 0,1 0 65,-41 0-33,20 0 96,21 0 96,0-20 128,38 20-160,1 0-31,-1 0-97,22-19 64,-21 19-32,19 0 192,-18 0-128,18 0 0,-18-20 97,18 20-129,-19 0-64,-1 0 0,22 0-32,-22 0 0,1-21 128,1 21 96,-21 0 65,-1 0-65,-19 0-128,-18 0-64,-22 0 32,20 0-32,-39 0-32,-1 0-352,1 0-577,1 0-736,-23-19-2627</inkml:trace>
  <inkml:trace contextRef="#ctx0" brushRef="#br0" timeOffset="14248.81">9308 11942 128,'-18'0'12620,"-3"0"-12460,21 0-288,-20 19 128,20 2 320,0-1 96,0 0-159,0 20 127,0 19 224,0-19 161,0 19-96,20 1-225,1-21-159,-21 2 31,18-22-64,2 1 32,1 0-127,-1-1 95,0 2-160,19-1 0,1-20-128,0 0-64,-21 0-64,21 0-65,-20 0-191,0-20-193,-20 20-159,19 0-642,-19 0-1729,0-21-960</inkml:trace>
  <inkml:trace contextRef="#ctx0" brushRef="#br0" timeOffset="14905.85">9051 12300 4548,'0'0'1986,"0"0"-1154,0-20 290,-20 20-33,20-20-161,0 20 1,-20-20-256,20 20 224,0 0 224,-19-20-224,19 20-289,-20 0-255,20 0 127,0 0-192,0 0 33,0 0-193,0 0 64,20-20-64,-20 20-32,19 0-160,-19-19 513,0 19-161,20-20 128,-20 0-160,0 20 33,0-20-65,20 20-96,-20-20-32,0 0-64,20 1-32,19-1 32,-19 0-64,20-20 64,-20 19-352,19 2 704,-19 0-320,21-2-160,-23 2 96,2-1 32,1 0-64,-21 20 32,0-20 32,20 20-64,-20 0 0,0 20 96,0 0-128,20 0 96,-2 20-32,3-21 0,19 21 32,0 0-96,-1-20 32,1-20-320,-1 20-673,1-20-1858,1 0-10441</inkml:trace>
  <inkml:trace contextRef="#ctx0" brushRef="#br0" timeOffset="19262.1">3631 11902 8936,'0'0'1345,"0"0"-1153,0 0 481,0 0 544,0 0-864,0 0-257,-20 21 128,20 17 256,0 3 33,0-1-1,0-1-95,20 21-225,-20-20-96,20-1-96,20 1 192,-21-20-128,21 0 64,-20-1-64,1-19-32,17 20-128,23-20-64,-22 0-96,1 0-257,0 0-480,-21 0-768,1 0-1891</inkml:trace>
  <inkml:trace contextRef="#ctx0" brushRef="#br0" timeOffset="19724.12">3394 12081 9320,'-20'0'897,"20"-19"-288,0 19 576,0 0-32,20 0-256,-2-20-225,2 0-191,21 0-65,-21 0-191,-1-1-129,1-17 0,-20 17-96,20-18 160,0 19-160,-20-20 96,20 20-96,-20 1 0,0 19 0,0 0 96,0 0-192,19 19 352,1 1 64,-20 0-255,40 20-65,-20-20 32,19 20-32,-19-21 0,21 0-417,-3 2-896,3-1-4196</inkml:trace>
  <inkml:trace contextRef="#ctx0" brushRef="#br0" timeOffset="21791.24">14390 11982 8103,'0'-21'1281,"-18"21"1,18 0 768,0 21-897,-20-1 96,20 0-384,0 0-321,0 19-320,0-19 321,0 20-129,20 0 33,-2-1-33,2 1-256,21 0 0,-21-21 1,39 1-65,-19 1-289,-20-2 129,19-19-96,-19 0-96,0 0-385,0 0-448,-20 0-832,0-19-2916,-20-2-5155</inkml:trace>
  <inkml:trace contextRef="#ctx0" brushRef="#br0" timeOffset="22130.26">14113 12260 9769,'-39'0'1153,"39"0"-705,0 0 481,19 0 737,-19 0-481,20-20-384,0 20-353,0-20-64,0 0 33,-20 1-33,19-1-160,1-20-96,0 0 129,-20 21-1,20-21-192,-20 20 288,20-21-352,-1 41 193,-19-19-161,20 19 32,0 0 32,21 0 0,-23 19 160,23 2-128,-1-1-64,-1 20-128,1-20 64,0-1-256,-1-19-449,1 20-896,-20 0-2916</inkml:trace>
  <inkml:trace contextRef="#ctx0" brushRef="#br0" timeOffset="23769.35">8237 11744 8199,'0'0'1474,"0"0"-321,0 0 128,0 0-384,0 0-289,20 0 257,0 0 0,19 0-288,40 0-1,-18 0-95,38 20 63,0-20-160,41 0-63,-2-20-161,40 20-64,2-20-64,-2 0 96,-20 0-224,2 0 192,-22 1-160,-39 19-64,-18 0-1025,-43 0-705,-38 0-1793,-20 19-5126</inkml:trace>
  <inkml:trace contextRef="#ctx0" brushRef="#br0" timeOffset="25590.46">13220 11764 1185,'-20'0'1857,"-1"0"-127,21 0 32,0 0-417,0 0-288,0 0 96,0 0 160,0 0-96,0 0-160,0 0-512,0 0-225,21 0 1,-1-20-33,0 20 64,0 0 65,39 0-1,-19 0-160,19 0-128,20-20-64,0 20 32,22-20 33,17 0 63,1 20 0,21-20-64,-2 20 32,1 0-128,21-19 96,-42 19 1,21 0 63,-19-20-96,-1 20 32,-40 0 0,0 20-128,-20-20-32,-19 0-64,-19 0 160,-21 0-224,20 19-641,-40-19-1633,-1 0-3428</inkml:trace>
  <inkml:trace contextRef="#ctx0" brushRef="#br0" timeOffset="27648.58">17865 11783 7463,'-39'20'1441,"19"-20"-768,20 0 1056,0 0 609,-20 0-192,20 0-512,0 0-705,20 0-577,0-20 33,39 20-1,1 0-288,19 0 128,20 0-224,21-19 192,18 19-160,1 0 33,40-20-65,-1 20 128,20-20-224,-38 20 160,18 0-257,-38-20 97,-2 20 0,-39 0 128,-18 0-704,-43 0-1699,-38 0-4451</inkml:trace>
  <inkml:trace contextRef="#ctx0" brushRef="#br0" timeOffset="32658.86">13220 11823 2786,'0'0'1409,"20"0"-1152,-20 0 63,20-20 577,-1 20-64,21-20-1,0 20 1,19-19-32,0 19 192,22-20 64,-2 20-128,40-20-257,1 0-287,-3 0-193,43 20 64,-22-20-32,2 1-31,-1 19-97,-20-20-32,19 20 0,-18 0-64,-1-20 32,-20 20-64,-20 0 32,-18 0-64,-22 0-577,-19 20-31,-20-20 31,0 0-704,0 0-65,-20 0 65,-19 0-192,-1 0 576,-1 0 608,3 0-2241</inkml:trace>
  <inkml:trace contextRef="#ctx0" brushRef="#br0" timeOffset="41157.35">2817 12339 7142,'-20'-20'1281,"20"20"-448,0 0 1089,0-19-288,0 19-1058,0 0 353,0 19 320,20-19-576,-20 20-161,20 20-31,-20 0-289,20 20-64,0-21-128,-20 41-160,0-21 0,21-19-64,-21 0-129,0-20-95,18-1-321,-18 1-384,0-20-3363</inkml:trace>
  <inkml:trace contextRef="#ctx0" brushRef="#br0" timeOffset="41467.37">2997 12539 13324,'39'59'-32,"-39"-39"96,0 0-192,0 19 224,0-19-96,0 0 64,20 20-64,-20-21 128,0-19 32,0 0 353,0 0-257,0 0-448,0-19-288,0-1-225,20 0-256,-20 0 224,20-20 321,-1 21 192,1 19 128,0-20 448,0 20 353,0 0-129,-20 20-159,19-1-97,-19 1-224,0 20-96,0-20-673,0 19-1024,0-19-1410</inkml:trace>
  <inkml:trace contextRef="#ctx0" brushRef="#br0" timeOffset="41826.39">3374 12618 12107,'0'39'705,"0"1"-705,20 0-96,-20-1 160,18 22-128,2-22-705,1 21-288,-1-20 128,0 19 737,-1-39 256,1 0 320,-20 0 1282,0-20-833,0-20-577,0 0-128,0-20 32,-20 1-224,1-21-897,-1 0-1217,20 0 1826,0 21 1152,0-1-127,0 0 352,20 40 128,-1-20-32,1 20-544,0 20-481,-20-20-192,20 20 0,-20 0 96,0 0 0,0 0-193,-20-20-447,20 19-994,0-19-1793,0 0-5636</inkml:trace>
  <inkml:trace contextRef="#ctx0" brushRef="#br0" timeOffset="42021.4">3592 12677 7879,'39'0'-64,"-19"0"320,-20 0 1089,20 0-288,0 0-640,-20 0-321,19 20-96,-19-20 64,0 20 32,0 0 0,0-20-64,20 20 0,-20-1-32,0-19-544,20 20-641,-20-20-449,20 0-1345,1-20-736</inkml:trace>
  <inkml:trace contextRef="#ctx0" brushRef="#br0" timeOffset="42121.4">3811 12737 1697,'0'-40'5285,"0"20"-2210,0 20-1570,0 0-704,0 20-705,0 0-128,18 0-416,-18 0-897,20-1-577,1 1-1345</inkml:trace>
  <inkml:trace contextRef="#ctx0" brushRef="#br0" timeOffset="42295.41">3969 12717 12395,'0'-20'1474,"0"0"-1250,0 20 1890,20 0-705,0-20-544,-1 20-385,1 0-255,20-19-97,-1-1-128,-19 20-353,20-20-768,-19 20-1185,-3 0-3876</inkml:trace>
  <inkml:trace contextRef="#ctx0" brushRef="#br0" timeOffset="42453.42">4167 12479 11050,'0'20'1858,"0"-1"-193,20 2 674,-20 18-386,0 1-1056,21-1-737,-21 1-128,18 0-928,-18 19-2019,0-18-12428</inkml:trace>
  <inkml:trace contextRef="#ctx0" brushRef="#br0" timeOffset="43465.48">18342 12260 864,'-20'-20'7527,"0"20"-6502,0 0 225,-1 0-322,3 0-575,-22 20 287,19-20 225,-17 40-544,17-1 31,21-18 192,0 18-95,21 0-97,-3-18-128,23-1 33,-21-20 191,18 0 289,23 0-65,-2 0-223,20-20-417,-39-1 576,19-18-191,-39-21 127,-20 21 33,-38 19-321,17-20-160,-19 20-128,1 20-64,-1 0-288,0 0-385,21 20-320,19 0-577,0 0-992,19 0-1955</inkml:trace>
  <inkml:trace contextRef="#ctx0" brushRef="#br0" timeOffset="43782.5">18679 12339 13548,'20'0'833,"-20"0"32,0 21 288,0-2-480,20 21-289,-20-21-224,20 2-64,-20-1 32,20-20-32,-1 20 1,-19-1-97,20-19 160,0 21-192,-20-21 32,20 0 32,0-21-96,-20 2 128,19-21 0,-19 0-96,20 20 32,-20-19-32,0 39 32,0 0-289,0 0 97,0 19 192,0 1 0,0 0 0,20-1-256,-20 2-641,0-21-288,20 0-737,1 20-864,-3-20-161,2 0-3651</inkml:trace>
  <inkml:trace contextRef="#ctx0" brushRef="#br0" timeOffset="43919.51">19016 12438 1473,'-20'-59'3395,"20"40"-512,-20 19 64,20-21-97,0 21-1344,20 0-641,21 0-225,-3-20-384,3 20-127,-1 0-97,19-19-96,-19 19-609,-21 0-1537,21-20-1570,-40 20-320</inkml:trace>
  <inkml:trace contextRef="#ctx0" brushRef="#br0" timeOffset="44071.52">19175 12161 4099,'-19'-40'4837,"-1"40"-3268,20 20-415,20 0 1120,-1 0-673,1 19-223,0 1-738,-20 19-544,20 1-480,0-20-5253,-1 0 1569,1 0-3235</inkml:trace>
  <inkml:trace contextRef="#ctx0" brushRef="#br0" timeOffset="44417.54">19373 12459 8936,'20'0'3651,"-20"20"-3554,0 19 31,20-18 2018,-20 18-417,0 1-1312,0-1-321,0 1 0,0-20 0,0 0 128,0 0 481,0-20-417,0-20-192,0 0 128,0 0 33,0-20-129,0-19-288,0 0-513,0-21-544,21 20 672,-1 21 65,0 18 63,-2 21 321,3 0 289,-1 21 287,0-2 0,-20 1 65,0 0-129,0-1 97,-20-19 63,20 21-127,-20-21-353,-1 0-64,3 0-288,18 20-673,-20-20-801,20 0-1953,20-20-3172</inkml:trace>
  <inkml:trace contextRef="#ctx0" brushRef="#br0" timeOffset="44734.55">19632 12360 10570,'40'-21'2786,"-40"21"-1601,19 0 1250,-19 0-1186,0 21-801,0-2-192,0 1-127,0 19-33,0-18-353,0-1 386,0 0-674,0-1 0,20 2-63,-20-2-193,20-19-32,0 0-224,-20 0 96,20 0 993,-20-19 193,0-21-33,19 20-224,-19-21 32,20 22 96,-20-1 128,0 0 417,20 40 288,-20-20-225,21 20-127,-21-1-449,0 2-64,0-1-96,20 0-480,-20-20-642,0 19-1216,18 2-2851</inkml:trace>
  <inkml:trace contextRef="#ctx0" brushRef="#br0" timeOffset="44915.56">19989 12260 17232,'0'0'-96,"20"0"128,0 0 1313,20 0-672,-1 0-321,21 20-352,-21-20-96,1 0-641,1 0-1089,-41 0-3394</inkml:trace>
  <inkml:trace contextRef="#ctx0" brushRef="#br0" timeOffset="45109.58">20207 12062 14990,'-20'79'448,"20"-20"1186,0-19 832,0 20-800,-19 0-930,19-21-640,-20 0 97,20-18-193,0-1-481,-20 19-992,20-18-1410,-20 18-3972</inkml:trace>
  <inkml:trace contextRef="#ctx0" brushRef="#br0" timeOffset="46298.64">8356 12539 7527,'-40'0'4612,"20"0"-4035,1 0-609,-1 0 64,20 0 192,-20 19 384,20 1-191,0 20-193,20-20-64,19 19 128,1 1 129,19-20-1,22 0-192,-2-1-63,40-19 95,-20 20 32,39-20-160,2 0-96,18 0-64,2-20-224,18 20-193,0-19 257,21-1 96,-19-20 128,-2 20 32,0 0 0,0-19-32,-18 19-64,-22 0 64,-19 0-32,1 1-64,-21 19 0,0 0-64,-38 0-32,-2 19 64,-19 21 32,-21-20 0,1 19 128,0 1 128,-20 0 32,0-1 129,0 2 127,0-21 97,-20-1-129,20-19-256,0 20 321,0-20-257,0-20-160,0 20-64,20-19 32,-20-22-96,0 21-32,20-19-32,0 19 32,-1 0 32,1 0 32,20 20-64,-1 0 32,1 0 0,19 0 32,22 0-96,-2 20 96,20-20-32,0 0 32,21 20 0,-21-20 0,39 20-64,-19 0 128,21-1-128,-1 1-289,20 1 97,-1-1 32,1-1-129,20 1 161,-20-20 128,20 0 64,-21 0 128,20-20-32,-18 1 32,-2-1-31,-19-21 127,1 22-32,-2-21-96,-19 0-32,1 1 96,-41-1-128,0 20-64,-19-19 128,-21-1-160,-19 0-64,-40 19 32,-19 21-224,-40 0-1634,-1 21-6726</inkml:trace>
  <inkml:trace contextRef="#ctx0" brushRef="#br0" timeOffset="46846.67">9607 13154 12908,'0'-20'1057,"0"20"-1249,0 0 31,0 20 322,0 0 351,0 20-32,19 19-191,-19 1-193,20 20-32,-20-21-32,20 1-128,-20-20-289,21-1-415,-21 1-866,20-20-1537,-2-20-4676</inkml:trace>
  <inkml:trace contextRef="#ctx0" brushRef="#br0" timeOffset="47055.69">9865 13154 16335,'20'-20'64,"-20"20"-224,0 20 192,0 20 128,0 0 160,20 20-95,-20-1-161,0 1-32,0 19-192,19-19-33,-19-20-127,0-1-257,0 1-800,0-20-2018,0-20-3427</inkml:trace>
  <inkml:trace contextRef="#ctx0" brushRef="#br0" timeOffset="47208.7">9707 13492 14317,'-41'0'1505,"41"0"-1537,0 0 449,0 0-33,41 0-320,-3 20-897,3-20-1697,-2 0-641,21 0 1377,-21 0-480,1 0-3363</inkml:trace>
  <inkml:trace contextRef="#ctx0" brushRef="#br0" timeOffset="47322.7">10122 13413 6245,'0'40'1314,"0"-21"-450,0 21 514,0-20-609,0 20-641,0-20-353,20 19-1792,-20-19-2500</inkml:trace>
  <inkml:trace contextRef="#ctx0" brushRef="#br0" timeOffset="47452.71">10162 13472 6470,'-40'-40'4356,"40"21"-3043,0-1-512,0 20-737,0 20-545,0-20-1505,0 19-1697</inkml:trace>
  <inkml:trace contextRef="#ctx0" brushRef="#br0" timeOffset="47790.73">10421 13432 15983,'0'21'416,"-20"-21"-512,20 19 96,-20 1 0,0 20 0,0-20-256,20 20-577,0-21 128,0 1-512,20 0 192,20-20 481,-20 0 63,19 0 481,-19-20 64,0 0 545,1-19 288,-3-1 256,-18 0-192,0 1-385,0-1-416,-18-1 513,-3 2 160,1 19-545,0 1-256,0 19 96,20 19 64,-19 21-64,19 0 1,0-1-65,19 1-64,1 0-193,0 0-799,0 0-1154,19-21-2147,2 21-5572</inkml:trace>
  <inkml:trace contextRef="#ctx0" brushRef="#br0" timeOffset="48122.75">10798 13572 12107,'-20'-20'32,"20"20"-160,-20 0 640,0 0 1,20 20-449,-19 0-96,19-1-224,0 1 128,19 0-33,1-20 161,0 0 0,20 0 96,-21-20 673,1 0 128,0 1 64,0-21 96,-20 20-128,0-20-545,0 1-192,0-21-192,-20 20-256,0 0 160,0 0 96,1 1-320,19 19 384,-20 20-96,20 20 288,-20-1-96,20 22-32,20-2 32,-20 0-128,20 21-64,-1-20-512,1 0-1442,0 0-2915</inkml:trace>
  <inkml:trace contextRef="#ctx0" brushRef="#br0" timeOffset="48599.77">10997 13611 9064,'0'0'7367,"0"20"-7367,0-20 96,0 0 513,20 0-449,-2 0-96,2-20 0,1 20-32,-1-19 32,0 19 32,-1-20-64,-19 0-64,0 20-224,-19-20 0,19 20-257,-40 0 33,19 0 416,1 0 64,2 0 64,-2 20 0,20 0 32,0 0-64,20-1 32,-20 21-128,18-20-256,23-20-129,-21 20 33,0 0 256,-1-20 160,1 19 128,0-19 0,-20 0 0,0 0-288,20 0-673,-20 0-961,0 0 289,0-19 416,0 19 1057,0-20 1025,0 0 288,0 20 224,0-20 289,0 20-192,20 0-673,-20 0-673,20 0-192,-1 0-32,1 20-64,0-20 96,-20 20-32,20-20-128,1 0-256,-21 20-257,18-1-896,-18-19-3396</inkml:trace>
  <inkml:trace contextRef="#ctx0" brushRef="#br0" timeOffset="49818.84">12406 13234 7975,'0'-40'2691,"0"40"-1314,0-20 609,0 20-1025,0 0 96,0 20-192,0 0-417,0 19-128,0 21-160,0-1-96,0 1-256,0 0-320,0 0-481,0-20-449,0-1-800,0 1-2178</inkml:trace>
  <inkml:trace contextRef="#ctx0" brushRef="#br0" timeOffset="50502.88">12624 13472 14381,'21'-19'833,"-21"19"-1025,0 0 224,-21 19 448,1 1 225,0 0-353,0 0-288,1 20-64,19-20 0,0 19-64,0-19-128,0 0 64,19-20 64,21 0 96,-20 0 0,1-20 0,-3 0 64,2 0 32,0 1 224,-20-1-63,21-20-129,-21 20-96,0 20-64,-21-20-64,21 20 64,-20 20 32,20 0-288,0 0 512,0 20-256,0-21 32,20 1-64,1 0 32,-1 0 0,19-20 96,-19 0 0,20 0-64,-20-20 128,-1 0 225,-19 0-321,20 1-32,-20-1-385,0 20-159,0-20 512,0 20-192,-20-20 32,20 20 192,0 20 0,0-20 32,0 20-32,0 0-32,20-1-64,0-19-257,-20 0 65,20 0 256,0 0 64,-1 0 64,-19 0 32,0 0 33,0 0-193,0 0-257,0 0 33,0 0 128,0 0 96,0 20-448,20 0-353,0 0 224,0 20-127,19-21 351,-19 1 321,1 1 289,-21-2 992,20 1 416,-40 0-63,20-20-161,-41 0-768,2 0-609,-1 0-64,1 0-160,-1 0-32,0 0-449,1 0-608,39-20-1858,-20 20-3043</inkml:trace>
  <inkml:trace contextRef="#ctx0" brushRef="#br0" timeOffset="51095.92">13299 13651 14285,'-20'20'2819,"1"-20"-2691,19 0 128,-20 0 96,20 0 1,20 0-289,-20 0-32,19 0-32,1 0 96,20-20-64,-20 20 32,-20-20-32,19 0-128,-19 1 0,-19-1 32,-1 20-64,0 0 64,0 0 32,0 0-97,1 0 65,-1 20-64,0-1 128,20 1 0,20 0 96,0 0-64,-1-20-64,1 20 64,20-20-32,-1 0-128,-19 0-32,20 0-416,-19 0-1090,-3-20-1473,2 20-801,0 0-640,-20 0 2978,0 0 2980,0 0 1472,0 0-832,-20 0-1057,20 0 353,0 0-450,20 0-671,-20 20-193,21-20-321,-21 0 1,20 0 480,-2 0 673,-18 0 929,0 0-1,0 0-191,0-20-257,0 0-256,0 0-320,0 0-609,0 1 128,0-21-160,20 20 64,1 20-192,19-20-160,-20 20-288,19 0-577,1 0-801,-20 0-2146,19 0-8808</inkml:trace>
  <inkml:trace contextRef="#ctx0" brushRef="#br0" timeOffset="51564.94">13001 13492 12651,'0'0'2147,"0"0"-2212,-20 0 97,20 0 769,0 20-64,0 0-641,0 0-96,0 20-192,0-1-257,0-19-1152,0 20-3652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54:47.90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555 2682 12395,'-40'20'321,"-1"-20"-129,41 0 1441,0 0-127,0 0-674,0 0-319,0 19 128,0-19-289,21 0-160,19 0 32,-20 0-64,19 0-320,-19 0 449,20 0-129,19 0-641,-19 0-223,-1-19-674,-19 19-1088,1-20-2018</inkml:trace>
  <inkml:trace contextRef="#ctx0" brushRef="#br0" timeOffset="297.01">733 2583 10345,'-20'-20'897,"20"20"-1089,0 0 608,0 0 866,0 0-161,0 0-32,20 0-737,0 0-224,-1 0 0,21 20 193,-19-20-161,17 19-96,-18-19 0,21 20-32,-21 1-32,19-2 0,-19-19-32,0 20 32,0 0-32,-20-1 192,0-19 0,0 41-64,0-21-64,-20-1 0,-20 0-256,1 22-1217,-1-21-2915</inkml:trace>
  <inkml:trace contextRef="#ctx0" brushRef="#br0" timeOffset="29764.7">18798 3318 5925,'-20'0'609,"20"-20"31,0 20 161,-19-20 160,19 20 320,-20-19-288,20-1-480,-20 20-33,0-20 33,0 0-161,-19 20-160,-2-21-192,1 21 0,-19-19-32,19 19 0,-19 0 0,19-20 0,1 20 0,-22 0 32,23 0-32,-23 0 0,2 0 0,0 0 32,-1 20 0,1-1 0,-1-19-32,21 21-32,-22-1 96,23 0-64,-3 0-32,1-1 32,21 1 32,-21 0 0,0 20 0,21 0 0,-1-1 0,-20 1 32,20-20-32,1 19 0,-1 2-32,0-2 32,-1 21 0,1-21-64,2 1 32,-2 0 32,-1 0 0,1 0 32,0-1 0,20 1 96,-19 0-64,-1-1-32,20 21 64,-20-21-32,20 1-32,-20 0 64,20 20 192,0-20-160,-20 0 1,20 19-1,0-19 64,-19 19-32,19-19-64,0 19-64,-20 1 0,20 0-32,-20 0 0,20-20-32,0 19 64,0 1-64,0-1 0,-20-19-256,20 20 96,0-20 160,-20 20 32,20-21 32,-19 21 0,19-1 96,-20 1-64,20-21 0,-20 21 0,20-20 0,-20-1-64,-1 1 32,3 1-32,18-2 32,-20 0 32,20 2 0,-20-2-32,-1 1-32,1-20 96,20 19-32,-20 1-64,1-20 32,19 19-64,-20-19 32,20 0 0,0 0-96,-20 20 0,20-20 0,-20-1-32,20 2-64,-20-2 128,20 22-32,-19-22-64,-1 1-97,20 0-63,-20-1 160,20 2 128,-20-1 32,20-20 0,-20 19 32,20 1 0,-19-20-32,-1 20 0,20-20 32,-20 20-32,0-20 0,-1 20-32,3-20-32,-2 20-64,20-20-257,-21 19 257,1 1 96,0-20 32,2 20 0,-3-20 0,1 0-64,0 20 64,0-20 96,-19 20-32,19-20 128,-20 21 97,1-21 127,19 19-31,-21-19-97,23 19 32,-2-19-224,-21 21-64,21-21-32,0 19 0,2-19 0,-3 0 0,1 21-96,0-21 0,0 19 32,1-19-64,-1 0 0,0 0 128,0 20 0,0-20-32,1 0 64,-1 0 32,0 0 0,0 20-64,-1-20 32,3 0 0,-22 0 96,19 0 64,1 0-32,-19 0 33,19 0-97,0 0-64,-19-20-32,19 20-32,-20 0-32,1 0 96,19-20 0,-20 20 32,1 0 160,-1 0-96,-1 0-32,3 0-64,-3 0 32,1-19 0,1 19 0,-1 0 0,1-21 32,-1 21-63,0-19-33,21 19 32,-21 0 0,-1-21-32,3 21 64,-3 0 0,2-19 0,-1 19-32,0 0 32,1 19 32,-1-19 0,1 0 96,-1 0 96,20 0-63,-21 0-65,3 0-128,-23 0-64,22 0 96,-1 0-64,1 0-32,-21 0 96,21 0 0,-21 21 64,21-21 128,-2 19-128,1-19 33,1 21-97,-1-21 0,1 19 32,19-19-128,-20 0 64,20 0 64,1 20-64,-21-20 96,20 0 64,-1 20-32,21-20-128,-20 0 97,2 20-65,18-20-64,0 0-32,0 0 64,0 0-64,0 0 128,0 0-128,-20 0 96,20 20-64,-21-20 32,1 0-449,0 20 385,2-1 32,-3 1 32,1 0-32,0 0 0,0 0 32,1 0-128,-1 19 32,0-19 64,0 0-96,20 20 0,-20-21 96,1 2-32,19 19-96,-20-21 64,20 1-32,-20 0 32,20 20 0,-20-21 0,-1 1 64,21 0 0,-18 20 32,-2-20-32,0-1 96,20 21-160,-21-20 96,21 0-64,-20 19 96,2-19-160,18 1 160,-21 19-64,21-21 96,-20 0-128,20 2 96,-20 19 0,0-20-32,1 0 0,19 19-32,-20-19 0,0 20 0,20-20 0,-20 19-64,20-19 96,0 20 0,-20-20-32,20 20 96,-19-20-192,-1 19 128,20 1 0,-20 0-96,20-1 64,-20-18 0,20 18-32,-20 1 32,20 0 0,0-21 128,0 22-224,0-2 96,0-19 32,20 20 32,-20-1-64,0 1 64,0-20-32,20 19-64,-20 1 32,0 0 0,20-20 32,-20 20-32,20 0 0,-1-21 0,-19 21 32,20 0-96,0-1 96,-20 1-96,20 0 192,0-20-96,-1 20 96,1 0-96,0-21 64,21 21 33,-23-20-161,23 20 96,-21-20 0,18 19-96,-17 1 64,19-20-128,-20 19 224,19-19-128,-19 20-32,20-20 128,-21 19-96,21-18 128,1 19-128,-23-20 96,22 20-96,-19-21 64,17 21-32,-18-20-32,21 0 128,-21 19-96,19-19 0,-19 20 96,20 0-64,-1-21 32,-19 21-63,20-20 63,-1 0 32,1 20-224,-19-20 160,17 19-64,23-19 96,-22 1-160,1 18 128,19-19-64,-19-1 64,0 2-32,19-1 0,-18-1-160,18 1 256,1 0-128,-21 0 0,21 0-32,-1 0 128,0-1-64,2 2-96,-3-2 96,-17 1-32,18 0 32,1 0-32,-1-20-32,0 20 128,1-1-192,-1-19 128,2 21-64,-22-21 64,21 0-64,-21 0 128,21 0-192,-21 0 128,21 0 32,-21 0-128,22 0 128,-23-21-64,3 2 0,18-1-64,-19 0 0,0 0 128,-1 0-96,1 1 32,-1-2 0,-19-18 32,0 19-64,21 0 64,-21-20 96,-2 21-160,-18-22-64,21 2 96,-1 0-32,0-2-32,0 2 96,-1-1-160,1 0 160,0 1-96,0-1 64,0 20 0,-1-20 0,1-19 0,-20 19-32,20 0 64,0 1-32,1-21-96,-3 20-32,22 0 64,-40 0 31,21 0 66,-1 1-33,-20-1 32,18 0 0,-18 1-64,21-1 32,-21 0 32,20 0-32,-20 21-64,20-21-1,-20 0 130,0 0-65,20 1 0,-20-1 0,19 0 64,-19 20-32,20-20-64,-20 1 64,0-1 0,0 20-32,20-19 64,-20-1-64,0 19 0,0-18 0,0-1 0,0 1 0,20 19 0,-20-20 0,0 0 0,0 21-96,0-22 160,0 2-96,0-1 0,20 20 96,-20-19-96,0-1 0,0 0 96,0 0-32,0 20-32,0-19 0,0-2 0,0 2 0,0-1 96,0 0-224,19 1 128,-19-1-32,0 0 32,0 1 0,20 19 0,-20-20 0,20 0 0,-20 21 0,20-21 0,0-1-32,-1 2 0,-19-1 64,20 0-32,0 1-32,1 19 96,19-20-32,-22 20 32,3-19 0,-1 19 32,0-20 0,0 21-160,19-2 64,-19 2 0,0-21 0,0 20 32,-1 0-64,21 0 32,-20 0-32,19-19 96,-19 39-160,21-20 128,-21 0-64,18 0 32,-17 20 32,-1-20-32,19 20 32,-19 0 0,0-20-32,0 20 32,19 0-32,1 0 0,0 0-32,-1 0 64,1 0-32,-1 0 0,2 0 96,-1 0-64,19 0 32,1 0 32,-1 20 0,-19-20-160,19 0 96,0 20 0,2-20-32,-23 20 64,23-20-128,18 20 64,-20 0 0,1-1 0,-21 1 0,22 20 0,-21-20 0,19 0 32,-19 20-128,-21-21 192,21 21-128,0-20 64,19 0-64,-18 0 64,-3 0-128,3-1 64,18 1 0,-19 0 64,-1 0 64,1-20-160,0 20 32,-1 0 0,1-1 192,-1-19-288,-19 20 96,21 0 64,17-20-32,-17 20-64,-1-20 32,-1 0 96,1 0-32,-1 20-32,1-20 0,0 0 32,-21 0-32,21 0-32,1 0 96,-3-20-128,3 20 128,-2 0-128,1-20 96,0 20-64,-1-20 32,1 0 96,-1 20-160,-19-19 64,20-1 0,-19 20 32,17-20 0,-17 0-32,19 0 0,-20 0 0,19 1 0,1-21 96,-20 20-224,19 0 32,1-20 224,-20 21-224,-1-21 96,1 0 32,0 20 0,21-20 32,-23 1-96,2-1 128,1 0-192,-1 1 96,18-21 0,-17 21-96,-21-22 192,20 23-64,0-3-32,-20-19 32,20 1 0,-20 19-32,19-19-32,-19-1 64,20 0-32,-20-19 0,0 19-64,20 0 192,-20 1-256,0-20 160,0 19-96,0-20 96,0 21-64,0-21 32,-20 21-32,20-21 64,-20 1-128,20 19 160,-19-19-32,19-1-64,-20 20 64,20-19-64,-20 0 32,20 19-256,-20-19 480,20-1-256,-21 20-64,3 1 0,-2-1 224,0 0-64,-21 21 32,2-21-32,-1 1-64,1 19 96,-21-20-96,21 0-32,-1 0 32,-19 1-64,-1 19 96,1-19 65,-2-1-130,-38 0 33,20 1 0,-20-1 0,-21 1 97,1 19-1,1 0 0,-1 0-64,-1 1 32,-19 19-256,1 0-129,-2 0-575,-18 20-514,19 0-672,-1 0-801,-18 20-3523</inkml:trace>
  <inkml:trace contextRef="#ctx0" brushRef="#br0" timeOffset="38178.18">8476 7154 9352,'-20'19'641,"20"-19"256,0-19-545,0 19 577,0 0 384,0 0-576,20 0-225,-2 0-191,2 0-161,21 19 160,-2-19 97,21 20-65,-1-20-256,22 20 0,-2-20-96,20 0-32,0 0-32,-20 0-224,0 0-385,-18 0-32,-23 0 257,3 0-32,-21 0-353,-20 0-512,0 0-257,0 0-1857</inkml:trace>
  <inkml:trace contextRef="#ctx0" brushRef="#br0" timeOffset="38624.2">8794 6935 9288,'38'-20'192,"-18"20"-192,-20 0 0,0 0 289,0 0 447,-20 20-223,-18 0-385,-3-1-64,1 1-32,1 0 32,-21 0 64,21 0 193,-22 0 127,3-1 257,17 2 95,2-2 257,-1-19-384,40 21-385,0-2 33,0 21 127,40-20-160,-1 19 33,2-19-225,17 20 0,3 0-32,-2-21-64,1 1-224,19 20-833,-40-20-2050,22 19-8969</inkml:trace>
  <inkml:trace contextRef="#ctx0" brushRef="#br0" timeOffset="50157.86">2043 11625 5124,'-20'0'2242,"20"0"-640,-20 0 160,20 0 256,0 0-481,0 0-480,-20 0-352,20 0-161,0 0-127,0 0-1,0 0 32,0 0 65,20 0 160,0 0-257,0 0-160,21 0-96,-3-20-160,23 20 0,-22 0 64,21 0-64,-21 0-32,1 0 0,-1 0-32,-19 0-160,0 0-32,0 0-129,-20 0 65,0 0-32,0 0-257,0 0-800,-20 0-609,0-20-1633,20 20-6950</inkml:trace>
  <inkml:trace contextRef="#ctx0" brushRef="#br0" timeOffset="50531.89">2321 11465 10057,'0'0'192,"0"0"-224,20 0 929,0 0 448,0 0-416,-1 0-224,1 0-321,0 0 129,21 21 191,-3-2-255,-18-19-193,21 21-96,-2-2-32,1-19-32,-20 20 0,19-20 1,-19 20-1,20-20 0,-40 0 96,19 0-64,-19 0 288,0 20 321,-19-20-288,-1 0-417,0 20 64,-20 0 160,1-1-32,-1-19-288,-19 20 128,18 0-352,21 0-801,-19 20-1121,19-21-3011</inkml:trace>
  <inkml:trace contextRef="#ctx0" brushRef="#br0" timeOffset="54267.1">4465 12002 5925,'-20'0'1089,"0"0"-160,1 0 480,-1 0 545,0 0-416,20 0-481,0 0-289,0 0-319,0 0-225,20 0 192,0 0 97,-1 0-193,1 0-128,20 0 161,-1 0-129,1 0-128,21 0 0,18-20-96,0 20 64,0 0-64,40 0 0,-20 20 32,41-20-32,-2 0 64,2 0 32,-1 0-64,-21 0 64,1 20-160,1-20 128,-21 0-64,0 0-224,-20-20 128,20 20-128,-18 0 192,-2 0 32,-40 20 0,1-20 32,0 0 0,-40 20-96,0-20-417,0 0-896,0 20-1698,-20-20-7367</inkml:trace>
  <inkml:trace contextRef="#ctx0" brushRef="#br0" timeOffset="56451.22">3374 13194 6566,'0'0'128,"0"0"-64,20 0 480,-20-20 610,18 20 63,-18 0-609,0 0-384,20 0-192,-20 0 97,0 0 31,21 0 160,-21 0 64,0 0 97,0 0-65,0 0 1,0 0 31,0 0 65,20 20 159,-20-20 1,20 0-225,-20 0-159,19 0-193,-19 0 192,20 0-192,0 0-32,20 0-32,-21 0-32,21 0 32,-20 0 0,19 20 32,1-20-32,21 0 32,-23 0-32,23 0-32,-2 0 64,0 0-32,21 0 32,-21 0-128,20 0 64,-18 0 64,18 0-128,-20 0 128,20 20-64,2-20 33,-2-20-33,20 20 64,0 0 128,0 0 64,21 0 32,-21 0 129,20-20-225,1 20-128,-3 0-64,-17 0 0,19 20 0,0-20 32,1 0 64,-1 20-128,1-20-32,18 0 128,-19 19-64,20-19 64,-1 0-32,2 0-32,-1 0 0,-1 0 0,2 0 0,18 0 0,-18 0 0,18 0 32,-19 0 0,19 0 0,2 0-32,-22 0-32,22 0 64,-2 0 0,2 0 32,-2 0-64,-19-19 32,-1 19-32,-18 0-32,-21 0-64,0 0-128,-18 0-128,-22 0-289,-19 19-512,-21-19-1057,1 20-1858</inkml:trace>
  <inkml:trace contextRef="#ctx0" brushRef="#br0" timeOffset="80852.62">3115 10949 2017,'0'0'3716,"0"0"-2563,0 0 128,0 0 609,0 0-64,0 0-897,0 0-577,0 0-128,0 0 225,0 0 31,0 0-224,0 0 1,0 0-97,0 0 96,20 0-32,-20 0-64,20 0 32,-20 0-31,20 0-1,0 0 0,-1 0 32,1 0-64,0 0-64,0 0-64,0-20 32,-1 20-32,21 0 32,-19 0-32,17 0 0,3 0 0,-1 0 0,-21-20-32,21 20 0,0 0 32,-1 0 0,1 0-32,-1 0-32,1 0 64,1 0 0,-3 0 0,23 0 0,-2 0 0,1 0 32,-1 0 0,0 0 0,1 0 0,-1 0 0,2 0-32,-2 0 32,0 0 0,21 0 32,-21 0 65,20 0-1,-18 0-32,18 0 128,0 0 32,-19 0-256,-1 0 192,0 0-256,2 0 64,-2 0 0,1 0 0,-1 0 0,20 0-224,-19 0 288,20 20-96,-22-20 32,23 0 32,-2 0-96,-20 0 96,20 20-32,2-20 32,-22 0 0,20 20-64,20-20 32,0 0 32,0 0 96,1 0 321,-1 0 127,20-20-191,-20 20-97,1-20 128,-21 20-95,21-20-65,-20 20-64,-1-20-96,20 20 0,-40-20 0,21 20-160,-21 0 96,-18 0 0,-23 0-96,2 0-352,-20 0-737,-20-20-993,2 20-3780</inkml:trace>
  <inkml:trace contextRef="#ctx0" brushRef="#br0" timeOffset="93580.35">3115 12062 1761,'0'0'-32,"20"0"64,-20 0 2210,0 0-416,0 0-961,-20 0-321,20 0 321,0 0-192,0 0-161,0 0-63,0 0-33,0 0 65,0 0 159,0 0-127,20 0-65,-20 0-64,0 0-95,0 0-1,0 0 32,0 0-31,0 0 95,0 0-32,0 0-63,0 0-1,0 0-64,20 0-96,-20 0-32,20 0-32,-20 0 32,0 0 0,20 0 65,-20 0-65,19 0 0,-19 0-64,20 0 64,0 0-32,-20 0-32,20 0-32,0 0 32,-20 0-32,19 0 32,1 0-32,0 0-32,1 0 128,-1 0-128,-2 0 32,2 0 0,1 0 64,-21 0 0,20 0 64,19 0 97,-19 0 31,0 0-128,0 0-32,0 0-128,19 0 96,-39 0-64,20 0 64,0 0-160,-20 0 64,20 0 0,-20 0 32,19 0 32,1 0-64,0 19 64,0-19 0,1 0-32,-1 0 0,-2 0 0,2 0 0,1 0 0,-1 0 0,0 0-32,-1 0 32,1 0 0,0 0-64,0-19 64,0 19-64,-1 0 32,1 0-32,0 0 32,0 0 32,-20 0 0,20 0 0,-1 0 0,1 0-32,-20 0 32,20 19 0,0-19 0,1 0 0,-3 0 0,2 0 0,1 0-32,-21 0 96,20 0-64,18 0 0,-17 0 0,-1 0 0,0-19 0,0 19 32,-1 0-32,1 0 0,0 0 32,0 0 0,-20 0 32,20 0-64,-1 0 0,-19 0 32,20-20-32,0 20 0,0 0 0,-20 0 0,21 0 0,-1 0 0,-2 0 0,2 0 32,1 0-64,-21 0 32,20 0 0,0 0 0,-20 0 0,18 0 0,3 0 0,-1 0 0,-20 0 0,20-20 0,0 20 0,-20 0 0,19 0 0,1 0 0,0 0 0,-20 0 0,20 0 0,0 0 0,-1 0 0,1 0 0,0 0 0,0 0 32,-20 0-32,21 0 0,-3 0-32,-18 0 32,20 0 0,0 0 0,1 0 0,-1 0 64,-2 0-64,3-20 32,-1 20-96,0 0 64,0 0 32,-1 0-64,21 0 0,-20 0 64,0 0 0,19 0-32,-19 0 32,0 20-32,21-20 0,-3 0 0,-17 0 0,19 0 32,-22 0 0,3 0 0,-1 0-32,20 0 0,-21 0-32,21 0 128,-20 0-32,19 0-32,-19 0-64,20 0 160,-20 0 0,-1 0-31,1 0-1,0 0-32,1 0-32,-1 0 64,18 0-128,-17 0 128,-1 0 64,0 0-192,-1 0 192,1 0 32,0 0 65,0 0-65,-20 0-32,20 0-96,-20 0 32,19 0-64,-19 0-32,20 0 32,-20 0-64,0 0 96,0 0-96,20 0 64,-20 0 32,20 0 32,-20 0-128,20 0 32,-20 0 32,21 0 32,-3 0-160,-18 0 128,20 0-128,-20 0 128,20 0-64,-20 0 64,21 0-64,-1 0 32,-2 0 32,-18 20-64,21-20 64,-1 0-64,20 0 32,-21 0 32,1 0-32,0 0 0,0 0 32,0 20-32,-1-20-32,1 0 32,0 0-32,0 0 32,0 0 0,-20 0 0,19 0 32,1 0-32,0 0-64,0 0 96,1-20-96,-3 20 96,23 0-64,-21 0 32,0 0 32,-2 0 0,3 0-128,19 0 32,-20 0-32,-1 0 96,21 0-64,-20 0 32,0 0 0,0 0-32,-1 0-32,21 0 128,-19 0-64,17 20 32,-18-20 96,21 0-128,18 0 0,-19 0 32,19 0 32,-19 0-64,19 19 96,-19-19 64,19-19-96,2 19 96,-22 0-224,21-20 128,-21 20-64,1-20 0,-20 20-64,0-20 0,-1 20-257,1 0-159,-20 0-321,0 0-608,0 0-1602,0 0-1730</inkml:trace>
  <inkml:trace contextRef="#ctx0" brushRef="#br0" timeOffset="96056.49">2201 11605 5124,'-58'-20'321,"37"20"-33,1 0 1442,2 0 191,-2 20-287,-1-20-385,1 0-384,0 0-353,0 0-191,1 20-33,19-20-64,-20 20 32,20-20-63,-20 0-65,20 19 0,0 1 0,-20 0-96,20 0 0,-20 0-64,1 19 32,-1 1 0,20 0 0,0-1 0,0 1-96,0 0 96,0 0 0,0 0 96,20 19 0,-20 1 160,0-1 33,0 1 159,19 0-224,-19-1-192,20 1 32,-20-21-32,20 1-64,0-20 96,0 20 33,-1-20 223,1-20-64,0 19-224,21-19-32,17 0 0,3 0 32,-2 0-96,20 0-32,0 20-32,2-20-224,-23 0-97,1 0-384,-18 20-128,-1-20-32,-21 0 33,-19 20-33,0-20-993,0 0-1730</inkml:trace>
  <inkml:trace contextRef="#ctx0" brushRef="#br0" timeOffset="96387.51">2499 12459 12523,'-18'0'-224,"-3"0"384,42 0 1250,-3 0 159,2 20-672,21 0-481,-21-1-95,39 2 127,-19-21 97,-1 19-321,1 1-96,-1 0-64,-19 0 32,20-20 0,-40 20-32,20-1-160,-20 1 513,0 0-97,-20 0-64,0 20-96,0-21 0,0 22-31,1-21-129,-1-1 0,-20 20-449,20-18-768,1-21-961,-21 20-2370</inkml:trace>
  <inkml:trace contextRef="#ctx0" brushRef="#br0" timeOffset="103675.92">6866 4749 15150,'21'0'480,"-1"0"-352,20-20 353,19-1 159,20 2 450,2-1 191,18 0-673,19 1-448,-19-2-95,0 2 31,-18 19-128,18 0-161,-40-20-447,1 20-65,-41 0-320,1 0-640,-20 0-642,-20 0-3939</inkml:trace>
  <inkml:trace contextRef="#ctx0" brushRef="#br0" timeOffset="103992.94">7066 4530 7334,'39'-20'1602,"-39"0"-1442,20 20 96,-20 0 33,0 20 607,-20 0-255,0 0-449,-19 20-160,-1 0 0,-19-1 96,19 0 833,-1 2-96,3-22-160,18 21-257,20-19-31,20-1 255,0-1 225,39 1-352,-19 0-289,39-20-128,-20 0-32,22 20-192,-22-20-897,-1 0-2851</inkml:trace>
  <inkml:trace contextRef="#ctx0" brushRef="#br0" timeOffset="104730.99">2580 8345 1,'-20'20'8198,"-1"-20"-7493,21 0 576,0 0 321,21 0-417,-1 0-32,-2-20-224,23 20-417,-1-19-159,19-1 255,-19 0-127,19-20-353,-19 20-96,19 1-96,-18 19-64,-21-21-289,-2 21-320,3 0-223,-21-19 31,-21 19-1634,-17 19-4291</inkml:trace>
  <inkml:trace contextRef="#ctx0" brushRef="#br0" timeOffset="105061">2698 8107 7142,'0'0'2851,"0"0"-2691,0 0-320,-19 0 96,-1 20 0,0 0 128,-21 19-64,3-18 32,17 18 64,-19 1 897,22-20 128,-3 0-576,1-1-161,20 1 192,20 1 129,1-2-128,-3-19-193,22 20-96,1-20 1,18 20 63,0-20-128,-19 0 0,19 0-224,-19 0-224,-20 19-577,0-19-1729,1 0-5510</inkml:trace>
  <inkml:trace contextRef="#ctx0" brushRef="#br0" timeOffset="107581.15">3333 7849 11627,'0'-20'64,"-20"20"-64,20-20 576,-19 20 545,19 0-320,0 0-737,0 20-32,0 0 160,19-1 0,1 1-160,0 20 97,1-20-65,17-20 0,-18 20 32,1-20 64,-1 0 96,-20-20 64,0 0-31,20 0-129,-20 0 32,0-19-224,0 19-192,0 0-321,0 20-384,19 0-128,1 20 0,0 0 193,0 39 415,0-19 417,-1 20 0,21-21 64,-40 21-32,20-20 0,-20-1 224,0 1 833,-20-20 193,0 0-97,0 0-481,1-20-448,-21 0-159,20-20-578,0 0-1473,1-19-3619</inkml:trace>
  <inkml:trace contextRef="#ctx0" brushRef="#br0" timeOffset="107740.16">3671 7789 16111,'59'-20'1153,"-39"0"-993,21 20 224,-21-19-31,-2-1-481,2 20-1154,1 0-4227</inkml:trace>
  <inkml:trace contextRef="#ctx0" brushRef="#br0" timeOffset="107870.16">3730 7888 384,'20'0'13132,"0"0"-12940,1 0 481,-1-20-32,18 20-737,-17-19-1794,-1-1-7879</inkml:trace>
  <inkml:trace contextRef="#ctx0" brushRef="#br0" timeOffset="108037.17">4009 7650 14573,'19'40'1698,"1"-20"32,-20 19 95,0-19-800,20 20-801,-20 0-544,20-1-417,-20 1-1953,20-20-4004</inkml:trace>
  <inkml:trace contextRef="#ctx0" brushRef="#br0" timeOffset="108847.22">8217 4490 13196,'-20'40'-192,"1"-20"352,19 20 0,0-21-96,19 21 64,1 0 97,0-21-65,20 2-224,-1-1 128,1-20 160,-1-20-192,1 20-32,-19-21 32,-1 2-32,-2-1 96,-18 0-64,0 1 0,0-2-192,0 21-224,0 0-449,20 21 480,-20-2 353,21 21 65,-21 0 63,20-1 64,0 1-96,-20 20 128,0-20 385,0 0 256,-20-20 256,20-1-257,-20 1-127,-21-20 160,23 0-481,-23 0 97,1 0-481,21 0-256,-21-20-353,20 20-736,0-19-2243,20-21-6885</inkml:trace>
  <inkml:trace contextRef="#ctx0" brushRef="#br0" timeOffset="109006.23">8753 4630 13036,'59'-21'4676,"-39"2"-4003,21 19 960,-41 0-960,20 0-481,-2 0-384,-18 0-641,21 0-1793,-1 19-4004</inkml:trace>
  <inkml:trace contextRef="#ctx0" brushRef="#br0" timeOffset="109149.24">8911 4689 14669,'21'40'225,"-21"-40"1376,40 20-63,-20-20-449,-1 0-545,21 0-576,0 0-1121,-1-20-1345,-19 20-2179</inkml:trace>
  <inkml:trace contextRef="#ctx0" brushRef="#br0" timeOffset="109317.25">9369 4451 13612,'0'59'1410,"0"-19"447,0 0-223,-20 19-673,20-19-865,0 20-224,0-1-1474,0-18-3875</inkml:trace>
  <inkml:trace contextRef="#ctx0" brushRef="#br0" timeOffset="109916.28">6172 7670 13292,'0'-20'609,"0"20"-641,0 20 32,-20 0 224,20 20 32,-19 19-160,19-19-96,-20 19-160,20-19-449,0 0-351,0 0-1122,0-20-3332</inkml:trace>
  <inkml:trace contextRef="#ctx0" brushRef="#br0" timeOffset="110103.29">6034 7868 10057,'19'40'2146,"-19"-20"-1858,20 20-288,0 0 32,0-20 64,0-1 225,-1 1-161,21-20-96,-20 0-96,21 0 64,-23-20-448,2 1-2371,0-22-7173</inkml:trace>
  <inkml:trace contextRef="#ctx0" brushRef="#br0" timeOffset="110527.32">6352 7272 13612,'-20'-19'705,"20"19"-1057,0 19-321,0 1 673,0 0 96,20 0 32,-20 20-128,39-21-320,-19 1-32,0 0 320,19-20 128,-19 0 64,0 0 160,0-20-32,-20 0 1,20 1-97,-20-1-64,0 0 0,0 0-160,0 0-32,0 20-352,0 20-97,0 0 449,0 20 32,19-1 32,1 21 0,0-21-64,0 2 128,-20-1-32,20-2 352,-20-17 385,-20-1 256,20-20 32,-20 20-224,0-20-192,0-20-417,1 20-160,-1-20-513,20-1-672,-20-17-2050,20-2-6758</inkml:trace>
  <inkml:trace contextRef="#ctx0" brushRef="#br0" timeOffset="110671.33">6649 7292 12587,'39'0'929,"1"-20"865,-1 20-321,-19-19-1280,1 19-161,-1 0-353,-20 0-1697,20 0-2882</inkml:trace>
  <inkml:trace contextRef="#ctx0" brushRef="#br0" timeOffset="110794.33">6749 7332 3683,'-21'20'8168,"42"-20"-8008,-3 0 480,2 0 321,1 0-416,19 0-417,-22 0-1025,23 0-3651</inkml:trace>
  <inkml:trace contextRef="#ctx0" brushRef="#br0" timeOffset="111075.35">7066 7233 10281,'0'39'0,"-20"-19"545,20 0 768,0 0-640,0 20-417,20-21-480,19 21-897,-19-40 32,21 20 928,-3-20 578,-17-20 640,19 0 384,-22 0 417,-18 1-449,0-21-672,0 0-417,-18 20 1,-22-19-321,19 19 0,-17 0-97,-3 0 97,1 20-192,1 0-576,-1 0-1987,0 20-9160</inkml:trace>
  <inkml:trace contextRef="#ctx0" brushRef="#br0" timeOffset="111689.38">2460 5087 13965,'0'20'320,"21"-20"-480,-21 19 544,18 2 65,2-2-193,0 1 96,21 20-224,-2-20-32,1 19-192,-1-18-384,1-1-993,-20-1-1314,0 1-2274</inkml:trace>
  <inkml:trace contextRef="#ctx0" brushRef="#br0" timeOffset="111962.4">2460 5405 10570,'-40'20'2914,"40"-40"-2722,0 20-192,0-40 257,0 20 479,20-19-63,-20-1-32,20 0-449,1 0 96,-3 1-32,-18-1 193,20 20-353,-20 20-96,0-20-32,0 20-128,0 0-193,20 20 353,21-20 0,-23 0-224,3 20-384,19-20-706,-1 19-1408,-19-19-6439</inkml:trace>
  <inkml:trace contextRef="#ctx0" brushRef="#br0" timeOffset="112432.43">3056 5445 13869,'-20'19'-161,"20"-19"161,0 20 577,0 0-193,20 0-288,0 0 97,-20 0-193,39-20-225,-19 0 161,0 0 64,0 0 32,0-20 32,-20 0 97,19 0 95,-19 0 96,20 0-31,-20 20-129,0-19-192,0 19 160,0 0-384,0 19-129,0 1 257,0 20 96,20 0-32,0-1-64,0 1 32,-1 1 64,1-2 0,-20 0 32,20-18 224,-20-1 673,-20-1 64,0 1-96,1-20-288,-1 19-225,-20-19-256,1-19-384,19 19-417,-20-20-544,20-19-1057,20 18-2819</inkml:trace>
  <inkml:trace contextRef="#ctx0" brushRef="#br0" timeOffset="112627.44">3412 5464 13324,'41'0'1249,"-21"0"161,0 0-738,19-19-448,-19 19-95,0 0-354,0-20-2081,-1 20-4869</inkml:trace>
  <inkml:trace contextRef="#ctx0" brushRef="#br0" timeOffset="112750.44">3473 5544 6790,'39'20'2082,"-19"-20"-769,20 0-896,-20-20-674,-1 20-2433</inkml:trace>
  <inkml:trace contextRef="#ctx0" brushRef="#br0" timeOffset="113117.46">3910 5384 8936,'0'-19'224,"-20"19"-1185,0 19 1121,20 2 577,-21-1 448,21 0 257,21 19-738,-21-19-319,20 20 95,19-20-192,1 0-256,-20-20-32,19 0 96,1 0 289,0-20 159,-21 0-95,1 0 512,0-20 0,-20 20-385,-20-19-159,0-2-257,-19 22-64,-1-1 320,1 1 65,-21 19-481,1 0-705,-2 19-2882</inkml:trace>
  <inkml:trace contextRef="#ctx0" brushRef="#br0" timeOffset="137626.87">8476 11585 10954,'0'0'673,"0"0"-738,18-20 1090,2 20 673,21-20-769,-2 20-321,1-19-127,20 19-161,-21-21 33,1 21-225,-1 0-96,1 0-32,-19 0 0,-1 0-192,-2 0-65,3-19 65,-1 19-128,-20 0-193,0 0-672,0 0-865,0 0-1793</inkml:trace>
  <inkml:trace contextRef="#ctx0" brushRef="#br0" timeOffset="138015.89">8634 11346 6502,'20'0'2306,"-20"0"-2146,0 0 1506,-20 0-161,20 0-1249,-20 20-224,0-20-32,1 20 0,-1 0 32,-21-1 257,21 2 351,2-2 97,-2 2-193,20-2-223,-21 21-161,42-20-96,-21 0 32,20-20-32,18 20 0,3 0-64,-2-20-96,1 20-160,0-20-481,-1 19-2402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57:27.394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535 2940 7847,'-20'0'2338,"0"0"-1537,-1 0 768,21 0 193,0 0-353,0 0-352,0 0-448,0 0 64,21 0-129,-1 0 65,0-19-417,0 19 32,19 0-32,-19 0-64,20-20-128,-1 20 32,-19 0-96,20 0-32,-1 0-224,-19 0-96,1 0-161,-1 0-288,-20 0-384,18-20-673,-18 20-1313,0 0-2082</inkml:trace>
  <inkml:trace contextRef="#ctx0" brushRef="#br0" timeOffset="289.01">753 2820 4804,'-40'-19'3844,"40"19"-2499,-20 0 32,20-19 161,0 19-257,20 0-128,-20 0-320,20 0-417,0 0-256,-1 0-32,1 0-31,21 0-1,-21 0-32,-2 0 32,23 19-32,-21-19 96,0 19-96,-1 2 128,-19-1 129,20 20 63,-20-20 160,-20-1 33,20 1-161,-19 0-95,19 0-129,-20 0-192,0 0-96,-1-20-96,21 19-385,-20-19-896,20 0-1602,0 20-1409</inkml:trace>
  <inkml:trace contextRef="#ctx0" brushRef="#br0" timeOffset="5454.31">515 3894 12107,'-20'20'801,"-1"-20"-193,21 0 641,0 0 161,0 0-225,21 0-416,-1 0-257,0 0-320,0 0 225,19 0-257,1 0-128,-1 0-128,1-20-96,-20 20-193,19 0-351,-19 0-225,0 0-385,1 0-447,-21 0-770,20-19-2978</inkml:trace>
  <inkml:trace contextRef="#ctx0" brushRef="#br0" timeOffset="5770.33">733 3775 896,'-20'0'11723,"20"0"-12043,0 0 640,20 0 769,0 0-64,-1 0-32,1 0-416,0 20-417,21-20-32,-23 0 0,23 0 32,-21 20-95,19-20-65,-19 20 32,0-20-32,0 19 0,0-19 0,-1 21 192,-19-21 192,0 19 161,-19-19-193,-1 20 64,0 0-95,0 0 63,0 20-192,-19-21-224,19 1-64,-1 1-577,1-21-832,20 19-2178,-18 1-5542</inkml:trace>
  <inkml:trace contextRef="#ctx0" brushRef="#br0" timeOffset="52721.01">3512 6239 5252,'0'21'7656,"0"-21"-6791,0 0 800,0 0 65,0 0-994,0 0 33,20 0 64,0 0-481,0 0-192,19 0-95,-19-21-65,0 21-449,0 0-480,0 0-608,-1 0-1762,-19 0-3684</inkml:trace>
  <inkml:trace contextRef="#ctx0" brushRef="#br0" timeOffset="54683.12">3849 6040 8584,'-20'0'3139,"20"0"-2435,0 0 642,0 0-65,0 0-609,0 0-415,20 0-65,1 0-96,-1 0-128,0 0 32,-1 0-32,1 20-288,-20 0-161,20-20-95,0 20 31,0 0 33,-20 0 351,0-20 65,0 20 64,0-1 0,0 21-32,0-20 64,0 1-32,0-2-64,19 1-64,-19 0 128,0-20 0,20 19 96,-20-19 64,0 21 224,0-21 161,-20 0-225,1 20-192,-21-20-32,20 19 32,-19-19-160,19 0-384,0 0-737,-1 0-1250,21 0-5540</inkml:trace>
  <inkml:trace contextRef="#ctx0" brushRef="#br0" timeOffset="55007.14">4226 6239 8039,'41'0'7623,"-41"-20"-7815,-21 20 160,21 20 32,-20 1-96,2-2 256,-3 21 0,21 0-96,21-20-64,-21 19 64,18-19-32,23 0 65,-1 0-97,-1-20 64,1 0 64,-1 0 160,1-20 64,0 0 225,-1-20-65,-19 1-63,-20 18-65,0-18 97,-20 19-97,0 1-288,-19-2-192,-21 1 0,21 20-545,-22 0-896,23 20-2051,-3 1-7270</inkml:trace>
  <inkml:trace contextRef="#ctx0" brushRef="#br0" timeOffset="55837.19">3929 6299 544,'0'0'4741,"-19"0"-3877,19 0 1346,0 0 97,0 0-418,0 0-832,0 0-288,-20 0-385,20 0-255,0 0 31,20 0 32,-20 0 96,0 0 33,0 0-65,19 0-96,-19 0-32,20 0 0,-20 0-128,20 0 0,0 0-64,-20 0-480,20 0-1250,-20 20-3940</inkml:trace>
  <inkml:trace contextRef="#ctx0" brushRef="#br0" timeOffset="56493.23">2997 7491 12651,'39'0'353,"-19"19"-161,0-19-96,0 0 64,-1 0-96,1 0-224,-20 0-993,20 0-1954,0 0-3427</inkml:trace>
  <inkml:trace contextRef="#ctx0" brushRef="#br0" timeOffset="56666.24">3096 7391 9513,'0'40'640,"19"-20"898,-19 0 672,0 19-1185,0 2-897,0-22-417,0 2-960,20-2-1249,0-19-2403</inkml:trace>
  <inkml:trace contextRef="#ctx0" brushRef="#br0" timeOffset="56940.25">3254 7411 13388,'20'20'1089,"0"-20"-1121,-1 0 224,-19 20 129,20-20 351,-20 20-31,20-20-321,-20 20-224,21-1 129,-21 1 415,-21 1-223,21-21-65,0 19-192,0 2-32,-20-21-64,20 19-128,0-19-288,0 19 320,0-19-641,20 0-384,-20 21-865,21-21-1217,17 0-2082</inkml:trace>
  <inkml:trace contextRef="#ctx0" brushRef="#br0" timeOffset="57200.27">3552 7570 13164,'0'0'-769,"0"0"737,0 0 192,0 21-64,0-21 289,20 19-97,-20 0-192,20-19 32,19 21 193,-19-21 31,0 0-160,19 0 96,-19 0 193,20-21 191,-19 2 129,-1 0 256,-20-2-96,0-19 96,-20 20-384,-21 1-385,1 19-224,1 0-64,-21 0-64,21 19-769,-1 1-1473,20 20-3171</inkml:trace>
  <inkml:trace contextRef="#ctx0" brushRef="#br0" timeOffset="57770.3">2997 8783 14093,'0'0'1633,"18"0"-1601,3 0 417,-21 0 95,20 0-223,0 0-193,0 0-128,-1 0-288,1 0-257,0 0-384,0-20-1313,-20 20-4036</inkml:trace>
  <inkml:trace contextRef="#ctx0" brushRef="#br0" timeOffset="57950.31">3096 8644 11018,'0'40'1890,"0"-21"-1666,19 1 513,-19 0 832,0 0-1088,0 20-353,0-21-256,0 1-449,0 0-480,0 0-929,20 0-2434</inkml:trace>
  <inkml:trace contextRef="#ctx0" brushRef="#br0" timeOffset="58282.33">3254 8663 9737,'20'21'833,"-20"-21"-898,20 0 1058,-1 0-192,-19 0-32,20 0-385,-20 0-320,20 19-64,-20-19 96,0 20 0,0-20 65,0 20 95,-20-20-64,20 20 128,0-20 33,-20 20-129,20-20 96,20 20-96,-20-20-63,20 19-161,-20-19-289,21 20-511,-1-20-898,-2 0-1185,2-20-3235</inkml:trace>
  <inkml:trace contextRef="#ctx0" brushRef="#br0" timeOffset="58570.35">3592 8663 13965,'0'21'-96,"-20"-2"128,20 1 512,0 0-127,20 0-225,-1 0-192,1 0-353,0-20 33,20 0 224,-21 0 96,21-20 0,-20 0 96,1 0 609,-1 0 192,-20 0-65,0 1-31,0-2-96,-41 2-449,21 19-224,-20-21-160,-19 21-320,19 21-706,1-2-2209</inkml:trace>
  <inkml:trace contextRef="#ctx0" brushRef="#br0" timeOffset="66582.8">1667 6379 6342,'-21'0'832,"21"0"289,0 0 737,-20 0-64,20 0-33,0 0-575,0 0-450,0 0-191,0 0-33,0-20-31,0 20-33,20 0 1,1 0-289,-3 20 0,23-20 32,17 0-96,3 0-96,-22 0 96,21 0-320,-1 0-32,2-20-321,-23 20-191,3 0-1026,-21 0-1922,-20 0-5669</inkml:trace>
  <inkml:trace contextRef="#ctx0" brushRef="#br0" timeOffset="67592.86">6411 8127 3555,'0'0'6790,"20"0"-6726,-20 0 97,0 0 1376,0 0 0,0 0-928,0 0-897,0 0-1922,0 20-3428</inkml:trace>
  <inkml:trace contextRef="#ctx0" brushRef="#br0" timeOffset="71091.06">1646 8226 1281,'-20'0'865,"0"0"800,20 0 769,0 0 97,0 0-577,0 0-257,0 0-512,0 0-384,0 0-96,0 0-161,0 0-159,0 0-129,0 0 32,20 0-96,-20 0-31,20 0-65,19 20-64,2-20 32,17 0-32,-17 0-64,-1 0 0,19 0-96,-19 0-161,-1 0-447,-19 0-770,0 0-1761,1 0-4869</inkml:trace>
  <inkml:trace contextRef="#ctx0" brushRef="#br0" timeOffset="74113.23">1626 10115 12395,'0'0'705,"0"0"-673,-20 0 352,20 0 1154,20 0-225,-20 0-897,0 0-127,20 0-33,19 0 96,2 0-224,-1 0 97,19 0-193,0 0-96,1 0-417,-1 0-1281,2 0-2530</inkml:trace>
  <inkml:trace contextRef="#ctx0" brushRef="#br0" timeOffset="78360.48">1468 11128 4772,'0'-40'5541,"0"21"-4740,0-22-192,0 22 1120,0-2-319,0 2 127,0-1-640,-20 0-577,20 20-384,0 0 256,20 20 257,-20 0-257,19 39-224,-19 1 96,20 20-96,0 19-160,-20-20 224,20 21 0,-20-41-64,0 1 128,0-20 0,0 0 160,0-21 129,0-19 95,0 0-352,0-19-96,0-1-32,-20 0-256,20-20-128,0 1-1,20 18 97,0-19 64,-1 0 192,21 21 0,-20 19 160,19 0 32,-19 0-64,1 19 96,-1 2-64,0 19-128,-2-21 64,3 21-64,-21 0-128,0 0-224,0-20-289,0-1-992,20 21-1762,-20-40-5734</inkml:trace>
  <inkml:trace contextRef="#ctx0" brushRef="#br0" timeOffset="79015.51">2163 11346 12139,'-20'-20'416,"-21"0"-544,41 20 417,-18 20 95,-2-20-256,-1 20-128,1 20-32,20-20 128,-20 20 64,20 0 0,0 19 65,0-19-97,20 0 96,21 19-160,17-19-160,3 0 32,-2-21 128,0-19 160,1 0 160,-1-19 33,-19-21 63,19 0 161,-39 1 224,1-1-225,-1 0-127,-40 1-129,20-1-128,-41 0 1,21 19 63,-19-18-128,-21 19-128,21 20-32,-1-20-384,-19 20-641,19 0-256,19 20-577,-17-20-961,18 20-2786</inkml:trace>
  <inkml:trace contextRef="#ctx0" brushRef="#br0" timeOffset="79543.54">2122 11465 6342,'0'0'3299,"21"0"-3107,-21 0 1698,0 0-225,0 0-800,0 21-417,0-2-127,0-19 63,0 21 0,0-2-95,0-19-161,0 20-64,0-20 0,0 0 0,0 0-128,-21 20-160,21-20-257,0 0-159,21 0 351,-1 0 97,-20-20 64,20 20-64,-2 0-64,3 0 31,-21 0-95,20 0-96,0 0 160,0 0 95,19 0 33,-19-20-256,0 20 96,0 0 256,-20 0 32,19 0-32,-19 0-289,0 0-896,20 0-320,-20 0-353,0 0 160,0 0-1345,0-19 1155</inkml:trace>
  <inkml:trace contextRef="#ctx0" brushRef="#br0" timeOffset="79687.55">2400 11505 1121,'0'-19'4548,"0"19"-2178,0 0-736,0 0-129,0 0-192,0 0-512,0 19 288,0-19-224,0 21-192,0 18-385,0-19-224,0 0-448,0 0-1891,0 0-6629</inkml:trace>
  <inkml:trace contextRef="#ctx0" brushRef="#br0" timeOffset="80235.58">2857 10929 11082,'0'0'192,"-20"0"-224,20 0 1794,0 0-65,-20 20-800,20 19-128,-20 1-128,1 20-1,-1 0-63,20-1-481,-20 1-128,20-1 64,0-19-128,20 0-609,0-21-576,-1 2-673,1-21-1089,20 0-4772</inkml:trace>
  <inkml:trace contextRef="#ctx0" brushRef="#br0" timeOffset="80415.59">2916 11207 14541,'0'20'128,"0"-20"65,20 20 1857,0-20-673,1 20-865,17 0-448,3-1-160,-21 1-544,19 0-513,-19-20-1282,20 20-2529</inkml:trace>
  <inkml:trace contextRef="#ctx0" brushRef="#br0" timeOffset="80594.6">3175 11168 13612,'-40'20'1218,"20"-1"-1539,1 1 706,-21 20 1312,20-20-1056,-1 19-609,3-19-160,-2 20-769,20-20-1601,0-20-2787</inkml:trace>
  <inkml:trace contextRef="#ctx0" brushRef="#br0" timeOffset="80927.62">3254 10949 5060,'0'0'9481,"0"0"-9865,20 0 512,-20 20 1121,20-1-384,-1 2-96,1-2-321,21 22 33,-21-22 95,-2 21-127,2 0-33,-20-1-160,0 1-224,0 0 64,0-21-96,-20 21 0,20 0 32,-18-20-192,-23 20 64,21-21-737,0-19-192,1 21-608,19-2-2691</inkml:trace>
  <inkml:trace contextRef="#ctx0" brushRef="#br0" timeOffset="81388.65">3770 11148 3171,'0'20'6085,"21"-20"-5380,-21 20 1057,20-20 832,-2 0-1089,23 0-640,-21 19-384,19-19-193,-19 0-224,20 0-192,-20-19-1634,-20 19-4163</inkml:trace>
  <inkml:trace contextRef="#ctx0" brushRef="#br0" timeOffset="81561.66">3770 11287 15470,'21'19'64,"17"-19"32,-18-19 1442,1 19-353,19 0-705,-21 0-640,1 0-865,-20 19-1057,20-19-2722</inkml:trace>
  <inkml:trace contextRef="#ctx0" brushRef="#br0" timeOffset="82527.72">4684 11247 10954,'20'-40'2242,"-20"40"-1505,0-19 576,0-1 224,-20 20-640,-1-20-352,1 20-385,-18 0-256,-3 20 32,1 0 128,-19 19-64,39-19-192,0 20-161,1-1 129,19-19-32,19 0 96,21 0 64,0-20 64,-1 0 96,1-20-32,19 0 0,-18 20 32,-21-20 32,0 0-32,-2 1-32,-18-1-192,0 20-417,0-20-544,0 40-96,-18-20 512,18 20 513,0 19 96,18 1 96,-18 0 32,0 0 32,21 19 224,-21-38 481,20 18 224,-20 1 64,0-20-32,-20 0 32,-1-1-160,-17-19-64,-3 0-193,3 20-512,-3-20 1,1-20-97,1 1-513,19-1-320,0 20-95,0-40-546,20 20-1344,20 0-1442,0-20-4293</inkml:trace>
  <inkml:trace contextRef="#ctx0" brushRef="#br0" timeOffset="82816.73">5080 10889 2370,'0'-79'1249,"0"39"2082,0 20 289,0 20-1474,-20 0-769,20 20-416,-20 0-128,2 20-225,-3 19-95,1 1 63,0 0-31,20 19-385,0 1 96,0-1 32,20-20-160,0 1-31,1-20-97,17 0-97,-18-21-255,1 2-673,17-2-256,-17-19-737,-21 0-3107</inkml:trace>
  <inkml:trace contextRef="#ctx0" brushRef="#br0" timeOffset="83336.76">5418 11247 7366,'0'0'2691,"0"0"-1538,0 0 1121,21 0-416,-21 0-705,18 0-352,2 0-449,21 0-160,-21 0-192,19 0-288,-19-20-1025,0 20-2819</inkml:trace>
  <inkml:trace contextRef="#ctx0" brushRef="#br0" timeOffset="84014.8">5935 10889 14541,'-61'-20'1570,"41"20"-1090,20 0-384,0 0 161,0 0 255,20 0-32,0 20-191,21-20-385,-23 0 192,23 20-160,-1-20 96,-21 20-192,-19 0-193,0-20 129,0 39-64,0-18-257,-19-2-320,-1 1 65,20 1-193,0-2 288,20 21 385,-1-20 192,1 0 96,20 0 0,-20-1 96,19 1 64,-19 0-64,-20 0 128,0 0 577,0-20 320,-20 19-417,-19-19-287,-1 0-353,0 0-288,21 0-833,-21 0-993,19 0-2467</inkml:trace>
  <inkml:trace contextRef="#ctx0" brushRef="#br0" timeOffset="84367.82">6550 11048 12427,'0'0'-480,"-20"21"-321,-20-21 961,20 39 193,1-19-129,19 20 32,0-1-192,0 1-64,19-20 32,1 19-64,20-19-256,-1-20 0,1 20 288,19-40 352,-19 0 288,1 1 65,-3-1 192,3-20 224,-41 20-288,0-19-257,0-1-159,-41 20-161,21 0-192,-19 1-64,-21-2-192,21 21-225,19 0-864,-20 0-1377,21 21-4965</inkml:trace>
  <inkml:trace contextRef="#ctx0" brushRef="#br0" timeOffset="85306.87">7443 11168 11146,'0'0'2338,"20"0"-2210,-20 0 1122,19 0 319,21-20-992,-20 20-417,1 0-96,17 0-96,-18 0-385,1-20-511,-1 20-706,-20 0-1537,0 0-3716</inkml:trace>
  <inkml:trace contextRef="#ctx0" brushRef="#br0" timeOffset="85507.89">7542 11009 8103,'0'39'3427,"0"-18"-2914,21 18 960,-21-19 705,0 20-704,0-1-1218,18-19-256,-18 20-448,20-20-609,-20-1-513,0-19-1825</inkml:trace>
  <inkml:trace contextRef="#ctx0" brushRef="#br0" timeOffset="86618.95">7919 11048 5220,'0'-20'1826,"0"1"-1506,20 19 1250,-20 0-65,0 0-319,20 0-194,-20 0-287,21 0 0,-21 0-97,0 0-191,18 0-129,-18 19-128,20-19-64,-20 20 0,21-20-96,-21 21-160,20-21-32,-20 19 96,20 1 64,-20-20 64,0 20 32,0-20 32,0 20 64,0 0 32,0-20-128,-20 20-64,20-1 0,-20 1 0,20 0-32,0 0-32,20-20 64,-20 20-32,20-1 0,-2-19-96,3 20 0,19 0-128,-20-20-321,-1 0-63,21 0-97,0 0-32,-21 0 289,21-20 384,0 0 128,-21 1 32,21-1 96,-19 0 320,-1 0 545,-2 0 193,-18 1-386,0-1-383,0 20 127,-18 0-576,-2 0-96,-1 20 0,21-20 0,-20 39 32,20-19 32,0 0 32,20 0-32,1-1 0,-1-19-128,18 20-97,23-20 257,-22-20 65,1 1 127,-20-1 128,19 0 225,-39 0 95,20 0-191,-40-19-1,1 19-160,-1 0-128,-20-20-128,0 21-32,1 19-320,-2-21 192,21 21-352,20 21-1154,0-21-992,0 19-513,41 1-4965</inkml:trace>
  <inkml:trace contextRef="#ctx0" brushRef="#br0" timeOffset="86841.96">8893 11128 14701,'18'0'513,"-18"0"-193,21 20 1538,-1-20-1025,0 20-577,0-20-160,-1 20-352,1-20-32,0 19-385,0-19-704,0 0-1282,-20 20-2081</inkml:trace>
  <inkml:trace contextRef="#ctx0" brushRef="#br0" timeOffset="87022.97">9031 11048 11530,'-20'40'1186,"1"-20"-1090,-1 0 1473,0 20 161,0-20-1154,-1 19-672,21-19-769,0 20-1217,0-21-2594</inkml:trace>
  <inkml:trace contextRef="#ctx0" brushRef="#br0" timeOffset="87209.98">9349 11168 16495,'20'20'481,"-20"-1"-385,-20 1 1409,20 0-512,0 20-897,-21-21-576,21 1-737,0-20-1250,21 20-5156</inkml:trace>
  <inkml:trace contextRef="#ctx0" brushRef="#br0" timeOffset="87708.01">9725 11128 13004,'20'0'2146,"-20"0"-1922,41 0 609,-21 0 128,19 0-417,1 0-384,-20-20-192,19 20-544,1 0-769,-20 0-321,-20 0-1345,0 0-5125</inkml:trace>
  <inkml:trace contextRef="#ctx0" brushRef="#br0" timeOffset="87887.02">9865 10969 14541,'0'40'993,"0"-1"-769,-20 1 1506,20 0-417,0-20-640,0 20-545,0-21-512,0 21-705,20-20-1057,-20-20-2627</inkml:trace>
  <inkml:trace contextRef="#ctx0" brushRef="#br0" timeOffset="88624.06">10242 10929 12523,'20'0'321,"0"-20"-225,0 20 801,19 0 224,1 0 32,0 0-513,-1 0-479,1 20-129,-19 0-32,-3 0 0,-18 20-65,0-21 65,-18 1-64,18 20 128,-21-20 1,-19 0-33,20 0-32,20 0-161,-19 0-159,19-20-128,19 0 127,1 0-223,0 0-353,0 0 0,19 0 32,-19-20 449,1 0 288,-1 20 96,0 0 32,-20 0 96,18 0 96,-18 0 0,0 20-160,0 0 0,21-20 0,-21 19-32,20 1 32,0 0 0,19-20 65,1 0 191,0 0 384,-1-20 65,-19 0 224,20-19 224,-21 19-192,-19-20-32,0 20-96,-19-20-321,-21 20-159,0 1-321,1 19 32,-1-21-192,-19 42-609,39-21-448,0 19-545,20 1-2626</inkml:trace>
  <inkml:trace contextRef="#ctx0" brushRef="#br0" timeOffset="89224.1">11215 11088 13132,'-20'-19'609,"0"19"-257,20 0 1057,-20 0-160,20 0-288,0 0-320,20 0 256,-20 19 32,20 1-289,0 0-159,19 0-289,1 20-32,-20-21-160,19 1-160,1 0-32,-19 0-257,-1 0-127,-2-20-353,3 0-481,-21 19-1472,0-19-2788</inkml:trace>
  <inkml:trace contextRef="#ctx0" brushRef="#br0" timeOffset="89425.11">11414 11069 13708,'0'19'737,"-21"-19"-481,1 20 1794,0 0-832,2 20-802,-3-20-288,1-1-64,-20 1-128,21 20-224,19-20-481,-20-1-865,20-19-1248,0 20-2307</inkml:trace>
  <inkml:trace contextRef="#ctx0" brushRef="#br0" timeOffset="89772.13">11572 11188 15118,'0'0'1633,"0"0"-2433,20 0 896,0 0 544,0 0-255,-1 19-193,1-19-192,-20 0-32,20 20 32,-20-20 32,0 20 32,0 0-32,-20-20 32,0 20-32,20-1-96,-19-19-160,19 20 64,0 0 128,19-20 32,-19 0-97,20 0 1,0 0-448,0 0-897,0 0-1570,-1 0-4132</inkml:trace>
  <inkml:trace contextRef="#ctx0" brushRef="#br0" timeOffset="90123.15">11731 10711 11370,'0'-20'929,"0"20"-448,0 0 1633,19 0-449,1 20-768,0-1-224,0 1-1,1 20 33,-3 0-64,23-1-193,-21 1-96,18 0 33,-17 20-33,19 0 0,-20-21-159,0 21 63,-1-1-64,-19-19-64,0-1-128,0 1 128,-19 0-128,-1-1 32,0 1-192,-20-19-192,19 19-833,-17-21-1634,-3 1-3555</inkml:trace>
  <inkml:trace contextRef="#ctx0" brushRef="#br0" timeOffset="96471.51">3910 9379 1505,'0'0'2306,"0"0"128,19 0-448,-19 19-384,0 1-129,20 1-128,0-2-672,0 1-224,0 19-193,-1 2-192,1-21 0,0 19-32,0 1-32,19-20-32,-19 20-417,-20-20-575,20 0-514,0-20-864,-20 19-3300</inkml:trace>
  <inkml:trace contextRef="#ctx0" brushRef="#br0" timeOffset="96837.53">3829 9737 8456,'-18'0'-97,"18"0"-639,18 0 928,-18 0 1153,0 0-256,20-20-608,1 0-289,-1-20-128,0 0-32,-20 1 320,19-1-95,-19-20-161,0 21 128,0-21 513,0 20 672,0 20-833,0-20-415,0 21-33,-19 19-32,19-20-96,0 20-128,0 20-33,19-1 290,1 1-33,0 0-32,20 0-64,-21 0-64,41 0-481,-21-1-864,-19-19-833,20 20-2275</inkml:trace>
  <inkml:trace contextRef="#ctx0" brushRef="#br0" timeOffset="100468.74">5538 12438 4228,'0'0'1089,"0"0"64,0 0 1345,-20 0-224,20 0-800,0 0-482,0 0-191,0 0 32,0 0 64,0 0-96,0 0-225,0 0-159,20 0-417,-20-19 320,18-1-480,3 0 416,19-20-288,-1-19 64,-19 19 32,20-19-64,-1-1-32,1 20 32,0-19 0,-1 19 0,2-19-96,-3 19 96,-18 0-64,1 0-160,-1 20-513,-20 20-224,0-19 0,0 19-288,0 0-449,0 0-191,0 0-514,-20 19-3682</inkml:trace>
  <inkml:trace contextRef="#ctx0" brushRef="#br0" timeOffset="100772.76">5894 11744 9673,'-40'0'1697,"40"0"-1505,0 0 449,0 0 1505,0-20-1089,20 20-576,0-20-225,21 0-96,-3 20-96,3-20-32,-2 20 32,-19-19-32,20 19-32,-20 0 0,-1 0-32,-19 0 0,20 0 0,-20 19 32,-20-19 0,20 20 32,0 20 64,-19-20 64,19 19-64,0 1 0,0-20-96,0 20-128,19 0-1057,1-2-2338,0-17-7431</inkml:trace>
  <inkml:trace contextRef="#ctx0" brushRef="#br0" timeOffset="101650.81">4544 12895 8808,'0'-39'961,"0"20"352,0 19 96,0-20-384,-20-1-512,1 1-449,-1 20-64,0 0-64,0 0 0,0 20 32,1 1 0,-21 38 32,20-19 0,20 20 32,-21-1-64,21 21 0,0-21-129,21 1-63,19 0-32,-1-21 64,21 0 96,-1-18 64,2-1 128,-3-20 0,3 0 96,-2-20 96,0-1-95,-19-18 223,-20 19 257,0-20 159,-1 1-95,-19-21-289,-19 20-287,-21 1-33,20-21-32,-19 20-64,-1 1-32,-1-1-32,3 19 32,18 21-160,-1-19-545,1 19-544,20 0-673,0 19-1313,0 2-4677</inkml:trace>
  <inkml:trace contextRef="#ctx0" brushRef="#br0" timeOffset="102003.83">4485 13035 8167,'0'0'929,"0"0"-320,0 0 1056,20 0-319,-20 0-354,0 0-511,0 0-321,0 20-128,-20 0-32,20 0 96,0 0-96,0-1 32,0-19 224,0 20 129,0-20-1,20 20-160,-20-20-160,19 0-31,1 20 31,0-20-32,0 0-64,1 0-97,17 0-127,-18 0-192,1 0-673,-1 0-1250,0 0-1472,-2 0-3907</inkml:trace>
  <inkml:trace contextRef="#ctx0" brushRef="#br0" timeOffset="102148.84">4783 13154 9833,'-20'-20'704,"20"20"33,0 0 769,0 0-1186,0 0-160,0 0-128,0 20-128,0 0-288,0 0-513,0 0-801,0 0-2434</inkml:trace>
  <inkml:trace contextRef="#ctx0" brushRef="#br0" timeOffset="102487.86">4882 12578 7911,'20'-39'2114,"-20"18"-512,-20 21-417,20 0-224,0 0-65,-20 0-351,20 21-97,0-2-127,0 1-193,0 0-96,0 20 32,0-21-64,20 21-320,-20-20-609,20 0-417,0 19-287,-20-19-225,19 1-1921</inkml:trace>
  <inkml:trace contextRef="#ctx0" brushRef="#br0" timeOffset="102696.87">5022 12598 11530,'0'0'353,"0"0"63,0 0 1538,0 0-1153,0 20-641,0 0-32,0-1-96,0 1-32,0 0-160,18 0-545,-18 0-1120,0 0-1090,20-1-2723</inkml:trace>
  <inkml:trace contextRef="#ctx0" brushRef="#br0" timeOffset="102970.88">5080 12499 7655,'0'-20'1313,"0"20"-929,0 0 1410,0-20-128,21 20-385,-21 0-384,20 0-353,-2 20-127,3 0-33,-1-1-160,-20 2-128,20 18 0,0-19-64,-20 20-96,0-1-128,19 1-224,-19-20 31,-19 19 97,19-19-352,-20 1-1250,0-1-3139</inkml:trace>
  <inkml:trace contextRef="#ctx0" brushRef="#br0" timeOffset="104001.94">5200 13273 11947,'0'0'1249,"0"0"-1217,0 21 545,0-21-1,0 19-512,0 21 0,0-21-64,0 22-448,0-22-994,0 21-736,0-20-1729</inkml:trace>
  <inkml:trace contextRef="#ctx0" brushRef="#br0" timeOffset="104280.96">5418 13372 12011,'21'0'-320,"-21"21"-1,-21-21 545,21 20 33,0 20-129,0-21-64,0 1 0,21 0 256,-21 0 257,38 0 127,-17-20-95,-1 0-64,18 0 31,-17-20 97,-1 0-33,-20 0-127,0-19-65,0 18-159,-20 2-354,-1-1-31,-17-1-576,18 21-1955,-21 0-4451</inkml:trace>
  <inkml:trace contextRef="#ctx0" brushRef="#br0" timeOffset="105027">8257 11843 5701,'0'20'2883,"0"-20"-2851,0 20 1889,0-1 322,0 21-1058,0 0-449,0 0-95,0 19-257,0-19-159,0 20-65,0-1-128,0-19-449,0-1-1024,0 2-1378,0-22-2145</inkml:trace>
  <inkml:trace contextRef="#ctx0" brushRef="#br0" timeOffset="105394.02">8059 12141 12716,'-41'20'800,"41"-40"-736,0 20 545,0-20 320,0 20-96,0-40-353,21 21-288,-1-1-128,0-20 32,-2-1-128,3 3 64,-1 17 0,0-18 32,0-1-64,-20 20 97,19 20-97,1-20-32,-20 20 64,20 0 32,0 0 64,-20 20 0,20 0 0,-1 0 0,1 0-160,0 0 32,0-1 32,19 2-224,-19-2-769,0 0-961,1 2-1633,-21-1-6278</inkml:trace>
  <inkml:trace contextRef="#ctx0" brushRef="#br0" timeOffset="106678.1">7741 12916 10762,'-20'-21'1281,"20"2"-1153,0-1 224,-20 20-256,20-19-96,0 19-64,-21 0-32,21 19 0,-18 1 128,-2-1 96,-1 22-32,1 18-96,0-19 97,2 20 223,18-1 224,-21 1-383,42-1-1,-3 1-32,22-21-96,1 2 0,18-22 32,0-19 0,21 0 0,-21 0 0,2-19-96,-2-1-160,-1-20 160,-17 20 128,-21-19 480,-20-2 385,0-18-224,0 19-288,-40-19-385,1 19 32,-1 0 0,-1 1 0,-18-1-64,19 20-64,1 20-32,-1 0-353,20 0-191,20 20-225,0 0-704,0-20-1282,20 20-4356</inkml:trace>
  <inkml:trace contextRef="#ctx0" brushRef="#br0" timeOffset="107010.12">7761 13095 11146,'0'0'1153,"0"0"-1153,-20 20 1153,20-20 128,0 19-800,0 1-257,0 0-128,-20 0 32,20 0 65,0-20-1,0 20-128,0-1 0,0-19 0,20 20 32,0-20-192,-1 0-353,1 0-672,20 0-1633,-20 0-3300</inkml:trace>
  <inkml:trace contextRef="#ctx0" brushRef="#br0" timeOffset="107168.12">7998 13214 10025,'-18'0'2626,"18"0"-2081,-21 0 576,21 0-576,-20 0-353,20 20-32,0-20-128,0 19-32,20-19-256,-20 20-353,21 1-864,-21-2-1602,18-19-4997</inkml:trace>
  <inkml:trace contextRef="#ctx0" brushRef="#br0" timeOffset="107400.14">8217 12737 16111,'-20'0'288,"1"0"-288,-1 0 384,20 0 449,0 20-705,0-1 353,0 1-481,0 1-96,20-1-417,-1-1-576,1 1-1089,20-1-1569,-20 2-3204</inkml:trace>
  <inkml:trace contextRef="#ctx0" brushRef="#br0" timeOffset="107579.15">8356 12717 12203,'0'0'801,"0"0"-801,20 20 544,-20-20 802,19 20-578,-19-1-543,20 22-161,-20-21-32,20-1-96,-20 1 32,0-1-641,0-19-1153,0 21-1985</inkml:trace>
  <inkml:trace contextRef="#ctx0" brushRef="#br0" timeOffset="107826.16">8514 12677 7078,'0'0'6855,"-20"0"-6695,20 0 416,0 0 834,20 0-417,1 20-321,-21 0-191,20 0-385,0 0-352,-1 19 127,-19-18-1472,0 18-2595,0 21-4164</inkml:trace>
  <inkml:trace contextRef="#ctx0" brushRef="#br0" timeOffset="108193.18">8336 13453 15086,'0'0'448,"-20"0"-544,20 0 416,-20 19 225,20 1-161,-19 0-288,19 0-128,0 20 32,0-20-384,0-1-865,19 1-1602,1 0-5445</inkml:trace>
  <inkml:trace contextRef="#ctx0" brushRef="#br0" timeOffset="108330.19">8514 13453 16463,'21'0'1153,"-21"0"-929,-21 19 833,21 1-384,0 0-417,0 0-288,0 20-1409,0-1-2979</inkml:trace>
  <inkml:trace contextRef="#ctx0" brushRef="#br0" timeOffset="109022.23">10440 11783 1505,'0'0'8584,"0"0"-8039,0 0 544,0 20 1153,0 20-705,0 0-544,0 0-224,-19 39-737,19-19 288,0-1-320,0 20 0,0-19-480,0-20-449,0-1-480,0-18-417,19-2-993,-19-19-7014</inkml:trace>
  <inkml:trace contextRef="#ctx0" brushRef="#br0" timeOffset="109339.25">10203 12042 16367,'-41'0'512,"41"0"-479,0-20 543,21 20 417,-1-20-416,-2 0-353,23-20-192,-1 21 160,-21-21-64,21 0-224,-20 20 128,0-20-352,-20 21 192,20-1-33,-20 0-127,0 20 0,0 0 192,19 0 32,-19 20 256,20 0-32,-20-1 32,20 21 97,0 0-225,1-20-32,17 20-353,-17-21-479,-1 21-1411,18-20-3106</inkml:trace>
  <inkml:trace contextRef="#ctx0" brushRef="#br0" timeOffset="109952.28">10162 13154 1921,'0'-20'12652,"0"1"-12812,-20-1-1057,20 0 833,-20 0 95,2 20-31,-3 0 192,1 0 64,-20 20 96,40 20 128,-19-1 128,19 1-63,0 19-33,0 1-96,19-1 96,1 1-128,20-20-32,-1 0-32,22 0 32,-23-20 224,43-20 257,-22 0-129,1-20-192,-21 0 289,22-20 127,-23 1 193,-17-21 32,-1 20-160,-20-19-449,0-1-192,-20 20-32,-21 0-128,2 1-32,-1 19-65,1 0-704,-1 20-896,0 0-1218,20 20-4388</inkml:trace>
  <inkml:trace contextRef="#ctx0" brushRef="#br0" timeOffset="110682.33">10183 13273 4580,'0'0'1537,"0"0"-1697,0 0 128,0 0-256,0 0-97,0 0 385,0 0 0,0 0 161,0 0 255,0 0 705,0 0 192,0 0-31,0 0-97,0 0 448,0 0-288,0 0-416,0 21-224,-21-21-128,21 0-161,0 19-192,0 1-160,0 0-32,0-1-96,0 2-128,0-1-32,0-1 32,-20 2-161,20-21-63,0 0-33,0 19 33,0-19 32,20-19 31,-20 19-31,21-21 320,-21 21-64,20-19-224,-2-1-33,3 20 97,-1-21-257,0 21-448,0 0-608,-1-19 160,21 19 736,-20 0 321,0 0-33,0 0-416,-20 0-128,19 0 65,-19 0 1312,0-20 1730,0 20-352,0 0-321,0-20 417,0 20-225,-19-19-640,19 19-384,0 0-449,0 0-192,0 0 288,0 0 1,0 19-161,0-19 32,0 20 0,0 0-128,0-1-320,0 2-481,0-1-1121,0-1-3042</inkml:trace>
  <inkml:trace contextRef="#ctx0" brushRef="#br0" timeOffset="111171.35">10738 12837 7559,'0'-41'704,"0"41"-608,0 0 929,0 0 64,0-20-480,0 20 288,0 0 64,-19 0-64,19 0 31,0 0 33,0 0-32,-20 20-320,20 1-257,0 18-320,-20 0 32,20-18-64,0 19-224,0-20-385,20-1-415,-20 21-738,20-40-1601,19 20-4869</inkml:trace>
  <inkml:trace contextRef="#ctx0" brushRef="#br0" timeOffset="111338.36">10857 12876 11242,'0'0'769,"0"0"-481,-20 0 2146,20 19-896,0 2-897,0-1-449,0 0-224,0 0-705,20-1-544,-20 1-1089,20 0-2563</inkml:trace>
  <inkml:trace contextRef="#ctx0" brushRef="#br0" timeOffset="111554.38">10917 12757 14093,'19'0'737,"-19"19"-417,20 1 1313,-20 1-447,20-1-674,1 19-384,-21 1-64,20-20-224,-20 20-320,0-1-449,0-19-545,0 20-544,0 0-800,-20-21-3620</inkml:trace>
  <inkml:trace contextRef="#ctx0" brushRef="#br0" timeOffset="112471.43">10818 13552 14285,'0'20'1505,"0"-20"-1408,0 0 1376,0 20-608,0-20-321,0 0-287,19 19-225,-19-19-32,0 20-289,0 0-608,0 0-640,20-20-1025,-20 20-2051</inkml:trace>
  <inkml:trace contextRef="#ctx0" brushRef="#br0" timeOffset="112786.45">10956 13532 10570,'20'0'3042,"-20"20"-2465,21-20 704,-1 0 161,-2 0-482,2 0-543,21 0-449,-41 0 64,20 0-32,-20 20 32,0 0 32,0-1-64,0 1 32,-20 0-64,0 0 128,20 0-160,0-20 224,0 20-64,0-20 321,0 0-97,20 0-192,0 0 32,-1 0-224,21 0-609,-20 0-384,0 0-1441,0 0-4452</inkml:trace>
  <inkml:trace contextRef="#ctx0" brushRef="#br0" timeOffset="114539.55">3155 9081 960,'-20'-20'737,"20"20"128,0-20 1601,-20 20-192,20 0-608,-19 0 288,19 0-160,-20 0-321,20 20-352,0-20-224,0 0 32,20 0-225,19 20-255,1-20-289,19 0-32,1 0 32,20-20-224,-1 20-128,0 0-96,-19-20-961,-21 20-1922,-19 0-5670</inkml:trace>
  <inkml:trace contextRef="#ctx0" brushRef="#br0" timeOffset="115793.62">3155 7868 1921,'0'0'1794,"0"0"-737,-20-19-737,20 19-63,0 0 287,0 0 129,-20 0-33,20 0 129,0 0 320,0 0 64,0 0-288,0 0-96,0 0 288,0 0 128,0-20-160,0 20-96,-19 0-225,19 0 97,0 0-96,0 0-65,19 0-479,1 0 319,0 0-192,39 0-31,-19-20-161,39 20 128,0 0 64,2 0-96,-22 0 0,20 0-160,-19 0 33,-1 0 31,2 0-96,-23 0 32,-17 0-128,-21 0 32,0 0-129,0 0-383,-21-20-1,1 20 129,-18 0 192,-3 0-161,1 0 65,21 0 128,-21 0-321,0 20-192,1-20-512,-21 0-641,21 20-480,-2-20-448,-17 20-161,17-20 1089,2 0 2114,-1 0 1378,0 19-481,1-19 672,19 0 321,0 0-576,20 0-161,0 0-192,20 0-576,20 0 160,-1-19-385,21 19-224,20 0-64,-1 0-96,0 0 32,-19 0-64,-1 0-96,0 0-96,-19 0-32,-20 0-289,1 19-704,-42-19-1089,1 0-3812</inkml:trace>
  <inkml:trace contextRef="#ctx0" brushRef="#br0" timeOffset="116487.66">3671 6717 11018,'0'0'288,"20"0"-160,19 0 1378,1 0-289,19 0-160,22 0-96,-2 0-449,20 0-127,21 19-33,-21-19 64,19 0-191,-19-19-161,-18 19-385,-23 0-1056,-37 0-1153,-1 0-7560</inkml:trace>
  <inkml:trace contextRef="#ctx0" brushRef="#br0" timeOffset="142886.17">21379 2324 4964,'0'-19'-897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03:01.04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13558 5623 672,'0'0'5285,"0"0"-4388,0 0 737,0 0 127,0 0-640,0-20 32,0 20-480,18 0-289,-18 0 161,0 0 160,0 20-1,0-20-63,0 0-65,20 0-127,-20 0-97,0 0-64,0 0-95,21 0 31,-21 0 0,0 0-96,20 0 64,-20 0-32,0 0-63,20 0-1,-20 0 0,20 0-64,-20 0-32,19 0 32,1 0 0,-20 0 0,20 0 0,0 0 64,-20 0-160,20 0-32,-1 0 224,-19 0-160,20 0 32,-20 0 32,20 0 32,0 0-96,1 0 64,-3 0-32,2 0 0,0 0 32,-20 0-64,21 0 32,-1 0 32,-2 20-32,3-20 32,-1 0 0,0 0-128,0 0 160,19 0-32,-19 0-64,0 0-32,0 0 160,-1 0-192,1 0 64,0 0 64,0 0-32,19 0-32,-19 0-128,-20-20 64,20 20 64,1 0-32,-1 0 64,-2 0-64,-18 0 96,20 0-32,1 0 32,-1 0-32,0 0-32,0 0 32,-1 0-64,1-20 64,0 20-97,0 0 97,0 0-32,-1-19-32,1 19 0,0 0 224,0 0-224,-20 0 64,20-20-64,-1 20 160,1 0-96,0-20-32,1 20-96,-1 0 160,-20 0-32,18 0-64,2 0 64,-20 0-32,21-20 128,-1 20-128,0 0 0,-1 0 32,-19 0 32,20 0-96,0 0 128,0-20 0,0 20-128,-1 0 0,1 0 64,0 0 0,0 0 32,0 0-32,-20 0 0,19 0 64,1 0-128,-20 0 32,20 0 96,0 0-64,-20 0 0,21 0 0,-3 0 32,2-20-64,-20 20-64,20 0 224,1 0-192,-1 0 0,-20 0 32,20 0 64,-20 0-128,19 0 192,1 0-160,-20 0 64,20 0 0,0 0-32,0 0 32,-20 0 32,19 0-64,1 0 96,0-20-32,0 20-32,-20 0-32,20 0 32,-1 0 0,1 0 0,0 0-32,0-19 64,1 19-96,-3 0 128,2 0-128,1 0 64,-21 0 0,20-20 96,0 20-160,19 0 64,-19 0 0,0-20-64,19 20 128,-19 0-64,20-21-64,-20 21-32,19-19 32,-19 19 0,21-20 32,-23 20 32,2-19 0,21 19 32,-21 0 0,18-20 0,-17 20-64,-1 0 96,20-21-32,-21 21 0,1-19-64,20 19 0,-20-20 64,-1 20-32,21 0 0,-20-20 64,1 20 0,-3-19-128,2 19 128,0-21-96,1 21 32,-1-20 0,-2 20 32,3-19-64,-1 19 64,0 0-64,-20-21 128,20 21-160,-1-19 160,1 19-128,0-20 64,0 20-32,-20 0 96,20-20 96,-1 20 1,-19-20-193,20 20 0,0 0 64,-20-20-64,20 20 96,0 0-32,-20-20 160,19 20-128,-19-20 32,20 20-64,-20 0-32,20-19 32,1 19-224,-21-20 545,20 20-802,0 0 706,-2-20-257,-18 20-32,21-20 32,-21 20 32,20 0-32,0 0 0,-20-20 96,20 20 32,-1-20-160,-19 20 32,20-19 64,0-1-96,0 20 96,-20-21-64,20 21-64,-1-19 128,-19 19 96,20-21-31,-20 21-65,20-19-128,-20-1 128,20 20 32,-20-21-160,20 2 128,-1 19-160,1-20 96,-20 0 32,20 20 0,1-19 32,-1-2-32,-20 2-32,18 19 64,2-20-32,-20 0 32,21 20-96,-21-20 97,20 20-65,-20-20 96,0 0-96,20 20 64,-20-19-160,19-1 128,1 0-128,-20 0 128,20 20-64,0-20 0,-20 0 0,20 1 64,-1-2-128,-19 21 160,20-19 0,-20-2-128,20 2 96,0-1 64,-20 20 0,0-20-64,20 0-32,-1 20 0,-19-20 0,20 0-64,0 1 64,-20-2-64,20 21 32,-20-19 32,21-1-32,-3 20-32,-18-20-32,20 1 160,1-2-96,-21 1 32,20 20 97,-20-19-97,20-1 0,-20 0 0,20 0-32,-20 0 32,19 20-32,1-20 0,-20 1-32,20-2 64,-20 2 0,20 19 32,0-20-64,-20 0-32,19 0 32,1 0 160,-20 20-224,20-20-32,0 0 96,0 1 32,-20 19-32,19-20-32,-19 20 32,20-21 96,0 2 0,-20 19-64,20-20-32,-20 0 96,21 20 0,-3-19-64,-18-2 0,20 1-32,1 20-64,-1-19 64,0-1 0,-2 0 32,3 0 0,-1 0 0,0 0-32,0 1 32,-20-21-64,19 20 32,1 0-96,0-20-160,20 21-257,-21-1-127,-19-20-641,20 19-609,-20 2-1025,0-1-4996</inkml:trace>
  <inkml:trace contextRef="#ctx0" brushRef="#br0" timeOffset="2668.15">18441 3178 3427,'0'0'4132,"0"0"-3235,0 0 224,19 0-929,-19 0-96,0 0 384,20-19 1,-20 19 223,0 0 65,0-20-64,0 20-97,0 0-255,0-19-97,0 19-128,0-21-96,20 21-64,0-20 32,-20 0 0,21 1 32,-3-1-32,2 0 32,0 0 0,1 0 160,-1 20 97,-20-20 223,20 1-95,-1 19-161,-19-20-64,20 0-96,0 20-64,0-20 32,-20 0-96,20-1 32,-1 2 32,1 0 0,0-1 32,0 20 64,0-20-64,-1-20 65,1 40-97,0-20-32,0 0 0,1 1 32,-3-2-32,-18 1 96,20 1-64,0-1-64,1 0 96,-1 0-128,-2 0 64,23 20 0,-21-20 64,0 1-32,-1-1 64,21 0-64,-20 0 0,19 1 0,-19-2-32,0 2 128,0 19-32,0-21 160,-1 21-63,21-19-1,-19 0-128,-1-2-192,18 1 608,-17 0-544,-1 0 128,20 0 96,-21 1-224,1 19 64,20-20 32,-20 0 0,-1 0-32,21 0 32,-20 20 0,0-20-32,-1 1 161,21-1 127,-19 0-64,17 20-32,-18-20 64,21 0-95,-21 0-129,19 20-32,-19 0 96,-20-19-64,20 19 32,-20 0-32,20 0-64,-1-20-32,1 20 128,-20-21-64,20 21-128,0-19 160,0 19-32,-1-21-64,1 21 32,20-19-64,-19 19-1,-1-19 1,-2 19 32,3 0 64,-1-21-32,-20 21 96,20 0-96,0-20 64,-1 0-96,1 20 0,0-20 0,0 20 0,0-20 96,19 20-96,-19 0 32,0-19 32,0 19-64,19-20 224,-19 20-288,0-20 128,1 20-128,-3-20-96,2 20-97,1 0 193,19-20 128,-22 20 0,3-20-32,-1 20 160,0-19-192,19-1 96,-19 20-64,20-21 0,-20 21 64,19 0-96,-19 0 32,21-19 32,-21 19 32,-2 0 0,2-20 64,1 20-192,-1-20 32,0 20 96,-1 0 96,1 0-192,20 0 0,-20-19 160,-1 19-128,21 0-32,-20 0 64,0 0 64,-1-21-32,1 21-96,0 0 32,0 0 32,1 0 0,-3 0 96,2 0-128,0 0-32,1-20 96,-1 20-32,-2 0 32,3 0 32,-1 0-192,0-19 128,0 19 0,-1 0-96,1 0 32,0 0 32,0 0-160,0 0 64,-1 0 128,1 0 0,0 19-32,0-19 32,0 0 0,1-19-32,-3 19 96,2 0-96,1-20 96,-1 20-64,18 0-128,-17 0 96,-1-19 96,0 19-32,-20 0-32,20 0 0,-1 0-32,-19-21 160,20 21-224,0 0 96,-20 0-32,20 0 128,-20-20-64,20 20-128,-1 0 160,-19 0-128,20 0 96,-20 0-64,20-20 32,-20 20 0,20 0 64,-20 0-160,20 0 128,-20 0-32,19 0 32,1 0-128,0 0 128,-20 0-32,21 0-32,-1 0 32,-2-20 64,2 20-96,1 0 0,-21 0 96,20 0 0,0 0-128,-1 0 0,1 0 128,0 0-96,0 0 32,0 0 96,-1 0-160,1 0-32,0 0-1,0 0 162,21 0-194,-23 0-31,2 0 64,21 0 32,-3 0 0,-17 0 64,19 0-32,-20 0 64,19 0-64,-19 0 64,0-19 32,19 19 0,-19 0-64,0 0 128,20 0 97,-1 0-322,-19 0 161,21 0-64,-23 0 65,2 0-130,21 0 162,-21 0-129,-2 0-33,23 0 65,-1 0 33,-1-20-1,1 20 0,19 0-96,-19 0 96,1 0-64,-3-20-1,3 20-31,-2 0-96,1 0 64,0 0-96,-21 0-769,1 0-1377,-20 0-4356</inkml:trace>
  <inkml:trace contextRef="#ctx0" brushRef="#br0" timeOffset="5367.3">24238 6080 8103,'-20'0'1858,"0"20"-737,20-20 1890,-20 0-801,20 0-961,0 0-352,0 0-385,20 0-223,-20 0 95,20 0-192,19 0-128,-19 0-32,20 0-32,-1 20-64,-19-20 32,0 20-256,-20-20 32,0 20 64,0-1 63,-40 2 33,21-2 192,-21 1-128,20 1 32,0-2 129,1 1-129,19 0 32,19-1 64,1-19 0,0 21-32,20-1-96,-21-20-32,21 0-481,0 0-704,-19 0-2242,-21 0-9321</inkml:trace>
  <inkml:trace contextRef="#ctx0" brushRef="#br0" timeOffset="5527.31">24139 6299 10570,'-20'0'2946,"40"0"-2818,-2 0 1954,23 0-96,18 0-801,1 0-512,-1 0-353,22 0-224,-22 0-128,-19 0-1313,-1 0-2563</inkml:trace>
  <inkml:trace contextRef="#ctx0" brushRef="#br0" timeOffset="7423.42">21835 5623 5605,'0'0'4068,"-20"0"-2691,20 0 1089,0 0-736,0 20-321,0 0-224,0 1-160,0-2-352,20 1-128,-20 19-97,0 2-224,0-22-192,0 1-160,0-1-705,0 2-576,0-1-1218,0-20-4579</inkml:trace>
  <inkml:trace contextRef="#ctx0" brushRef="#br0" timeOffset="8079.46">21537 6120 6566,'0'0'1377,"0"-20"1314,-20 20 191,20 0-1056,0 0-385,-18 0-704,18 20-321,-21-20-127,21 20 63,-20 0 0,20-1-127,0 2-161,0-2 96,20 1-64,1 1-64,-3-2 128,22-19-32,1 20-192,-2-20 64,1 0-96,-1 0-416,-19 0-289,20 0-608,-40 0-1314,20-20-2178</inkml:trace>
  <inkml:trace contextRef="#ctx0" brushRef="#br0" timeOffset="8333.47">21697 6140 11562,'0'0'449,"-20"0"-353,20 20 1473,0-1 65,0 2-449,0-2-384,0 22-417,0-2-128,-20-19 33,20 20 63,0-20-320,0-1-160,20 1-64,-20 0-289,20 0-736,-20-20-1505,0 0-2980</inkml:trace>
  <inkml:trace contextRef="#ctx0" brushRef="#br0" timeOffset="8598.49">21975 6279 15150,'0'0'833,"0"0"-609,0 0 1505,0 0-1216,0 0-385,0 20-160,0-20-801,0 0-1057,20 0-1953</inkml:trace>
  <inkml:trace contextRef="#ctx0" brushRef="#br0" timeOffset="8938.51">22272 6200 15598,'0'0'481,"0"0"-513,0 0 416,0 19-128,-20 1-160,20 1 97,0 18-129,0 0-32,0 2-32,20-2 64,0-19-32,0 0 0,19 0 32,-19-20 64,21 0 0,-23 0-128,2 0 192,1-20 0,-21 20 65,0-20 63,-21 0 160,1-19 1,2 19-33,-23-1 161,21 2-161,-19-1-416,19 0-224,20 20-705,-20 0-960,20-19-3492</inkml:trace>
  <inkml:trace contextRef="#ctx0" brushRef="#br0" timeOffset="9486.54">21796 5564 12107,'0'0'1922,"0"0"-1378,0-20 1282,0 20-609,0-20-704,0 20-1,19-20-544,-19 0-833,0 0-416,0 1-897,0-1-1922</inkml:trace>
  <inkml:trace contextRef="#ctx0" brushRef="#br0" timeOffset="9644.55">21835 5047 4772,'0'-40'8136,"0"20"-8489,0 1 225,-20-1-224,20 0-993,0 0-1602,0 0-4484</inkml:trace>
  <inkml:trace contextRef="#ctx0" brushRef="#br0" timeOffset="9926.56">21736 4212 8680,'-20'-20'-449,"20"0"-1537,0 1-2690</inkml:trace>
  <inkml:trace contextRef="#ctx0" brushRef="#br0" timeOffset="10078.57">21736 3835 7399,'0'-60'1121,"0"40"-225,-20 0-799,20 0-834,0 1-2210,0-1-2434</inkml:trace>
  <inkml:trace contextRef="#ctx0" brushRef="#br0" timeOffset="10243.58">21716 3239 1185,'20'-40'-833</inkml:trace>
  <inkml:trace contextRef="#ctx0" brushRef="#br0" timeOffset="10481.59">21736 2682 576,'20'-39'352,"-20"18"-800</inkml:trace>
  <inkml:trace contextRef="#ctx0" brushRef="#br0" timeOffset="10836.61">21736 1510 864,'0'-40'-288</inkml:trace>
  <inkml:trace contextRef="#ctx0" brushRef="#br0" timeOffset="11434.65">21716 1490 896,'0'20'13389,"0"-20"-13901,0 0 672,0 19 96,0-19-160,20 0 96,-20 0-128,0 21-320,20-1-1986,-20-1-2755</inkml:trace>
  <inkml:trace contextRef="#ctx0" brushRef="#br0" timeOffset="11578.66">21716 1987 9480,'20'60'801,"-20"-60"-320,0 19 640,0-19-577,0 20-864,0 0-1057,-20 0-2691</inkml:trace>
  <inkml:trace contextRef="#ctx0" brushRef="#br0" timeOffset="11772.67">21776 2762 9256,'0'79'1858,"-20"-39"640,20-20-352,0 19-640,20-19-737,-20 20-769,0-20-1250,20 0-1600,-20-20-1410</inkml:trace>
  <inkml:trace contextRef="#ctx0" brushRef="#br0" timeOffset="12256.7">21697 1451 9480,'0'-21'673,"0"21"480,0-20-768,-20 20-385,0 0 32,0 0 96,-1 0-64,3 0-545,-2 0-544,-21 0-1345</inkml:trace>
  <inkml:trace contextRef="#ctx0" brushRef="#br0" timeOffset="12386.7">20863 1371 6982,'-61'-19'1890,"23"19"-3620,38 0 1218,-20 0-193,-1-21-2754</inkml:trace>
  <inkml:trace contextRef="#ctx0" brushRef="#br0" timeOffset="12566.71">20128 1371 5541,'-59'0'-673,"19"0"-2946</inkml:trace>
  <inkml:trace contextRef="#ctx0" brushRef="#br0" timeOffset="12775.73">19771 1352 4099,'-40'0'481,"0"0"-513,21 0 96,-1 0 256,-20-21 1698,20 21 384,-19 0-1441,19 0-448,0 0-353,-1 0-96,-17 0-64,18 0-128,-1 0-1217,1 0-1602,-19 0-512</inkml:trace>
  <inkml:trace contextRef="#ctx0" brushRef="#br0" timeOffset="13258.75">18361 1352 6758,'-19'19'769,"-1"-19"1249,20 0-449,0 0 321,0 0 32,0 0-673,0 0-801,0 0-159,0 0-97,20 0 32,-20 0-160,19 0-32,1 0 0,0 0 0,20 20-160,-1-20-160,1 0-513,-1 0-416,1 19-321,-19-19-672,-1 0-2466</inkml:trace>
  <inkml:trace contextRef="#ctx0" brushRef="#br0" timeOffset="14066.8">17646 1589 9352,'0'-19'2018,"0"19"705,0 0-641,-19-20-1378,-1 20-511,20 0 31,-20 0-128,0 0-128,0 20 32,1-1-64,-1 21-32,20-20-128,0 0-97,0 19 65,20-19 0,-1-20 160,1 20-64,20-20 160,-1 20 0,1-20 192,-20-20 64,19 20 288,-39-20 129,0 0-96,0 1 223,0-1-223,-18 0 64,-3 0-225,-19 0-416,20 0 0,1 1-416,-1 19-289,0-20-256,20 20-705,0-21-672,0 21-1569,0 0-5863</inkml:trace>
  <inkml:trace contextRef="#ctx0" brushRef="#br0" timeOffset="14407.82">17885 1550 10537,'0'0'1698,"0"0"-1025,0 0 896,0 0-992,-20 0 256,20 0-225,0 0-576,0 0-256,-19 0-353,19 20-480,0-20-800,19 0-1186,-19 0-3876</inkml:trace>
  <inkml:trace contextRef="#ctx0" brushRef="#br0" timeOffset="14917.85">18083 1550 2049,'0'-21'6439,"0"21"-5350,0 0 1633,0-19-1152,0 19-385,0 0-128,-20-20-673,20 20-384,-19 0 0,-1 0-32,0 20 0,0-20 0,0 19-64,1 2 0,19-1-32,-20-1-32,20 1-1,20 0-31,-20 0 96,19 0 96,1-20 0,0 0 0,0 20-32,19-40 64,-19 20 32,-20-20 32,20 0 0,0 0 0,-20 0 193,0 20 63,0-19-96,-20-1-192,20-1-32,-20 21-96,20 0-64,-20 0 0,20 21 96,0-1 0,0-1 64,0 21 0,-19-20-32,19 20 0,0-1-32,0 1-448,19-20-834,-19 20-1440,0-21-5734</inkml:trace>
  <inkml:trace contextRef="#ctx0" brushRef="#br0" timeOffset="15464.88">18282 1570 5925,'0'-20'2178,"-21"20"192,21 0-1249,0 0-992,-18 0 255,-2 0 128,20 0-127,-20 20-193,-1-1-64,21 1-64,-20 0-64,20 20 128,0-20 64,0-1 1,20-19-1,1 20 0,-1-20 0,-20 0-32,20 0-32,-2 0 65,3 0-1,-1-20 96,0 1 257,-20-1-65,0 0-64,0 0 65,0 20-33,0-20-255,0 20-161,0-20-64,-20 20-97,20 0-159,0 0 352,0 0 224,0 20 1,0 20 287,0-20-159,0 19-385,0 1-32,0 0 32,20 0-256,-20 0-898,20 0-6373</inkml:trace>
  <inkml:trace contextRef="#ctx0" brushRef="#br0" timeOffset="18210.04">15086 5723 1185,'0'0'2242,"-20"0"-1602,20 0-640,0 0-832,0 0-354,-20 0 354,20 0-321</inkml:trace>
  <inkml:trace contextRef="#ctx0" brushRef="#br0" timeOffset="18502.05">15046 5703 5317,'0'-19'416,"0"19"417,0 0 800,0 0 1,0 0 384,0 0-385,0 0-1088,0 0-97,0 19 225,0 1-1,0-1-255,0 22-257,-20-21-64,20 19-64,0-20-64,0 2-192,0-1-225,20-1-608,-20 1-1281,-20-20-3651</inkml:trace>
  <inkml:trace contextRef="#ctx0" brushRef="#br0" timeOffset="19471.11">14153 6239 9993,'0'0'1537,"0"0"-319,0 0 607,0 0-287,0 0-866,20 0 161,-20 21-32,39-21-673,-19 0-32,0 0-128,19 0-256,1 0-673,-19 0-897,17 0-993,-18 0-2241</inkml:trace>
  <inkml:trace contextRef="#ctx0" brushRef="#br0" timeOffset="19930.14">14748 6100 12972,'0'0'1121,"0"0"-1025,-20 0 224,20 0-160,-20 20 129,1 0-33,19 0-128,-20-1-128,20 2 0,0-2 256,0 1 1,20 1-65,-20-2-128,19 1 128,1-20 0,21 20-64,-21-20-32,-2 0-64,23 0 0,-21 0-416,-20 0-705,20 0-1185,-1 0-1826</inkml:trace>
  <inkml:trace contextRef="#ctx0" brushRef="#br0" timeOffset="20155.15">14848 6100 8199,'0'20'1217,"0"0"865,0 0 96,-21 20-416,21-21-321,0 22-800,0-2-577,0 0-64,0-18-32,0 18-352,0-19-513,0 20-929,21-20-1185,-21 0-1825</inkml:trace>
  <inkml:trace contextRef="#ctx0" brushRef="#br0" timeOffset="20443.16">15125 6379 13292,'0'0'320,"0"0"1026,0 0 672,0 0-1538,0 0-448,0 0-512,0 0-1763,0 0-3042</inkml:trace>
  <inkml:trace contextRef="#ctx0" brushRef="#br0" timeOffset="20767.18">15364 6179 13612,'-20'0'-224,"20"21"-993,-20-2 1089,1 1 64,19 20 160,0 0 96,0 0-160,0-1-224,19 1 160,1 0 64,0-20 0,20-1-192,-21 1 128,21-20 448,-20 0 481,0 0-96,-1-20-321,1 1-127,-20-1-129,0 0 0,-20 0 0,-19 0-256,-1 0-64,1 1-96,19 19-609,-20-20-1441,20-1-4164</inkml:trace>
  <inkml:trace contextRef="#ctx0" brushRef="#br0" timeOffset="21410.22">15105 5544 8936,'0'20'1153,"0"-20"-1217,0-20 480,20 20 673,-20 0 449,0 0-865,20 20-449,-20-20-224,0 0-160,0 0-193,0 0-1472,20 0-3749</inkml:trace>
  <inkml:trace contextRef="#ctx0" brushRef="#br0" timeOffset="21589.23">15285 5544 3651,'20'0'1121,"-1"0"-288,1 0 64,-20 0 0,0 0 384,20 0-897,-20 0-512,20 20-1185,-20-20-705,0 0-224,20 0-1120</inkml:trace>
  <inkml:trace contextRef="#ctx0" brushRef="#br0" timeOffset="21748.24">15562 5584 2274,'20'0'5285,"-20"0"-5221,0 0 288,21 0 257,-3 0-33,-18 0-95,20 0-481,1 0-1314,-1 0-1248,18 0-97</inkml:trace>
  <inkml:trace contextRef="#ctx0" brushRef="#br0" timeOffset="21885.25">15939 5603 6726,'40'0'929,"-19"0"608,-3 0-320,2 0-800,0-19-449,1 19-1185,-1 0-5254</inkml:trace>
  <inkml:trace contextRef="#ctx0" brushRef="#br0" timeOffset="22031.26">16356 5584 10570,'40'0'352,"-19"0"577,-21 0 416,18-20-833,2 20-31,0 0-385,1 0-1057,-1 0-2722</inkml:trace>
  <inkml:trace contextRef="#ctx0" brushRef="#br0" timeOffset="22187.26">16832 5564 7142,'61'0'929,"-41"0"769,0 0-1186,-2 0-480,3 0-352,-1 0-2146</inkml:trace>
  <inkml:trace contextRef="#ctx0" brushRef="#br0" timeOffset="22384.28">17389 5564 6085,'59'20'1698,"-39"-20"320,0 0-1185,0-20-257,0 20-320,-1 0-192,1 0-224,0 0-512,0 0-193,0 0-352,19 0-1282,-19 0-2049</inkml:trace>
  <inkml:trace contextRef="#ctx0" brushRef="#br0" timeOffset="22888.3">18004 5564 6117,'-20'0'1025,"20"0"-224,0 0 1761,0 0-992,20 0-545,0 0 224,-20 0-384,20 0 160,19 0-64,-19 0-321,21 0-95,-23 0-129,43 0 33,-23 0-1,23 0-160,-22 0-95,1 0-129,0 0-32,-1 0-32,-19 0-289,-20 0 33,0 0-320,20 0 95,-20 20-95,-20-20-385,20 0-993,-20 0-2082,0 0-6982</inkml:trace>
  <inkml:trace contextRef="#ctx0" brushRef="#br0" timeOffset="23602.35">18897 5425 8007,'0'-20'1089,"-20"-1"641,20 2 736,0 19-993,-19 0-512,-1 0-576,0 0-289,0 0-160,0 19 0,1 2-32,19-1 64,0 0-97,0 19 97,19-19-32,1 0-32,0-20 0,20 20 0,19-20 96,-18 0 96,-3 0-96,3 0 32,-3 0 32,-17 0 128,-1-20 193,-20 0 191,0 0 129,-20 0-96,-19-19-97,-2 19-192,1 20-384,1-21-96,19 21-384,0 0-609,20 0-769,0 0-1537,20 0-737</inkml:trace>
  <inkml:trace contextRef="#ctx0" brushRef="#br0" timeOffset="23808.36">19354 5484 13100,'0'0'2018,"0"0"-1730,0 0 1602,0 0-705,0 0-801,0 0-576,0 0-545,0 0-1024,0 0-545,0 0-1794</inkml:trace>
  <inkml:trace contextRef="#ctx0" brushRef="#br0" timeOffset="24150.38">19513 5464 12107,'0'-19'801,"-21"19"-97,21 0 129,-18 0-801,18 0 0,-20 19-32,20 1-32,20 0 32,-2-20 64,3 20 32,19 0-64,-20-20 0,19 20 32,1-20 385,-20 0 256,19 0-97,-19-20 129,0 0 160,-20 0-97,0 0-191,-20 0 0,0 1-97,-19-1 33,19 0-161,-20-1-160,1 21-192,19-19-64,0 19 64,20 0-640,-20 0-513,20 19-161,20-19-287,0 21-1250,0-21-1793</inkml:trace>
  <inkml:trace contextRef="#ctx0" brushRef="#br0" timeOffset="24395.39">19871 5306 4836,'18'-21'5093,"-18"21"-3972,0 0 1890,0 0-1538,0 0-544,20 21 64,-20-1-288,0-1 95,21 20-63,-21 2 96,20-2-417,-20 1-31,20 0-97,-20 0-224,19-1-32,1-19-224,-20 21-481,0-22-704,0 1-577,0-20-3587</inkml:trace>
  <inkml:trace contextRef="#ctx0" brushRef="#br0" timeOffset="38101.17">336 11267 12619,'-40'0'993,"20"0"-512,0-20 1248,20 20-31,-19 0-641,19 0-512,0 0-225,0 0-192,0 0 192,19 0-63,-19 0 31,40 20-64,0-20-32,19 0-32,-18 20-128,18-20 65,1 19-130,-1-19 66,0 0-33,-19 20 0,19-20 32,-39 0-257,21 0-736,-21 0-800,-2 0-834,-18 0-2241</inkml:trace>
  <inkml:trace contextRef="#ctx0" brushRef="#br0" timeOffset="38497.2">713 11188 11146,'-20'0'0,"20"0"0,0 0 1858,0 0-321,0 0-608,20 0-256,0 0-225,0 0-256,-1 19 1,1-19-65,0 20-64,21-20 0,-23 20-32,2 0 32,1-20-32,-1 20-32,19-20 96,-19 19-64,0 1 0,0-20 0,0 20-32,-20 0 0,19-20 160,-19 20-32,0 0 193,0-20-97,0 19 192,-19 2-63,-21-2-289,20 2 160,-19-21-32,19 19-96,0 2-96,-21-21-32,23 19-320,-2-19-641,20 0-1025,-21 20-2690</inkml:trace>
  <inkml:trace contextRef="#ctx0" brushRef="#br0" timeOffset="41744.38">19592 9180 3203,'20'-20'1345,"-20"20"1153,0 0 65,0-20-289,0 20-449,20-19-223,-20-2-513,0 21-256,-20 0-545,0 0-288,1 0-32,-1 0-192,-20 0-96,19 21 63,-17-2-31,-3 1 96,21 20 96,0-20 64,20 20 0,0-21 32,0 21-128,20-20 31,0-20 97,21 20 0,-21-20 97,19 0 127,1-20-32,-1 20-64,-19-20-64,0-20 0,-20 21 64,20-1-96,-20 0 0,0 0-128,0 0 0,0 0-128,0 20 32,0 0-257,0 20 353,0 20 32,0 0 32,20-1 0,-20 21 0,19-1 32,1-19 32,-20 19 0,20-18 32,-20-1 64,0 0 225,-20-1 287,0-19 97,1-20-289,-1 20 385,-20-20-384,1 0-257,-1 0-128,-1-20-32,3 20-577,18-20-255,-1 0-450,21 1-864,0-2-800,21 21-1026</inkml:trace>
  <inkml:trace contextRef="#ctx0" brushRef="#br0" timeOffset="42142.41">20088 8862 5861,'0'-40'865,"20"40"929,-20-19 448,0-1-481,0 20-447,0 0-129,0 0-641,0 0-448,-20 20 161,20-1 223,-19 41 33,-1-20-65,0 19-64,20 1-63,0-1-1,0-19-32,0 0-256,20 0 192,0 0-256,-1-21 0,21 21-224,-20-40 32,0 20-449,-1-20-160,1 0-1184,-20 0-2115</inkml:trace>
  <inkml:trace contextRef="#ctx0" brushRef="#br0" timeOffset="42545.43">20347 9160 13196,'20'0'512,"-20"0"-63,20 0 608,-1-20-545,1 20-95,0 0-257,0 0-224,19 0-320,-19 0-545,0-19-1410,0 19-2593</inkml:trace>
  <inkml:trace contextRef="#ctx0" brushRef="#br0" timeOffset="43137.46">20723 8962 9416,'0'0'1730,"0"0"-929,0 0 1601,21 0-768,-1 0-738,18 0-223,-17 0-224,19 19-321,-20-19-128,-1 20 32,-19-20-96,0 20-193,-19-20-95,-1 20-32,0 0 63,20-20 161,-20 20 64,20-20-32,0 19 0,0-19 0,20 21 96,0-2 32,0 1-32,-1 0 32,1 0 0,0 0-32,0 0 32,-20 0 32,0-20 0,-20 19 64,-20 1-64,21-20 32,-21 0-64,-1 0 0,23 0-481,-2 0-1280,20 0-2051</inkml:trace>
  <inkml:trace contextRef="#ctx0" brushRef="#br0" timeOffset="43519.48">21260 9121 12716,'20'-21'192,"-40"21"-1025,0 0 1409,-19 0 289,19 0 32,-21 21-512,21-2-321,2 1 32,18 0 0,0 0 96,0 0-192,18 20 96,23-21 0,-1-19-128,-1 20-64,1-20 0,19 0 128,-19 0 160,-1-20 96,-19 20 257,0-19 256,0-1-65,-20-20-223,0 20-353,-20 0-64,0 0-96,-19 1 0,-1-2 64,0 2-96,21 19 32,-21 0-128,20 0-609,20 0-832,0 0-1442,0 0-3267</inkml:trace>
  <inkml:trace contextRef="#ctx0" brushRef="#br0" timeOffset="43815.5">21418 8902 8520,'20'0'1921,"20"0"-896,-19 0 1442,-3 20-610,22-1-447,1 21-481,-2 0-417,-19 0 33,20-1-257,-21 21-128,1-20-96,0 0-32,0-1-32,-20 1 64,20 0-288,-20-20-224,-20 19-193,0-18-96,0 18-320,-19-19-961,-1-1-2210</inkml:trace>
  <inkml:trace contextRef="#ctx0" brushRef="#br0" timeOffset="45842.62">13378 6696 1153,'20'0'8135,"-20"0"-7750,-20 0-65,20 0 0,-39 0 97,-1 0-1,1 0-192,-21 0-288,1 21 160,-20-21 129,-2 0 383,-18 0-352,0 0-224,-1 0 0,1 19 0,0-19-64,20 0 32,0 0 32,18 20-32,2-20 0,19 0-96,1 0-768,19 20-994,0-20-3139</inkml:trace>
  <inkml:trace contextRef="#ctx0" brushRef="#br0" timeOffset="46151.63">12525 6478 9288,'0'-20'-224,"-20"20"96,-20 0-128,1 20 192,-21 19 96,-20-19 544,1 20 257,0-20-320,19 20-129,-19-21 513,38 21-161,3-19-223,-3-2-97,21 21-256,2-20 1,18 0 95,18 0 32,23 19-96,-1-19 0,19 20-95,1-20-161,19-1-769,-20 21-705,20-20-2209</inkml:trace>
  <inkml:trace contextRef="#ctx0" brushRef="#br0" timeOffset="47283.7">22430 9240 12619,'0'20'897,"0"-20"-1121,0 0 416,0 0 865,0 0 449,0-20-674,20 0-287,1 0-353,-21 0 161,20 0-33,0 0-96,-20 1-160,19-2-64,-19 2 0,20-1 32,0 0-64,-20 20 32,20 0-160,-20 20 64,0-20 64,20 39-32,-20-18 64,0 18 96,19-19-288,1 0 160,-20 0 64,20-20-32,0 20 128,0-20-32,1-20 32,-3 0 0,22 0 32,-19 0 0,-1-19-31,-20 18-129,0 2-289,0 19-191,0-20-1026,0 20-2145,-20 20-3139</inkml:trace>
  <inkml:trace contextRef="#ctx0" brushRef="#br0" timeOffset="47674.72">22530 9418 1,'-19'21'14861,"-1"-21"-14701,20 0 32,0 0 833,20-21-160,-20 21-417,19-20-288,-19 1-64,20-1-64,-20 0 129,20 0-129,-20 20-96,0 0 31,20 0 33,-20 0-96,0 0 0,0 0 64,20 20 32,-20 0 32,19 0-64,1-20 32,-20 19-32,20 1-64,0-20 96,0 0 96,1 0 64,-3-20 33,2 20 31,0-19 0,1-1 64,-21 0-384,0 0 32,0 20-320,-21-20-481,21 20-737,0 0-1505,0 0-3395</inkml:trace>
  <inkml:trace contextRef="#ctx0" brushRef="#br0" timeOffset="48056.74">23325 9180 9416,'18'-40'161,"-18"40"960,-18-19 961,-22 19-801,19 0-480,-17 0-577,17 19-128,1 1-64,0 0 0,20 20-64,0-20 32,20 19-128,21-19-128,-3 20-129,3-20-95,-3-20 288,-17 20 192,-1-20 32,20 0 32,-1-20 128,1 0 448,0 0 193,-1 0 160,-19-19-96,1-1-256,-21 20-289,-21-20 0,-19 1-160,-19 18-480,-1 2-1121,1 19-1730,-20 19-7015</inkml:trace>
  <inkml:trace contextRef="#ctx0" brushRef="#br0" timeOffset="51244.93">13260 10134 9064,'0'0'2787,"0"0"-2243,19 0 641,-19 0 0,20 0-256,20 0-288,-1-19-225,-19 19-191,20 0-97,-1 0-64,1 0-64,-19 0-96,17 0-385,-18 0-384,1 0-416,-1 0-416,0-21-706,-20 21-1408</inkml:trace>
  <inkml:trace contextRef="#ctx0" brushRef="#br0" timeOffset="51511.94">13517 10015 7879,'21'0'1281,"-1"0"-1249,-2 0 1025,2 0 769,1 0-385,-1 0-672,20 20-353,-21 0-63,1-20-65,0 19 0,0 1-128,-20 1-63,0-2-65,0 1 0,0-20 0,0 20 64,-20-1-64,0 2 64,0-21-96,-19 20-96,19-1-481,-21 1-1120,21 0-2916</inkml:trace>
  <inkml:trace contextRef="#ctx0" brushRef="#br0" timeOffset="54061.09">12663 11287 9416,'81'0'769,"-22"0"-609,-19 0-160,19 0 192,-19 0 513,-1 0-417,1 0-352,-20 0-865,1 0-1024,-21 0-2500</inkml:trace>
  <inkml:trace contextRef="#ctx0" brushRef="#br0" timeOffset="54390.11">12843 11088 4035,'0'0'4036,"0"0"-3780,0 0-127,0 20 767,-20 0 33,0 0-256,-21 0-161,3 0-255,17-1 127,-19 1 417,1 0-33,-1 0-127,20 0-257,1-1-223,-1 1-97,20 0-64,0 0 32,20 0 256,-1 0 192,21-1-95,1 2-193,17-2-192,-17 2-224,-2-2-929,1 2-1186,0-21-2497</inkml:trace>
  <inkml:trace contextRef="#ctx0" brushRef="#br0" timeOffset="55552.17">19413 10214 1,'0'-21'2433,"0"21"161,21 0 33,-21-19-513,0 19-224,0 0-385,-21-20-608,21 20-289,-20 0 65,20 0-96,-20-20-353,1 20-128,-1 0-96,-20 20-32,20-20 0,1 20 32,-1 20 0,0-20-32,20-1 32,0 21-32,0-20 32,0 0 32,40 0 0,-21-20 32,21 0 0,-20 0 32,19-20 0,1 20-96,-19-20 64,-1 0-64,0-20 0,-2 21 32,-18-1-64,0-1 0,0 2 0,-18 19 0,18 0-128,0 0 32,0 40 64,0-20 0,18 19 0,3 21 64,-1-21 64,0 21-64,0 0 32,-1-20 0,-19-1 160,0 1 256,-19-20 289,19 0 64,-20-1 32,0-19 63,-21 0-383,23 0-257,-22-19-192,-1 19-96,21-20-320,1 0-577,-1 1-224,20-2-160,0 1-417,0 1-1185,20 19-2113</inkml:trace>
  <inkml:trace contextRef="#ctx0" brushRef="#br0" timeOffset="55891.19">19889 9995 4388,'20'-60'2978,"-20"41"-2913,0-2 1408,0 2 1185,0 19-640,0 0-736,-20 0-802,20 0-192,0 19 353,-18 2 160,18-2-193,-20 21 33,20 0-385,0 0 32,0-1-95,0 1-97,0 0 64,20 0-64,-2-1 32,2-19-128,1 0 0,-1 0-384,0 0-225,-1-20-288,1 0-929,-20 0-1633,0 0-4260</inkml:trace>
  <inkml:trace contextRef="#ctx0" brushRef="#br0" timeOffset="57860.3">20268 10134 160,'0'0'3299,"0"0"-993,-21 0-224,21 0-352,0 0-193,0 0-160,0 0-224,0 0-160,0 0-64,0 0 160,0 0-96,0 0-64,0 0-192,0 0-225,0 0-127,21 0-33,-1 0-64,-2 0-192,3 0-96,-1 0 0,20 0 0,-21-19 0,1 19-256,0 0 0,0 0-129,0 0-383,-20 0-33,0 0-160,0 0-384,0 0-161,0 0-672,0 0-897,0 0-4035</inkml:trace>
  <inkml:trace contextRef="#ctx0" brushRef="#br0" timeOffset="59419.39">20922 10094 416,'0'-20'6470,"0"20"-4484,0 0 544,0 0-224,0 0-832,0 20-65,0-20-512,20 21-352,0-2-257,-20 1-32,20 0-128,-20 20-96,19-20 32,-19 19-32,0-19-448,0 0-385,0 0-640,0 0-1122,20-20-1793</inkml:trace>
  <inkml:trace contextRef="#ctx0" brushRef="#br0" timeOffset="59728.41">21260 10193 11530,'0'0'449,"-20"21"-1378,20-1 705,-20-1 384,20 1 288,0 0-159,0 0-97,20 0-128,0 0-32,20-20 96,-21 0 96,21 0 32,-20 0 129,0 0 95,-1-20-256,1 0-127,-20 0 255,0 0 160,0 0 161,-20 1-96,1 19-321,-1-20-224,0 20-128,-20 0-257,21 0-447,-1 0-994,0 0-1665</inkml:trace>
  <inkml:trace contextRef="#ctx0" brushRef="#br0" timeOffset="60024.43">21418 9975 10762,'0'-20'1313,"20"20"-1025,-20 0 1730,40 0-352,-19 0-673,17 40-417,3-20-288,-21 20 1,19-21 127,1 22 225,-1-2-257,-19 0-192,0 2-160,-20-2 64,0-19-32,0 20-32,0-20-224,-20 20-352,0-21-481,-19 1-769,19 20-1601,0-20-6887</inkml:trace>
  <inkml:trace contextRef="#ctx0" brushRef="#br0" timeOffset="61906.54">13398 6736 7783,'40'0'2050,"-40"0"-1057,21 0 897,-21 0-641,0 0-128,0 0-288,0 0-385,0 0-160,-21 0 65,21 0-1,-20 0-192,0 20-96,-19-20-32,19 0 32,-40 0-32,1 0-32,-20 0 32,0-20 257,-21 20-161,1 0 96,-2 0 0,2 0-64,0 20-128,0-20-64,20 20 32,20 0-32,-2-20-160,23 20 32,-3-20-192,21 20-161,1-20-95,19 0-321,0 0-64,0 0-801,19-20-1249,-19 20-7109</inkml:trace>
  <inkml:trace contextRef="#ctx0" brushRef="#br0" timeOffset="62339.56">12803 6478 4228,'20'-20'6438,"-20"20"-6406,0 0 64,-20 0-64,-21 0-32,3 20 128,-23 0 0,2-1-128,-20 1 32,19 0 0,-19 0 32,0 0 160,0 1 65,-1-2 351,20 0 1,-19 2-129,39-21 65,1 19 192,19 2-193,0-21-352,20 19-96,0-19 65,0 20 511,40 0-127,-22 0-257,43 0-256,-2 19 128,1-19-160,-1 20 32,2 0 1,18-1-33,-20 1 0,1 0-64,-1 0-161,-19-21-63,-1 2 0,1-2-417,-19 1-416,-21-20-1345,-21 20-7367</inkml:trace>
  <inkml:trace contextRef="#ctx0" brushRef="#br0" timeOffset="63475.63">22430 10154 9320,'-18'0'3107,"18"0"-2626,0 0 704,0 0 769,0 0-417,0 0-608,0 0-288,0 0-193,0 0-160,0 0-224,18-20 32,2 1-192,1-2 225,19-18-226,-21 19 97,1 0-64,0 0 96,0 0-160,-20 20 32,0 0-128,0 20 160,0 0 64,0 0-96,0 19 64,0 2-128,20-22 96,-20 1-161,19 0 225,-19-1 0,20-19 161,0 0-33,0-19 32,-20-1-32,20 0 160,1 1-288,-21-2 32,0 21-256,18-20-256,-18 20-738,-18 0-1857,-3 0-3491</inkml:trace>
  <inkml:trace contextRef="#ctx0" brushRef="#br0" timeOffset="63857.65">22530 10293 13036,'0'20'2562,"-19"-20"-2434,19 0 545,0 0 576,0 0-480,0 0-673,19 0-32,-19-20-64,20 20 0,-20-20-160,20 20 128,-20-20 32,0 20-64,0 0 32,20 0 32,-20 0-64,0 0-32,20 20 32,-20-20-65,19 20-351,1-20-97,0 20 193,0-20 96,0 0 192,-20 20 128,21-20 128,-3-20 224,-18 20 193,20-20-129,-20 20 65,20-20-161,-20 20-256,0-20-96,0 1-224,0 19-160,0 0-449,21-20-833,-21 20-1152,0 0-1667</inkml:trace>
  <inkml:trace contextRef="#ctx0" brushRef="#br0" timeOffset="64239.67">23226 10134 15630,'0'-19'192,"-21"19"-480,1 0 384,0 0 225,0 19 31,1 1-224,-1 0-96,20 20 0,0-1 0,0-19-32,39 0 0,-19 20-128,20-20 32,-1-20 32,2 19 64,-1-19 64,-22 0 96,3 0 160,19 0 353,-20-19 96,19-1 64,-19 0-161,0 0-31,-20-20-129,0 21-95,-40-22 31,20 22-352,-39-21-96,18 21-416,-17 19-737,-1 0-641,-2 19-1313,22 1-6726</inkml:trace>
  <inkml:trace contextRef="#ctx0" brushRef="#br0" timeOffset="65284.73">19652 11088 3939,'0'-19'5285,"0"-2"-3587,-20 21-193,20-20-800,-20 20-353,0 0 193,1 0-65,-21 0-127,20 20 191,-1 20-160,21-20-287,-18 20-65,18-20-64,0 19-33,18-39 1,3 20 32,-1-20 32,0 0 96,0 0 1,19-20-33,-19 1-64,-20-21 128,20 20 32,0-20 64,-20 21-64,0-2-160,0 1-64,0 20-128,0 0-160,0 20 224,19 20 31,-19 0-287,40 20 96,-20-21 160,0 21 64,-1-21 64,1 21 0,-20-21 160,0 1 416,0-19 65,-20-2 224,1 2 448,-1-21 0,-20 0-384,1 0-320,19 0-481,-20-21-32,1 2-320,19 19-289,0-21-416,0 2-416,20-2-929,0 2-1890,0-1-5701</inkml:trace>
  <inkml:trace contextRef="#ctx0" brushRef="#br0" timeOffset="65646.75">20207 10790 13516,'-20'-20'641,"20"0"352,-19 20 224,-1-20-256,20 20-577,-20 20-127,0 0-97,0 20 128,1-1 192,19 21-31,-20 0-65,20-20-31,0 20-65,20-21 0,-20 1-256,19 0-64,21-21 128,-20 1-320,0 0-545,19-20-736,-19 0-1314,0 0-4196</inkml:trace>
  <inkml:trace contextRef="#ctx0" brushRef="#br0" timeOffset="65827.76">20347 11048 13580,'0'-20'1762,"0"20"-1410,0 0 1474,0 0-801,20 0-480,19 0-481,-19 0 32,20 0-288,-20 0-609,19-19-1089,-19 19-3715</inkml:trace>
  <inkml:trace contextRef="#ctx0" brushRef="#br0" timeOffset="66056.77">20784 10849 11947,'18'0'1505,"-18"20"-672,0-20 1313,0 20-673,0 20-287,0-20-482,0 19-415,0 1-97,0 1-224,0-2-321,21 1-736,-21-20-544,20 0-1378,20-1-2979</inkml:trace>
  <inkml:trace contextRef="#ctx0" brushRef="#br0" timeOffset="66331.79">21102 11028 12908,'0'0'-353,"0"0"-95,0 20 1377,0 20 0,0-20-353,0 0-287,0 0-193,18 0-64,-18 0 64,20-20 0,1 0-32,-1 0 96,0 0 32,-1-20 64,1 0 129,-20 20 95,0-40 193,0 20-193,-20 1-480,1-2 32,-1 1-320,-21 20-128,21 0-609,2 0-2210,-2 0-8264</inkml:trace>
  <inkml:trace contextRef="#ctx0" brushRef="#br0" timeOffset="66619.81">21240 10849 6950,'20'0'4452,"20"0"-4388,-1 0 1762,-19 20 865,20 0-930,-1 20-800,-19 0-256,0 0-225,1-1 97,-3 1-193,-18 0-288,20 0 64,-40-1-160,20 1 65,-18-20-97,-23 19-161,21-19 33,-19 0-256,19 0-513,0-20-801,-20 0-2946</inkml:trace>
  <inkml:trace contextRef="#ctx0" brushRef="#br0" timeOffset="67275.84">22292 11028 15534,'-20'20'417,"0"-20"-161,0 0 1249,20 0-288,0 0-384,0 0-352,0-20-225,0 20 96,20-19-63,20-21-257,-20 20 64,-1 0-96,1-20 96,0 20-160,1 0 96,-1 20-128,-20 0-97,18 0-191,-18 20 0,0 0-193,0 0 161,20 20 160,-20-20-1,21 20-31,-21-21 192,20-19 128,-20 20 128,20-20 192,-20-20 161,19 20 95,1-19 65,0-2-128,-20 2-33,20-1-512,0 0-288,-20 0-513,19 0-768,-19 20-1346,-19 20-3491</inkml:trace>
  <inkml:trace contextRef="#ctx0" brushRef="#br0" timeOffset="67666.87">22371 11267 12011,'-20'20'3427,"20"-40"-3139,0 20 898,0-20 319,0 20-736,20-20-481,1 0-160,-21 1 0,20-1-64,-2 20-128,2 0 96,-20 0-160,21 0 64,-21 20 32,20-1 128,-20-19-192,20 20 128,-1 0 0,1-20 32,0 0 96,0 0 321,0 0-65,19 0 65,-19-20 63,-20 0-224,20 1 97,-20-1-353,0 20-64,0-20-32,0 0-353,-20 0-736,20 20-384,-20 0-161,20 0-736,-20 0-1089,20 0 224,0 20 128,20-20-96</inkml:trace>
  <inkml:trace contextRef="#ctx0" brushRef="#br0" timeOffset="68004.88">23106 11069 15630,'39'-21'1346,"-19"1"-1250,-20 20 448,0 0 321,0 20-705,-20-20-128,20 40-32,-19-20 96,19 20-128,0 0 160,0-1-128,19 1-64,21-20 160,1-1-128,-23 1 64,23-20 32,-1 0 97,-22 0 447,3 0-31,-1-20 223,0 20 161,0-39-224,-1 19-256,-19-20-225,0 1-96,0-1-64,-19 0 32,-1 0-128,-20 1-192,-19-1-385,-2 20-544,-18 20-1153,20 0-2306</inkml:trace>
  <inkml:trace contextRef="#ctx0" brushRef="#br0" timeOffset="70062">9031 10154 12491,'0'20'160,"0"-1"-95,0 2 831,0-1 193,0-1-544,0 21-65,0 0-95,0-20-161,0 20-64,0-1-128,0-19-128,20 0-577,-20 0-320,20-1-992,-20-19-1218,0 21-4677</inkml:trace>
  <inkml:trace contextRef="#ctx0" brushRef="#br0" timeOffset="70378.02">8832 10472 12812,'20'39'961,"-20"-18"-961,21-2 128,-1 22 1025,-2-22-32,3 1-705,-1 0-224,0-1-96,19-19 97,1 0 223,-20 0 32,19-19-159,-19-1-33,0 0 64,20-20 161,-21 20-225,21-20-64,-20 21-32,1-1-96,-3 0-128,2 20-384,-20 0-1378,0 20-3042</inkml:trace>
  <inkml:trace contextRef="#ctx0" brushRef="#br0" timeOffset="71439.08">11414 10214 3715,'0'-21'320,"0"2"449,0-1 576,0 20 609,0-20 32,0 20-224,0 0-289,0 0-160,0 0-512,0 20-32,0 0-193,0 20-319,0-1-65,0 1-64,0 0-128,-21-1 96,21 1-96,0 0 0,0 0-32,0-21-256,0 21-417,0-20-480,0 1-1153,0-2-1378</inkml:trace>
  <inkml:trace contextRef="#ctx0" brushRef="#br0" timeOffset="71742.1">11235 10452 10089,'19'20'865,"1"0"-513,-20-1 801,20 2 161,0 18-161,-20 1-385,21-20-479,-3 19-65,2-18 128,0-1 129,1-1 31,-1-19-128,-2-19-31,3 19 31,19-20-128,-20-20 33,19 0-193,-19 21-64,20-22-32,-21 22-256,1-2-1346,0 2-3683</inkml:trace>
  <inkml:trace contextRef="#ctx0" brushRef="#br0" timeOffset="79497.54">19612 11942 6117,'0'-19'1730,"0"19"-1314,0-21 866,0 2 543,-20 19-287,20-20-353,-19 0-513,-1 20-287,-20 0-321,1 0 64,19 20-160,-21-20-64,21 39 96,0-18-32,1 17 0,-1-17 32,20-1-192,20 0 320,-1 0-192,1 0 96,21-20 32,-1 0 32,-1 0 32,-19-20 0,20 0 32,-21 0 32,1 0 65,-20-1-129,20 2 64,-20 0-192,0-2-64,0 21-128,0 0-64,0 0-193,0 21 353,0-2 64,20 21 64,-20 0 64,20 19-128,-1 1 32,-19-1 32,20 1-32,-20-1 160,0-18 289,20-2 31,-40 0 161,20-18 127,-20-1 1,20-20 64,-19 20-224,-21-20-97,20 0-416,-19 0-96,-1 0-96,20 0-224,-19-20-225,19 20-223,0-20-386,-1-1-607,21 2-962,0 19-1985</inkml:trace>
  <inkml:trace contextRef="#ctx0" brushRef="#br0" timeOffset="80248.59">20247 11704 9737,'-20'-20'352,"20"20"32,-20 0 930,20 0 223,0 0-352,-20 0-576,1 20-193,19 0 385,-20 0 128,0 39-192,20-19-161,-20 19-352,20 0-128,0 2 65,0-21-161,0-1 32,20 1-32,0 0-129,0-21-319,19 1 192,-19 0-289,-20 0-352,20-20-704,-20 20-1218,0-20-2530</inkml:trace>
  <inkml:trace contextRef="#ctx0" brushRef="#br0" timeOffset="81350.65">5637 11565 6630,'19'0'224,"1"0"-64,0 0 769,0 0 480,19 0-31,1 0-546,0 0-511,19 0-97,20 0 128,-18 0-63,18 0-97,0 0-160,0 0-32,2 0-32,-2 0-192,-40 0-193,21 0 33,-40 0-385,19 0-320,-39 20-705,20-20-2402</inkml:trace>
  <inkml:trace contextRef="#ctx0" brushRef="#br0" timeOffset="82007.69">7919 11585 7783,'0'0'576,"0"0"193,20 0 128,0 0 352,1 0 225,17 0-706,3 0-576,18 0-31,20 0-1,1 0-64,-21 0-32,20 0-64,-18 0-448,-2 0-609,-19 0-737,-1-20-2754</inkml:trace>
  <inkml:trace contextRef="#ctx0" brushRef="#br0" timeOffset="82543.72">10302 11526 4644,'19'19'5285,"1"-19"-4997,20 20-32,0-20 417,-1 0 480,22 0-192,18 0-545,-20 0-255,20-20-97,-19 20-32,-1 0-865,-19 0-2626</inkml:trace>
  <inkml:trace contextRef="#ctx0" brushRef="#br0" timeOffset="83435.77">20604 11803 11755,'-19'0'1409,"19"0"-961,0 0 129,0 0 352,0 40-64,0-20-65,0 19-511,0 1-161,19 0 32,-19 0-288,20-20 0,-20 19-449,20-19-576,-20 0-833,0-20-1889</inkml:trace>
  <inkml:trace contextRef="#ctx0" brushRef="#br0" timeOffset="83743.78">20823 11961 13741,'0'0'160,"0"21"-288,-21-21 63,21 20 386,-18 20-225,18-20 32,18-1-64,-18 21 32,41-20-64,-21 0 96,19-20-32,1 0 65,0 0 255,-21 0 160,21-20-255,-20 0-1,-20 0-32,0 0 161,-20 1-97,0-1-384,0 0 128,-19 20-192,19-20-192,-20 20-225,21-20-95,19 20-449,-20 0-1217,20 0-1250,20-21-5731</inkml:trace>
  <inkml:trace contextRef="#ctx0" brushRef="#br0" timeOffset="84018.8">21061 11744 10922,'-20'-40'1697,"20"40"-1632,0 0 351,20 0 705,1 0 384,17 20-352,3 20-416,-1-1 64,19 1-289,-19 0-351,-21 19-129,1-19 96,0 0-256,-20 0 160,0-1 96,-20 1-160,-19 0 64,19-1 0,-20-19-385,20 0-383,1 0-1090,-1-20-3331</inkml:trace>
  <inkml:trace contextRef="#ctx0" brushRef="#br0" timeOffset="84704.84">21995 12042 12908,'-20'20'3235,"-1"-20"-3075,21 0-96,0-20 737,21 0-33,-1 0-319,0 0-161,19-20 129,-19 21-161,0-2 481,0-18-385,-1 19-320,-19 0 64,0 20-192,0 0 96,0 0-224,0 20 160,20 0-289,-20 0-31,0-1 64,20 21 95,-20-21 97,20 2 0,-20 19 128,20-20-32,-1-20 128,-19 20 160,20-20 161,-20 0 95,20-20-191,0 0-65,-20 0 0,20 0-32,-1-1-128,-19 2-288,20 0-64,-20-2-321,0 21 97,0 0-385,0 0-640,0 0-2147,0 0-4515</inkml:trace>
  <inkml:trace contextRef="#ctx0" brushRef="#br0" timeOffset="85121.86">22074 12260 5028,'-41'20'2883,"41"-20"-2819,0 0 1217,0 0 289,0 0-97,0 0-576,21 0-128,-1-20-97,0 0-63,-20 0-33,20 0-95,-1 1-33,1-1-191,-20 20 159,0-20 0,20 20-352,-20 20-96,0-20 0,20 20-96,0-1-64,-20 1 64,19 0 64,21-20 32,-20 0 64,0 20 0,-20-20 160,19 0 64,1-20 161,-20 20 95,20-20 289,-20 0-64,0 1-161,0-1-384,0 0-160,0 20-256,0-20-448,0 20-578,0 0-671,0 0-1475,21 0-3586</inkml:trace>
  <inkml:trace contextRef="#ctx0" brushRef="#br0" timeOffset="85453.88">22669 11783 1889,'0'0'11371,"0"0"-10987,0 0 994,0 0 640,0 0-929,0 20-321,0 0-415,20 0 287,-20 0-127,0 19-97,0 1 33,0 20-97,20-20-160,-20 19 64,0 1-95,0-1-33,21-19-64,-21 0-32,18-21-481,2 22-832,0-41-1121,-20 19-3844</inkml:trace>
  <inkml:trace contextRef="#ctx0" brushRef="#br1" timeOffset="90447.17">23681 8902 9320,'0'-20'513,"0"20"-289,0 0 1025,0-20-768,0 20-65,21-20 193,-21 20-257,0 0 0,0 0 289,0-20-97,0 20-223,0 0-129,0 0 128,0 0 65,-21 0 95,1 20-288,2-20-32,-2-20 1,-1 20-97,-19-19-32,1 19 32,-21-20-64,21 20-32,-21 0 0,1 0 32,-20 0-32,38 0 32,1 20-32,1-1 0,39-19-1,-20 20 33,20 0-96,0 0 64,-20-20 32,20 20 0,0 0 32,0-20-32,0 19 32,-20 2-32,1-2 161,19 1-161,-20 0-32,20 20 32,-20-20-32,20-1-1,0 21-63,0 0 64,0-20 32,0 20 0,0-1-64,0 1-64,0 0 32,0-1 64,0 2 0,0-2-64,0 21-96,20-20-32,-20-1-257,-20 21 33,20 0 159,-20-21 193,20 21 96,-20-1 96,1 21 97,19-20-65,-20-1-64,20 1-64,0-21 0,0 21-64,20-20 32,-20 20 32,19-20-160,-19-1 127,0 1 130,0-1 191,0 1 64,-19 1-192,19-2-96,0-19-160,0 20-192,0-1-96,-20 1-129,20 0 161,0-20 352,-20 19 192,20-19 256,-20-20 161,20 20 96,0 0-353,-21 0-320,21-20-96,0 20-192,-18-20 64,18 19 95,0 2 33,0-2-32,0-19 64,0 20 32,0 1 64,0-21-64,-20 19 0,20-19 0,0 0 32,0 20-64,0-20 64,0 20-32,-21-20 0,1 20 0,20-20-32,0 20 0,0 0 96,-20-20 0,20 19-64,0 1 0,0-20 65,-18 20 159,-3 0 0,21-20-96,-20 20-96,20-1-64,0 1 0,-20-20-160,20 20-32,0 0-97,0-20 97,0 20 160,0-20 32,0 20-64,0-20 352,0 19 193,-20-19-129,20 21-96,-20-21-96,20 19-96,-19 2-32,19-21 0,0 0 0,0 19 0,0-19 0,0 0 32,0 0 32,-20 0-64,20 0 32,0 0-32,-20 0 0,20 21 0,-20-21-32,20 0-64,-20 19-32,20 1-64,-19 0 128,-1-20 96,20 20-32,-20 0 64,-1 0-96,21-1 32,-20 1-32,20 0-32,-18 0-224,18 0 63,-20 19 225,20-19 225,-21 20 95,21 0-288,-20 0-32,20-2 0,0 3 32,0-1-160,0-1 32,0 1 96,0 0 32,0-1 96,0 1 0,0 0 0,0-1 64,0 2-96,0-2 65,0-19-65,0 20-96,0-20 96,0 0-96,0-1 32,20 2-32,-20-2 0,21 1-32,-1 0 32,-2-20 0,2 20 0,1 0 0,-1-20 32,-20 19-32,20 1 0,-1-20 32,1 20-32,0 0-32,20-20 32,-21 0 0,21 0-32,-20 20 32,21-20-32,17 0 32,-17 0 32,-2 0-32,21-20 0,-21 20 0,1-20 0,-1 0 0,1 20-64,0-20-32,-1 1 128,-19-1 0,0 0 32,19 0 128,-19 20 32,1-20-160,-1 1-64,0 19 0,-20-21 0,18 2 0,3 19 0,-21-20 96,20 0-160,0 20 96,0-21 32,-1 2 32,1-1 0,-20 0-96,20 1 0,-20-2 97,20 1-65,-20 1 0,20-1 160,-20 0 96,20-20-160,-20 20 64,0-19-128,0 19 129,19-20 31,-19 20-64,0-19-64,20-1 192,-20-1-95,0-18 63,20 20-32,1-21 32,-1-19 97,18 19 127,-17 1-288,19-20-32,-21-1-64,1 20 1,20-20 31,-20 1-64,-1 0 32,1 0-32,0-21 32,-20 20 32,40-19-160,-21 20 32,1-21 32,20 0-32,-19 1 0,17 20 0,-18-20 64,1 19 32,-1-19-64,-20 19 0,0 0 0,0 1-64,0 0 64,-20-1-64,20-19-32,0 19 64,-21 0 0,21 1 64,-20 0 0,0-1-32,20 20 161,-18 21-161,-3-21-32,1 21 32,0 18-64,0-18-32,20 19-1,-19 0 33,-1 0 64,20 0-128,0-19 192,-20 19-63,20 20-66,-20-20-63,0 20 0,1 0 64,-1 0 64,-20 20-96,20 0-32,-19 0-256,-2-1-129,21 1-736,-18 20-1185,-3-20-3235</inkml:trace>
  <inkml:trace contextRef="#ctx0" brushRef="#br1" timeOffset="94903.42">14550 12657 11434,'-20'0'545,"0"0"-417,20 20 609,0 20 95,0-20-31,20 39-128,-20 1-97,20 0-351,-20 19-65,20 1 0,-20-1 32,0 1-64,20-20 64,-20-1-160,0-19 129,0-20 319,0-20 129,0 0-449,0-20-96,0-1-32,0-18-32,0 0-224,19-2-129,1 2-31,0-1 192,0 0 160,19 21 160,-19 19 32,0 0-96,21 0-32,-23 39 32,2-19-64,-20 0 32,21 20-64,-21-1-96,0 1-384,20 0-610,-20 0-575,0-1-1314,20-18-5413</inkml:trace>
  <inkml:trace contextRef="#ctx0" brushRef="#br1" timeOffset="95408.45">15186 13194 13004,'0'0'160,"-21"0"-608,21 0 191,-20 20 353,20 0 97,-20-1-97,0 22 64,20-2 320,-19 0 97,19 2-193,19-1-160,-19-21-128,20 21 1,20-20-33,-19 0 0,17 0 0,3 0 0,-1-20 32,-1 0 32,1-20 0,-1 0-32,1 0 0,-20 0 193,0 0 159,-20-19 161,19 18-161,-19-18-288,-19-1-128,-1 20 32,0 0 96,0-20 1,0 20-129,-19 20 32,19-19-64,-20-1-32,21 20-193,-1 0-191,0-20-481,-1 20-416,21 20 32,0-20-65,0 20-543,0-20-962,0 0-2850</inkml:trace>
  <inkml:trace contextRef="#ctx0" brushRef="#br1" timeOffset="95706.47">15224 13313 9096,'0'0'2146,"0"20"-1473,-20-20 992,20 0-127,0 0-449,0 20-513,0-1-95,0 2-129,0-1-32,0-1-159,0 2-193,0-2 64,0-19 0,20 20-32,-20-20-96,20 0-225,-20 0-95,21 0-129,-1 0-480,-20-20-896,20 20-866,-1 0-1281</inkml:trace>
  <inkml:trace contextRef="#ctx0" brushRef="#br1" timeOffset="95884.48">15384 13453 4292,'0'0'1153,"0"0"-417,0 0 2275,-20 0-769,20 0-896,0 0-418,0 0 194,0 0-322,0 0-575,0 0-33,0 0-32,0 19-64,0 1-128,0 0-192,0-20-289,0 20-256,20 0-320,-20-20-1025,20 0-3203</inkml:trace>
  <inkml:trace contextRef="#ctx0" brushRef="#br1" timeOffset="96123.49">15702 12817 15054,'-40'-21'448,"19"42"-384,1 18 96,2 0 833,-3 2-64,21 18-352,-20 1-417,20-20-128,20 19-64,1-19-128,-3 0-353,23-21-704,-1 22-961,-1-41-1569,-19 19-5478</inkml:trace>
  <inkml:trace contextRef="#ctx0" brushRef="#br1" timeOffset="96302.5">15781 13055 13388,'0'0'417,"0"20"-321,20 0 801,-20 0 704,19 19-736,21-19-673,-20 0-352,0 0-160,19 0-545,1-20-865,-19 19-1633,-3-19-5285</inkml:trace>
  <inkml:trace contextRef="#ctx0" brushRef="#br1" timeOffset="96433.51">16018 13154 10922,'-39'0'1185,"19"0"-897,0 20 449,-19 20-193,19-20-447,0 19-642,-20 1-1313,40-20-1409,-19 19-4708</inkml:trace>
  <inkml:trace contextRef="#ctx0" brushRef="#br1" timeOffset="96685.53">16018 12856 14029,'0'0'448,"20"20"-288,0-1 1154,1 2 255,19 19-416,-22-1-704,23 1-417,-21 0-96,19 0 64,-19 19-289,0-19 97,-20 19 0,0-19-32,0 0-289,-20-21-159,0 22-1410,1-22-4388</inkml:trace>
  <inkml:trace contextRef="#ctx0" brushRef="#br1" timeOffset="98221.61">16753 13194 14701,'-20'20'417,"1"-20"-385,19-20 801,0 0 192,0 0-577,19-19-320,1 19-160,0-20 64,0 0-64,0 20 0,-1 1-96,1-1-64,0 20 32,-20 0-1,0 0-31,21 20 128,-21-1 32,0 21 64,0-20-32,20 20 0,-20-1 0,0 1 64,20-20-32,-2 0 128,3 0 225,-1-20-97,0 0 96,0-20-31,-1 0-1,1 0 129,0 0-161,0-19-320,-20 19-128,0 0-513,0 20-480,0-20-1057,0 20-2146,0 0-5061</inkml:trace>
  <inkml:trace contextRef="#ctx0" brushRef="#br1" timeOffset="98595.63">16832 13472 12748,'-19'40'800,"-1"-20"-383,20-20 1601,0 0-705,0-20-769,0 20-351,0-20-129,20 0-64,-1 1 0,1-2 0,0 21 0,-20-19-64,21 19 0,-1 0 31,0 0 33,-2 19 65,3 2-97,-1-2 128,0-19-128,0 20 192,-1 0 128,1-20 192,0 0 97,0 0 96,-20 0 95,20-20-63,-1 0 32,-19 1-353,20-2-320,-20 2-32,0-1-192,-20-1-577,20 2-608,-19 19-577,19 0-1441,-20 0-5894</inkml:trace>
  <inkml:trace contextRef="#ctx0" brushRef="#br1" timeOffset="99166.67">17646 12995 4131,'-19'0'9930,"-1"0"-8617,20 0-544,0 0 576,0 0 0,20 20-352,-1 0-448,21 20-161,1-20-224,-3 19 65,23 1-225,-2 0 96,1-20-225,-21 19-287,21-18-192,-21-2-129,1 1-160,-19-20-384,-3 20-737,-18-20-513,0 0-2305</inkml:trace>
  <inkml:trace contextRef="#ctx0" brushRef="#br1" timeOffset="99383.68">18123 12995 14477,'-20'0'609,"0"20"-449,-19 0 1281,19 0-192,-20 20-480,1 19-320,-1-19-321,20 19-64,-19 1-32,19-20-320,0 0-481,20-1-384,0-18-1057,0-2-2627</inkml:trace>
  <inkml:trace contextRef="#ctx0" brushRef="#br1" timeOffset="99665.7">18421 13333 10249,'20'20'4901,"-20"-20"-4677,0 0 609,0 0 961,0 0-353,0 19-704,19-19-257,-19 41-160,0-22-127,0 2-225,0 18-161,0-19-479,0 0-577,0 0-898,0 0-3202</inkml:trace>
  <inkml:trace contextRef="#ctx0" brushRef="#br1" timeOffset="100420.74">19235 13174 10537,'0'-20'3684,"0"0"-3556,-20 1-64,20 19 385,0 0 127,0 0-159,-20 0 63,20 39-128,0 1-95,0 0-161,0 20-96,0-1-161,0-19-127,0 20 256,0-21 64,0-19 0,0 0 160,20-20 161,-20-20-129,0 0 96,20 0 65,-20-20 95,0 1-256,0-21-192,20 21-96,-20-21-128,0 0-96,19 20 128,1 1-33,0-1 161,-20 20 97,20 0-65,0 20 0,-20 20 160,0 20 96,19 0 0,-19-1 0,20 1-192,-20 0-64,20-1-256,1 1-320,-1-20-545,-20 0-1218,20-1-1728,-2 2-6215</inkml:trace>
  <inkml:trace contextRef="#ctx0" brushRef="#br1" timeOffset="100580.75">19354 13353 15150,'-40'0'1601,"20"-20"-1184,0 20 704,20 0-224,0 0-481,20 0-288,0 0-768,0 0-225,19 0-929,1 0-2434</inkml:trace>
  <inkml:trace contextRef="#ctx0" brushRef="#br1" timeOffset="101034.77">19652 13194 12171,'0'0'545,"0"20"-898,0 0 930,0-1 512,0 22-897,-20-22-320,20 21-224,0-21 255,0 22 129,20-22-32,-20-19 225,0 0 255,0 0-320,0 0 257,0-19 159,0-1 65,0-1-225,0-18-224,0 0-288,0 18-384,0-18-417,20 19 160,-20-20 321,19 20 32,1 20 255,0 0 97,-20 20 289,20 0 159,0 20-32,-20-21-31,19 22-225,1-2-128,0-19 0,1 20 32,-1-20 128,-2-20 353,2 0-129,1 0 32,-1 0 193,0-20-33,-20-1-127,0 2 31,0-21-384,0 21-96,-20-22-384,20 2-481,-20-1-192,-1 20-737,21 0-1537,-20 1-5477</inkml:trace>
  <inkml:trace contextRef="#ctx0" brushRef="#br1" timeOffset="101415.8">20108 13194 9320,'20'59'1185,"-20"-39"161,0 20 319,20 0-1312,-20 0 63,0-20 193,0-1-353,20 2 352,-20-21 65,0 0-417,0 0 129,0-21 383,0 2-127,0-1-161,-20-20-95,20 20-289,0-19-96,20-2-256,-20 2-65,19 19 225,21-20 288,-20 20 129,21 20-65,-23 0-96,23 20-32,-21 20 129,19-20 127,-19 19-256,-20 2 32,20-2-160,-20 0-32,-20 2-32,20-1-160,-20-21-321,-19 1-319,19 0-962,-21-20-2883</inkml:trace>
  <inkml:trace contextRef="#ctx0" brushRef="#br1" timeOffset="101878.82">19454 13393 6694,'0'-21'1762,"0"21"-738,0 0 1635,0-19-545,0 19-897,0 0-416,0 0 288,0 19-320,0 2-1,0-1-127,0 20-289,0-1-320,0-19-160,20 0-576,-2 20-482,3-20-1504,-1-1-4068</inkml:trace>
  <inkml:trace contextRef="#ctx0" brushRef="#br1" timeOffset="102462.86">21041 13214 4580,'-20'0'9289,"0"0"-7976,20 0-352,0 0 544,0 0 65,20 20-321,0-20-480,0 19-385,21 22-224,-3-22-352,23 1 384,-22 19-352,1-18-320,-1-1-289,1 20-128,0-40-192,-21 19-801,1 1-1793,-20-20-6343</inkml:trace>
  <inkml:trace contextRef="#ctx0" brushRef="#br1" timeOffset="102650.87">21379 13234 13805,'-20'0'416,"20"0"-256,-20 19 1570,0 1-225,1 1-800,-1 18-417,0 0-288,0 2-128,0-1-320,1-21-802,-1 21-1088,20-20-2114</inkml:trace>
  <inkml:trace contextRef="#ctx0" brushRef="#br1" timeOffset="103024.89">21598 13372 8936,'18'21'7207,"-18"-21"-7656,0 0 577,0-21 801,21 21-256,-21 0-449,20 0 32,0 0-224,19 21 65,-19-21-129,0 20 0,0-1 32,-20 2-129,20-21 161,-20 19 32,-20 1 193,0 0 223,20 0 97,-20 0-225,0-20-64,20 20-128,0-20 1,0 20-129,0-20-96,20 0-289,0 0-415,20 0 31,-21 0-833,1 0-1921,0 0-7367</inkml:trace>
  <inkml:trace contextRef="#ctx0" brushRef="#br1" timeOffset="108101.18">13378 11923 7238,'-19'19'2883,"-1"-19"-2787,20 19-32,0-19 577,20 0 864,-1 0-736,1-19-577,20 19-128,-1-19 0,22 19 193,-23-21 63,3 21-128,-1 0-160,-20 0-128,-1 0-384,-19 0-353,20 0-1025,-20 0-1601,0 0-2627</inkml:trace>
  <inkml:trace contextRef="#ctx0" brushRef="#br1" timeOffset="108375.19">13558 11764 11723,'0'-20'736,"18"20"-704,2 0 1121,21 20 225,-1-20-33,-21 19-448,41 1-449,-21 0 65,1-20-193,1 20 32,-23 0-288,2 0 65,0 20-97,-20-21 64,0 21-64,-20-20 64,0 20-64,-19-20-160,19 19 160,-20-19 32,1 0-96,-1 0-32,20 0-513,-19-20-1377,-1 19-5381</inkml:trace>
  <inkml:trace contextRef="#ctx0" brushRef="#br1" timeOffset="140186.01">13795 7749 5220,'0'0'513,"0"0"-513,0 0 416,0 0 1410,0 0 64,0 0-321,0 0-319,0 0-386,0 0 65,0 0 32,0 0-352,-19 0-513,19 0-64,-20 0-32,20 0 32,-20 0-32,0 0 96,-19 0 0,-1 0 64,-1-19-32,3 19-64,-23 0-64,2 0-128,-1-20 0,1 20 64,0 0 64,-1 20 0,-19-20 32,38 0 0,-18 19 64,19-19-64,1 20 0,19-20-64,0 0 96,0 0-64,20 0 64,0 0 0,-19 0 161,19 0-193,0 20-32,0-20 32,0 20 32,19 0-64,-19 0 0,0 19-64,0 1 32,0 0-32,0 0 96,-19 19-32,19-19 0,0 20 32,0-1-32,0 1 0,-20 19 0,20 1 0,0-20 0,0 19 32,0 0 0,-20 1 0,20-1-32,0 1 160,0-1 0,0 21-64,0-21-64,0 21 64,0-1-96,0-19-96,20 19 128,-20-20 32,0 21-64,0-1 32,0 1-32,0-21 160,20 20-416,-20-19 577,19-1-257,-19 1-161,20-1 162,0 1-97,0-21-33,0 21 33,-1-20 32,1 19 0,-20-19 32,20 19 0,0-19-64,1-1 97,-3 21-226,2-20-31,1-1 96,-1 20 64,-20-19 32,20-20 0,-2 19 32,-18 2-64,21-2 32,-21-19-32,20 19 32,-20 1-64,20-1-32,-20-19-32,0 19 96,0 0 0,0-18 32,0 19-32,0-21 32,0 1-32,-20 19-32,20-19-33,-20 0 1,20 19 64,0-19 64,0-20 0,-21 19 32,21-18-31,0-1-1,0 0-32,0-1 0,0 2 0,-18-2-32,18 21-1,0-20-31,0-20 32,0 20 32,0-1-32,0 1 32,0-20 32,0 0 97,18 0-65,-18 20-64,0-20 0,21 0-64,-1 20-33,0-20 97,-20 0-64,20 0 64,19-20 0,-19 20 32,0 0-64,0 0 160,19 0-95,-19 0-33,21-20 0,-23 20 0,22 0-33,-19 0 33,17 0 0,3 0 0,-1 20 0,-1-20 0,1 0 0,19 0 0,-19 0 33,1 20-33,17-20-33,-17 0 98,18 20-65,0-20 0,1 0 0,19 0 0,-20 0-32,22 0 32,-22 0 0,20 0 0,1-20 32,-1 20-32,0 0 32,0 0-32,1-20 0,0 20 0,19 0 0,1-20 0,-21 20-32,20 0-97,0 0 97,0-20 64,1 20-64,-1 0 0,0 0 32,0-19 32,0 19-64,1 0 64,-1 0-32,-20 0 0,20 0 0,0 0 0,-18 0 0,18 0-32,0 0 32,-19 0-32,19 0 64,0 0-32,-20 0 0,0 0 0,20-20 0,-18 20-32,18 0 0,-20 0-64,0-20 0,21 20 96,-21 0 0,1 0 0,19 0 0,-20 20 32,1-20 0,-1 0-64,-19 0 64,19 0-64,0 0 0,0-20 32,-18 20-32,18 0 64,0 0-64,-19 0 64,19 20-32,-20-20 0,20 0 0,-18 0 32,-2 20-64,20-20 32,-19 0-96,-1 0-64,22 0 128,-22 0 32,0 19 0,1-19 0,19 0 64,-20 20 64,2-20-32,-3 0-96,3 20 0,-2-20 0,20 0-32,-19 20-32,-1-20 64,2 20-64,-2 0 64,0-20 32,1 0 32,19 0 64,-20 0-96,1 19 96,20-19-64,-22 20-64,23-20 0,-22 21-64,20-21 64,2 0 0,-22 20 0,20-20 32,-19 0 0,19 19-64,0-19 64,-20 0-32,22 0 0,-22 20-32,20-20 64,0 0-64,1 19 32,0-19 32,-1 0-32,0 21 0,1-21 0,-1 20 0,0-20-32,0 0 64,1 0-64,0 0 32,-1 0 0,0 0 32,0 0-64,21 0 64,-20 0-32,19 0 32,-20 0 32,1 0-64,-1 0 0,0-20 0,21 20 0,-20 0 0,19 0 0,0 0 0,-20 0 0,0 0 65,0 0 127,-18 0 96,-2 0-160,1 0-96,-1 0 0,-19 0-64,-1 0-96,21 0 0,-21 0-96,2 0 32,-1-21 159,-1 21 33,1 0 0,-20 0 33,-1-19-1,1 19-32,0 0 32,0-20-32,0 20 0,-1-19 0,-19-1 0,20-1 0,-20-18 32,20 19 0,0-20 64,-20 0-64,21 1 0,-21-1 0,18-20 0,2 21-64,-20-21 32,20-20 0,1 21 32,-1-40 64,-2 19 64,2 1-352,-20-20 384,21-1-160,-21 1-32,20 0 64,0-21-128,-20 1 64,19 0-32,-19-20 32,0 20 0,0-21 96,0 1-32,0 1 96,-19 18-128,-1-19 65,20-1 31,-20 2-32,-1-1-96,1-1 32,2 21-96,18-21 32,-20 21-96,-1 0 63,21 0 65,-20 0 33,20 0-66,-20 0 130,20 19-1,-18 1 0,18 0-96,-21-1 0,21 1-64,0 19-64,0 1-193,0-1 129,0 0 128,-20 21-32,20-1 32,0 1 64,0 19 32,0 1-224,0-1-129,-20 0-127,20 19 0,-20 2 95,20 0 289,-19 19 96,-1-21 160,20 21 65,-20-19 127,0 19-128,0 0 65,-19 0-65,-1 0-160,1 0-64,-22 0 0,2 0-64,-1 0 32,-19 0 32,0 0-32,0 0 0,-20 0 32,-21 0-32,1 0 0,-21 0 0,-38 0 0,0 0-32,-41 19 64,21-19-64,19 0 32,20 0 0,1 0-32,-2 0 32,-18 0 0,-1 21 32,1-21-32,-20 0 32,18 0 32,1 0-64,-19 0 0,0 0 96,-1 0-128,21-21 32,-21 21 32,1-19-32,-1 19 0,1-21-32,-2 21 64,2-20 0,-1 20 64,1-19-96,-1-1 192,1 20-31,-1-20-129,1 20-64,0-20 64,19 0-64,-19 20-97,19-20-63,0 20 64,-20-19 128,21 19 32,0 0-32,18-20 0,-18 20 0,20 0-64,-22 0-32,22 0-64,-1 0-32,0 0 96,1 20 0,18-20-65,-18 19 193,-2-19-32,22 20 0,-1 0 96,-21 0 1,22 0-65,-1 0 32,19-1-64,2 1 32,-1 1-32,20-2 0,0 2-32,-1-21-289,20 19-640,1 0-1857,-21 2-6183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07:31.17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4088 10770 3331,'20'-20'1313,"-20"20"-224,0 0 1441,0 0 193,0 0-865,0 0-513,0-20-288,0 20-160,-20-19-289,20 19-127,-20 0-353,-20 0-224,1 0-385,-21 19 1,21 1 224,-22 20-65,43-20 193,-23 19 32,41 1 32,0 0 64,0 0 64,41 0-64,-23-21 64,43 1 0,-22-20 32,21 0 65,-1-20-65,1-20 32,-1 1-32,0-21-64,-18 20 0,-21-19 0,0 19-32,-2-19-64,-18 38-128,-18-18-33,18 19-63,-20 20 192,20 20-128,0 0 160,0 20 160,0 19-32,20 21-32,-2-1-32,23 21 64,-21-21 64,19 1-64,-19-21 32,-20 1-32,20-21 257,-40 1 351,20-20 97,-39 0 128,-1-1-96,-1-19-225,-17 0-95,17 0-481,-18 0 160,19-19-320,1-1-353,19-20-672,20 20-577,-20-19-288,40-1-1249,0 0-6342</inkml:trace>
  <inkml:trace contextRef="#ctx0" brushRef="#br0" timeOffset="274.01">4763 10094 13004,'-21'60'704,"3"-21"-255,-2 2 736,20 18 417,0 1-417,-20 19-545,20 0-95,0 2-289,0-3-96,0 2-160,0-20-96,20-1-577,18-39-159,-17 20-706,19-40-288,-20 0-640,19 0-4484</inkml:trace>
  <inkml:trace contextRef="#ctx0" brushRef="#br0" timeOffset="441.02">4941 10611 13228,'0'0'1313,"20"0"-768,0 0 1120,21 0-415,-23 0-578,22 0-512,1 0-416,-2-19-993,-19 19-1185,20 0-2947</inkml:trace>
  <inkml:trace contextRef="#ctx0" brushRef="#br0" timeOffset="620.03">5378 10412 12587,'20'20'1154,"-20"0"-33,20 0 96,-20 0 128,0 20-736,0-1-545,0 1-160,0 0-705,0 0-833,21-20-1088,-3-1-6375</inkml:trace>
  <inkml:trace contextRef="#ctx0" brushRef="#br0" timeOffset="902.05">5696 10472 13100,'0'39'961,"0"1"-897,0 1 96,0-2 1249,20 0-224,0 2-896,-1-22-161,21 21-32,0-20 64,-1-20 192,2 0 129,-3-20 95,-18 0-351,21 0 127,-41-19-160,0-1 128,0 0 1,-41 0-321,3 1 0,-3-1 0,1 20-481,1 20-351,-1-20-1058,20 20-2082</inkml:trace>
  <inkml:trace contextRef="#ctx0" brushRef="#br0" timeOffset="1501.08">6688 10670 9096,'20'0'2531,"0"0"-1442,19 0-97,-19-19 33,21 19-128,-3 0-416,3 0-385,-21 0-192,19-20-289,-19 20-672,0 0-1153,-20 0-3299</inkml:trace>
  <inkml:trace contextRef="#ctx0" brushRef="#br0" timeOffset="1666.09">6887 10492 10954,'20'79'1057,"-20"-39"-673,0 0-256,0 20 257,20-21-161,-20 1-256,0-20-833,20 0-1761,-1-1-3140</inkml:trace>
  <inkml:trace contextRef="#ctx0" brushRef="#br0" timeOffset="1948.11">7166 10412 13388,'59'20'385,"-39"0"-65,18-20 1377,3 20-447,-21 0-674,-20-1-288,20 2-159,-20-2-129,0 22 160,-20-22-256,0 1-289,0 0-127,-1-1 320,21-19 128,-18 21-289,18-21-512,0 0-96,18 0-512,-18 0-1474,21 0-3170</inkml:trace>
  <inkml:trace contextRef="#ctx0" brushRef="#br0" timeOffset="2222.12">7423 10670 768,'20'0'2883,"0"0"-2851,-20 0 961,0 0-192,19 0-545,-19 0-64,20 21 385,-20-21 95,20 20-415,21-1-97,-23-19 0,2 0 160,21 0 225,-21 0 255,19 0 33,-19-19-160,0-1-1,0-1 289,-20-18 0,-20 19-224,0 1-481,0-2-256,-19 1-64,-2 20 32,1 0 32,1 0 0,19 0-64,0 20-448,20 1-1698,0-21-6375</inkml:trace>
  <inkml:trace contextRef="#ctx0" brushRef="#br0" timeOffset="2720.15">8138 10532 13644,'40'19'1986,"-1"1"-640,1 1-33,-20-2-416,19 1-353,1 19-416,-20-18 0,19-1-64,-19-20-256,1 19-256,-1-19-417,-2 0-512,2 0-577,-20-19-512,0-1-1762,0-20-2178</inkml:trace>
  <inkml:trace contextRef="#ctx0" brushRef="#br0" timeOffset="2843.16">8415 10511 7431,'-20'0'3171,"20"21"-2114,-19 18 416,-1-18-320,20 18-608,-20 21-481,20-40-417,0 19-480,0 1-1569,0-20-4292</inkml:trace>
  <inkml:trace contextRef="#ctx0" brushRef="#br0" timeOffset="3008.17">8694 10631 16944,'0'20'160,"0"-1"288,0 2 257,0-1-513,0 19-320,-20-19-865,20 0-1025,0 0-544,-20 0-4069</inkml:trace>
  <inkml:trace contextRef="#ctx0" brushRef="#br0" timeOffset="3426.19">7204 10730 10057,'0'0'2242,"0"0"-1633,21 0 159,-21 0-63,40 0-513,-1 0-224,-19 0-768,20 0-1507,-1 0-5668</inkml:trace>
  <inkml:trace contextRef="#ctx0" brushRef="#br0" timeOffset="3902.22">9190 10551 13388,'0'0'2306,"19"0"-2017,1 0 672,0 0-417,0 0-224,1 0-159,17 0-161,-17 0-353,-1 0-832,0 0-673,-2 0-544,3 0-2755</inkml:trace>
  <inkml:trace contextRef="#ctx0" brushRef="#br0" timeOffset="4053.23">9290 10393 9160,'18'39'1890,"-18"1"-897,0-1-737,20 1-128,-20 20-128,0-20-448,21 0-321,-21-20-1057,20-1-2209</inkml:trace>
  <inkml:trace contextRef="#ctx0" brushRef="#br0" timeOffset="4601.26">9587 10353 14830,'59'0'576,"-39"0"-448,39 0 449,-18 0 288,-1 19-1,-1-19-639,-19 21-161,0 18-96,-20-19-129,0 0 65,-20 19-128,0-18-32,-19-2 64,19 1 192,0 1-32,-1-2-225,21 1-319,0-20 95,0 20 129,21-20 320,19 0-64,-21-20-448,21 20 31,0-20 321,-1 20 192,-19-19 32,0 19 96,0 0 0,-1 0-128,-19 0-64,0 19 96,0-19-32,0 20 32,20 19-64,-20-18 64,20-21-32,21 20 64,-3-20 0,3-20 321,-3 20 223,-17-21 97,19 2 32,-20-21-129,-20 21 33,-20-22 256,0 22-161,-21-21-479,-18 40-193,19-20-128,1 20-385,19 20-768,0-20-1378,20 19-1024,20 2-7912</inkml:trace>
  <inkml:trace contextRef="#ctx0" brushRef="#br0" timeOffset="4834.27">10539 10492 15406,'0'19'1153,"20"-19"-544,1 21 960,-1-2-800,18 1-513,3 1-192,-1-2-128,-1 1-224,-19 0-513,20-1-480,-21-19-1153,1 21-1474,-20-21-7141</inkml:trace>
  <inkml:trace contextRef="#ctx0" brushRef="#br0" timeOffset="4999.28">10738 10492 13933,'-39'40'832,"19"-1"610,0 1 576,-1-20-1474,21 19-832,-18 2-1506,18-22-928,18 1-3268</inkml:trace>
  <inkml:trace contextRef="#ctx0" brushRef="#br0" timeOffset="5238.29">10936 10611 11018,'61'0'-192,"-61"0"-225,20 20 706,-20-20 1088,0 20-448,0-1-609,-20 2-160,-1-1 64,1-1 193,0 1-65,20 0-352,20 0 32,0 0 0,21-20-96,-3 0-320,3 0-641,-2 0-673,1 0-2754</inkml:trace>
  <inkml:trace contextRef="#ctx0" brushRef="#br0" timeOffset="5474.31">11195 10253 12651,'59'60'1858,"1"-40"-1377,-21 19 832,22 1 449,-23 0-769,-17 19-833,-1 1-64,-20-20-320,-20 19-225,-1 1-31,-17 0-193,-3-1-736,-18 1-129,-1 0-960,1-20-7496</inkml:trace>
  <inkml:trace contextRef="#ctx0" brushRef="#br0" timeOffset="7697.44">19553 6160 3299,'0'-20'1889,"0"20"65,0-20 705,0 20-481,0-20-673,0 20-544,-20-20 32,20 20-32,-20 0-416,20-20-481,-39 20-96,19 0-65,-21 20 33,21 0 0,-19 0 0,-1 0 0,20 0 32,0 20 32,1-1-32,19 1 32,19-20-32,1 19 32,20-18 64,-1-1-32,22-20 64,-21 0-32,19 0-96,-19-20 32,-1-1 64,-19-18 0,20 19-31,-40-20 31,0 20-64,0-20 0,0 21 0,0-1-64,-20 20-129,20 0-127,-20 39 160,20-18 224,0 39 0,0-1-32,20 1 64,0 19-32,-1-20-32,1 1 64,0 0-32,0-1-32,-20-19 321,0 0 351,-20-20 417,-20 0 1,1 0-162,-21-1-255,1-19-449,0 0-160,-2 0-64,2-19-128,-1 19-352,21-20-449,-1 20-833,40-20-1409,-20 0-3747</inkml:trace>
  <inkml:trace contextRef="#ctx0" brushRef="#br0" timeOffset="8173.46">20168 5861 9577,'0'-19'896,"-20"19"-1024,20 0 64,-20 0 256,0 40 1186,20-20 351,-20 39-415,20 1-225,0-1-193,0 1-351,0-21-289,20 21-224,0-20 160,0 0-224,19 0-224,1-20-577,-20-20-896,21 0-1602</inkml:trace>
  <inkml:trace contextRef="#ctx0" brushRef="#br0" timeOffset="8577.49">20426 6140 12267,'0'20'833,"0"-20"-225,20 0 1122,0-20-577,0 20-544,19 0-193,1 20-416,-20-20-64,19 0-192,-19 0-289,0 0-1152,1 0-1186,-3 0-2754</inkml:trace>
  <inkml:trace contextRef="#ctx0" brushRef="#br0" timeOffset="8894.5">20942 5961 10313,'0'0'2178,"20"0"-1953,-20 0 1280,0 0 577,0 20-673,0 0-544,20 19-352,-20 1-353,0 0-96,0 0-96,0-21-673,0 21-224,19-20-961,1 1-1152,0-21-5671</inkml:trace>
  <inkml:trace contextRef="#ctx0" brushRef="#br0" timeOffset="9183.52">21240 6060 16047,'0'40'-64,"-20"-20"64,20 0 128,0 19-32,0-18 96,20 18-96,0-18-448,20-2-449,-21 1 705,21-20 192,-20 0 64,19 0-32,-19-20 289,-20 20 255,0-40-223,-20 20-289,1 1-32,-1-2 32,-20 2-64,1-21-128,-1 20-192,0 20-705,21-20-800,19 0-1442,0 20-6951</inkml:trace>
  <inkml:trace contextRef="#ctx0" brushRef="#br0" timeOffset="9405.53">21438 5842 13741,'20'0'288,"0"19"641,1 2 1377,17-1-609,-18 19-95,21 21-769,-2-1-97,1 1-447,-20-1-97,-1 1-128,-19-20-160,0 19-353,-19-18 65,-1-22-32,-20 1-481,19 0-480,3 0-994,-23-20-3074</inkml:trace>
  <inkml:trace contextRef="#ctx0" brushRef="#br0" timeOffset="10048.57">22232 6179 11306,'20'0'4228,"-20"-19"-3875,0-1-193,20 0 0,0 0 256,0 0 353,-1 0-289,1-19-480,21 19 64,-21-20-64,-2 20-32,2 20-256,1-20 32,-21 40-32,0-20 192,0 40 64,0 0 32,0-1 0,0 1 0,20 0 32,-20-20-32,20-1 0,-1 2 96,1-21 192,0 0 32,0 0 97,0-21 63,-1 2-31,1-21-65,0 20-224,-20 0-192,0 0-416,20 0-641,-20 1-801,0 19-1121,-20 0-5926</inkml:trace>
  <inkml:trace contextRef="#ctx0" brushRef="#br0" timeOffset="10366.59">22392 6398 15246,'0'0'2402,"0"0"-2690,20-19 288,-2-1 352,2-20-128,1 20-127,-1 0-65,0 20-96,-1-19-1,-19 19 65,0 0-64,20 19-64,-20 1 96,0 0 0,20 20 0,-20-20 32,20-1-32,0 1 32,-1-20 96,1 20 32,0-20 33,0 0-33,-20-20 64,20 0-96,1 20-32,-21-19-288,18-1-1314,-18-1-1633,20-18-7335</inkml:trace>
  <inkml:trace contextRef="#ctx0" brushRef="#br0" timeOffset="10639.6">23145 6120 5477,'20'0'9737,"-20"20"-9929,0-20 384,-20 39 1185,20-18-672,0 39-353,-19-21-128,19 0-160,19 21-64,21-40 97,1 0-65,-3 0 64,3-20 32,-21 0 160,19 0 353,-19-20-1,20 0-127,-21-19 127,1-2-319,-20 2-225,0 0-288,-39-21-481,-21 20-832,-19 0-1955,-21 20-7078</inkml:trace>
  <inkml:trace contextRef="#ctx0" brushRef="#br0" timeOffset="11403.65">19513 7491 13068,'0'-40'801,"-21"20"384,3 0-192,-2 20-769,0 0-96,-1 0-96,-19 20-64,1 0-32,19 20 64,0-1-32,20 1 32,0 0 32,0-21 0,40 2 32,-20-1 128,39-20 0,-18 0 33,-3 0 95,3-20-128,-1-1-32,-1 2 225,-39-21-257,20 21-64,-20-2-128,-20 1-417,20 20-223,-20 0 63,20 20 321,0 1 96,0 19 191,0-2 33,20 3-32,-20-1 64,20-1 65,-20 1 575,0-20 161,-20 20 224,20-40 96,-39 19-192,-1-19-224,-1 0-257,3 0-512,-3 0 320,1-19-480,1-1-256,-1 20-513,40-20-993,-20 20-1441,20-20-3780</inkml:trace>
  <inkml:trace contextRef="#ctx0" brushRef="#br0" timeOffset="11728.67">20327 7253 6726,'20'-40'4356,"-20"20"-4196,0 20 481,-20-20 1281,20 20-33,-21 0-447,21 20-609,-18 20-577,-2-1 577,20 21-1,0-1-159,0 1-257,0-1-288,20 1-95,-2-1 31,3-18-128,19-1-641,-20-20 64,19-1-1409,1-19-1473,-20 0-7079</inkml:trace>
  <inkml:trace contextRef="#ctx0" brushRef="#br0" timeOffset="11895.68">20624 7332 14765,'0'40'1186,"0"-1"-738,0 1 801,0 0 161,20-1-1026,-20 1-384,20 0-1409,1 0-2115,-21-20-3074</inkml:trace>
  <inkml:trace contextRef="#ctx0" brushRef="#br0" timeOffset="12161.69">20922 7471 13484,'0'39'-32,"0"-19"96,0 20 449,0-19 512,20 17-641,0-17-288,19-1-480,1 0-1,1-20 353,-3 0 193,3 0-33,-21-20 64,0 0 737,-20-20 480,0 0-672,-40 0-545,19 1 96,-37 19-128,17-20-320,-18 40-1057,-1 0-1922,21 0-7463</inkml:trace>
  <inkml:trace contextRef="#ctx0" brushRef="#br0" timeOffset="12594.72">21478 7253 14445,'0'-20'128,"21"20"-160,-3 0 801,2 20 480,21-1 193,-3 21-225,3 0-769,-21 19-320,0-19-32,-1 19 32,-19-18-31,0-1-33,-19-2 64,-1 3 32,0-21-96,-21 0 0,23 0-288,-23-20-609,1 0-961,22 0-1441,-3-20-3299</inkml:trace>
  <inkml:trace contextRef="#ctx0" brushRef="#br0" timeOffset="13042.74">22193 7391 10762,'0'0'480,"0"0"-768,-20 0 352,20 0 641,0 0 223,0 0-223,20 0-385,-20 0-63,20-19 768,19-21 416,-19 20-384,0-20-64,0 21-224,-1-1-449,1 0-160,-20 0-224,20 20-64,1 0-256,-21 0-65,0 20-223,20 0 63,-20 0 385,0-1 192,0 1 32,0 0-32,0 0 0,0 0 0,18 0-32,-18-20 64,20 0 64,1 0-32,-1 0 64,0-20 32,-20 0 128,19 0 289,-19 0-161,20 0-224,-20-19-128,0 19-128,0 0-352,0 20-673,0-20-1089,0 20-1154,0 20-4323</inkml:trace>
  <inkml:trace contextRef="#ctx0" brushRef="#br0" timeOffset="13394.76">22292 7710 16751,'20'-20'-160,"-20"0"256,19 0 1282,1-1-385,-20-17-609,20 17-288,1 2-128,-21-2-96,20 21-32,-20 0 32,18 21-65,-18-2 97,20 2 64,-20-2 0,21 0 64,-1 2-64,0-1 32,-1-20 32,1 20 64,0-20 0,0-20 1,0 20 319,-1-20 160,1-1-255,-20 2-161,0 0-224,0-2-288,0 2-417,0-2-705,0 1-864,0 1-705,20-1-4804</inkml:trace>
  <inkml:trace contextRef="#ctx0" brushRef="#br0" timeOffset="13596.77">22928 7193 12812,'0'20'864,"0"0"-191,-20 19 1537,20 21-128,0-20-544,0 19-481,0 1-545,20 0-288,-20-1-160,19-19-128,1 0-320,0 0-737,-20-21-1025,0 1-993,0 0-3139</inkml:trace>
  <inkml:trace contextRef="#ctx0" brushRef="#br0" timeOffset="14325.81">19454 8684 13869,'-20'0'224,"20"0"-448,0 0 256,0 0 416,0 0 161,20 0-129,0-21 1,-2 2 159,3-21 161,-1 0 0,20 20-449,-21-19-224,1 19-96,0-20 32,0 40-192,0-20 0,-20 20-192,0 20 160,19 20-33,-19-20 33,0 19 32,0 1 32,0-1-64,20-18 0,-20 19 128,20-40 96,0 19 256,0-19 257,-1 0-193,1-19 64,0-2 321,1-19-417,-1 21-63,-2-1-353,-18 0-64,20 0-513,1 20-1249,-21 0-1697,0 0-5990</inkml:trace>
  <inkml:trace contextRef="#ctx0" brushRef="#br0" timeOffset="14678.83">19612 8882 15182,'-39'20'673,"39"-20"-417,0 0 705,0-20-417,0 20-159,19-20-289,1 0-160,0 0-33,0 20 1,0-19 0,-1-1-192,1 20-353,0 0 417,-20 0 160,20 0 128,-20 20-32,20-1 0,-1 1-32,-19 0 96,20 0 32,0-20 1,1 20 95,-1-20 32,18 0 128,-17-20 129,-1 20-65,0-40-31,-1 20-65,1 1-192,-20-1-288,0 0-288,0 0-769,0 20-1026,0 0-1536,0 0-4357</inkml:trace>
  <inkml:trace contextRef="#ctx0" brushRef="#br0" timeOffset="14938.85">20624 8365 10922,'-20'0'4612,"20"40"-4420,0 0 481,0 20 1505,0-1-480,0 0-577,20 21-737,-20-20-384,40-1 32,-19-19-448,-3 20-930,2-20-1953,-20-21-3491</inkml:trace>
  <inkml:trace contextRef="#ctx0" brushRef="#br0" timeOffset="16121.92">20009 10055 10826,'0'-20'1185,"0"0"-1057,0 0 417,20-20 287,0 20 129,0-20-288,-1 1-577,21-1-192,0 20-64,-21 0 64,1 1-65,0 19-95,0 19-32,-20 1 64,21 0 224,-21 40 128,0-20-32,0 19-96,0-19 32,0-20 32,20 0 160,-2-20 513,3 0 288,19-20-128,-20 0-417,19-20-31,1 0-97,-20 0-288,-1 1-32,1-1-96,-20 20-320,20 0-161,-20 1-416,20 19-512,-20 0-33,-20 19-255,20 1-3140</inkml:trace>
  <inkml:trace contextRef="#ctx0" brushRef="#br0" timeOffset="16496.94">20128 10273 13452,'-40'0'1378,"40"0"-1250,0 0 480,0-20 417,20 1-64,-20-1-448,40-1-321,-20 21-192,-1-19-128,1-1-32,0 20 95,0 0-191,1 20 192,-1-1 64,-20 2 0,18-1-64,3-1 64,-21 1 32,20-20 32,0 0 160,0 0 321,19 0 128,-19-20-193,0 1-128,0-1 289,19-1-385,-39-18-352,20 19-545,0 1-512,-20 19-961,0 0-736,20 0-2499</inkml:trace>
  <inkml:trace contextRef="#ctx0" brushRef="#br0" timeOffset="16706.95">20962 9876 12299,'20'-60'1281,"-20"60"97,0 0 127,0 0-640,0 20 32,0 20 320,0 0-192,0 19-352,19 21-417,1-20-96,20-1-480,-19 1-962,17-21-864,3 1-1954</inkml:trace>
  <inkml:trace contextRef="#ctx0" brushRef="#br1" timeOffset="20253.15">23244 5822 13773,'-18'-60'512,"18"40"-224,-21 1-63,21 19-65,0-20-128,-20 1-32,20 19-64,-20 0-64,20 0 63,-20 0 1,1 19 96,-21 1-96,20 19 96,-19 2-64,-1-2 64,0 1-32,21 19 64,-21 1 1,20-1-33,-1 21-32,-17-20 0,17 19-65,1-20-31,0 21 64,20-20-32,-18-1 0,18 1 64,0-1-32,-21 2 0,21-22 32,-20 21 0,20-21 32,0 21-64,0-1-128,20 1 160,-20-1 0,0-19 0,0 20 0,0 0 0,0-1 0,0-19 64,0 19-64,0 1 0,0-1-64,-20-19 64,20 0-96,0 20 96,0-20 32,0-1 32,0 1 32,0 0 64,0-1-160,-20 1 32,20 0 32,0-20-64,0 20 0,0-1 0,0-19-96,0 0 64,0 20 0,-20-20 32,20 0 0,0-1 32,-20-19 0,20 21-32,-19-2 0,-1 1 32,20-20-32,-20 20 0,0-20 0,0 0-32,1 0 0,-1 0 32,0 0 32,-1-20-32,1 20 96,-18-20 0,17 20-64,-19-19-32,1-2 65,-21 21 63,21-19 64,-21-1-160,21 20-32,-22-20 0,3 0 32,-1 20 0,-2-20-32,2 0 0,-1 20 0,-19-20 96,20 20 0,-22 0-96,22 0 32,-20 0 224,0 0-160,19 0-96,-19 0 0,0 0 0,-21-19 0,1 19 0,18 0 0,-18 0 0,20 0 33,20 0 31,-20 0-32,19 0 128,1 19 224,19-19-288,19 0-160,3 20 0,18 0-352,0-20-289,0 20 128,18 0 97,-18 0 352,21 0 128,-1-1 192,-20 2 224,20-2 161,-20 1 0,0 20-289,0 0-64,0-1-64,0 1-160,0 0 0,0-21-32,0 22-160,0-2 0,0 1 64,0-1 64,0 1 128,20 20 0,-20-20 32,0 19-96,0 1 0,0-1 0,19 21 0,-19-20 32,0-1-32,0 21 32,0-21 0,0 1 0,0-1 0,0 21 32,0-20 64,0 0-96,0 19 32,0-19-64,0-1 32,0 1 0,20 0 225,-20 19 287,0-19-63,0 0-97,0-1-192,20 1-96,-20-21-64,0 1 32,0 0-64,0 0 32,0-1-64,20-19 64,-20 20 0,20-21 64,-20 2-64,19-2 33,1 1-1,0 1 64,20-2-192,-21 1 64,21-20 0,1 20-96,18-20-1,-1 19 1,3-19 32,18 0 32,0 0 192,20 0-192,-18 21-96,18-21 32,-20 0-32,20 0 0,1 20 0,-1-20-32,0 0 0,-20 19 63,20-19 65,-20 0-128,2 0 160,-22 0-32,0 0 0,1-19-32,-21 19 192,-19 0-256,0 0 192,1-20 0,-1 20-64,-20-21-64,0 2 32,18-1 32,-18 20 32,0-20-32,0-20-32,0 20 0,0 1 0,0-2 32,20-18 0,-20 19 0,21 0 0,-21-19-64,0 18 64,20-18 0,-20 19 0,20-20 64,-1 1-32,-19-2 64,20 2-64,-20 0 128,20 18-96,-20-18-32,20 19-32,0-20 65,-1 20-97,21 0 32,0-19-161,-1 18 225,1-18-32,19 19 0,-18-20 97,18 20 31,1-19-64,-21-1-64,1 20 32,0-19 0,-1 18-128,1-18 64,-1-1-32,2 19 32,-1-18-96,-22 19 128,3 1-32,-1-2 0,-20 1 0,20-19-32,0 19 64,-1-20-96,1 1-96,0 19-1,-20-20 33,20 0 32,0 1 32,0 18 64,-1-18 32,1-1 128,-20 20-64,20-19-128,1-1 161,-21 0-129,20 20-64,-2-20-33,2 1-159,1-1 224,-1-19-32,0 19 96,19 0 0,-19-20 224,0 1 1,0 19 31,-1-19-96,21-21-32,-20 20-128,0-19-32,19-1 0,-19 1 0,21-1 0,-23 1 32,2-1 64,0-19 257,1 20 191,-1-21-63,-20 20-97,0-19-256,0 20 32,0-21-160,0 21 0,18-20-32,-18-1 64,0 21-128,0-20 96,-18-1 0,18 1-64,-20 0 128,-21 19 449,3 0-1,-23 1-127,-18 39-257,0-20-64,-20 21-96,-21 19-64,1-20-97,-21 20-159,-18 1-385,39 19 161,0 0-1602,1 19-2338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17:07.72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3611 1908 5445,'-19'20'2914,"19"-20"-2209,0 0 576,-20 0-224,20 0 128,0 0 289,0 0-545,0 0-609,0 0-192,0 0 224,0 0 129,0 0-97,20 0-160,-20 0-31,19 19-65,21-19 32,-20 0 0,39 0-32,-19-19 32,19 19-128,2 0 32,-2 0 1,1 0 31,19 0 64,-20 0-96,2 0-32,-23 0-32,23 0 64,-22-20 0,-19 20-32,0 0-192,0 0-32,-1 0-193,-19 0-159,0 0-385,0-21-160,0 21-449,0 0-223,0 0-1058,0-19-3107</inkml:trace>
  <inkml:trace contextRef="#ctx0" brushRef="#br0" timeOffset="339.01">4346 1768 4644,'-21'0'2402,"21"0"-832,-18-20 512,18 20-353,0 0-383,0 0-354,0 0-351,0 0-128,18 0-129,3 0-64,-1 20-64,0-20-31,19 20 31,-19-20-64,20 0-96,-20 21 64,19-21-32,-19 19 33,21-19-65,-21 0 32,-2 19-128,2-19 96,-20 0 32,0 21 256,0-2-63,-20-19-225,2 41-32,-43-22 0,2 21-128,-1-20 64,21 20-96,-1-1-929,-1-19-705,23 20-2754</inkml:trace>
  <inkml:trace contextRef="#ctx0" brushRef="#br0" timeOffset="3828.21">14212 1908 11851,'-39'0'96,"39"20"480,-20-20 193,20 0 576,0 0 257,0 0-1090,0 0 129,20 0-32,-1 0 63,21 0-287,-20-20 31,19 20-256,1 0 32,1 20-224,-3-20 32,3 0-192,-1 0-32,-1 0-289,1-20-223,-1 20-33,-19 0-64,20-21-96,-40 21 0,20 0-160,-20 0-897,0 0-864,0 0-2051</inkml:trace>
  <inkml:trace contextRef="#ctx0" brushRef="#br0" timeOffset="4138.23">14550 1847 5733,'-20'-19'1345,"0"19"545,20 0-321,0 0-255,0 0-97,0 0-192,20 0-449,0-19-351,0 19-65,0 0 32,19 19 160,1-19 33,-1 0-161,1 19-96,1 2 64,-3-21 0,3 19-96,-21-19-32,19 21-64,-19-21-64,0 20 64,0-20 64,-20 0 129,0 0 351,0 19-224,-20-19 129,-20 0-321,1 20 96,-22 0-64,23 0-96,18 0-128,-21 0-64,21-1-801,1 1-1697,19 20-4741</inkml:trace>
  <inkml:trace contextRef="#ctx0" brushRef="#br0" timeOffset="9499.54">22015 854 13676,'-20'-39'193,"0"18"-33,-1 2-128,1 19-160,-19 0 288,-1 0 192,0 0-352,1 19 32,-1 2-128,1-2 160,19 22-96,0-22 32,0 20 0,20 2-32,0-21 32,0 19-32,20 1-64,20-20 32,-21 19-32,21 1 32,0-20 0,-21 0 32,1 20-32,0-21 64,-20-19 160,0 20 256,-20 0 193,0-20-97,1 20-191,-21-20-97,20 0 64,-19 0-128,19 0-128,0 0-32,20-20-288,0 20-577,0 0 641,0 20 160,20-20 64,0 21 0,-1-21-32,1 19 0,0 1 32,0-1 32,-20 1 0,20 1-32,-20-2 0,0 1 0,0 0-288,0-1-866,0-19-415,19 21-545,-19-21-3139</inkml:trace>
  <inkml:trace contextRef="#ctx0" brushRef="#br0" timeOffset="9866.56">22272 1271 14541,'0'-39'-128,"0"19"-32,-20 0 128,20 0-32,-20 20 64,20 0 192,-19 0-224,-1 20 0,20 0 32,-20 20 64,20-1-32,20-19-32,0 21-96,19-2 64,-19-20 0,39 1 96,-19 1 128,19-21 96,-18-21 1,-1 21 383,-1-20 1,-19 1-160,-20-1 31,20-20-448,-40 20-32,0-20-96,0 1 0,1-1 0,-21 20-224,19 0 32,-17 20-609,18 0-1089,-1 0-2018</inkml:trace>
  <inkml:trace contextRef="#ctx0" brushRef="#br0" timeOffset="10083.57">22829 1391 19250,'39'19'-321,"-19"-19"65,-20 0 352,0 0-32,0 20 193,-20 1-193,-1-21-64,3 39-417,-2-19 321,-1-1-224,21 2-993,-20-1-1154,20-20-960,0 0-2435</inkml:trace>
  <inkml:trace contextRef="#ctx0" brushRef="#br0" timeOffset="10342.59">23145 1212 14317,'20'0'320,"-20"0"-736,20 0 928,-20 20 674,0-20 351,0 39-224,0-19-800,0 20-257,0 0-160,20-1 0,-20 2-192,0-2-512,0 0-482,0-18-543,21-1-994,-21-1-2978</inkml:trace>
  <inkml:trace contextRef="#ctx0" brushRef="#br0" timeOffset="11085.63">23523 994 8423,'-20'-20'737,"20"20"32,0 0 736,20 0 97,0-21-417,-1 21 160,1 0-512,0 0 32,21 0-32,-3 21-257,3-1-416,-2-1-160,-19-19-320,0 20 32,-20-1-65,0-19 33,-20 21 128,0-1 192,1 0-64,-21-1 32,19-19-32,1 20 32,20 0 32,-18 0 0,18 0 0,0 0 32,0-20-32,18 20 0,2-1-32,1 1-160,-1 0-33,-20 0-127,20 1 128,-20-2 96,19-19-353,-19 20-31,0-1 127,0 1 33,0 1 192,0-21 32,0 19 64,0 1 64,0 0 0,-19-1 64,19 2 32,0-21 256,0 20 193,0-1-129,0-19-32,-20 20-95,0-20-129,-1 0-128,1 20-224,-18-20-385,17 20-1152,1 0-3973</inkml:trace>
  <inkml:trace contextRef="#ctx0" brushRef="#br0" timeOffset="11215.64">24119 1689 18865,'59'0'-1601,"-59"0"-10058</inkml:trace>
  <inkml:trace contextRef="#ctx0" brushRef="#br0" timeOffset="31193.78">6332 4291 5733,'20'-19'1377,"-20"19"-640,18 0 384,-18 19 160,21 2-480,-1 19-128,-20-1-161,0 41-160,20-21 1,-20 1-33,0-1-128,0 0 32,0-18 65,0-22 31,0-19-128,0 21 193,0-42 672,0 21-705,0-39-320,-20-1-96,20 0 64,0-19-32,-20 19-64,-1-20-481,21 1-127,0-1 287,0 20 481,0 21 160,0 19-127,21 0-33,-1 19 256,0 2-96,0 38-192,-1-19-32,21 19 32,-20-19-32,19 0 0,-19 0 0,20-1-128,-1-19 128,-19-1 32,0-19 160,0 0 129,-20-19 95,21-1-128,-21-19-96,0-1-96,-21 0 65,1 0-33,0-19-128,0 19 0,1 0-32,19 21-32,-20-2-321,20 21-447,0 0-546,0 0-896,20 0-352,-20 21-2403</inkml:trace>
  <inkml:trace contextRef="#ctx0" brushRef="#br0" timeOffset="31518.8">6848 4391 8680,'0'0'384,"-20"0"-224,20 20 481,0-20-33,0 20-31,0 20 96,0-1-289,20 1-256,-2 0 32,3 0-32,19-21 65,-20 1 31,19 0 288,1-20 577,-20-20 96,19 0-128,-19 1-160,-20-21-224,20 20-129,-20-20-95,-20 0-161,0 21-96,-19-1-192,-1 0 32,0 0-32,1 20-64,-1 0-224,19 0-641,21 20-1153,0-20-1345,21 20-2082</inkml:trace>
  <inkml:trace contextRef="#ctx0" brushRef="#br0" timeOffset="31706.81">7184 4371 14637,'0'-19'257,"20"19"1728,21-21-543,-21 21-609,19 0-353,1-19-352,-1 19-160,1 0 64,0 0-448,-1 0-865,-19-21-1986,-20 21-4165</inkml:trace>
  <inkml:trace contextRef="#ctx0" brushRef="#br0" timeOffset="31871.82">7344 4352 10698,'0'39'704,"20"-19"1474,-20 20 64,19-20-352,-19 19-833,20 1-704,0 0-353,0-21 96,0 21-224,-1-20-705,1 19-1473,0-18-3043</inkml:trace>
  <inkml:trace contextRef="#ctx0" brushRef="#br0" timeOffset="32586.86">8237 4471 11018,'-20'0'1698,"20"0"-1026,0 19 705,0-19-384,20 0 225,0 20-161,0 0-193,19 0-703,1 20 31,-1-21-96,1 2-96,1-2-160,-3 1 32,3 0-321,-21-20-320,-1 19-768,1-19-1122,-20 0-2818</inkml:trace>
  <inkml:trace contextRef="#ctx0" brushRef="#br0" timeOffset="32795.87">8535 4471 10890,'-21'19'1281,"1"-19"-1345,-18 20 480,17 20 417,-19-20-32,1 19-96,19 1-577,0-20-128,0 19-225,20-18-447,0-1-1122,0-20-3267</inkml:trace>
  <inkml:trace contextRef="#ctx0" brushRef="#br0" timeOffset="33025.88">8852 4609 15566,'0'21'-384,"21"-21"736,-21 19 737,0 1-160,20 0-64,-20-1-577,18 2-384,3 18-641,-1-18-640,0-2-673,-20 2-3907</inkml:trace>
  <inkml:trace contextRef="#ctx0" brushRef="#br0" timeOffset="37682.15">833 8941 9032,'-21'0'-96,"21"21"224,0-21 1858,0 0-737,0 0-544,0 0-97,0 0-63,21 0 96,-1 0 63,-2 0-159,2 0-193,21 0-160,-2 0-64,1 0 65,0 0-65,-1 0-64,1 0 0,-20-21-256,19 21-513,-19 0-576,0-19-897,-20 19-2435</inkml:trace>
  <inkml:trace contextRef="#ctx0" brushRef="#br0" timeOffset="38035.17">1130 8842 5477,'0'0'768,"0"0"-800,0 0 1538,0 0 800,0 0-1249,0 0-256,0 0-193,0 0-95,20 0 159,-1 0 161,-19 0 0,20 0-128,0 0-97,0 20-63,1-20-257,-1 0-128,-2 0 32,2 20-128,1-20 1,-1 0-194,-20 0 322,0 20 63,20-20 32,-20 20-96,0-20-64,0 19 33,-20 2-1,0-2-96,20-19 0,-21 20-64,1 0-32,2 0-321,18 0-1344,-20 0-1218,-1-1-6374</inkml:trace>
  <inkml:trace contextRef="#ctx0" brushRef="#br0" timeOffset="42147.41">4147 6557 9288,'0'-20'289,"0"20"-129,0 0 1537,20 0-736,-20 0 128,0 20-96,0 0-256,0 21 256,20-22-64,-20 21-449,0 0-384,0-21 0,21 1-64,-21 20-256,0-20-416,0-20-962,0 20-1473,0-20-5125</inkml:trace>
  <inkml:trace contextRef="#ctx0" brushRef="#br0" timeOffset="42638.43">4406 6696 10345,'0'0'417,"0"0"-513,0 0 928,0 0 257,0 0-480,0 0-225,0 0-352,0 21 32,0-21 417,0 19 31,0-19-351,0 20-129,0 0 32,0-20 32,19 20 32,1 0-64,-20-20-64,20 20 96,20-20-64,-21 0 32,1 19 0,20-19 32,-19 0 0,17-19 64,-18 19 97,1-20 63,-1 20 0,-20-20 193,0 0 127,0 0-127,0 0-97,-20 1-127,-1-2-33,1 2-96,-18-2 224,17 2-191,-19 19-65,1 0-256,19 19-1,-20-19-319,1 21-833,19 19-1602,20-21-6246</inkml:trace>
  <inkml:trace contextRef="#ctx0" brushRef="#br0" timeOffset="44715.55">4009 8743 9545,'19'20'3267,"-19"-20"-3363,20-20 288,0 20 1441,0-20-319,0 20-418,-1 0-351,1-20-417,0 20-128,-20 0 0,20 0-64,1 0-513,-21 0-672,18 0-673,-18 0-1120,0 0-5254</inkml:trace>
  <inkml:trace contextRef="#ctx0" brushRef="#br0" timeOffset="45262.58">4346 8544 2049,'0'0'8200,"20"0"-8232,-20 0 352,20 0 1282,-20 0-545,39 0-128,-19 20-256,0-20-225,0 20 289,-20-20-33,20 20-415,-1-1-193,-19-19 0,0 21 0,0-2 0,0-19 32,0 21 64,0-2 161,-19-19-65,19 20-32,0-20-32,-20 0 33,20 0-161,0 20-96,0-20-32,0 0 128,0 20-128,20-20 160,-20 0-96,19 20-32,1-20-64,-20 0-128,20 0-193,0 0-95,1 0-225,-21 0-640,20 0-1314,-2 0-2369</inkml:trace>
  <inkml:trace contextRef="#ctx0" brushRef="#br0" timeOffset="45637.61">4882 8623 13452,'0'-19'160,"0"19"-160,0 0 1218,-20 0-706,20 19-416,0-19-64,-20 21 32,20-2-64,0 2 0,0-2 0,0 1 0,20 0-32,0 0-32,0 0-32,0-20-224,19 0 63,-19 0 225,0 0 64,19 0-32,-19-20 97,-20 20 159,20-20 256,-20 0-31,0 0-97,0 1 257,0-2 224,-20 2-385,-18 19 385,17-21-545,-19 21-128,1 0-448,19 0 160,-20 0-1249,20 0-2275</inkml:trace>
  <inkml:trace contextRef="#ctx0" brushRef="#br0" timeOffset="58940.37">16417 7510 4067,'18'-19'4260,"2"-1"-2658,0 20-289,-20-20 161,21 0-1,-21 20-192,0-20-384,0 0-288,0 20-321,-21-19-160,1 19-160,-18 0-32,-3 0-64,21 19 0,-19 1-33,-1 0 65,0 20 32,21-20 32,-1 19 32,0 1-64,20 0 0,20 0-448,0 0-65,19-20-31,1 0 415,-1-1 161,21-19 96,-21-19 97,22 19-1,-23-20-32,-17-20 64,-1 20-96,0-20 0,-20 21 64,0-21 97,0-1-161,0 22-96,-20-1 0,20 0 0,0 20-96,-20 0 0,20 0-97,0 20 65,0 19 64,0 2-32,20-1-192,0-2-33,0 23-31,-1-21-32,1 19-1,-20 1 257,20-1 96,-20-19 64,-20-1 64,20 2 385,-20-22 352,-19 21 128,-1-20 224,1-20 0,-22 20-256,2-20-321,-1 0-319,1 0-193,0 0-96,-1 0-96,1 0-193,-2-20-415,23 20-674,17 0-415,1 0-1314,20 0-2691</inkml:trace>
  <inkml:trace contextRef="#ctx0" brushRef="#br0" timeOffset="62019.54">17310 7173 5317,'0'-19'1921,"0"19"-287,0-21 31,0 21-95,0 0-193,0-19-512,-21 19 224,21 0-544,0 0-225,0 0 128,-20 0-63,20 0-257,-20 0-32,1 19 96,-1 21-128,0 0 160,0 0 193,0-1-1,1 21-63,19-21-129,0 21-32,0-1-64,0-18-64,0 18 32,19-19-96,1 0 32,0-20-96,0 19-416,19-19-193,-19 0-448,-20 0-481,20-20-1697,-20 0-9223</inkml:trace>
  <inkml:trace contextRef="#ctx0" brushRef="#br0" timeOffset="62611.58">17627 7372 9993,'-20'-20'673,"20"20"-609,0-20 1217,0 20 192,0 0-95,0 0-353,20 0-641,-20 0 0,0 20 385,19 0 96,-19 19-289,20 1-159,-20 0-257,0-1-64,0 1 0,0 0-96,20 0-192,0-20-481,-20 20-576,21-40-833,-3 20-1505,2-20-7912</inkml:trace>
  <inkml:trace contextRef="#ctx0" brushRef="#br0" timeOffset="62934.59">18004 7491 12299,'0'19'224,"-20"-19"-224,20 20 929,0 20 64,0-19-96,0 17-417,0 3-319,20-1-161,20-20-225,-1-1 193,1-19-64,19 0-32,2 0 96,-22-19 128,1-1 96,-1 0-31,-19-20 127,-20 19 192,0-17-191,-20 17-1,-19 2 64,-1-2 97,-19 21-385,-2 0-128,22 0-545,-1 0-1153,20 0-2402</inkml:trace>
  <inkml:trace contextRef="#ctx0" brushRef="#br0" timeOffset="63260.61">18302 7193 12716,'-20'0'960,"40"0"-1376,0 0 864,0 0 834,19 20 95,1 0-224,19 19-608,-19 1-481,19 0-128,-39 19 288,21 1-64,-21-1-32,-1 2-128,-19-2 64,0-19-256,0 0 416,-19-1-96,-1 1-64,-21 0-96,1-1-512,1 1-481,19-20-1089,-20 0-3491</inkml:trace>
  <inkml:trace contextRef="#ctx0" brushRef="#br0" timeOffset="64061.66">19454 7491 1537,'0'0'9225,"0"0"-9321,-20 0 64,20 0 352,0 0-256,0 19-64,0-19 32,0 0-96,0 20 128,0-20 641,0-20 832,0 20-736,0-19 128,20 19 96,0-20-96,-2-20-321,3 20-223,-1 0-161,0 1-192,0-1 32,-1 20-96,1-20-128,-20 20-97,0 20-31,0 0 32,0-1 64,20 1 64,-20 0-65,20 20-127,0-20 64,-1-1 224,1-19 96,0 0 96,0 0 256,0 0 225,-1 0 0,1-19-193,0-1-96,1 0-191,-21 0-129,0 20-257,20-20-800,-40 20-960,20 0-2788</inkml:trace>
  <inkml:trace contextRef="#ctx0" brushRef="#br0" timeOffset="64429.68">19553 7730 96,'-40'19'14990,"40"-19"-14990,0 0 448,0 0 1090,0-19-994,20 19-224,-20-20-95,20 0-97,0 0-96,-1 0-32,-19 20 64,20-21-160,-20 21 128,0 0-160,20 21 32,-20-21 32,20 20 0,-20 0 31,20 0-159,19 0-32,-19-1 64,20 1 160,-21-20 32,21 0 64,1-20 160,-3 1 321,3-1 63,-21 0-255,-20 0 95,19 0-320,-19-1-128,0 2-416,-19 19-609,-1 0-1057,0 0-2178</inkml:trace>
  <inkml:trace contextRef="#ctx0" brushRef="#br0" timeOffset="65447.74">20585 7213 11274,'19'-20'673,"-19"20"288,0 0 896,0 20-415,0 0-33,20 0-512,-20 19-64,0 21-225,0-1 161,20 1-128,-20-1-321,0 2-288,20-2 32,-20-19-64,21 0-320,-21-21-417,18 21-352,-18-20-256,0 0-673,0-20-2723</inkml:trace>
  <inkml:trace contextRef="#ctx0" brushRef="#br0" timeOffset="67206.84">16733 8981 13612,'20'-19'481,"-20"-21"-353,0 20 641,0 0 352,-20 20-160,1-20-385,-21 20-384,0 0-224,-19 20 32,18 0-96,-18 0 96,19 20-96,22-1 96,-3 1 0,21-20-64,21 19-160,-3-18-128,22-2 127,19-19 257,2 0-32,-2-19 96,-19-2 33,19 2 95,-39-1 0,0 0-32,0-20 193,-20 20-129,0 20-256,0-19 32,0 19-160,0 0-225,-20 39 225,20-19 64,0 40 32,0-1 0,0 1 0,20 19-64,-20-19 96,19-20-160,1 20 128,0-21 32,1 0 32,-21-18 320,0 19 289,-21-20 416,-19-20-32,1 19-96,-1-19-353,-19 0-63,-20 0-225,19-19-160,1-1-256,-2 0-320,22 0-353,-1-1-609,20 21-672,1-19-1665,-1 19-9385</inkml:trace>
  <inkml:trace contextRef="#ctx0" brushRef="#br0" timeOffset="67725.87">17627 8425 2850,'-60'0'9449,"40"0"-8392,-19 20-448,19-1 95,-20 22 129,21 18 448,-1 21-320,0-1-512,-1 1-257,21-1-128,0 1 160,0-1-320,21-20-32,-1 1-160,0-20-65,-1-20-287,21 20-481,-20-40-737,0 0-2626</inkml:trace>
  <inkml:trace contextRef="#ctx0" brushRef="#br0" timeOffset="68072.89">17765 8962 14669,'-20'-21'1089,"20"21"-160,0 0 609,20 0-417,1 0-545,-1 0-223,20-19-161,-1 19-224,1 0 32,-1 0-224,1 0-417,-20 0-1121,0 0-992,-1 0-1666,1 0-6086</inkml:trace>
  <inkml:trace contextRef="#ctx0" brushRef="#br0" timeOffset="68410.91">18342 8783 6854,'19'0'3940,"-19"0"-3460,0 0 1058,0 0 608,0 20-545,20-1-448,-20 1-384,0 0-224,0 0-321,0 0 32,0 0-192,20-1-96,-20 21 32,0-20 0,0 0-256,0 0-449,0 0-480,20 0-609,-20-20-1281,20 0-4324</inkml:trace>
  <inkml:trace contextRef="#ctx0" brushRef="#br0" timeOffset="68713.93">18719 8902 11530,'-20'20'0,"20"-20"0,-20 19 673,1 2 64,19 18-385,0-19-128,19 20-192,-19-20-128,40-1 32,-20 2 0,19-2 0,1-19 160,0 0 449,-1-19 384,-19-2-1,0 2 65,1-1-64,-21 0-96,0-20-385,-21 20-255,1 1 31,-20-2-160,21 2-448,-21 19-834,20 0-1953,0 0-5861</inkml:trace>
  <inkml:trace contextRef="#ctx0" brushRef="#br0" timeOffset="69023.94">18877 8623 14958,'0'0'-417,"0"-19"609,0 19 930,20 19 159,20 2-224,-1-2-481,1 2-384,1 18 353,-2 1 224,1 19-97,-20-19-383,19 20-33,-19-20-160,0 19-64,0-19 0,-20-1-32,0-18-64,-20 18-192,0 1-481,0-20-576,-19 0-705,-1 0-1505,20-1-6855</inkml:trace>
  <inkml:trace contextRef="#ctx0" brushRef="#br0" timeOffset="69903.99">19771 9001 10794,'0'20'2306,"0"0"-2274,0-20 961,0-20 929,19 20-1090,-19-40-287,20 21-33,0-2-127,1-18 448,-1 19-33,18-20-255,-17 20-289,-1 1-256,-20 19 96,20-20-96,-20 20-160,19 20 0,-19-1 160,0 1-128,0 0 96,0 0-64,0 20 64,0-21-128,20 2-97,-20-2-31,20 1 160,20 0 128,-21-20 64,1 0 160,20-20-128,-20 0 160,-1 20 97,21-19-33,-40-2-32,20 2-159,-20-1-129,21 20-449,-21 0-736,0 0-1570,-21 0-2241</inkml:trace>
  <inkml:trace contextRef="#ctx0" brushRef="#br0" timeOffset="70308.02">19889 9240 13837,'-38'20'1377,"17"-20"-2082,21 0 865,0-20 929,21 20-256,-21-20-448,20 0 31,-2 0-256,2 0 0,1 20-160,-1-20 353,0 1-353,-20 19 128,19 0 96,-19 0-128,20 0-96,0 19-32,0-19 0,-20 20-32,20 0 32,-20 0-32,19-20 64,-19 20-64,20 0-64,0-20-65,0 20-95,0-20-32,19 0 256,-19 0 96,0-20 64,1 20 0,17-20 128,-38 0 97,21 0-129,-21 20-192,0-20-160,0 0-417,0 20-320,0 0-800,0-19-2403</inkml:trace>
  <inkml:trace contextRef="#ctx0" brushRef="#br0" timeOffset="70950.05">20962 8842 8391,'0'-20'2755,"0"20"-2371,0 0 1186,-20-19-257,0 19-928,0 0-129,1 0-128,-21 19-96,20 1 64,-1 0 64,3 20 0,18-1 32,0 21-95,0-20 95,18 19 0,3-19-224,19 0-256,-1-20 127,1 0 161,0 0 33,19-20 95,-18-20 96,17 0 256,-17 0 481,-21 0 0,19-19-192,-19-1-32,-20 0-353,0-20-224,0 1-160,-20 19 32,-19 0 64,-1 1 0,-19 19-192,-22 0-576,-18 0-1378,20 20-3075</inkml:trace>
  <inkml:trace contextRef="#ctx0" brushRef="#br1" timeOffset="74128.23">21359 7074 8359,'0'-20'1922,"-20"0"-769,20 20-800,-20 0-289,1 0-128,-1 0-193,-20 0-447,1 20-65,-1-20 192,-19 0 129,-22 0 192,2 20 160,0-20 96,0 0 64,-2-20-32,2 20-32,0 0 128,0 0 224,0-20 129,19 20-97,1 0-160,-2 0-64,22 20-128,-1-20 65,20 0 95,0 20-32,1-20-96,19 0-32,0 19-32,0-19 32,0 0 64,19 0 64,1 0 0,-20 0-96,20 21-64,-20-21 33,0 19 95,20 2 128,-20-2-96,20 1-64,-20 20-64,19-20 32,-19 39-32,20-19 0,0-1-32,-20 21 32,20-20-64,1 20 64,-1-1-32,-2-19-32,3 20 32,-21-1-32,20-19 32,-20 19 32,0-19-32,20 20 0,-20 0 0,0-21 0,0 21 0,0-1-128,0 1 320,0 0-32,0 20-160,0-21-32,0 1 64,20-21 33,-20 21 351,0-20 193,19-21-289,-19 21-128,20 0 0,-20-20 353,20 20-289,0-21-256,0 21-96,-1 0 64,1-1-32,-20-18-32,0 18 0,0 1-1,0-20 130,0 0-33,0 20 0,0-21-33,0 1-31,0 0-96,0 0-96,0 20-64,0-20 160,0-1 160,0 1 0,-20 0 0,20 0 160,0 20 128,-19-21-64,19 1-160,0 1 128,0-2-127,0-19-98,0 20-191,19 0 160,-19-20-32,20 19 32,-20 2 96,20-21-32,0 20-32,-20-20 64,20 20 64,-20-20-32,19 0-32,1 0-32,-20-20-32,20 20 64,0 0 128,1 0-63,-3 0-33,23-20 0,-21 20 64,18 0-128,3 0-32,18 0-225,-19 0-159,19-21 160,1 21-129,-19 0-31,18 0 224,0-19 192,1 19-96,-21 0 32,1 0-257,0 0-191,-21 19 320,1-19 64,0 0 64,0 0 128,1 0 192,-3 0 192,-18 0 129,20 0-65,0 0-191,1 0-33,-21 0-192,0-19-64,20 19 64,-20 0-64,0-20 224,0 20 97,0-20 31,18 1-128,-18-2 33,0-18-193,0 19-64,0-20-96,21 0 64,-21-19 0,0 19 0,0-40 0,0 21 64,0-20 128,0-21 417,0-19 351,0 20-255,-21-21 0,21 1-289,0 0-96,0 0 33,0 19-33,0 1-256,21 19 96,-21-19 32,20 20-31,-20 19-193,20 1 64,-20-2-96,20 2 0,-20 19-225,0 0-63,0 21-32,0-21-33,0 0-255,-20 1-418,0 19 33,0 0-1537,-1 20-4645</inkml:trace>
  <inkml:trace contextRef="#ctx0" brushRef="#br1" timeOffset="75373.31">6451 5147 8295,'39'0'3011,"-19"-21"-2819,39 21 33,21 0 479,20 0 449,17 0 481,23 0-161,20 0-672,-2 21-256,40-21-257,-19 19 160,39 1-191,-19-20-354,-1 0 258,0 0-97,-18 0 64,-22 0-64,-18-20 160,-41 20-32,0 0-160,-60-19-128,1 19-1505,-40-21-3877</inkml:trace>
  <inkml:trace contextRef="#ctx0" brushRef="#br1" timeOffset="90747.19">4088 9121 2530,'-20'0'6983,"20"0"-6247,0 0 417,0 0 1346,0 0-706,0-21-768,0 21-288,0 0-289,0 0-95,0 0-65,0 0 32,20 0-127,0 0-1,-1 21 96,41-21 0,-1 0-96,2 0-31,18-21-65,20 21 32,-20 0-64,0 0-64,2 0 64,-22 0-32,0 0-32,-19 0-32,0 0 32,-1 0-64,-39-19-353,0 19-255,0 0-289,0 0-961,-20 19-2946</inkml:trace>
  <inkml:trace contextRef="#ctx0" brushRef="#br1" timeOffset="91747.24">6947 11942 9833,'-20'0'3491,"0"0"-2370,20 0-352,-20 0 896,20 0-63,0 0-385,20 0-736,0 0-225,19-19 128,21 19-128,-1 0-95,22 19-1,36-19 64,-17 0-256,19 0 128,0 0 32,1 0-160,-1 0-64,1-19 160,-3 19-64,-17-21-64,-1 21 32,-39-19-32,-1-1-320,-39 20-257,1 0-128,-21 20-640,-21-20-1154,-19 19-4067</inkml:trace>
  <inkml:trace contextRef="#ctx0" brushRef="#br1" timeOffset="92412.28">8911 12141 13228,'0'-20'801,"0"20"-865,0 0 384,0 0 1057,0 20-416,21 0-352,-21 0-129,0 19 33,0 1-33,0 0-31,0-1-225,0 1-128,0-20-256,0 0 96,20-1-257,-20 22-287,0-21-97,20-1-256,-20-19-1153,20 21-2754</inkml:trace>
  <inkml:trace contextRef="#ctx0" brushRef="#br1" timeOffset="92750.3">8713 12360 14189,'0'19'256,"0"-19"-320,0 0 1794,0 0 95,0-19-1408,20-2-161,0 1-224,0-19 64,1-1-64,-3 0 64,2 21-96,0-21-32,21 20-32,-23-20 128,3 40-96,-1-19 32,0-1-32,-20 20 0,0 20-32,20-1 256,-20 1-160,0 20 0,19-20-64,1 0 32,0 19-544,0-19-897,19 0-1859,-19-20-7270</inkml:trace>
  <inkml:trace contextRef="#ctx0" brushRef="#br1" timeOffset="111753.39">12049 11545 9865,'-20'0'3139,"0"0"-2755,20 0 417,0 0 608,0-19-320,0 19-704,20 0-257,-20 0 0,20 0-32,19 0-32,-19 0 32,0 0 0,19 0 32,1 0 0,-19 0 65,17 0-33,3 0-32,-21-21 128,19 21-288,1 0 96,-20 0 0,19 0-192,-19 0 128,0 0-96,0 21-224,0-21 96,-1 0-321,-19 0-128,20 0-159,0 0-578,-20-21-768,0 21-2626</inkml:trace>
  <inkml:trace contextRef="#ctx0" brushRef="#br1" timeOffset="112092.41">12485 11366 11146,'0'0'320,"0"0"161,0 0 1280,0 0-127,0 0-993,20-20-257,0 20-160,0 20 64,19-20 33,-19 0-65,21 20-192,-3-20 0,-18 20-32,1-1-32,-1-19 64,-2 21-32,3-2 64,-21-19 0,0 21 65,0-2 31,-21 2-128,3-2 0,-2 21-96,-1-40-32,-19 20 160,22 0-32,-23 0-64,1-1-128,21 1-353,-21-20-768,20 20-2274,20-20-9193</inkml:trace>
  <inkml:trace contextRef="#ctx0" brushRef="#br1" timeOffset="118351.76">15702 12042 4580,'-20'0'5893,"20"0"-4932,0 0 545,0 0 768,0 0-1121,20 0-769,-20 0-352,39-20 385,1 20-353,-1 0 32,21 0 32,-1 0-96,2 0 32,-3-20-32,3 20-32,-2 0 0,-19 0-224,-1 0-673,-19 0-1441,-20 0-3107</inkml:trace>
  <inkml:trace contextRef="#ctx0" brushRef="#br1" timeOffset="119368.82">21954 11982 11370,'-20'0'1634,"20"0"-449,0 0 288,0 0 321,0 0-929,20 0-225,1 0-736,-1 0 865,39 0-801,1 0 256,19 0-256,0 0 128,20 0-352,-20-21 64,-18 21-865,18 0-1602,-59 0-4996</inkml:trace>
  <inkml:trace contextRef="#ctx0" brushRef="#br1" timeOffset="134935.71">13438 12181 9064,'-20'-20'1089,"0"20"-224,-19 0 480,-1 20-128,0-1-736,-19 1-193,0 20 128,19 0 65,-19-1 31,18 21-223,1-21-129,21 2-64,-1-2 128,20 1 128,0 0 161,0 0-65,0-1 33,20 21-225,19-21 32,1-19-95,-1 21-65,2-22 32,17 1-32,-17-1-32,-1-19 32,-1 21-160,1-21-320,-20 0-449,-1 0-352,-19 0-641,20 0-1281,-20 0-4131</inkml:trace>
  <inkml:trace contextRef="#ctx0" brushRef="#br1" timeOffset="135513.75">13815 12598 2978,'0'20'7527,"0"0"-7110,0-20 416,20 0 512,-20 0-416,20 0-641,19-20-192,-19 20-192,21-20-513,-3 20-736,3 0-1089,-21 0-3684</inkml:trace>
  <inkml:trace contextRef="#ctx0" brushRef="#br1" timeOffset="135649.75">13955 12697 9352,'-41'40'961,"41"-20"-384,20-20 384,1 0-513,-1 0-320,19 0-832,-19 0-2115,20-20-3331</inkml:trace>
  <inkml:trace contextRef="#ctx0" brushRef="#br1" timeOffset="135882.77">14331 12360 12844,'0'19'1793,"-20"1"-1216,20 19 352,0-18 96,0 19-353,0 0-287,0-21-321,0 21 32,0 0-96,20 19 0,-20-19-352,21-1-641,-1 2-897,-20-21-2338</inkml:trace>
  <inkml:trace contextRef="#ctx0" brushRef="#br1" timeOffset="137475.86">15621 12638 13356,'0'19'865,"-18"1"-705,18 0 128,0 0 97,0 20-289,0-1-96,0-18-513,18 18-640,-18-19-833,20-1-2466</inkml:trace>
  <inkml:trace contextRef="#ctx0" brushRef="#br1" timeOffset="137611.87">15662 12539 13484,'-21'-21'-576,"21"21"-1859,0 0-607,0 0-1923</inkml:trace>
  <inkml:trace contextRef="#ctx0" brushRef="#br1" timeOffset="137892.88">15959 12459 7431,'0'-60'2049,"0"60"-992,-20-20 481,0 1-417,20 19-288,-19-21-161,-1 21-223,20 21-97,-20-2-256,20 1-32,0 19-32,0 2 0,0-2 64,0 1-96,0-20 0,20 40-192,0-21-288,-1 1-97,1 19-63,-20-39-481,20 21-225,-20-22-543,20 1-2307</inkml:trace>
  <inkml:trace contextRef="#ctx0" brushRef="#br1" timeOffset="138015.89">15900 12837 5733,'-40'-41'4901,"20"21"-2884,20 1 1,0-1-416,0 0-353,20 20-512,0 0-673,19 0-192,1 0-513,1 0-1761,-3 0-3268</inkml:trace>
  <inkml:trace contextRef="#ctx0" brushRef="#br1" timeOffset="138707.93">16753 12677 14894,'20'-20'448,"-20"1"-224,0-1 513,0 0-513,0 0-64,-20 0-128,0 20-128,1 0 0,-1 0 64,0 20-64,0 0-96,0 0-96,20 19 95,0-19 1,0 20 0,20-20 96,0 0 96,0-1 128,19-19 64,-19 0 32,20 0-31,-20-19 191,-1-1-160,-19 0-160,0 0-128,0 0-64,0 0-32,0 20-288,0 0-65,0 0 193,0 20 160,0 0 160,0 0-32,0 0 64,0 0 64,20-1 160,-20-19 256,20 20 129,-20-20 192,21 0-353,-21 0-416,20-20 417,-20 1-385,20-1-128,-2 0-32,-18 0-96,21 0 64,-1 0 31,0 20-95,0 0 256,-20 0-96,19 0 96,-19 20-512,20 0-417,-20 0-640,0 20-1666,20-21-6374</inkml:trace>
  <inkml:trace contextRef="#ctx0" brushRef="#br1" timeOffset="139104.95">17289 12677 12940,'-20'-20'160,"0"20"-769,1 0 866,-1 0-33,0 20-192,20 0-32,-20 20 64,20-20-32,0 19-288,20-18-65,0 18 33,0-19 288,-1-20 352,21 0 353,1-20 512,-3 1-32,-17-22-96,19 2-160,-21-1 0,-19-20-320,0 1-289,0 0-256,-19-1-224,-1 19-288,0-18-65,-1 40 577,1 38-288,2 1 96,18 19 256,0 2 0,0-2 64,0-18-32,0 18-32,18 1-160,23 19-64,-21-19-608,19-20-546,21 0-1408,-21-20-7880</inkml:trace>
  <inkml:trace contextRef="#ctx0" brushRef="#br1" timeOffset="139551.98">18282 12578 6053,'-21'20'6150,"21"-20"-6374,-18 0 0,-2 20 352,0 0-32,20-1-64,-21 1-128,21 0 32,0 20 192,21-20 512,-1-20 449,0 19-128,19-19-64,-19 0 256,0 0-160,19-19-224,-39-1-353,20 0-448,-20 0-256,0 0-705,-20 0-897,1 1-2658</inkml:trace>
  <inkml:trace contextRef="#ctx0" brushRef="#br1" timeOffset="139825.99">18500 12776 15150,'0'0'384,"-20"0"-384,20-19 385,-20-1 159,20 20-288,0-20-224,0 0-96,0 0 64,20 0 64,0 1 97,0 19-97,1 0-64,-3 0 0,2 0 96,0 0-64,-20 19 0,21 1 0,-21 0-64,0 0-32,0 0-577,0 0-736,0-1-1058,0 1-1536</inkml:trace>
  <inkml:trace contextRef="#ctx0" brushRef="#br1" timeOffset="140302.02">18739 12280 9128,'-20'39'1442,"20"2"-1186,0-2 224,0 21 481,0-20-224,0 0-609,0-1-256,0 21-192,20-21 255,-20 21 130,20-40 159,19 19 320,-19-39 97,0 0-225,0 0-224,-1 0-160,-19-20-96,20-19-192,-20 19-352,20 0 255,-20 0 289,20 0-608,-20 20-546,0 0 193,0 20 737,0 0 320,21 0-96,-21 0 96,18 19-32,2 2 0,-20-21-32,20 19-320,1 1-161,-21-20 577,0 0 1538,0 0 1313,-21-1-577,1-19-641,-18 0-672,-3-19-352,-18-1-64,19 0-1,20-21-448,-19 22-192,39-20 0,-20 19-320,20-21-417,20 41-640,-1-19-1794,21 19-10474</inkml:trace>
  <inkml:trace contextRef="#ctx0" brushRef="#br1" timeOffset="140700.04">19851 12558 12363,'20'0'1538,"-20"0"-1570,-20 20 192,20-20 224,0 20-384,-21 0-640,21 0-321,0 19 320,0-19 385,0 0-161,0-20-832,21 0-3651</inkml:trace>
  <inkml:trace contextRef="#ctx0" brushRef="#br1" timeOffset="140814.05">19851 12419 8488,'0'0'3523,"20"0"-7335,-2-20-2498</inkml:trace>
  <inkml:trace contextRef="#ctx0" brushRef="#br1" timeOffset="141190.07">20128 12379 3267,'20'-60'1633,"-20"41"1186,0-21-481,0 20-993,-20-20-864,0 1 768,0-1-993,1 0-928,-1 21-161,-20 19 673,20 0 128,1 19 64,19 21 352,-20 0 609,20 19-64,20 21-417,-1-20-127,1-1-193,0-19-160,0 0-320,0-21 95,-1 21 33,1 0-64,0 0-353,0-21-127,-20 1-161,0-20-544,0 0 256,-20 0 1056,0 0 418,0-20 1344,1 1 738,-1-1-482,20 0-319,0 0-481,39 0-320,-19 1-321,20 19-288,19-21-192,-19 21-192,1 0-705,-2-19-1088,-19 19-2243</inkml:trace>
  <inkml:trace contextRef="#ctx0" brushRef="#br1" timeOffset="154626.84">16178 13432 11466,'-20'0'1153,"20"0"-480,0 0 512,0 0 1121,0 0-960,0 0-706,0 0-127,20 21 31,0-21-31,19 19-97,1 1-160,0 0-224,-1 0 32,1 0-31,-1 20-33,1-21-257,1 1-255,-23-20-225,3 20-352,-1-20-384,-20 0-769,20 0-1314,-20 0-7046</inkml:trace>
  <inkml:trace contextRef="#ctx0" brushRef="#br1" timeOffset="154873.85">16516 13413 704,'0'-20'13037,"0"20"-12685,0 0-288,-20 0 1089,20 0 352,-21 0-800,1 20-289,0 20 33,2-21-65,-3 21-63,1 0-321,0 0-32,0-21 64,1 1-449,19 0-127,-20 0-385,20 0-352,0-20-994,0 0-1696</inkml:trace>
  <inkml:trace contextRef="#ctx0" brushRef="#br1" timeOffset="155067.86">16714 13572 11755,'19'39'1857,"-19"-19"-1056,0 0 608,0 0-63,0 0-898,0 0-416,0-1-480,0 1-1122,0-20-2498</inkml:trace>
  <inkml:trace contextRef="#ctx0" brushRef="#br1" timeOffset="155549.89">17190 13492 10890,'-20'0'1858,"0"0"-833,20 0 416,0-20 673,20 20-865,-20 0-576,40 0-193,-20 0-192,19 20-127,2-20 31,-3 0-352,3 0-417,-21-20-992,19 20-1570,-39 0-3620</inkml:trace>
  <inkml:trace contextRef="#ctx0" brushRef="#br1" timeOffset="155693.9">17249 13552 13741,'-19'40'736,"38"-21"225,1-19 929,0 0-897,21 0-1025,-23 0-737,23 0-1441,-21 0-3587</inkml:trace>
  <inkml:trace contextRef="#ctx0" brushRef="#br1" timeOffset="156083.92">17826 13453 12908,'0'0'1345,"0"0"-929,0 0 1794,-20 0-704,20 0-641,20 0-321,0 19-63,-1 1-161,21 0-64,-20 0-192,19 0-32,1 0-224,0 0-416,-21-1-321,21 1-833,-20 0-544,-20-20-1474,21 0-5765</inkml:trace>
  <inkml:trace contextRef="#ctx0" brushRef="#br1" timeOffset="156279.93">18123 13393 15054,'-20'39'384,"20"-18"161,-20-2 800,-19 21-448,19 0-897,0-20 0,-20 19-289,21-19-319,-1 20-1186,0-20-2146,20-20-6245</inkml:trace>
  <inkml:trace contextRef="#ctx0" brushRef="#br1" timeOffset="156603.95">18322 13552 13068,'39'20'833,"-19"0"-353,-20-1 1442,20-19-961,-20 0-865,20 20-32,-20-20-32,0 20 32,0-20-96,-20 20 0,20 0 32,-20 0 0,0-20 32,20 19-32,0-19 32,0 0 96,0 20 96,0-20-160,20 0 33,0 0-161,0 0-65,0 0-543,-1 0-1058,-19 0-2146</inkml:trace>
  <inkml:trace contextRef="#ctx0" brushRef="#br1" timeOffset="157050.98">18917 13492 14541,'-20'20'1602,"20"-20"-1602,0 0 608,0 0 1026,20 0-673,0 0-737,1 0-64,-3 0-160,22 0-128,1 0-641,-23 0-1281,3 0-2178</inkml:trace>
  <inkml:trace contextRef="#ctx0" brushRef="#br1" timeOffset="157201.99">18976 13552 13164,'-18'40'1217,"18"-40"-1121,18 19 481,22-19 768,-19 0-993,17 0-1120,3 0-2499,-21 0-7335</inkml:trace>
  <inkml:trace contextRef="#ctx0" brushRef="#br1" timeOffset="157591.01">19612 13432 6918,'20'0'3299,"-20"0"-3459,0 0 1409,-20 0 1346,0 0-1634,1 21-865,-21-21-32,20 19 160,-1 21-128,21-20-32,-18 20-64,18-1-160,18-19 0,3 20-128,19-20 63,-1 0 289,1-20 257,19 0-161,1 0 288,-1-20 225,2 0 128,-23 0-161,3 0 129,-21 0-353,-20-19-31,0-1 255,-20 20-415,0-20-161,-21 21-32,-18-2-385,19 2-1056,-19 19-1826,0 0-10666</inkml:trace>
  <inkml:trace contextRef="#ctx0" brushRef="#br1" timeOffset="160681.19">13696 12081 1921,'-19'0'4100,"-1"0"-2562,20 0 287,-20 0 33,20 0-192,0 0-417,0 0-576,0 0-289,20 0 224,0 0 33,19 20-160,-19-20-97,20 0-128,-1 0 193,22 0-193,-3 0-64,22 0-128,19 0-32,20 0 32,1 0-96,-1-20 96,19 20-96,-19 0 0,21 0 32,-2 0 0,21 20 0,-19-20 32,-22 20-32,21-20 32,-19 0-64,-21 20 32,20-20 0,-19 0 32,-1 0-128,-20 0 192,0 0-192,-19 0 32,-1 0 32,-39 0-160,19 0-96,-39 0-930,0 0-1088,-18 0-2626</inkml:trace>
  <inkml:trace contextRef="#ctx0" brushRef="#br1" timeOffset="162734.3">19851 11961 7142,'-21'0'1954,"21"0"-609,0 0 257,0 0 320,21 0-1057,-21 0-65,20 0-351,18 0-65,3 0 65,-2 0 31,21 0-544,19 0 416,20 0-576,1 0 480,39 0-416,-1 0 288,2 0-352,38 0 288,-18 0-352,18 0 416,0 0-480,-18 0 480,-2 21-288,-19-21 160,-1 0-32,-18 20 32,-1 0 0,-40-20 0,0 20 0,2 0-32,-42-20 64,-19 0-64,0 0-225,-20 0-223,0 0-737,0 0-577,0 0-1409</inkml:trace>
  <inkml:trace contextRef="#ctx0" brushRef="#br1" timeOffset="167851.6">13696 13154 9352,'-19'0'1762,"19"0"-1346,0 0 257,0 0 800,0 0-255,0 0-450,0 0-383,19 0-161,21 0-96,-20 0 64,19 0-64,1 0-64,1 0-96,-3 0 96,3 0-64,18-20-224,-19 20-673,-1 0-1569,-19-19-3428</inkml:trace>
  <inkml:trace contextRef="#ctx0" brushRef="#br1" timeOffset="169221.67">15066 13711 10602,'-20'19'2946,"20"-19"-2401,-20 0-225,20 0 609,0 0 288,0 0-544,20 0-289,0 0-64,19 0-95,1-19-1,1 19-160,-3 0-32,3 0 64,-1 0-192,-1 0 96,-19 0-128,20 0 0,-21 0-96,1 0-257,0 0-384,0 0-640,-20 0-1506,0 0-3715</inkml:trace>
  <inkml:trace contextRef="#ctx0" brushRef="#br1" timeOffset="169516.69">15324 13592 12812,'0'0'864,"0"-20"-896,0 20 673,20 0 608,0 0-544,0 0-449,19 20-160,1-20-96,0 19 0,-1 1 64,1 0-64,-19-20 32,-3 20-32,2-20 64,1 20 97,-1-20 287,-20 20 64,0-20-127,-20 19-161,20-19-32,-41 20-32,23 1-32,-3-2-63,-19 1-130,1 0-63,19-1-640,0 2-898,-20 18-1121,21-39-2914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23:59.7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FFFF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  <inkml:brushProperty name="color" value="#0000FF"/>
    </inkml:brush>
    <inkml:brush xml:id="br4">
      <inkml:brushProperty name="width" value="0.05292" units="cm"/>
      <inkml:brushProperty name="height" value="0.05292" units="cm"/>
    </inkml:brush>
    <inkml:brush xml:id="br5">
      <inkml:brushProperty name="width" value="0.05292" units="cm"/>
      <inkml:brushProperty name="height" value="0.05292" units="cm"/>
      <inkml:brushProperty name="color" value="#A0A0A0"/>
    </inkml:brush>
  </inkml:definitions>
  <inkml:trace contextRef="#ctx0" brushRef="#br0">2539 6935 8359,'-20'0'769,"20"0"256,-20 0 1281,20 0-288,0 0-576,0 0-417,-18 0-449,36 0-63,-18 0-97,0 0-288,40 0-64,-19 0 128,17 0-160,3 0-32,18 0 0,-19 0 0,0 0 0,-1 0 0,1 0-160,1 0-192,-23-20-161,2 20-63,0 0-289,-20 0-544,0 0-609,0 0-1602,0-20-5731</inkml:trace>
  <inkml:trace contextRef="#ctx0" brushRef="#br0" timeOffset="390.02">2837 6776 8808,'0'0'352,"0"0"-448,0 0 1313,20 0 545,-20 0-417,20 0-384,1 20-320,-3-20 31,2 0 65,21 20-192,-3-20-257,-17 20-160,-1-1-128,0-19 64,0 20-32,-1-20-32,1 20 32,-20-20-32,0 0 64,0 20 224,0-20-31,0 20 159,-20-20-32,1 20-191,-1-1 31,0 1-96,-21 0-128,3 0 32,-3 20-64,3 0-1089,17-21-1570,1 21-5284</inkml:trace>
  <inkml:trace contextRef="#ctx0" brushRef="#br1" timeOffset="3728.21">9150 6935 11594,'-20'0'929,"20"0"-833,0 0 577,0 0 736,0 0-63,0 0-802,20 0-320,0 0 33,0 20-129,19-20 160,1 0-128,-1 0-128,2 0-256,-1 0 416,-1 0-320,-19 0-128,20 0-225,-20 0-319,-1-20-97,-19 20-64,20 0-609,-40 0-1505,20-20-3811</inkml:trace>
  <inkml:trace contextRef="#ctx0" brushRef="#br1" timeOffset="4030.23">9328 6796 13965,'0'0'192,"0"0"-256,21 20 416,-21-20 737,20 20 256,18-20-512,-17 19-512,19-19-225,19 20 0,-19 0 256,0 0-160,-1 0-128,-19 0-32,1-1 0,-1 1-64,-2-20 0,-18 20 0,0 0 32,0-20-192,-18 20 480,-2 0-95,-21-1-161,21 2 0,-19-2-257,-1 2-255,1-2-321,19 1-160,-20 20-1281,-1-20-2594</inkml:trace>
  <inkml:trace contextRef="#ctx0" brushRef="#br2" timeOffset="7380.42">19274 6875 6277,'-19'0'1698,"-1"0"-193,20 0 449,0 0-96,-20 0-417,20 0-384,0 0-448,0 0-193,20 0 193,0 0-225,-20 0-159,39 0-161,-19 0-32,0 0 64,19 0-192,-19 0 32,21 0-193,-1 0-63,-22 0 0,23-20-353,-21 20-768,-20 0-1602,20 0-4196</inkml:trace>
  <inkml:trace contextRef="#ctx0" brushRef="#br2" timeOffset="7718.44">19434 6756 10249,'0'-20'1474,"0"20"-1122,0 0 865,0 0 449,20 0-417,0 0-673,19 0-319,1 0-129,-1 20 96,1-20 417,0 0-417,-21 20-160,21-20 0,-20 0 0,0 20-128,-20-20 160,19 0-192,-19 20 224,0-20-160,0 20 256,0-20-224,-19 19 160,-1 1-192,0 0 160,0 0 65,0 0-1,1 0 0,-21-1-224,0 1 64,21 0-705,-21 0-736,-1 0-1410,23 0-7687</inkml:trace>
  <inkml:trace contextRef="#ctx0" brushRef="#br3" timeOffset="14734.84">8435 2007 3651,'0'0'705,"0"0"1184,0 0-127,0 0-737,0 0 673,0 0 384,0 0-801,0 0-641,0 0-479,0 0 319,0 0 353,21 0-128,17 0-257,3 0-128,-1 0-128,19-20-128,1 20 33,-1 0-33,20-20-128,-18 20 64,-2 0 64,20 0-96,0 0 64,1 0-96,20 0 64,-1 20 0,0-20-32,0 0 0,1 20 96,19-20-128,-20 0 64,19 0-33,21 20-31,1-20 64,-2 0 97,22 0-226,-2 0 225,20 0-128,-18 0 64,-2 0 33,2-20 95,-2 20 0,-19 0 32,19 0 32,-18 0-96,-1 0-96,-21 0 129,22 0-193,-21 0 160,19 20-32,-18-20-160,-1 0 32,-20 0 64,0 0 32,-20 0 96,-18 0 0,-2-20 32,-39 20-320,0 0-1057,-20 0-1345,-20-20-10827</inkml:trace>
  <inkml:trace contextRef="#ctx0" brushRef="#br3" timeOffset="16785.96">14868 258 8680,'0'-40'480,"0"21"930,-20 19-193,20 0-64,0 0 64,0 0-256,0 0-609,0 0-192,0 0 129,0 0 63,0 19 0,0 21-63,0 0-1,0 0-32,0 20 0,0-1 1,0 20-1,20-19-32,-20 39-32,0-19 32,0 20-128,0-1-96,20 0 193,-20 0 191,0 0-128,0-18 0,0 18 1,19-21-33,-19 22-96,0-1-128,0 1 128,0 19-256,0-19 512,0-1-287,0-20-65,20-18 128,-20-2-192,20-19 160,-20-1 32,0 1-96,20-21 0,-20 21-64,0-20 64,20 0-416,-20 0-1,0-20-255,19 0-321,-19 0-640,0 0-1538,0-20-8008</inkml:trace>
  <inkml:trace contextRef="#ctx0" brushRef="#br3" timeOffset="17708.01">14550 2126 5188,'-40'0'257,"40"0"-161,0 0 192,-19 0 801,19 0 1153,0 0-384,19 0-769,-19 0-192,20 0 192,-20 0-224,20 0-33,0 0-159,0 0-160,-1 0-129,21 0-224,19 0 32,2 0-32,-3 0-96,22 0 33,19 0-33,20 0-96,0 0 160,41 0-256,-2 0-1,41 0-95,-21 0 64,41 0 160,-21 0 0,-20-20 64,21 20-64,-19 0-32,-2 0 32,0 20-64,-38-20 32,-21 0-160,-20 0-160,1 20 127,-1-20 193,-20 0 32,-20 0 0,1 0 0,-21 0-288,-39 0-1378,0 0-2754</inkml:trace>
  <inkml:trace contextRef="#ctx0" brushRef="#br3" timeOffset="18293.04">15939 2583 14669,'20'19'1634,"-20"-19"-1634,20 0 480,19 20-287,1-20-193,-19 21 32,19-2 0,-1 1-128,1 0-257,-1-1-191,-19 2-417,0-21-897,0 0-1025,-20 20-2402</inkml:trace>
  <inkml:trace contextRef="#ctx0" brushRef="#br3" timeOffset="18458.05">16257 2583 3459,'-20'19'9641,"1"-19"-9545,-1 20 288,-20 1 545,19 18 384,-17 0-448,-3-18-769,21 19-384,20-21-1249,0 0-1474,20 2-4164</inkml:trace>
  <inkml:trace contextRef="#ctx0" brushRef="#br3" timeOffset="18632.06">16595 2682 17488,'-20'20'320,"20"20"-224,-20-20 129,-1 19-129,3 1-32,18-20-320,0 20-2083,18-20-5924</inkml:trace>
  <inkml:trace contextRef="#ctx0" brushRef="#br3" timeOffset="19244.1">13855 914 14926,'0'0'128,"0"0"256,0 0 737,0 0-288,21 19 96,-21-19-385,18 20-480,22 1-224,-19 18-480,17-19-321,3-20-737,-21 19-1377,19-19-3235</inkml:trace>
  <inkml:trace contextRef="#ctx0" brushRef="#br3" timeOffset="19423.11">14093 854 14221,'-39'0'1313,"19"21"-1313,20-2 737,-20 1-321,-1-1-95,3 1-161,18 21-256,-20-22-1154,20 1-1216,0-1-2467</inkml:trace>
  <inkml:trace contextRef="#ctx0" brushRef="#br3" timeOffset="19733.12">14252 933 17392,'20'0'-320,"-1"0"416,-19 0-96,0 20 0,20-20 128,-20 21 32,0-1-128,20-1-64,-20-19-64,21 20 32,-21-1-320,0-19-193,0 21 385,20-21 192,-20 0 0,0 0 0,0 20 64,18-20 32,-18 0 96,0 0-32,20 0-64,1 0-64,-21 0-512,20 0-2755</inkml:trace>
  <inkml:trace contextRef="#ctx0" brushRef="#br3" timeOffset="20268.15">13756 875 13901,'0'0'480,"0"0"449,0 0-320,0 0 63,20 19 417,19-19-576,-19 20-353,21-1-96,-23 1 32,22 1-160,1-1 64,-2-20-320,1 19-257,-20 1-224,-1-20-384,1 0-320,0 19-577,-20-19-1954</inkml:trace>
  <inkml:trace contextRef="#ctx0" brushRef="#br3" timeOffset="20498.17">14074 775 11434,'19'-20'417,"-19"20"1248,0 0-1440,-19 0 415,19 20 705,-20-1-448,0 2-352,20 18-161,-41 21-96,23 0-127,-2-21-129,-1 21-32,1-20-321,0-1-608,2 1-2338</inkml:trace>
  <inkml:trace contextRef="#ctx0" brushRef="#br3" timeOffset="22048.26">14232 974 6149,'-20'0'1826,"20"0"-96,0-21 192,0 21-545,-20 0 384,20 0-607,0 0-482,0 0-512,0 0 97,0 0 191,20 0-160,-20 0 97,20 0-193,-20 0-224,20 21 0,0-21-32,-1 20-96,-19-1-289,20 1 321,-20-1 32,20 2-96,-20-1 192,-20 0 64,0-1 0,1 1 0,-1 0 96,20 0-128,-20-20 0,20 20 224,0 0 33,0-20-129,40 20-448,-21-20-225,21 0-576,19 0-961,-18 0-3523</inkml:trace>
  <inkml:trace contextRef="#ctx0" brushRef="#br3" timeOffset="23794.36">14827 298 3971,'0'0'3267,"0"0"-1377,0-20 384,0 20-608,0 0 31,-20-20-223,20 20-641,0 0-641,-18 0-224,18 0-32,-20 0-32,-1 20 0,1-20 64,20 40-33,-20-20-31,20 19 96,0-18 0,0 18 0,20 0 0,0 2 32,1-22 129,17 1 63,3-20 64,-1 0-32,-1 0 33,-19-20-129,0 1 96,0-1 0,-20-1 0,0 2 129,-20-21-65,0 21-256,-20-2-32,21 1-640,-21 1-834,19 19-2241</inkml:trace>
  <inkml:trace contextRef="#ctx0" brushRef="#br3" timeOffset="24551.4">17348 1987 5669,'0'-20'1890,"0"20"1473,0-20-993,0 20-897,0 0-159,-18 0-706,18 0-512,-20 0-224,-1 0 32,1 20 32,0 20 64,1 0 0,19-1 32,19 1 0,-19 0-64,20-1-64,21 1 96,-3-20-32,3 1 32,-1-21 64,-1 0-32,1-21 192,-1-19 33,-19 20-65,0-19 32,-20-1 224,0 0 129,-20 20-33,-19-19 161,-1 19-353,-19 0-191,19 0-706,-19 0-1793,18 20-5574</inkml:trace>
  <inkml:trace contextRef="#ctx0" brushRef="#br0" timeOffset="25809.47">14629 1947 16591,'0'0'641,"0"0"31,0 0-287,0 0-97,40 20 385,-20 0 31,39 0-415,0 20-161,-18-21-32,18 1 32,21 0-128,-21 0-64,-19 0 64,19-20-448,-18 0-97,-23 20-416,2-20 481,-20 0-802,0 0-319,-20 0-2467</inkml:trace>
  <inkml:trace contextRef="#ctx0" brushRef="#br0" timeOffset="26031.48">15105 1928 16719,'-19'-20'513,"-1"20"-161,0 20 513,-20-1-160,1 21 288,-21 0 0,21 19-641,-2 21-384,21-41-128,2 21-449,-2-39-736,20 17-993,20-38-2723</inkml:trace>
  <inkml:trace contextRef="#ctx0" brushRef="#br0" timeOffset="26658.52">17012 278 13164,'-20'-20'2082,"20"20"-1986,-20 0 769,20 0-160,0 0 191,20 20 450,0-20-546,19 20-191,1 0-129,0 0-191,-1-1-1,21 1-256,-21 1 96,2-2-320,-3 1-96,3 0-225,-1-1-352,-21-19-768,-19 0-577,20 21-2178</inkml:trace>
  <inkml:trace contextRef="#ctx0" brushRef="#br0" timeOffset="26900.53">17368 199 14445,'0'-40'385,"-20"40"1056,20 0-352,-18 0-64,-2 0 320,-1 40-416,-19-21-481,21 41-255,-1-20-1,-20 19-288,20 1 96,1 0-449,-1-21-544,20 1-256,0 0-577,-20-20-2530</inkml:trace>
  <inkml:trace contextRef="#ctx0" brushRef="#br0" timeOffset="43010.46">6649 8306 9032,'0'-20'1313,"0"20"-704,-20-20-97,20 20 577,-20-20 385,20 20-193,-20 0-736,0-20-321,1 20-64,-21 0 288,20 20-95,-19 0-225,-1 0-32,-1 0 0,-18 0-96,1 19 32,17 1 0,1 0-32,20 0 0,-19-1 0,39 21 0,-20 0-32,20-1 32,20 1 0,0-1-32,19 21 32,1-20-32,19 19-32,22-20 32,-2-19-192,20 0 31,0-20 129,0 0 96,1-20-64,-1 0 32,0-20 0,-20-20 0,20 1 32,-20-21 0,-18 20 32,-2-19-31,-19-21 31,-20 20-32,-1 1 32,-19-20-64,-19-1 64,-1 0 64,-20 20 448,-19 1 97,-20-1 0,-2 1 31,2 19-287,0 20 223,-20 1-415,20 19-290,-20 0-159,18 19-673,22 1-1185,19 0-2114,21 20-9511</inkml:trace>
  <inkml:trace contextRef="#ctx0" brushRef="#br0" timeOffset="44869.56">6728 8703 11562,'-20'-19'737,"0"-2"160,0 21 96,1 0-128,-1 0-353,0 0-256,-20 0-256,21 21 0,-21-2 33,20 21 159,0-20-128,20 0-64,0 19 0,0-19 0,20 0 0,0-20 0,20 20-128,-21-20 224,21 0-64,-20 0 64,0 0-64,19-20 32,-39 20 32,20-20 0,-20 0 0,0 1-32,0-1-32,0 0-32,-20-20 0,20 20-96,0 1 32,-20 19 96,20 0 0,0 19 0,0 1 160,0 0 161,20 20-1,-20-1 129,20-19-193,0 20-224,1-20-32,-3-20 64,2 20-480,21-20-513,-41 0-1153,20 0-3363</inkml:trace>
  <inkml:trace contextRef="#ctx0" brushRef="#br0" timeOffset="45283.59">6887 8365 7142,'0'-20'929,"0"20"1537,0 0-95,0 0-1250,0 0-224,-21 20-289,21 1-320,0-2 1,0 1 223,0 19-256,0-18-159,0 18-65,21-19-32,-21 0-129,20-20-255,-20 20-481,20-20-896,0 0-1795,-1 0-6213</inkml:trace>
  <inkml:trace contextRef="#ctx0" brushRef="#br0" timeOffset="45569.6">6986 8445 6053,'20'0'96,"-20"0"705,20 0 1826,-20 0-1154,20 0-672,-20 19-225,0 2 161,0-21 32,0 20-161,-20-1-191,20 1-129,-20-20-32,20 20 64,-20-20-191,20 0-33,0 20-160,0-20 128,20 0-32,0 0-32,20 20-385,-21-20-447,1 0-834,0 0-1249,1 0-5028</inkml:trace>
  <inkml:trace contextRef="#ctx0" brushRef="#br0" timeOffset="45821.62">7184 8445 8167,'0'0'801,"0"0"0,0 0 1537,0 0-1345,0 0-128,0 19 224,0-19-417,0 21-191,0-1-1,0-1-288,0 1-192,0 0-96,0 0-192,-18 0-288,18-20-545,-20 19-1730,20 2-6470</inkml:trace>
  <inkml:trace contextRef="#ctx0" brushRef="#br0" timeOffset="46189.64">7026 8842 11562,'0'0'577,"0"0"128,0 20 2049,0-20-1473,0 20-448,0 0 32,0 19-352,0-18-449,0 18 0,0 1-192,0-20-1282,0 0-2626</inkml:trace>
  <inkml:trace contextRef="#ctx0" brushRef="#br0" timeOffset="47738.73">2400 9379 1761,'0'0'5157,"0"0"-4965,0 0 129,0 0 1120,20 0 32,-20 0-448,20-20-608,0 20-129,19 0 32,1-20-64,19 20-63,2-20-129,-2 0 64,1 0 96,19 1 353,0-1-65,21 0-224,-1 0-192,20 0-96,1 0-64,-1 0-96,19-20-128,1 21-64,1-1 256,-2 0 96,1 0-32,20-20 32,-20 21 32,1-2 0,-23 2 32,3 19 320,-21-20 0,0 0-63,1 0-129,-1 20 0,-20-20-32,22 0-128,-22 20 32,-20-19 32,1 19 129,-1-20-33,0 20 160,-19-20 64,-20 20-223,0 0-97,-1 0-32,1 0-64,21 0 32,-21 0-32,-2 0 0,2 0-96,-20 0-289,21 0-351,-21 0-385,0 0-1121,0 0-1698</inkml:trace>
  <inkml:trace contextRef="#ctx0" brushRef="#br0" timeOffset="48041.74">5815 8623 10954,'59'21'224,"-18"-21"1057,-3 0 33,3 0 127,-1 19-256,-1-19-608,1 21-417,-20-21 0,-20 19-96,19 1-64,-38 0 160,19 0 32,-20 0-96,-20 0 0,20-1-160,-19 1-128,19 0 0,-1 0 64,1 20-224,20-21-737,0 2-1090,-18-2-1856</inkml:trace>
  <inkml:trace contextRef="#ctx0" brushRef="#br0" timeOffset="49065.8">2519 10810 6149,'0'0'7399,"0"0"-7815,20 0 192,-20-20 416,21 20 256,-1-20 33,19 0-225,1 0-192,19-19-32,-19 18 32,19-18 128,1 0 1,40-21-33,-21 20 192,40-20-32,-20 21-160,21-21-63,-21 0-97,0 21 0,0-21 64,1 20-64,-1-20 64,-20 1-128,20 19 128,0-19-128,21-1 32,-21 0 64,-20 1-32,20 19 64,-38-19-64,-2 19 0,-1 0 0,3 20-64,-2-20 64,20 20-32,-19-19 64,-1 18-64,20-18 64,-18-1-32,18 20 64,-20-20 64,1 21 160,-1-1-64,2 0-32,-23-20-159,23 20 63,-22 0-32,21 1 64,-21-2 96,21-18-32,-21 19 128,1 0 65,1 0-33,-23 0-160,2 20 257,1-19-65,-21 19-192,0 0-128,0 0 0,0 0-384,20 0-609,-20-21-256,0 21-256,0 0-1090,0 0-2465</inkml:trace>
  <inkml:trace contextRef="#ctx0" brushRef="#br0" timeOffset="49354.82">5755 8941 8584,'60'-19'1825,"-21"19"-1600,1 0 1568,19-20 161,-18 20-416,-1 0-578,19 0-319,-19 0 128,-21 0-289,-19 0-384,0 20 0,0-20 161,-19 19-97,-1 21-64,-20-20-128,20 20 64,1-20-64,-1 0-160,0 20-353,20-21-480,-21 21 0,1 0-1121,2-20-5637</inkml:trace>
  <inkml:trace contextRef="#ctx0" brushRef="#br0" timeOffset="50587.89">2539 12220 12427,'21'0'577,"-1"-20"-1058,-2 1 353,3-1 160,19 0-32,-1-20 160,-19 1 65,40-1 95,-21 0 321,1-19 31,19 19-384,2 0-31,-2 0-33,-19 1 0,19-1 32,1-20-31,-1 21-161,0-21 0,2 21-64,-3-22 32,22 21 0,-20-19 0,-1 19 0,1 1-64,-1-21 32,2 21 32,-2-1-32,-19 0 32,-1-20 32,21 21 320,-21-1 481,21-20 64,-1 20-256,0-19-257,22 19-160,-2-19-32,-20-1-159,20 20-65,-19-20-33,-1 1 66,2 19-66,-2-19-31,1-1 0,-1 20 32,0-19 32,22-1 64,-23 20-96,1-20 96,2 21 0,-2-21 1,1 20-65,-21 0 64,21 1-160,-21-1 224,22 20-256,-23-19 128,3-1 0,18 0 32,-19 20-289,0-20 642,-1 1-513,1 19 160,-1-21 0,-19 22 0,21-1 0,-21-19 0,18 18 0,-17 1-64,-1 1 96,0-1-32,-1 0-32,1-20 96,0 20-256,0 1 256,0-1-96,-1 0 32,1 0 32,0 0 32,0 0 96,0 0-64,1 1-64,-21-2-32,18 2 97,-18 19-129,20-20 0,-20 20 32,0-20 32,0 20-160,0 0-385,0 0-192,-20-20-159,20 20-33,-18 0-352,18 0-641,-21 0-1185,1 0-2434</inkml:trace>
  <inkml:trace contextRef="#ctx0" brushRef="#br0" timeOffset="50918.91">5994 9061 11755,'0'0'448,"0"0"289,20 0 1473,-20-20-1185,39 20-417,-19 0-319,20 0-129,-20-20-32,19 20 32,1 0 0,-20 0 64,1 0-192,-3 0-32,-18 0-32,0 0 0,20 0 0,-20 20 0,0-20-32,0 20 64,0 0-32,0-1 128,0 2-160,0 18 160,0-19-96,0 20 32,-20-20-32,20 19 0,0 1-160,20-20-192,-20 0-417,0 19-1153,0-19-2530</inkml:trace>
  <inkml:trace contextRef="#ctx0" brushRef="#br0" timeOffset="53849.08">3791 8803 13228,'20'0'416,"-2"0"-384,2 0 0,21-20-224,-21 20-2851</inkml:trace>
  <inkml:trace contextRef="#ctx0" brushRef="#br0" timeOffset="54230.1">4009 8564 14669,'39'-20'0,"-19"20"225,20-20 1184,-21 20-833,21 0-351,-20 0-225,1 0-160,-21 20-225,18-20 33,-18 20-129,0 0 1,-18-20 288,18 20 192,-21-1-32,21-19-32,0 21-32,21-21 96,-21 19-64,18 2-353,2-21-63,21 19 384,-21-19 64,-20 20 32,18-20 32,-18 20 352,-18 0 192,-2-20-223,0 20-257,-1-20 32,-17 0-320,17 20-609,21-20-1633,-20 0-2915</inkml:trace>
  <inkml:trace contextRef="#ctx0" brushRef="#br0" timeOffset="54533.11">4544 8623 6470,'-20'21'4900,"20"-21"-5444,-19 19 608,19 2 737,0-2 127,19 1-351,-19 0-225,40 0-31,-20-20 95,21 20-32,-3-40-95,-17 20-65,19-20 160,-1 0 161,-19 0-321,-20 1-32,0-2 32,-20 2 289,-1-2-321,-17 21-192,-23 0 0,23 0-288,-3 0-673,-18 21-1505,-1-21-3076</inkml:trace>
  <inkml:trace contextRef="#ctx0" brushRef="#br0" timeOffset="55949.2">3969 9498 1569,'40'0'8648,"-21"0"-8424,1-20 641,0 20 769,0 0-1026,-20 0-287,20 0-225,-20 20 0,0-20 64,0 19 192,0-19-63,-20 21-65,0-1 96,20-20 0,0 20-95,-20-20-193,40 20-32,-20-20 0,40 19-257,-21-19-511,21 0-898,1 0-1185,-3-19-2818</inkml:trace>
  <inkml:trace contextRef="#ctx0" brushRef="#br0" timeOffset="56200.21">4346 9478 4420,'-39'20'6310,"19"-1"-6086,0 2 128,20-1 865,0 0-480,20-20-321,0 20-319,19-20-97,1 0 160,-1 0 128,-19-20-32,20 0 0,-20 0 129,-20-1 127,19 2-31,-19-1-129,-19 20 225,-1-20-257,0 1-256,-20 19-96,21 0 0,-21 0-577,20 0-1280,-1 19-2948</inkml:trace>
  <inkml:trace contextRef="#ctx0" brushRef="#br0" timeOffset="56799.24">4108 10273 15502,'0'0'-288,"0"0"224,19 0 1313,1 0-608,20 20-449,-19-20-96,17 20-96,-17-20-32,-1 20 64,0-20-64,-20 20 64,0-1 64,0 2 0,-20-21 32,20 19 64,-20-19-128,20 20 1,-21-20-98,21 0 1,0 0-192,21 20-160,-1-20-385,0 0-993,19-20-1889,-19 20-2339</inkml:trace>
  <inkml:trace contextRef="#ctx0" brushRef="#br0" timeOffset="57059.26">4524 10333 11723,'-39'0'64,"19"20"0,0-20 1089,20 19-128,-20-19-385,20 21-223,20-21 31,0 19-320,20-19-160,-1 0 64,-19 0 32,21-19-32,-3 19 97,-18-21 191,1 2 160,-21-1 129,0 0-161,-21 0 97,1 20-1,2-20-416,-2 0-224,-21 20-96,1 0-961,21 20-2018,-21-20-10025</inkml:trace>
  <inkml:trace contextRef="#ctx0" brushRef="#br1" timeOffset="61287.5">6966 11585 4131,'-19'0'3011,"19"0"-1473,0 0 608,-20 0 0,20-20-545,0 20-544,-20 0-352,20 0-64,-20 0-161,-1-20-384,3 20 160,-2 20-320,0-20 192,-21 20-160,-18 0 32,19 0 0,-19 19-32,0 1 64,-1 0 32,1 19-128,-2-19 64,2 19 0,19 0 0,1 2-32,19 18-64,20-19 96,0 19 32,20-19 64,1 0 0,-3-1-160,22-19 161,1 19-33,18 1 32,0 0 64,21-1-64,19-19-64,-20-1 32,21-19 32,-1-20-96,0 0-32,0 0 96,-20-20-96,21 1 160,-21-21-160,1 0 64,-21 1 32,0-21 32,-19 0 225,1-20-161,-23 2-64,-18-22-96,-18-19-32,-23 20 64,-17 18 352,-3 22-31,2 0 319,-20-1-255,19 21-1,-19 19-320,20 0-224,-2 0-513,22 20-1024,-1 0-321,20 20-2723</inkml:trace>
  <inkml:trace contextRef="#ctx0" brushRef="#br1" timeOffset="62086.55">6787 12260 12107,'21'-20'1986,"-21"20"-1538,0-20 930,0 0-193,0 20-417,0-19-223,-21 19-353,21-20 0,-20 20 65,2 0-161,-3 20-224,-19-1 31,20 1-63,-19 20 32,19-20 128,20 19-64,-20-19 64,20 1-224,0-2-32,20-19-1,0 20 161,0 0 64,-1-20 160,21 19-448,1-19 640,-23 0-224,2 0-31,21-19 127,-21-1 64,-20 0-160,18 1 64,-18-22-64,0-18-64,0 19-64,-18 1 128,18 19-96,-20 0 321,20 20-97,0 0 32,0 20-128,0 0 289,0 19 63,0 1-63,20 0-257,-2-21 0,3 22-96,-1-22 0,0-19-32,0 20 32,-1 0-288,1-1-385,0 2-896,0-21-897,-20 20-3812</inkml:trace>
  <inkml:trace contextRef="#ctx0" brushRef="#br1" timeOffset="62708.58">7046 11863 7238,'0'0'3812,"-20"0"-3139,20 0 1216,-20 20-159,20-20-737,-20 19-513,0 2-95,20-2-65,-19 21-32,19-20-95,0 0-258,19 20-31,1-21-192,0 1-192,0 0-289,0-20-769,0 0-1216,-1 0-2787</inkml:trace>
  <inkml:trace contextRef="#ctx0" brushRef="#br1" timeOffset="62981.6">7085 11942 8359,'0'0'2275,"0"-19"-2884,20 19 897,0 0 1250,1 0-225,-21 0-640,20 0-353,-20 0-128,0 19-32,0 0 225,0 2 31,0-1-32,-20 0-31,20 0-1,-21-20-64,1 20-224,20-20-64,0 19 0,0-19 0,20 0-64,-20 0-224,21 0-289,-1 0-736,-2 0-1505,2 0-2211</inkml:trace>
  <inkml:trace contextRef="#ctx0" brushRef="#br1" timeOffset="63241.61">7245 11902 8231,'20'21'1346,"-2"-21"-866,-18 0 1250,21 19-225,-21-19-864,20 19-481,-20 2-128,0-1 64,20 20 64,-20-20 0,0-1-32,-20 1-96,20 0-256,-20 20-384,-1-20-193,3-20-160,-2 19-929,0-19-4388</inkml:trace>
  <inkml:trace contextRef="#ctx0" brushRef="#br1" timeOffset="63688.64">7184 12319 11947,'0'20'96,"-18"-20"128,18 0 1890,0 0-993,0 0-448,18 0-97,2 0 1,1 0-321,-1 21-128,0-21-224,-2 0 64,3 19 32,-21 1-128,0 0 32,-21-1 96,3 2 0,-2-1 32,0 0 96,20-20 64,-21 19 161,1-19-97,20 0 320,0 21-31,20-21-353,1 0-64,19 0-160,-22 19-384,23-19-865,-1 0-1634,-21 0-10186</inkml:trace>
  <inkml:trace contextRef="#ctx0" brushRef="#br1" timeOffset="66486.8">2420 9478 10505,'20'20'193,"-20"-20"-97,20 19 192,1 2-160,-3-1 289,2 0 319,0 0-319,21-1-97,-23 2 192,23 18 97,-1-19-65,-1 0-159,1 0-97,-1 19-128,1-19-96,0 20 32,-1 0-32,1-21 1,1 21-1,-2 0-32,1 0 96,19 0-128,-19-1 96,19 21-64,-19-21 64,19 2-32,2-2 481,-2 1-129,0 19-32,1-19 97,-1 20-225,1-21 128,-1 21-320,2 0 65,-2 0-97,0-21 128,1 21-192,-1-1 192,1-19-32,-1 20-32,20-21 32,-18 21-64,-2-20-64,0 0 256,1 0-31,-1-1-193,22 1 32,-43 0-32,23-21-32,-2 21 0,0-20 32,-19 20 0,19-21-32,-19 2 0,1-2 64,-3 2-64,3-2 64,-21 2 32,19-21-64,-19 19-64,20-19 96,-21 20-128,1-20 160,0 20-128,0-20 96,19 0-128,-19 20 128,0-20-64,0 0-64,21 20 160,-23-20-192,2 20 160,21-20-32,-21 19-160,-2-19 160,3 20-64,19-20-96,-20 20 256,-1-20-96,1 20-64,0-20 96,0 20-192,0-20 192,-1 20-32,1-20 0,20 19 0,-20-19-32,-1 20 0,1 0 0,0-20 96,1 20-192,17-20 32,-18 20 128,1-20 64,-21 20-160,20-20-64,0 19 96,-1-19 96,1 21-160,0-2 32,0 0 32,-20-19 32,20 21-128,-1-1 224,1-20-96,0 0 0,0 0-32,0 0 0,1 20 32,-3-20-192,2 0-96,0 20-128,1-20-257,-1 0-576,-2 0-769,-18 0-2562</inkml:trace>
  <inkml:trace contextRef="#ctx0" brushRef="#br1" timeOffset="66803.82">6093 11704 11851,'-20'0'2018,"20"20"-2947,20 0 544,0 0 642,0-1 543,-1 1-543,1 20-161,20-20-32,-20 19-32,1-18 64,-3 17-32,2-17-32,0-1-64,-20-20 96,0 20 64,-20 0 321,0-20 159,2 20-127,-3-20-193,-39 19-224,21-19-32,-1 20-64,0-20-641,1 20-1953,-2-20-4325</inkml:trace>
  <inkml:trace contextRef="#ctx0" brushRef="#br1" timeOffset="67886.88">2499 10869 8712,'0'0'1441,"0"0"-768,0 0 672,0 0 257,0 0-289,20 0-833,-20 0-127,20 20 95,1 0 0,-1-20 97,19 20-321,1 0-64,19 0-64,-19 20 97,19-21-97,1 22 0,19-22 0,-20 21-128,22-20 352,-2 20-384,0-1 128,20 1-32,1-1 0,-1 1 0,0 0 32,0-1-64,0 1 32,1 21 0,19-42-64,-20 21 96,21 0-64,-21-1 161,20 1-161,-19 0 128,-21-20-32,20-1-64,-20 21 32,0 0-64,-19-20 32,19-1-64,-20 2 32,2-2 0,-2 0-160,1 2 224,-1-1-64,2 0-96,-23 0 160,23 0-128,-22-1 32,1 1-129,-1 0 65,1-20 96,0 20-64,-1 0 128,1 0-352,-1-1 512,1-19-192,1 20 64,-3-20-256,-17 0 256,-1 0-160,0 0 96,-1 0-64,1 0 32,-20 0-192,0 20-448,0-20 223,0 0-1280,-20 0-2531,20-20-7398</inkml:trace>
  <inkml:trace contextRef="#ctx0" brushRef="#br1" timeOffset="68182.89">5874 12062 13708,'-20'-20'257,"20"20"-898,20 0 993,-20 0 962,20 20-546,1-20-351,17 19-193,-18 1 32,1 20 65,19-20-33,-21 0-128,-19-1-64,20 1 0,-20 0 96,0-20 1,20 20 95,-40-20 96,20 20-288,-20-20 385,-19 20-481,19-1 0,-21-19-609,23 20-512,-23-20-352,1 21-898,1-21-896,-1 19-3811</inkml:trace>
  <inkml:trace contextRef="#ctx0" brushRef="#br1" timeOffset="69075.95">2519 12200 11274,'-38'0'1089,"38"0"-801,0 0-31,-21 0 511,21 0 257,0 0-672,21 0-193,-3 20 160,22-20-160,1 20-32,18-20-31,0 20-65,21-20-32,19 20-257,-20-20 33,1 0-288,-1 20-129,1-20-384,19 0 224,19 19-704,2-19 1153,-1 0 320,0 20 0,1 1 192,-1-21 416,-1 19-288,1-19 1,-19 20 223,19-20-191,-20 20-129,21-20-128,-21 0 64,-20 19 64,20-19 0,-20 0-64,20 0 33,-18 0 319,-2 21-64,0-21-159,20 0-33,-20 0-64,2 0 96,-2-21 97,-20 21-65,1 0 0,-1 0-64,0 0-64,-18-19-63,-1 19 31,-21 0-64,1 0-64,0 0 0,0 0-96,0 0-64,-20 0-65,0 0 1,0 19 160,0-19-128,0 0-353,-20 0-416,20 0-640,-20 0-1218,20 0-3875</inkml:trace>
  <inkml:trace contextRef="#ctx0" brushRef="#br1" timeOffset="69437.97">5935 12339 9865,'-20'0'480,"-1"0"-576,21 0 641,-20 0 800,20 0-288,0 0-352,0 0-65,20 0-95,1 0-161,-1 21-160,-2-21-96,23 0-63,-21 19-33,19-19 0,-19 20 0,0 0 32,20-20-128,-21 0 128,-19 19 96,20-19 64,-20 21 32,0-21-160,20 20 193,-20-20-97,-20 20-96,20-1 0,-20-19-32,1 21 64,-1-2 64,-20 1-192,20 0 32,-19 0-64,19 0-288,-1-1-577,1 1-961,2-20-1216,18 20-2884</inkml:trace>
  <inkml:trace contextRef="#ctx0" brushRef="#br1" timeOffset="70359.02">4803 10988 2146,'20'-19'1505,"-1"19"-928,-19 0 1953,0 0 513,20 0-737,-20 0-1153,0 0-288,-20 0-32,20 19-65,0 2-159,-19 18-321,19-18-224,-20-2-32,20 21-64,0-20-352,0 0-609,0 0-833,20-20-2049,-1 0-5733</inkml:trace>
  <inkml:trace contextRef="#ctx0" brushRef="#br1" timeOffset="70654.04">5080 11069 9737,'0'0'1954,"0"19"-3140,0-19 1026,0 20 737,0 0-225,0 0-128,0 20-63,0-21-33,21 1 64,17-20 32,-17 20 192,19-20 193,-1 0 0,-19 0-161,20-20-64,-20 0 129,-1 1 192,-19-1 63,0 0-127,0-20-321,-19 20 97,-1 1 31,-20-2-160,20 1-352,1 20-128,-1 0-385,0 0-1024,0 20-2851</inkml:trace>
  <inkml:trace contextRef="#ctx0" brushRef="#br1" timeOffset="71672.09">4167 11446 13644,'-20'0'0,"20"0"-448,20-21 960,-20 21 65,0 0-513,20 0-160,1 21-288,-3-21-97,-18 0-191,20 0-1154,1 0-1890</inkml:trace>
  <inkml:trace contextRef="#ctx0" brushRef="#br1" timeOffset="71931.11">4386 11425 768,'20'21'2979,"-20"-21"-961,0 0 384,19 0-800,-19 0-257,0 19-352,0-19-577,0 21-320,0-21-31,-19 19-33,19-19-32,0 0 0,0 21-321,0-21-800,0 0-801,19 19-2754</inkml:trace>
  <inkml:trace contextRef="#ctx0" brushRef="#br1" timeOffset="72264.13">4605 11486 7366,'-21'19'2018,"21"-19"-2050,0 21 64,0-2 321,0 1 383,0 0-639,21 0-65,-1 0 32,-2-20 64,2 0 224,21 0 32,-21 0 193,-2-20-193,3 0 33,-1 20 191,-20-40-159,20 21 255,-20 19 289,-20-21-32,0 2-224,-1 19-481,3 0-192,-2 0-64,0 0-320,-1 0-705,1 0-1089,20 19-1505,0-19-3236</inkml:trace>
  <inkml:trace contextRef="#ctx0" brushRef="#br1" timeOffset="72710.15">4307 11326 7847,'0'0'384,"0"-20"513,0 20 993,0 0-321,0 0-383,18 0-418,-18 0-447,21 0-129,-1 0-96,0 20-96,-20-20 0,20 20 0,-20 0 0,0 0 32,0 0 0,-20-1 0,0 2 32,0-2 32,20-19 32,-21 21 385,21-21-225,0 19-160,0-19 64,21 21-96,19-21 32,-20 19-128,19-19-192,1 20-769,-20-20-1441,-1 0-3267</inkml:trace>
  <inkml:trace contextRef="#ctx0" brushRef="#br1" timeOffset="73556.2">4226 12697 12299,'-18'-20'1089,"-3"20"-224,21 0 929,-20 0-673,20 0-673,0 0-224,0 0-95,0 0-65,20 0 32,1 20-96,-3-20-64,23 0-353,-1 0-159,-22 0-866,23 0-2273,-21 0-5734</inkml:trace>
  <inkml:trace contextRef="#ctx0" brushRef="#br1" timeOffset="74355.25">4643 12657 544,'-18'0'9641,"18"0"-8648,0 0 352,0 0 417,0 0-961,18 0-545,2 0-256,-20 0-32,21 0 32,-1 0 0,-20 0 96,0 20 192,0 0 65,0-20-97,0 20-160,0 0-32,-20 0-96,20-1 0,-21 1-160,21-20-160,0 21-65,0-1 1,0-20-417,0 19-640,21-19-1058,-1 0-3202</inkml:trace>
  <inkml:trace contextRef="#ctx0" brushRef="#br1" timeOffset="74621.26">4842 12796 6758,'0'0'3940,"-19"0"-4581,19 21 545,-20-21 1281,20 20-448,0-1-513,0 1-160,0-20-256,20 19-128,19 2 95,-19-21 33,20 0 96,-1 0 96,-19 0 64,21-21 256,-23 21 417,-18-19 737,20-1-257,-20 1-128,0-1 32,-20-21-577,2 41-416,-3-19-160,-19-1-160,20 20-480,-19 0-1378,19 0-3588</inkml:trace>
  <inkml:trace contextRef="#ctx0" brushRef="#br0" timeOffset="80070.57">19136 7570 8744,'0'0'1249,"0"0"256,0 0-95,-20 0-802,20 21-159,0-2 31,0 0-31,-20 2-129,20-1 513,-21 20 64,21-1-385,0 1-256,-18 0-128,18-1-32,0 1-31,0-20-97,0 20-385,0-21-256,0-19-960,0 21-2307</inkml:trace>
  <inkml:trace contextRef="#ctx0" brushRef="#br0" timeOffset="80365.59">18858 7868 12299,'0'0'192,"0"0"-128,19 20 737,-19 0 320,20 0-448,-20 0-385,20 19-224,0-18-32,-20 18 32,21-19 32,-3 0 65,-18 0 447,40-20 289,-19 0 0,-1 0-481,19-20 97,1 0-161,-20 0-96,-1 1-256,1-1 32,0-1-416,0 21-833,-20-19-1538,0 19-6950</inkml:trace>
  <inkml:trace contextRef="#ctx0" brushRef="#br0" timeOffset="84134.81">19037 9638 10153,'0'-21'1986,"-21"21"-1698,21 0 225,-20 0-225,20 0 128,-20 21-319,2-21-97,-3 19-97,1-19 33,20 20 64,-20 0 64,0 0 65,20 20 31,-19-1 32,19-19-96,0 20-64,0-1 0,19-18-32,21-2-192,1 1-128,-3 0 255,3-20 65,-3 0 65,23 0 31,-41 0 160,19 0-96,1-20 32,-20 0 449,-1-20 192,-19 1-97,20-1 33,-20 0 160,0 1-128,-20-1-257,1 0-288,-1 21 513,-20-2-769,1 21 0,-1 0-64,-1 0-801,23 0-800,-2 21-1282,-1-2-5125</inkml:trace>
  <inkml:trace contextRef="#ctx0" brushRef="#br0" timeOffset="85166.87">19016 10472 4836,'21'-20'1409,"-21"20"-928,0 0 1505,0 0-161,-21-20 1,21 20-481,0 0-576,0 0-384,-20 0-193,20 0-96,-20 0-32,2 0-32,18 0 64,-21 20 96,1 0 161,0 0-65,0-1-64,1 21-64,-1 1-96,20-2 64,0-19 0,20 20-31,-1-1-1,1-19-32,20 0 0,-1 0 0,1 0-32,1-20 32,-2 0 0,1 0 32,-1 0-64,1-20-64,-20-20 192,0 1 0,-1-2 225,-19 2-65,0 0 32,0-2-63,-19 22 127,-1-21-160,-20 20-64,1 20-95,-21-20-258,21 20-127,-2 20-801,21-20-352,-18 20-897,17-20-962,21 19-896</inkml:trace>
  <inkml:trace contextRef="#ctx0" brushRef="#br0" timeOffset="85922.91">19037 11267 14445,'0'0'673,"-21"0"-865,21-20-225,-40 20 193,22 20 224,-3-20 96,1 20-32,-20-1 0,21 1-32,-1 0 128,0 20 193,20-1-65,-20 1-192,20 0-64,0 0-32,20 0 0,20-20 32,-1 0 96,1 0 64,19-20 193,2-20 95,-2 20-191,0-40 31,-19 20 0,-20-19 353,0 18 192,-1-38-225,-19 19-159,-19 0-97,-1 0-192,-20 20-160,1 1-96,-1-1-96,-1 20-320,23 0-609,-23 0-641,21 20-1377,0-1-3331</inkml:trace>
  <inkml:trace contextRef="#ctx0" brushRef="#br0" timeOffset="86456.94">19075 12121 14061,'0'-40'1153,"0"21"-929,0-1 705,21 20 256,-21 0-416,0 0-385,0 0-31,20 0 95,-20 0 32,20 20-31,-20-1-193,0 21 64,0 0-95,0 19-97,0-19-64,0 19-64,0 1-288,0-20-449,0 0-801,20 0-1216,-20-21-8072</inkml:trace>
  <inkml:trace contextRef="#ctx0" brushRef="#br1" timeOffset="91150.21">20685 7570 8231,'18'-40'865,"-18"40"-224,0-20 1345,0 20 32,0 0-801,0 0-513,0 20 225,0 1-256,-18 19-321,-3-2-32,21 3-159,-20-1-129,0-1 224,20 1-160,0 0-32,-20-1-32,20-19 32,0 20-64,0-20-256,-19-20-609,19 20-1217,0-20-2690</inkml:trace>
  <inkml:trace contextRef="#ctx0" brushRef="#br1" timeOffset="91424.22">20387 7829 14798,'19'0'640,"1"0"-512,-20 20 353,20-1 159,0 1-127,-20 20-385,0 0-128,20-21-96,-20 22 96,19-22 32,1 1 64,-20-20 64,20 0 289,20 0 255,-21-20 33,1 1-161,20-22-159,-1 22-289,-19-21 0,21 0-128,-21 20-288,-2 20-513,3-19-1057,-21 19-2882</inkml:trace>
  <inkml:trace contextRef="#ctx0" brushRef="#br1" timeOffset="96119.49">20466 9657 4772,'0'-19'4004,"0"19"-1634,0 0 385,0-21-385,0 21-640,20 0-481,-20 0-256,0 0-513,0 0-63,0 21 319,0-2-287,0 1 63,19 20-128,-19 0-127,0-1-129,0 1-32,0 0-192,0-21 96,0 2-352,0-2-129,0 1-352,0-20-736,0 0-513,0 0-4004</inkml:trace>
  <inkml:trace contextRef="#ctx0" brushRef="#br1" timeOffset="96805.53">20387 10492 14477,'0'0'673,"-20"0"-225,0 0 33,0 0-417,-1 0 0,3 19 32,-23 21 128,21-20 0,20 20 33,-20 0-97,20 0-128,20-1-32,0 1-96,21-20-64,-2 0-33,21 0 225,-1-20 97,-19 0 127,19-20 32,-19 0 192,-1 0 257,-19-20 32,-20 1-64,0-1-1,-20 0 129,0 21-32,-19-22-193,-1 22-191,20-2-417,-19 2 32,19 19-192,-20 0-481,40 0-416,-19 19-1153,19 2-2018</inkml:trace>
  <inkml:trace contextRef="#ctx0" brushRef="#br1" timeOffset="97454.57">20387 11486 14958,'19'-21'1377,"-19"21"-1281,0-19 1121,0-2-480,0 2-385,0 19-63,0-20-33,-19 20-96,-1 0 0,0 0-224,0 0 96,-19 20-64,19-1 0,-1 21 96,1-19-160,0 19 96,20-1-32,0 1-64,0 0 224,40-1-256,1-19-32,-2 0 128,21 0-32,-1-20 320,0-20 96,-19 0-64,0 0 193,-1-19 95,-19-1 193,-20 0 64,-20 1-192,20 18-481,-39-19-128,19 0-160,-20 40-97,1-19-63,-1 19-160,20 0-705,0 19-929,1 2-1922</inkml:trace>
  <inkml:trace contextRef="#ctx0" brushRef="#br1" timeOffset="98089.61">20505 12319 15951,'0'-19'832,"0"-1"-1120,-19 20 320,19 0-64,-20 0-64,0 0-96,0 20 192,20-1 64,-20 1 160,1 20 0,19 0-64,0 0-63,0-20 95,0 0 64,0 20-64,19-1 225,1-19-33,20 20-32,-1-21-63,21-19-1,-1 20 256,2-20 33,-2-20 160,-1 1-161,-17-1 97,-1-20 288,-21 1-129,-19-21-223,-19-20-321,-21 0-224,-19 21-224,-2 19-96,23 20-128,-3 20-33,1 0-896,1 20-993,19 20-1858</inkml:trace>
  <inkml:trace contextRef="#ctx0" brushRef="#br2" timeOffset="114596.55">10758 9617 11530,'-39'-19'1154,"19"-1"-162,0 0 1,-21 20-224,3-20-256,-23 20-129,2 0-160,0 0-192,-21 20 96,1 0 129,0 19 95,0-18-224,-2 18-128,2 1 64,0 0-64,0 19 32,18-19 0,2 20 224,19-1 97,1 1-225,19 20-96,0-2 128,20-18-192,0 20 128,20-1-64,20 1 32,-1-21-64,22 21-64,-2-20-64,0-1 64,21-19-32,19 0 160,1-1-64,-1-19 0,0-20-32,20 20 64,-19-20 0,-1-20-32,0 20 0,0-20 32,0-19 0,1 19-96,-21-20 128,-20 0-64,1-20 32,-1 21-32,-19-21 128,-19-19-64,-3-1 64,2 1 0,-20-20-128,-20-1 385,-19 21 63,-1-21 321,-39 40 0,0 1-225,-2 19-63,-18 1-321,0-1-64,20 20-192,0 0-641,0 20-800,38 0-481,3 0-1153,17 0-5670</inkml:trace>
  <inkml:trace contextRef="#ctx0" brushRef="#br2" timeOffset="115231.59">10341 10234 12716,'0'-20'1025,"-20"20"-417,1-21 385,-1 21-224,0 0 160,0 0-609,-19 0-288,19 21-64,-21-1 32,21 19 0,2 1 0,-3-20 0,21 19 32,0-18-64,21 18 32,-3-19 0,2-20 64,21 20-32,-3-20 96,3 0-32,-1-20 32,-21 0 0,1 0-31,0 1 63,-20-21-96,0 20 64,0 0-64,-20-20-128,20 20 64,-20 1 0,20-1 96,-19 20 64,19 0-96,0 20 64,0-1 129,0 1-257,19 20 96,1-20 32,0 19-96,0-18-32,0-2 0,0 21-192,-1-40-289,1 20-256,-20-20-512,20 20-1313,-20-20-2211</inkml:trace>
  <inkml:trace contextRef="#ctx0" brushRef="#br2" timeOffset="115606.61">10480 9955 1281,'20'-39'64,"-20"39"1057,0-21 641,0 21 704,0-19 64,0 19-320,0 0-352,0 0-865,0 19-128,0 2-160,0-2-225,-20 21-288,20-20-32,20 20-32,-20-20-31,21-1-65,-21 1-193,18 1-415,2-21-577,1 19-865,-1-19-2370</inkml:trace>
  <inkml:trace contextRef="#ctx0" brushRef="#br2" timeOffset="116003.63">10638 9916 8488,'0'-21'1377,"21"21"-1249,-1 0 929,0 0 256,-20 0-128,20 0-544,-1 21-385,-19-21-192,20 19 64,-20-19-96,0 20 64,0-20-96,-20 0 0,1 20 0,19-20 0,-20 20 0,20-20-64,0 20-96,0-20 96,0 20-32,20-20-192,-1 20-32,-19-1 223,20 1-223,-20-20 160,20 21 64,-20-2 96,0-19 96,-20 20 32,0-20 64,1 0 0,-1 0 1,0 20-161,0-20-417,20 0-960,-21 0-1602,21 0-5381</inkml:trace>
  <inkml:trace contextRef="#ctx0" brushRef="#br2" timeOffset="116285.65">10818 9895 10153,'0'-19'929,"19"19"-769,-19 0 1794,20 19-705,-20 2-256,20-2-384,-20 1-257,20 0-160,0 20-96,-20-20-32,19 0-96,-19 19-96,0-18-160,0-2-128,0 21-417,-19-21-705,-1 2-992,0-1-2275</inkml:trace>
  <inkml:trace contextRef="#ctx0" brushRef="#br2" timeOffset="116574.66">10738 10511 12363,'0'40'3459,"0"-20"-3362,0 1 31,0-2-96,0 21-289,-19 0-2433</inkml:trace>
  <inkml:trace contextRef="#ctx0" brushRef="#br2" timeOffset="117532.72">11434 10393 7046,'0'0'5349,"0"0"-4772,0 0 224,0-21 384,0 21 0,18 0-256,3 0-513,39 21-320,-21-21-32,40 0-32,-19 0 0,19 0-32,-20-21-160,2 21-224,-2 0-193,-19 0-768,0-19-1730,-21 19-2754</inkml:trace>
  <inkml:trace contextRef="#ctx0" brushRef="#br2" timeOffset="117784.73">11969 10234 9352,'-39'0'2851,"39"0"-2755,18 0-128,3 0 320,19 19 673,0-19 96,-1 20-384,21-20-289,-1 20-63,-18 0 255,-3 20-224,3-21-223,-21 2-65,-20-2 32,0 1 192,-20 0 0,-21 0 1,3 0-97,-23-1-96,2 2-224,19-21-257,1 19-608,19-19-2210,20 0-8872</inkml:trace>
  <inkml:trace contextRef="#ctx0" brushRef="#br2" timeOffset="118412.77">12783 9895 9160,'0'0'3620,"0"0"-3492,0 21-64,0 18 576,0 21 33,0 19-64,0 1-321,0-1-256,0 1-32,0-1 0,0 1 32,20-21-32,-20 1-64,0-20 96,0-21 0,0 2-32,0-21 192,0 0 160,0-21-255,20 2-129,0-21-65,-20 0 1,20 20-64,-1-20 0,1 21 192,0-1 0,0 20 96,-20 0 321,20 20 351,-1-1-255,1 2-257,0 18-32,0-18-127,-20 18-97,21-19 32,-3 20-257,-18-1-543,20-19-706,-20 20-1376,21-20-3044</inkml:trace>
  <inkml:trace contextRef="#ctx0" brushRef="#br2" timeOffset="119112.81">13538 10551 12684,'0'0'1121,"-21"0"-1185,1 0-65,0 20 97,2 20-64,-3 0 0,1 0-96,0-1 0,20 1 96,20 20 0,0-21 96,1 1-32,17-20-97,3 20 194,17-40 159,-17 19 128,18-19 321,-19-19 31,0-1-319,-1 0 95,1-20 97,-19 0-1,-21 1 129,0-1-64,-21 0-193,1 1-256,-20-1-64,1 20-32,-1 0-192,1 20 32,-1 0-1057,20 0-1537,-1 0-3428</inkml:trace>
  <inkml:trace contextRef="#ctx0" brushRef="#br2" timeOffset="119429.83">13576 10711 9769,'-18'0'2690,"-2"19"-2530,20-19 545,0 20 64,-21 0-353,21-20-63,0 20-161,0 0-64,21 0-96,-21-1 64,20 1-384,-2-20-577,2 0-833,-20 0-1184,21 0-4133</inkml:trace>
  <inkml:trace contextRef="#ctx0" brushRef="#br2" timeOffset="119702.84">13596 10750 10954,'0'20'480,"0"-20"-1024,0 20 896,21-20 545,-21 0 0,20 0-577,0 0-160,0 0-96,-1 0-32,1 0-128,0 0-608,0 0-481,0-20 128,-20 20 320,0 0 160,0 0 385,0 0 288,0 0 481,0 0 159,-20 0-191,20 20-161,0 0-192,-20 0-159,20-1-194,20 1-960,-20 0-1473,0-20-4805</inkml:trace>
  <inkml:trace contextRef="#ctx0" brushRef="#br2" timeOffset="120002.86">14133 10115 13933,'-40'0'2274,"40"0"-2242,-19 19-64,-1 21 128,20 0 192,-20-1 193,20 21-97,0-1-320,0 1 0,0-20-96,20 20-128,0-21-256,19 1-481,1-20-224,-20 0 0,19-20-833,-19 0-1762,20 0-4291</inkml:trace>
  <inkml:trace contextRef="#ctx0" brushRef="#br2" timeOffset="120201.87">14311 10452 14765,'0'20'1057,"0"-20"-1057,20 20 929,1-1 481,-1-19-193,-2 21-737,23-2-320,-21 1-160,0-20-576,19 21-321,-39-21-608,20 19-1442,-20-19-1345,0 0-2338</inkml:trace>
  <inkml:trace contextRef="#ctx0" brushRef="#br2" timeOffset="120388.88">14510 10372 14509,'-39'21'1217,"19"-21"-1217,0 19 321,-21 21 704,3-20 32,17 19-513,-19-18-384,21 18-320,-1 1-512,20-20-578,-20 0-1056,40-1-2370</inkml:trace>
  <inkml:trace contextRef="#ctx0" brushRef="#br2" timeOffset="120662.9">14629 10234 4195,'0'-41'10058,"0"41"-9546,0 0-223,0 21 1440,0-1-383,20 19-193,20 1-545,-21 0-383,21 0-97,1-1-96,-23 21-32,2-20-64,1 20-289,-21-21-127,0 0-289,-21 21-224,1-20-1025,-18 0-3267</inkml:trace>
  <inkml:trace contextRef="#ctx0" brushRef="#br2" timeOffset="121550.95">7502 9021 8327,'0'20'1250,"0"-20"-1026,0 20 705,20 0 384,0-1 256,1 2-608,17 18-416,3 1-257,18 0-160,20-1 225,21 21 127,0-20-288,17 39-128,3-20 0,19 22-160,-19 18-288,-2-20-481,-18 1-224,18-1 64,-37 1-609,18-21-1152,-20 1-2691</inkml:trace>
  <inkml:trace contextRef="#ctx0" brushRef="#br2" timeOffset="121631.95">9308 10234 160,'41'-20'352,"-41"-1"-512</inkml:trace>
  <inkml:trace contextRef="#ctx0" brushRef="#br2" timeOffset="121968.97">9190 9975 10634,'0'40'608,"19"-40"-352,1 20 1538,20 0 0,-1 19-513,2-18-833,-1-2-127,-1 21-289,-19-21-32,0 22-160,0-22-129,0 1-159,-20 0 224,0 0 160,-20 0 160,0-20 32,-20 20 288,1-1-63,-1 2-1,-19-2 32,18 1-63,-18 0-225,19 0-96,20 0-96,0-1-673,1 2-833,-1-2-1793,0 1-8648</inkml:trace>
  <inkml:trace contextRef="#ctx0" brushRef="#br2" timeOffset="122747.02">7680 12181 14157,'0'0'608,"0"0"-2081,0 0 1121,21-20 448,-1 0 160,20 0 32,-1-20-192,1 1-96,19-1 0,-19-1 257,19-18 31,2 0-96,-2-20-96,20-1 225,20 1 95,-19-21 801,20 20-416,-21 21-577,0-1 0,0 1 289,2 19-129,-23 1-320,1 19 32,2-20 64,-22 1 33,21-2-161,-1 22 0,1-21 0,-1 0 32,-18 20 0,-23-20-64,23 20-64,-41 1 160,20 19-32,-20-20-64,0 20 32,0 0-577,20-20-512,-20 20-736,0 0-1186,0 0-2242</inkml:trace>
  <inkml:trace contextRef="#ctx0" brushRef="#br2" timeOffset="123066.03">9229 10711 6630,'0'0'4548,"0"0"-3843,20 0 928,0-20 321,19 20-801,-19 0-416,41 0-353,-22 0 1,1 0 95,0 0 225,19 0-193,-19 0-288,-1 0 1,-19 0-193,1 0 32,-21 20-64,0-1 0,-21 1 64,-19 20-96,1 0 192,-1-21-128,20 21-96,1-20 64,-1 20 32,20-20-128,0-1-385,20 2-319,-20-21-738,19 19-1345,1-19-4291</inkml:trace>
  <inkml:trace contextRef="#ctx0" brushRef="#br2" timeOffset="124183.1">9646 9856 7591,'0'0'2658,"0"0"-2562,20 0 1442,-20 0 223,0 0-575,0 0-161,21 0-97,-21 0-223,0 20-64,0-20-1,0 0-159,0 0-129,0 0 0,-21-20-31,21 20-129,-20-20-96,0 0 192,20 0-96,-19 0-63,-21 1-1,20-21-128,0 20 96,1-20-64,-1 0 32,0 21-64,0-21 32,0-20 96,-19 20 128,-1 0-128,-19 1-96,18-21 225,-18 20 127,-1 1-448,-19-21 224,20 20-96,-1-19 32,-20-1-96,22 1 0,-23 19-32,22-20 96,-1 1 0,-20-1-96,22 1 64,-3-2 64,-18 2-160,20 19 128,-20 1 0,19-21-64,21 21-64,-22-21 64,23 0 0,-23 20-32,22-19 64,-1 19-32,0-20 0,1 21 32,-1-2-64,-1 2 96,23-1-64,-2 20-160,-1 0 481,1 1-257,0-1-64,20 0 0,-18 0 0,18 20 0,0 0-32,0-20-128,0 20 256,0 0-481,0 0 33,0 0-289,0 0-576,18 20-673,-18-20-992,20 20-8265</inkml:trace>
  <inkml:trace contextRef="#ctx0" brushRef="#br2" timeOffset="124899.14">9229 9617 13773,'0'0'864,"20"21"-63,-20-21 1217,20 19-737,1 1-416,17 0-513,-17 0-416,19 20 545,19-21-417,-19 21-32,-1-20 64,21 0 0,-21-20-32,1 20 128,1-20-128,-3-20 193,-17 20 223,-1-20-96,0-20 65,-20 1-225,19-1-64,-19 0-128,0 1-64,0-1-224,0 20-417,0 0-480,0 0-640,0 20-738,-19 0-2946</inkml:trace>
  <inkml:trace contextRef="#ctx0" brushRef="#br4" timeOffset="126491.23">6947 7034 2914,'-20'-20'2723,"20"20"-1410,0-20 321,-20 0 127,0 20 1,-1-19-417,3 19-512,-22 0-224,19 0-289,-17 19-128,-3 1-160,1 0 0,1 20-32,-1-20-32,1 39 0,19-19-32,0 20 64,20 19 0,0-19-32,20 19 64,19-20-32,1 22 32,39-43-64,-18 23-96,38-41-545,0 19-192,0-19 289,1-20 288,-1-20 224,0 1 128,-20-1 64,0-20-96,-18-20 288,-43 1 353,2-1 416,-20 0-481,-20-19-159,2-1-321,-43 1 64,2 0 1442,-20 19-449,-2 20-352,2 0-257,21 21-480,-3-21-128,22 40 64,-1 0-480,0 0-994,21 20-928,19 0-2691</inkml:trace>
  <inkml:trace contextRef="#ctx0" brushRef="#br4" timeOffset="126802.25">6767 7372 16559,'20'19'-128,"1"-19"288,-1 0 225,18 0-193,-17 0 32,19 0-128,-1 0-192,1 0-384,-20 0-129,0 0-672,-20 0-2339,0 0-6053</inkml:trace>
  <inkml:trace contextRef="#ctx0" brushRef="#br4" timeOffset="127003.26">6947 7272 8584,'0'20'3459,"0"-20"-3203,0 20 1250,-20 0 255,20 20-512,0-21-512,0 21-577,20-20-192,-20 0-128,0 19-288,19-19-641,1 1-1986,0-21-5413</inkml:trace>
  <inkml:trace contextRef="#ctx0" brushRef="#br4" timeOffset="127228.27">7265 7272 13324,'0'40'1153,"-20"-20"-672,20 0 1440,0 19-479,0 1-353,0 0-609,0-1-352,0 21-352,0-20-801,0-21-1633,0 22-9258</inkml:trace>
  <inkml:trace contextRef="#ctx0" brushRef="#br2" timeOffset="131667.53">8555 8386 11530,'0'0'1089,"0"0"-992,-20 0 1440,20 0 0,0 0-351,0 0-610,20 0-288,0 0-95,-1 0-65,21 19-192,-20-19-417,20 0-544,-1 0-768,-19-19-1026,0 19-2178</inkml:trace>
  <inkml:trace contextRef="#ctx0" brushRef="#br2" timeOffset="131859.54">8932 8286 7655,'0'20'5253,"0"-20"-5061,0 20 1089,-21-1 801,21 1-961,0 20-704,-18-20-449,18 19-321,0-18-608,18 18-832,-18-19-1635,21 0-4547</inkml:trace>
  <inkml:trace contextRef="#ctx0" brushRef="#br2" timeOffset="132147.55">9170 8485 8776,'-20'20'288,"0"-1"417,20 1 1505,0 0-641,0-20-480,20 20-672,0 0-289,19-20-96,1 19 64,1-19 128,-3-19-32,3 19-31,-21-20 255,19 20 257,-39-20-193,0 0-256,0 0 97,-21 1 63,-17-1-32,18-1-384,-39 21 0,18 0-320,21 0-993,-19 0-3588</inkml:trace>
  <inkml:trace contextRef="#ctx0" brushRef="#br2" timeOffset="133511.63">7701 9657 11146,'-21'0'961,"21"0"-1025,0 0 224,0 0 801,21 0 160,-21 0-544,20 0-321,0 20-128,0-20 64,-1 0 192,1 0-223,0 20-33,-20-20-32,20 0 96,-20 20 32,0-20 129,-20 0 127,20 20-96,-20-20-191,20 20-193,-20-1 0,20-19 32,0 20-32,0 0-32,0 0-65,20-20-127,-20 20-224,20-20-161,0 0-224,0 20-63,0-20-161,-1 0-225,1-20-543,0 20-321,0 0-865,-20-20 128,21 20 2114,-21-20 1506,0 20 1697,0 0 33,0 0-1346,0 20 224,0-20 160,0 20-640,0 0 0,18-1-192,2 2-257,1-21-320,19 19-32,-22-19 64,23 0 65,-21 0 383,19-19 193,-19-2 0,-20 2-97,20-1-191,-20-20 31,-20 20 1,-19 0-353,19 20-320,-20-19 32,1 19-321,-1 19-1152,-1 1-4325</inkml:trace>
  <inkml:trace contextRef="#ctx0" brushRef="#br2" timeOffset="134513.69">8415 11843 13869,'0'0'384,"0"0"-544,0 0 416,20 0 96,1 0-191,-1 0-33,-2 20-64,2-20 96,1 0-160,-21 20 224,0-20 193,0 19 191,0-19-31,-21 21-129,1-2-32,20 0-63,-18-19-225,18 21-128,0-1 64,18 0-256,2-20-321,1 0-255,-1 0-578,19 0-415,-19 0-161,20-20-288,-20 20-993,0-20 96,-1-1 2178,-19 2 1602,20 19 1280,-20-19 1026,0 19 64,-20 0-897,20 0-769,-19 0-416,-1 0-288,20 19-321,-20 0-224,20 2-32,20 19-96,0-20 97,-1 0-1,1-20-96,20 0-96,-1 0 64,1 0 0,1-20 32,-23 20 64,3-40 256,-1 20 320,-20-1-63,-20 2 160,-1 0-193,-17-2-223,-3 2-321,3 19-129,17-20-415,-19 20-1378,1 20-3555</inkml:trace>
  <inkml:trace contextRef="#ctx0" brushRef="#br3" timeOffset="140517.03">22629 7849 8327,'0'-20'-672,"0"20"-866,0 0 834,0 0 672,0 0 416,0 0 0,0 0-480,0 0-416,-19 0-97,19 0-1217</inkml:trace>
  <inkml:trace contextRef="#ctx0" brushRef="#br2" timeOffset="141960.11">22748 7690 6085,'0'-40'2146,"0"40"-256,0-21 0,0 2-193,0 19-479,0 0-257,0-19-161,0 19-127,0 19-32,-18 0 127,18 22 1,-21-1-224,1-1 31,0 21 1,0-20-129,20 19 97,-20-19-257,1 20 0,-1-21-224,20 1-32,-20-20-32,20 20-32,0-40-224,0 20-545,-20-20-480,20 0-449,0 0-512,-20-20-1954,20 20-2818</inkml:trace>
  <inkml:trace contextRef="#ctx0" brushRef="#br2" timeOffset="142233.13">22450 7928 11274,'-20'0'1506,"20"0"-1090,0 0 321,0 0 1249,0 20-641,20 19-480,1-18-321,-21 18-256,20 1 257,-20 0 224,0 0-353,20-21-96,-20 21-31,19-20 223,-19 0-127,20-20 191,0 0-31,20 0 31,-1-20-95,1-19-129,1-1-128,-3 0-128,-18 0-64,21 0-128,-23 21-288,3-1-737,-21-1-705,20 21-1377,-20 21-3043</inkml:trace>
  <inkml:trace contextRef="#ctx0" brushRef="#br2" timeOffset="144967.29">20664 9478 320,'-20'0'2594,"0"0"-2337,0 0 1921,1 0 192,-21 0-929,0 0-352,1 0-96,-1 0-192,-19-20-193,-2 20-63,2 0-193,-20-19-95,-20 19-193,0 0 128,0 0-64,-1 0 32,-19 0-32,20 0 64,20 0 289,-22 0-385,42 0-128,-20 0 64,0 0-32,19 0 0,-20 0 64,22 19-32,17-19-32,1 20-32,1-20 32,19 0-64,0 20 64,0-20-64,20 0-96,-19 0-32,19 0-97,-20 19 161,20-19 96,-20 0 32,20 0 32,0 0 128,0 0 129,0 21 95,0-21 0,0 20-159,0 0-129,0 0-64,0 20 192,0-1 64,0 1-32,0 19-128,-20-19-31,20 20-33,0-20 0,-20-1 0,20 1-32,0 0 32,0-1 32,0-19 64,0 20 64,0-20 161,0 0-1,20-20-64,0 19 65,0-19-257,19 0-32,1 0-96,0 0 64,-1 0-96,22 0 64,18-19 0,-20 19 64,20 0-192,1 0 160,-1 0-64,0 19 64,21-19-224,19 0 128,0 0-96,1 21 32,-2-21-257,1 20 225,0-20-224,-19 0 64,-21 0 256,1 19-129,-21-19 65,0 0 128,1 0-64,-1 0 64,-18 0 0,18 0 0,1 0 129,-21-19-33,1 19-128,-20 0 64,-20 0 64,19 0-32,-19 0 160,0-20 161,0 20-225,-19-21-64,19 21 0,-20-19-32,20 19-96,-20-20 64,20-19-320,0 18-160,-20-18-129,20-1-31,20-20-65,0 21 481,-20-21-64,20 20-65,-1 0 289,1 1 0,0-1 32,0 0-64,1 0 0,-21 1 0,20 19 32,-20 0-96,0-1-32,0 2 96,0 19 0,-20 0 0,20 0-288,-21 0 224,21 0 31,-20 0 65,0 0 0,0 0 65,1 19 95,-21-19 96,0 0-64,-19 0-64,0 0 161,-22-19 223,-18 19-96,0 0-287,0 0-354,-19 0-640,17 19-1569,22 2-10858</inkml:trace>
  <inkml:trace contextRef="#ctx0" brushRef="#br2" timeOffset="145624.32">22530 9558 12427,'20'-20'2050,"-20"20"-1377,0 0 576,0 20-128,0-20-128,-20 20 64,20 19-352,0 1-1,0 0-351,0 0-129,0-1-96,0 21 32,20-20-192,-20 19-288,0-19-289,20-20-448,-20 20-865,20-20-2626</inkml:trace>
  <inkml:trace contextRef="#ctx0" brushRef="#br2" timeOffset="147355.42">18778 10372 5445,'0'0'3971,"0"0"-2433,0 0-545,0 21 96,0-21 32,0 0-513,0 19-63,0 1-97,0 0-31,0 20-1,0 0-128,0-1-159,0 1-1,-19 0-96,19 0-32,0 19 32,-20-19 0,20 0 0,0-1-32,-20-19 0,20 20 64,0-20-64,0 0 32,0-1-32,20-19 32,-20 21-64,0-21 64,20 0-32,-1 19 0,1-19-32,0 0 32,20-19 0,-1 19-32,1 0 32,19 0 0,20 0-32,-18 0 0,18 0 32,0 19 0,20 1-96,-18-20 0,37 0 0,-19 21 64,0-21-33,20 0-31,-19 0 96,-1 0-96,0 0-32,-18 0 64,18 0-32,-20-21-32,0 21 160,20 0 64,-40-20 224,22 20 129,-22 0-97,-19 0-320,-21 0 32,1-19 64,-20 19 97,0 0 63,-20 0 128,1-21-128,-1 21-95,0-19-97,0-1 32,-1 0-128,3 20-32,18-40-64,-20 20-96,20-19 31,0-1-255,0 0-129,0 1 129,20-2-128,-2 2 447,3 0-319,-1-2-192,0 1 511,-20 1 129,20 19 33,-20-20 31,0 21 0,19-2-96,-19 2 64,0-1 0,-19 20 0,19 0-64,-20 0-64,0 0 96,-21 0-32,3 0-32,-3 0 64,3 20 64,-23-20 160,2 0-64,-20 0-64,-1 0-63,-20 0 31,1 0 32,-20 0 64,-19-20-128,18 20-32,-19 0 64,1 20 64,-2-20 0,21 19 1,0 2-33,1-21-32,-2 19 128,41-19-64,-1 20-160,41-20-32,-1 0 0,20 0-416,20 0-1026,0 20-2594,20-20-8455</inkml:trace>
  <inkml:trace contextRef="#ctx0" brushRef="#br2" timeOffset="148039.46">22530 10551 10730,'20'-19'2562,"-20"-2"-2274,-20 21-352,20-19 385,-19 19-97,-21 0-128,19 19-64,-17 2-128,-3 18-32,21 1 128,0 0 0,20 20 64,20-21 64,21 1-32,-3 0 64,3-21 96,18 21 225,1-40 224,-1 0-193,1 0 161,-1-20 320,2 0 160,-43-19-64,3-1-32,-21 0-257,-39-20-607,-2 21-193,-17 0-96,-23 18-65,22 1-896,-20 20-1217,-20 0-3555</inkml:trace>
  <inkml:trace contextRef="#ctx0" brushRef="#br2" timeOffset="149381.54">19771 11168 7431,'0'0'1249,"-20"0"-1121,20 0 1249,-20 0 417,0-20-481,-19 20-576,19 0-385,-40 0-192,21 0-64,-22 0-64,3 20-128,-22-20-160,0 0 64,-19 0 224,-1 0 96,21 0 32,-20 0-64,20 0 32,20 0-128,-1 0-32,21 0-160,-1 0 32,19 20 96,1-20 32,0 19 0,20-19 64,0 20-32,20 0 0,-20 0-416,20 0 127,-20-1 161,21 1 128,-21 20 32,20-20 32,-20 19 96,0 1-64,0 0-31,0 0-97,-20 0-33,20 0 97,0-1 33,0-19 63,0 0 64,0 20-96,0-40-96,20 20 32,-20-20 32,20 0 64,-1 0-96,1 0 160,0 0 33,20-20 31,-1 20-32,1 0 64,39 0-31,0 0-97,0 0-96,2 0-96,18 20 0,0-1-64,1-19-33,19 20-159,-20-20-96,19 0 192,1 20 224,1-20 160,-21-20-64,0 20-192,-20 0 160,2 0-128,-22 0 64,0 0-32,1 0 0,-21 20 0,1-20 0,1 0 64,-23 20 160,-18-20 257,20 0 159,-20 0 161,0 0-224,0 0-97,0 0-63,21 0-225,-21-20-96,0 20-64,-21-20-32,21 20-64,0-20-32,0-19-32,-20 19 128,20-20-32,0 20-161,0-39-95,0 19 128,0-20 64,0 1-96,20-1-513,1 20-865,-21 0 1090,20 1 384,-20 19 96,0 20 128,0 0 385,0-20 287,-20 20-319,-1 0-257,1 0-128,-19 0 0,-21 0 160,-19 0 161,-20 0 127,0-20 1,-21 20 95,-18 0-319,-1 0-289,19 0-288,21 20-1987,20-20-3522</inkml:trace>
  <inkml:trace contextRef="#ctx0" brushRef="#br2" timeOffset="149958.57">22511 11425 13580,'-40'0'96,"-1"0"-1249,3 0 1057,-3 40 192,21-19 0,20 19-96,0-21-256,40 21 32,-19 0-64,37-1-97,-17-19-255,18 0 159,1 0 706,-1-20 767,2-20 386,-23 20 319,3-40 257,-3 21-512,-38-21-353,0 0-128,-18 1-289,-23-1-223,-17 0-321,-3 19-320,2 21-257,-1 0-1345,1 0-3523</inkml:trace>
  <inkml:trace contextRef="#ctx0" brushRef="#br2" timeOffset="151394.65">20486 12022 6053,'19'0'2915,"-19"-20"-2114,0 20 928,0 0-415,0 0-225,-19 0-417,19 0-287,-20 0-1,-20-20-288,20 20 192,-19 0-384,-1 0 288,1 0-352,-22-21 353,2 21-129,-21 0 96,1 0-32,-21 0-32,1 0 0,0 0-32,-20 0 0,19 0 96,1 0-64,-20 0 0,20 0-31,-1 0-33,1 0-32,0 0 32,40 0 0,0 0 0,-1 0-32,21 0 0,19 0 0,20 0 0,0 0-96,0 21 96,0-21 0,20 20-97,-1 0-223,1-20 384,0 0-192,0 20 96,0-20 32,-20 20-64,0-20 64,0 39 0,0-19-64,0 20 32,0-1-96,0 21 96,0-20-32,0 20 32,0-21 64,0 0 0,0 2-32,0-21 0,0 20 64,19-1-32,-19 1 0,0-1-32,0 1 64,0-20 0,0 20 192,0-40 33,0 19-1,20 1-64,0-20-64,0 0 64,19 0 1,1 0-225,1 0 96,-3 0-128,23 21 64,-2-21-32,40 20 32,-20-20 0,20 19 0,21 1-32,-1-20 64,0 0-64,19 19-64,-18-19-449,19 0 321,-19 0 32,-1 21 160,-1-21 0,-19-21 0,-18 21 32,-2-19 32,-20 19 288,1-20-320,-1 20 161,-19 0 127,-1-19-160,-19 19 0,0-20 32,1 20 129,-1 0-161,-20-21-64,18 21-32,-18 0-32,0-20-32,0 20 0,0 0 64,20-19-64,-20-1 32,0 0 0,0-20 0,-20 1 0,20 19 0,-18-40-64,18 1 32,0-21-160,0 0 128,0 1-64,0 0-385,18 19 65,2 20 320,-20 1 128,0 19 32,0 0-64,0 20 64,0 0 0,0 0-128,-20 0 0,2 0-32,-23 0 64,1 0 32,-19 0 64,-20 0 96,-2 0 353,-18 0-193,-19-20 289,-1 20-802,0 0 674,19 0-705,1 0 352,39 0-1922,1 20-2498</inkml:trace>
  <inkml:trace contextRef="#ctx0" brushRef="#br2" timeOffset="152546.72">22530 12280 15022,'0'-40'1761,"0"20"-704,0 0 609,20 1-449,-20 19 32,0 0-576,20 0-257,-20 0-223,0 19 95,0-19 160,0 40-127,0-20 63,0 20 0,0 20-128,0-41 33,0 21-97,0-21-128,0 22-32,20-21 32,-20 20-64,0-21-64,20 21-128,-20-20-193,19 0-575,-19-1-1379,0-19-1953,0 0-10826</inkml:trace>
  <inkml:trace contextRef="#ctx0" brushRef="#br2" timeOffset="156704.96">23463 9796 1409,'0'0'10025,"-20"0"-8904,20 0 353,0 0-289,0 0 64,20 0-320,20 0-352,0 0-161,19 0 0,0 0-63,22-20-193,-2 20-128,-20 0-96,1 0-385,-21 0-415,1 0-802,-19 20-1953,-21-20-3204</inkml:trace>
  <inkml:trace contextRef="#ctx0" brushRef="#br2" timeOffset="157049.98">23602 9638 9769,'0'0'288,"0"0"-192,0 0 385,0 0-321,-20 0 0,0 19 160,-19 1 353,-1 0 192,0 0-65,1 0-127,-1 19 128,-19-19-65,18 20 33,21-20-96,2-20-193,18 20 1,0-1-161,18-19 161,2 21-289,1-2-128,19 1 160,-1 0-192,-19-20 32,20 20-96,-1 0-384,21 0-609,-21 0-1410,1-20-7654</inkml:trace>
  <inkml:trace contextRef="#ctx0" brushRef="#br2" timeOffset="157608.01">23424 12399 14541,'0'0'321,"0"-20"-65,0 20 801,0 0 192,0-19-352,19 19-64,21 0-353,0 0-64,19 0-95,2 0-129,-2 19-224,20-19 0,0 0-256,-19 0-353,-1 0-448,2 0-160,-23 0-1025,-18 0-2627</inkml:trace>
  <inkml:trace contextRef="#ctx0" brushRef="#br2" timeOffset="157990.03">23661 12280 11883,'0'0'96,"0"0"-448,-18 0 448,-2 0 256,-21 0 481,2 20 224,19-20-64,-20 0 32,0 0 32,21 19-577,-1 1-384,-20-20-64,19 21-32,21-21-32,-18 19-32,18 1 32,0 0 32,0-20 96,0 19 32,0 2 193,18-21-161,3 20-96,-1 0 0,0-1-96,0 2-160,19-2 288,1 1-609,-20 0-63,19 0-193,-19-20-160,0 20-1153,1-20-2338</inkml:trace>
  <inkml:trace contextRef="#ctx0" brushRef="#br2" timeOffset="158943.09">15702 9836 6277,'-40'0'4389,"40"0"-3172,0 0 480,0 0-95,0 0-321,0-20-672,0 20-545,20 0-32,0 0-32,-2 0 0,23 20 0,-21-20 0,19 0-128,-19 0-161,0 0 129,20 0-384,-21 0-161,-19-20-256,20 20-480,-20 0-1442,0-20-2882</inkml:trace>
  <inkml:trace contextRef="#ctx0" brushRef="#br2" timeOffset="159295.11">15820 9717 8488,'0'0'608,"0"0"97,20 0 928,0 0-480,0 0-352,0 20-384,-1-20-193,21 20 0,1-20 160,-3 19 1,-18 1-289,21 0-64,-21 0 0,-20 0 0,18-20-32,-18 20 128,0-20-64,0 19 0,-18-19 0,18 21 160,-20-21 129,20 19-65,-20 1-32,-1 0-160,21-20-32,-20 20-64,0 0-64,2 0-96,-3 0-288,1-1-289,0-19-896,20 20-1410,-20 1-2563</inkml:trace>
  <inkml:trace contextRef="#ctx0" brushRef="#br2" timeOffset="160657.18">15483 12319 5285,'-20'20'1345,"20"-20"-64,0 0 961,-20 0-416,20-20-513,0 20-416,20 0-705,0 0 0,0 0 193,-1 20-161,21-20-96,-20 0-64,19 0 0,22 0-64,-23 0 32,3 0-64,-1 0-64,-21 0-192,1 0-193,0 0-223,0 0-546,-20 0-639,20 0-385,-20-20-1122</inkml:trace>
  <inkml:trace contextRef="#ctx0" brushRef="#br2" timeOffset="160995.2">15720 12161 7174,'0'0'1057,"21"0"-865,-21 20 1955,20-20-354,0 0-383,0 19-450,19-19-447,-19 20-289,0-20-160,19 20-32,-19 0-64,0 0 64,-20 0 0,20-1-32,-20-19 0,21 20 32,-21 1 0,0-21 32,0 0 32,0 0 129,0 0-65,0 19 64,0 1 128,-21-20 161,1 20-193,0-1-96,0 2-63,1-1-226,-1 0-639,0-1-1666,-20 2-9225</inkml:trace>
  <inkml:trace contextRef="#ctx0" brushRef="#br2" timeOffset="167312.56">15086 1748 3427,'0'0'833,"19"-20"832,-19 20-224,0 0 353,0 0 288,0-20-608,0 20-385,0 0-129,20 0-159,-20-19-256,-20 19-225,20-20-256,-19 20-128,-1-20-32,0 20-64,-20 0 64,1 0-64,-21 0 63,21 0 33,-22 20 32,2 0-32,-20-1 224,19 1-160,1 20 0,19 1-64,-19-3 64,18 2-32,3 20 32,18 0-64,-1-1 96,21 1-64,21 19 64,-1-19 32,18-1-32,3-19-64,-1 20 96,19-20-64,0-21 0,21 1-32,0-20 64,-1 0 1,0 0-1,0-20-64,1-19-161,-21-1-127,0 0-32,2 0 224,-41-19 128,19-1 128,-19-19-64,0 0-64,-20 19 0,0 20 192,-20 1 737,0-1-64,1 19-353,-21-17-128,-1-3-95,-18 21-289,19-20-481,1 1-1441,-1 19-4067</inkml:trace>
  <inkml:trace contextRef="#ctx0" brushRef="#br2" timeOffset="168229.62">17289 20 6630,'0'-20'801,"-20"20"-769,20 0 384,-20 0-384,20 0 737,-19 0 384,-21 0 96,20 0-640,-19 0-321,-21 0-128,21 0-96,-42 0-64,23 0-64,-3 0-32,2 0-256,19 20 191,1 0 129,-1 19 0,20 1 193,1 0 159,19 0 0,0 19-96,19 1-256,21-1-256,0 1 32,19 0-32,20-1 95,2-19-31,-2 0 192,20 0 96,-20-21 64,0-19 225,0 0-33,2-19 96,-2-2 769,-20-18 225,1-1-353,-21-19-289,-19-1-287,-20-20-289,-20 1 641,-19-20 128,-21 19-513,1 1-192,-20 39-95,-61 40-257,1 0-1986,21 0-2050</inkml:trace>
  <inkml:trace contextRef="#ctx0" brushRef="#br2" timeOffset="174242.96">2084 13115 10473,'0'0'705,"18"0"-513,-18 0 1378,0 0 63,0 0-768,0 0-384,0 0-33,0 0 97,0-20-193,0 20 0,0 20-128,0-20 321,0 19-449,0 21 32,0-20-64,0 39 32,0-18 0,0 18-128,20-19 96,-20-1-64,0 1 0,21-20 32,-21 20-96,20-40-192,-20 20-288,0-20-417,0 20-1057,0-20-2050,0 0-4452</inkml:trace>
  <inkml:trace contextRef="#ctx0" brushRef="#br2" timeOffset="174647.98">2064 13294 10986,'-21'19'1826,"1"1"-1474,20-20 641,0 0 993,0 0-673,0 0-1153,0-20-32,0 1 97,20-2-1,-20 1-160,21-19 0,-21-1 0,20 0-224,-2 1 416,-18-1-96,0 20 96,20 0-31,-20 0-33,0 20 32,0 0-224,21 0 0,-21 0 96,0 20 0,20 0-96,-20 20 0,20-20-32,-2 0-96,3 19-96,-1-39-96,20 20-866,-21 0-1216,1-20-7143</inkml:trace>
  <inkml:trace contextRef="#ctx0" brushRef="#br2" timeOffset="175549.04">6986 13134 11947,'0'0'1153,"0"0"-545,0 0 898,0 0-225,0 0-961,0 0 1,0 20 223,0 0-31,0 20-33,0-20 1,0 40-257,0-21-64,0 0-96,0 2-96,0-1 96,20-1-160,-20-19 96,0 0-224,20 0-449,-20-20-288,0 0-800,0 0-2435</inkml:trace>
  <inkml:trace contextRef="#ctx0" brushRef="#br2" timeOffset="175945.06">6866 13294 14317,'-58'0'128,"37"0"-96,1 0 545,20 0 768,-18 0-192,18 0-736,0 0-33,18 0 128,-18-21-287,20 1-33,21 1-96,-21-21 128,-2 20-128,23 0-96,-21-19 128,0 19-64,-1 0 129,1 0-97,0 0 0,-20 20-64,20 0-64,-20 0 256,0 0-64,0 0 32,0 20-64,0 0 0,20 20-63,-20-21-33,20 1 32,-1 0-64,1 0-289,21 0 417,-21 0-384,-2-20-224,-18 0-545,20 19-929,-20-19-3908</inkml:trace>
  <inkml:trace contextRef="#ctx0" brushRef="#br2" timeOffset="177107.12">10798 12121 9480,'0'-20'2819,"0"0"-2210,0 1-1,0 19 674,0 0-33,-20 0-577,20 0-351,0 19 31,0 21 96,0 0 1,0 19-225,0 21-128,0-20-32,0-21 0,0 21 64,0-40-128,0 19 96,0 21-352,0-20-96,20-1-97,-20-19-479,20 0-898,-20-20-2178,19 0-5893</inkml:trace>
  <inkml:trace contextRef="#ctx0" brushRef="#br2" timeOffset="177510.15">10539 12339 13452,'-18'0'449,"-3"21"-642,21-21-31,0 0 993,0 0 512,0-21-416,0 21-449,0 0 1,21 0-97,-21-20-192,18 20-128,-18-19 32,20-1-32,1 0-64,-21 0 32,20 0-96,-20 0 128,20 1-96,-20-21 96,18 20 0,3-20 0,-1 21 32,0-1 64,0 0-96,-1 20 128,1-20-128,-20 20 96,0 0 96,20 0-192,-20 0 225,0 20-225,20 0 160,0 19-256,19-19 128,-19 20-64,20-20-353,-1 19-479,2-19-1923,-21 20-8392</inkml:trace>
  <inkml:trace contextRef="#ctx0" brushRef="#br5" timeOffset="205992.78">2222 8425 1729,'0'0'1185,"0"0"-2434,0 0 1954,0 0 1088,20 0-31,-20 0-353,20-20-672,-20 20 96,0 0 32,20 0-161,-20 0-351,0 0-193,0 0 0,0 0 192,0-19 449,-20 19-96,20 0-353,-20 0 193,-21 0 319,3-21-255,-3 21-289,21 0-31,-18 0-33,-3-20-96,1 20-256,1 0 0,-40 0 96,-2 0 0,-18 0 0,20 0 64,0 0-32,0 0 0,0 0 32,18 0-64,3 0 32,17 0-32,1 0 64,1 0 96,-1 0-32,1 0 33,19 20-161,0-20-65,20 0-63,-20 21 64,0-21-32,20 19 32,0 1-32,0 0-32,0-1 32,20 22 0,-20-2-64,0 1-65,20 20 161,-20-1 0,0 1 64,20-1-32,-20 21 32,20-20-32,-20 19 32,0 1 32,0-1 0,0 0 96,0 1 225,0 19-129,0 1-128,0-20-32,0 19 0,0 0 0,0 0-96,0 1 32,0-1 0,19 1 32,-19-21 96,0 1-32,0 19 97,0-20-33,0 1-64,20-1-64,-20 1 32,0-1-64,20 1 32,-20-1-32,0 1 32,0-1-64,0 1 96,20-21-64,-20 20 0,0-18 0,20-2 32,-20-19-32,0 20 0,19-1 32,-19 1-64,0-21 0,0 21 0,-19-21 0,19 20-32,0 2 0,0-21 64,0 19-32,0-19 64,0 19-32,0-19 0,0 0 32,0 20 32,19-21 32,-19 0-32,0 2 32,0-2-96,20 1-32,-20-20 0,0 0 0,0 0 64,0 0-64,0-1 128,0 1-64,0-20 32,0 20 96,0 0 97,-20 0-161,20 0-128,0-1 0,0 1 64,0-20-160,0 21 96,0-1 32,0-20 128,0 19 32,0-19-96,20 0-64,0 20 0,0-20 32,1 0-96,-1 0-32,18 0 64,3 0 32,18 0 0,1 0 0,-1 0-224,20 0 416,0 0-224,2 0-64,18-20 32,-20 20-97,0-19 193,20-1-96,-20 20 96,2-21 64,-2 1-96,0 20-64,20 0 64,-19-19-160,-1 19-32,-19 0-32,-1 0 64,-19 0 96,1 0 64,-3 0 32,-18 0 96,1 0 96,-1 0-160,-20 0 96,18-20 32,-18 20-128,0-20-64,21 20 33,-21-40-66,0 20-63,0-19 160,0-1-128,0 1 32,0-21 64,-21 19-128,21-37 64,0-2 160,-18-19-32,18 19 193,0 1-129,0-20-160,0 19-96,0-19 256,-20 0-192,20-1 32,-21 1 64,21-21-64,-20 21 32,20-20 64,-20 20-96,20-21-128,0 1 160,-18 0-96,18 0 64,0-20-96,-21 19 128,21-19 0,0 0 128,-20 0-192,20 20 384,0-1-63,-20-19-129,20 20-256,0 0 160,-20 19-224,20-19 160,-20 0-96,20 20 128,-19-20-161,19 19 65,-20 1 193,20 0-97,-20 39 256,0 0 96,20 20 65,-20 0-385,1 1-449,-1 19-512,0 20-224,0 0-224,-19 0-641,19 20-2562</inkml:trace>
  <inkml:trace contextRef="#ctx0" brushRef="#br5" timeOffset="208694.93">7542 6597 11530,'0'0'993,"0"-20"-929,0 20-64,0 0 97,0 0 63,0 0 192,-20 0 32,0 0-223,0 0 159,-19 0 96,-1 0-95,-19 0-129,-2-20-32,3 20-96,-21 0-32,18 0-32,-18-20 96,-20 20 32,0-20-32,19 20 32,-19 0 0,20 0-128,-1 0-32,1 20-128,-1-20 64,22 0 96,-3 0 0,21 0 64,1 20 96,19-20 161,0 0 159,0 0-31,20 0-289,0 0-224,0 20 32,-19 0-64,19 1-289,0 17-287,0-17 63,0-2 225,0 21 288,0-20 96,0 20 32,0 19 32,0-19-32,0 20 0,-20-1 32,20 20-64,-20 1 32,20 0 32,-21-1 32,21 0-96,-20 20 64,2-18 0,18-2 192,0 0-31,-20 1-97,20 19 0,-21 1 0,21-21-32,0 21 32,0-1 32,0 20 0,0-20 129,0 0-225,0 1 0,0-1 0,0 20 96,0-19-32,0-1 64,0 1 129,0-1-65,-20-20-288,20 20 128,0 1-96,0-20 64,0 19-96,0 0 128,-20 1-64,20-1 0,-19 0-32,19 1 0,-20 0 0,0-1 0,20 20 32,-20-19-64,20-1 32,0 0 0,0 20 64,-20-19-32,20-1-32,0 0 64,0 0-128,0-19 192,0 20-160,0-1 64,0-20 32,0 21 0,0-1 33,0-19-226,0-1 193,0 20-64,0-39 65,0 0-33,0-21 0,-19 21-32,19-1 64,0 1 96,-20 19 64,0-19-128,20 19 0,-20 1-96,0-20-32,20-1 32,-19 1-160,19-20-32,0-1 192,0 1-32,0 0 0,0-20 0,0-1 64,0 1 0,0 1 32,0-2-96,0-19 0,19 0-64,-19 0 32,0 0 32,20 0 32,0 0-32,-20 0 0,20 0 32,-20-19 0,20 19 0,19-21 0,-19 21-32,20-20 32,-1 20 0,22-19 32,-2-1-129,0 20 194,21-20-97,-1 20 96,0-20-192,0 20 96,21-20 0,-1 20-32,-19-20 32,20 20-65,-1 0 162,0-19-65,-20 19-64,20 0 128,1 0 0,-1 0 0,-20 0-160,0 19 96,2-19 0,-23 0 0,22 0 32,-20 0 32,-1 20-96,1-20 0,-21 0-224,1 0 512,-1 0-352,-19 0 32,1 0-160,-1 0 512,-20 0-288,20-20 64,-20 20-128,0-19-32,-20-1 96,20 0-64,0 0-64,0-20 160,-20 1-96,20 19 32,0-41 0,-21 22 32,21 0-32,0-21 0,0 20 0,0-20-32,0 1 64,21-21 32,-21 0-128,20-19 128,0-20-96,-2 20 32,3 0 32,-1 0-64,0 19 64,-20-19-32,20 0 32,-20-20 32,19 18-64,-19-18 192,0 20 65,0-20-321,0 0 96,20-20 0,-20 20-64,0 0-64,0-1 31,-20 1-31,20-20 96,-19 19 32,-1 1-64,0 0 32,0 0 32,-19-20-32,19 19-32,0 1 0,-1 0 0,1 0-32,2-1 0,18-19 32,-21 20 32,21-1 0,-20 2 32,0-1 32,20-1-96,-20 1 32,20 0-32,-19 19 32,19-19 64,0 20-64,0-1-32,0 0 32,-20 1 32,20 0 0,0 0 0,0 0 64,20 19-128,-20 1 128,0-1 1,0 1 31,19 19-64,-19 1 96,0 0-64,0 18 64,0 1 0,0 1-192,0-1 64,0 20-64,0 0 96,0 0-96,0 20 64,-19 0 64,19 0-64,0 0 65,-20 0-129,0 0 128,0 20 0,0-20-128,0 20-32,-19 0 0,-22-20 160,23 20-224,-41 0-65,18-1-159,-38 1-609,0 20-1697,-39 1-10155</inkml:trace>
  <inkml:trace contextRef="#ctx0" brushRef="#br5" timeOffset="213187.19">21102 7928 12043,'0'20'1313,"0"-20"-1153,0 0 961,0 0 577,-20 0-577,20 0-448,-21 0-193,-19 0 1,1 0 31,-21-20-64,-19 20-159,0 0-97,-41-20-256,21 20 128,-40 0-32,-20-20 64,20 20-224,-19 0 256,-2 0 192,2 0-63,18 0-257,21 0 0,-19 0 32,19 0-64,-21 0 128,22 0-224,-1 0 64,20 0 31,0 0-31,-1 0 96,40 20 0,1-20 65,19 0 63,1 0 64,19 20-96,20 0-64,0-20 160,0 20-64,0-1-160,20 2 161,-2-1-161,3-1 96,-1 21-128,0-20-225,0 0 546,-1 20-289,1 0-32,0-1 64,-20 1-64,20 19 64,-20-18-32,0 18 32,0-19 0,0 19 0,0-19-32,0 20 0,-20-1 32,20 1 0,-20 19 0,20 1-32,0-21 0,-20 21-32,20-1 96,-19 1-128,19 19 32,0-20 128,-20 1-160,20 0 160,-20 0 64,20-1 0,-20 0-64,20 20 129,-21-19-257,21 0 32,-18 19 128,-2-19-96,20 19 0,0-20-32,-20 1 0,20 20 32,0-1 0,-21-20-32,21 20 64,0 1-64,0-21 128,21 21-256,-21-21 192,0 0-64,0 1 64,0-1-96,0 1 32,0 0-32,0-1 32,0 0-64,0 21 32,0-22 32,20 3 0,-20-2 32,20 0-128,-2 1 128,3-21 0,-21 21 0,20-20-32,-20-21 128,0 1-160,20 0 128,-20 19-96,0 1 32,0-1-64,0 2 64,0-22 64,0 21-96,0-1 0,0-19 0,0 0 64,0 0-64,0-1 32,0 1-32,-20 0 0,20-21 0,0 22-32,0-22 0,0 1 96,0 0-128,20-1 0,-20 2 64,0-21-32,20 20 32,-20-1 0,19-19 0,1 21 0,0-21 32,0 0 96,19 0-224,1 19 96,1-19 96,-3 0-192,23 0 96,-2 0 0,1 0 0,19 20-64,20-20 32,1 0 0,19-20 64,-20 20-32,19 0 0,1 0 64,1 0-32,-1 0-96,1 0 128,-1 0-96,-1 0 0,1 0 0,-20 0-128,1 0 0,-20 0 96,19 0-32,-20 0 64,-20 0-32,20 0 64,-18 0 32,-2 0-32,-19 0 64,19 0-64,-19 0-32,19 0 32,-18 0-64,-1 0 64,-1-19-97,21 19 33,-21 0 64,-19-21 32,20 21 0,-21 0-32,1-19 32,0 19 33,0-20-33,1 20 0,-3-21-321,-18 2 289,20-1 225,-20 0-225,0 1-33,20-2-63,-20 1 96,0 1 0,21-21-32,-21 20 96,0-20-128,0 1 32,20-1 128,-20 0-192,0-19 96,18-2-96,-18 3 224,21 17-160,-21-18 32,0-1 32,0-59-32,0 20 0,0-21 32,0 21-64,0 20 32,0-1 0,-21 1 32,21 0-192,-18-1 352,18 1-128,0-1 1,-20 1-33,20 0 0,0 18 32,-21-18-32,21-1-128,0 1 160,-20 0-64,20 0 32,0-2 128,-20 2-64,20 0 32,-18-1-128,18 0 64,-21 2-224,21-3 224,-20 2-96,0 0 0,20-21 128,-20 21-224,20-1 160,0-19-32,-19 20 32,19-1 128,0-19-288,0 0 128,0 19 32,19-20-160,-19 1 32,20 19 160,-20-19-128,0 0 192,0-1-32,0 21-32,0-20-32,0 19 32,0 1-32,0-1-32,0 21 128,0-21-192,0 20 96,0 1-64,20-1 64,-20 0-96,0 1 96,0 19-64,0-19 32,0 18 64,0 2-160,0 19 96,-20 0-32,20 0 32,-20 20 0,20-20 32,-19 20-64,-1 0 0,0 20 96,0-20 32,-19 0 64,-1 0 33,0 0-33,1 0-96,-22 0-64,2 0 128,-20 0-160,-20 0-448,0 0-994,-21 0-1280,-19 0-2852</inkml:trace>
  <inkml:trace contextRef="#ctx0" brushRef="#br5" timeOffset="-214074.41">11055 8286 12716,'0'20'640,"0"-20"-608,-20 0 64,20 0 0,-18 0 193,-2 20 287,-21-20-223,21 19-225,-39-19-96,0 20-96,-21 1-161,-20-21 193,1 19-96,0-19 64,0-19 64,-21 19 0,3-21 96,17 21 128,1 0-159,0-20-33,0 20-32,38 0 64,-18 0 32,20 0 32,19 0 769,0 0-737,19 0 32,3 20-96,18-20-32,0 21-32,0-2 64,0 1 0,18 19 0,3-18-31,-1 18-33,0 1 0,0 0 0,0 19 0,-20 1 0,19 20 32,-19 19-32,0 0 32,-19 0-64,19 21 0,-20-1 64,20-19-128,0 19 224,-20 0-160,20 0 32,-20 1-32,20-1-64,0 0 96,0 0 32,-20 1-32,20-21 64,0 20 224,0 0-159,0-19-129,0-1 64,-21 0-96,21 1 64,0-21-64,-18 1 0,18-21 32,0 1 64,0-1-128,0-19-224,0 20 512,0-20-320,0-20-32,0 19 64,0-19 64,0-20-32,0 20 96,0 0-160,0-20 192,0 0-64,0 20 64,0-20-32,0 0-416,0 0 544,0 0-320,18-20 96,-18 20 0,21 0-224,19-20 576,0 20-480,-1-20 224,1 20-192,19-20-160,2 20 512,18 0-224,0-19-320,0 19 64,20 0 31,0-20 225,21 20-160,-1-20 224,0 20-32,1 0-96,18 0-256,-19 0 576,-20 0-288,1 0 0,-21 0 0,-19 0 96,-1 0 65,-39 0-65,0 0 0,-20 0 192,0 0 0,0 0-127,-20-20-97,0 20-64,20-20-32,-20 0 32,1 1-32,19-21-33,0 0 65,0 19-160,0-18 32,0-21-32,19 21 160,1-21 160,0-19-160,-20 0 96,0-2 385,0 2-257,0-20 0,0 0-96,0-20 64,0-1-160,-20 1 1,20-20-33,-20-20 32,1-1 32,-1-18 128,0 39-192,0 0 96,20-1 96,-20 21-288,20-20 64,20 20-128,-20 0 64,0 19-32,0-19 96,20 20 32,-20 0 0,-20-1-32,20 21 128,-20-1-160,0 20-1,20 21 194,-39-2-322,19 41-159,-1 0-449,1 21-320,-18 18-1089,-3 1-4164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27:48.742"/>
    </inkml:context>
    <inkml:brush xml:id="br0">
      <inkml:brushProperty name="width" value="0.05292" units="cm"/>
      <inkml:brushProperty name="height" value="0.05292" units="cm"/>
      <inkml:brushProperty name="color" value="#A0A0A0"/>
    </inkml:brush>
  </inkml:definitions>
  <inkml:trace contextRef="#ctx0" brushRef="#br0">8911 11982 9769,'0'0'736,"-18"0"-255,18 0 960,0 20-160,0-20-31,0 0-386,0 0-703,0 0 31,0 0 64,0 20 96,0 0-159,18 19-1,-18 21 96,0-1 160,0 1 1,0-1-33,0-18-320,0 18 65,0-19-514,0 0 641,0 0-191,21 19-65,-21-19 96,0-1-192,20-19-161,-20 20-319,20-40-257,-20 20-704,0-20-1987,20 0-4451</inkml:trace>
  <inkml:trace contextRef="#ctx0" brushRef="#br0" timeOffset="506.02">8713 12240 5829,'0'20'1826,"-19"-20"192,19 20-193,0-20-319,0 0-289,0 0-384,0 0-257,0 0 65,0 0-193,0-20-95,0 20-161,19-20 0,-19 20-96,20-20-64,-20 0-64,20-19 32,0 19-32,1-20 128,-3 1-96,2-1 64,0 0-128,1 0 64,-1 0-64,-20 1 352,18 19-192,-18 20 289,0 0-449,21 0 128,-21 20 64,20 19-32,0-18 32,0 17-128,19 3 32,-19-21-64,0 20-64,19-21-160,1 1-641,-20 0-1665,19 0-10283</inkml:trace>
  <inkml:trace contextRef="#ctx0" brushRef="#br0" timeOffset="3106.17">14113 12042 14093,'-20'0'929,"1"0"160,19 0 288,-20 0-416,20 0-64,0 0-481,0 0-256,0 20 417,0 19-33,0 1 1,0 19-1,0 1-95,0 19-257,0 1-96,20-20 32,-20-21-64,0 1-160,19 0 224,-19 0-448,20-1 160,0 1-128,-20 0-65,20-1-191,-20-39-225,20 21-576,-20-21-449,0 0-2274,0-21-8936</inkml:trace>
  <inkml:trace contextRef="#ctx0" brushRef="#br0" timeOffset="3582.2">13756 12499 4452,'-20'19'5861,"20"-19"-5220,0 0 480,0-19-192,0 19-160,0-20-353,0 0-128,20-1 65,-20 2-33,20-1 128,-1 0 1,1 1-33,-20-2-64,20 1 1,-20 1-33,20-21-64,-20 20 129,21-20-129,-21 21 96,18-21 225,-18 0-65,20 20-159,-20 1-1,20-1-160,-20 20 160,21-20-159,-1 20 31,-2 0-160,3 20 64,-1 0 64,0-1-224,19 1 32,1 0 128,0 0-192,-1 0 0,1 0-256,19-1-64,-18 1-353,-21 0-1185,-2 0-2979</inkml:trace>
  <inkml:trace contextRef="#ctx0" brushRef="#br0" timeOffset="6576.37">18640 12022 3555,'0'0'7591,"-20"-20"-6534,20 20 288,0 0 929,0-20-576,0 20-737,0 0-192,0 0-193,0 0-63,0 20 288,0 0-161,20 39 1,-20 1-257,0-1-32,20 21-127,-20 0-65,0-21-192,0-19 128,19 0-160,-19-21-96,0 21-97,20-20-63,-20 20-96,20-40-225,-20 20-512,0-20-352,0 0-802,0-20-2177,0 0-6823</inkml:trace>
  <inkml:trace contextRef="#ctx0" brushRef="#br0" timeOffset="6943.39">18381 12300 14285,'-20'19'1057,"1"-19"64,19 0 352,0 0 1,0 0-609,0 0-353,19-39-320,1 19-128,0-20 65,0-19-65,19 19 0,-19 0 32,0-19 96,0 39-96,1-21 320,-21 3-287,18 17 191,-18 21-32,20 0-416,0 0 352,1 0-256,-1 21 32,19 17-32,-19-17 32,20-1 0,-1 0-96,1 0-192,0 0-513,-1-1-608,1-19-1314,-19 0-6726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33:12.7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5022 13949 1089,'18'0'2338,"-18"0"-513,20 0 738,-20 0-129,0 0-416,0 0-96,0 0-321,0 0-383,0 0-386,20 0-127,-20 0-289,21 0-159,-1 0-225,19 0 64,1 0-192,19-19 0,1 19-193,19 0 1,0-21-96,0 21-193,-18-19-320,-2 19-480,1 0-993,-21 0-1506,1-20-3907</inkml:trace>
  <inkml:trace contextRef="#ctx0" brushRef="#br0" timeOffset="455.02">5398 13771 2530,'20'19'3812,"-20"-19"-3460,0 0-192,0 0-64,0 0-96,-40 0-64,20 20 128,-19-20 352,-1 20 129,0-1 288,-19 2 192,18-1 32,3-1-449,17-19-127,1 21-225,20-2 192,0-19 225,20 20 192,1 0-353,17-20-319,-17 20-129,19 20-64,-1-20-161,1-1-735,0 1-770,-21-20-1409,1 20-5957</inkml:trace>
  <inkml:trace contextRef="#ctx0" brushRef="#br1" timeOffset="46330.65">12307 10909 10954,'0'0'897,"0"-20"-513,0 20 577,0 0 320,0 0-192,0 0-352,0 0-417,0 20 33,-21 0 191,21 0-224,-20 0 1,2 20-161,-2-1 96,-1 21-96,-19 0 64,1 19 33,-1 0 63,-19 20-96,-1 2 97,1 18-1,-2-20-128,2 20-32,0 0 0,-1-20 0,21 1-95,-21-1 127,21-19-64,19-2-96,-20-37 64,19-2-96,3 21 96,-2 0-160,-21-21 128,21 1-320,2 0-257,-3-21-416,1-19-384,20 0-577,0 0-704,0-39-2883</inkml:trace>
  <inkml:trace contextRef="#ctx0" brushRef="#br1" timeOffset="46986.68">11930 10949 10441,'-40'20'1858,"40"-20"-609,-21 0 65,21 0-65,0 0 64,21 0-833,-21 0 97,20 0-97,18-20-223,-17 20 63,19 0-32,0-20-160,-1 20 1,21-20-33,-21 0-96,22 20 64,-2-20-32,-19 0-96,-1 1 160,1 19-64,-20-20 0,-1 20 160,-19 0 96,20 0-32,-20 0 65,0 0-33,0 20 128,0 19-63,-20 1-225,20 0 96,0-1-96,0 1 0,0-20-128,0 20 64,0 0-96,0 0 32,20-1-288,-20-19-320,0 20-546,20-20-671,-20 19-257,0-19-2595</inkml:trace>
  <inkml:trace contextRef="#ctx0" brushRef="#br1" timeOffset="53493.05">7383 11942 256,'-19'0'8135,"19"0"-7558,-20 0 704,20 0 993,0 0-768,0 0-770,0 0-287,0 0 127,0-19 33,20 19 64,-20 0-97,0 0 97,0 0 128,0 0-161,0 0-127,0 0-97,0 0-96,0 0-95,0 19 31,0-19-128,0 19 0,0 2 32,0-1-32,0 20-32,0-20 1,0 19 95,0 1 0,0 0-32,0-1-64,0 1 192,0-20-127,0 19-1,0-19-128,19 1 0,-19-2 32,0 1-64,0 0 128,20-1-128,-20 2 32,0-1 32,0 0-192,0-1-64,0-19-97,20 0-255,-20 0-161,0 0-31,0 0-385,0 0-33,0 0-351,0-19-417,0 19-1313,-20-20-2466</inkml:trace>
  <inkml:trace contextRef="#ctx0" brushRef="#br1" timeOffset="54070.09">7166 12161 12459,'-20'0'833,"20"0"160,0 0 641,-21 0-577,21 0-417,0 0-320,21 0-31,-21-20 31,0 20 0,20-20-31,-20 0 95,18 0-128,-18 1 33,20-1-289,-20 20 96,21-20-96,-1-20 64,0 19-96,-2 2 128,3 0 0,-21-2-128,20 21 224,0-19-32,-20 19 160,0-20-448,20 20 481,-20 0-289,0 0 96,19 0-32,-19 0-160,20 20 320,0-20-128,0 19 65,0 2-1,-1-2-96,1 0-64,0-19-32,0 21 32,1-1-224,-3-20-96,2 20-385,0-20-416,1 20-1217,-21-20-2819</inkml:trace>
  <inkml:trace contextRef="#ctx0" brushRef="#br1" timeOffset="67925.88">8614 11724 5637,'0'-20'1794,"0"20"-641,0 0 704,0 0-63,0 0-385,0 0-416,0 0-256,0 0-64,0 0-257,0 0-128,20 20-31,-20 0 63,0 19-160,0-19 64,0 40 97,0-21-33,0 20-128,0-18 64,0 19-160,0-21 32,20 1-128,-20 0 64,0-21-32,20 21 0,-20-20-96,0-20-288,20 20-289,-20-20-352,0 0-640,0 0-1730,0-20-4645</inkml:trace>
  <inkml:trace contextRef="#ctx0" brushRef="#br1" timeOffset="68531.91">8456 11863 5349,'0'20'2017,"-21"-20"-191,21 0 384,0 0-352,0 19-705,0-19-416,0 0 0,21 0-193,-21-19 1,20 19-97,-20 0-160,18-20 33,-18 20-97,0-20-32,0 20-160,20 0-32,-20-20 0,21 20 32,-21-20 0,20 20-96,-20-20-32,20 1 64,-1-1-32,-19 0 64,20 0 0,-20-20-96,20 21 128,-20 19-32,0-20 96,0 20 32,0-20 64,0 20 32,20 0-224,-20 20 193,0-20 95,20 20-96,-20-1-96,20 1 0,-1 0-96,1 0-32,0 0 0,21 0-64,-23-1-705,2 1-288,0 0-1153,1 0-3940</inkml:trace>
  <inkml:trace contextRef="#ctx0" brushRef="#br1" timeOffset="72872.16">9190 11764 4548,'-20'0'1569,"20"0"834,0 0-161,0 0-609,0 0-416,0 0-256,0 0 64,0 0-160,0 0-192,0 0-289,0 19 0,0-19 1,20 20-33,-20 20-96,0-20 97,0 19-161,19 1-160,-19 0 128,20 0-160,-20 0 0,20-1 96,-20-19-64,20 20-32,-20-20 64,21-20-224,-21 19-64,0 1-128,0-20-481,18 0-448,-18 0-1730,0 0-4773</inkml:trace>
  <inkml:trace contextRef="#ctx0" brushRef="#br1" timeOffset="73636.21">9150 11923 2146,'-20'0'1537,"20"0"609,0 0 384,0 0-672,0 0-705,0 0-448,0 0 64,0 0 160,0 0-1,0 0-127,0 0-256,0 0-225,0 0-160,0 0-96,0 0 0,-20 0-32,20 0 0,0 0 0,0 0-32,0 0-32,0-21-32,0 21 64,0 0 32,0-19-32,0-1 0,0 20 0,0-20 0,0 0 0,0 0 64,20 0-32,-20 1 97,0-1-33,20 20 0,-20-20 0,0 0 96,20 20 0,-20 0 32,0 0-31,0 0-97,0 0-64,0 0 64,0 0 0,20 0 160,-20 20-64,0-20-96,19 20-64,1-20 32,0 20-128,21-1 32,-23 1-288,2-20-417,21 20-1249,-21 0-2882</inkml:trace>
  <inkml:trace contextRef="#ctx0" brushRef="#br1" timeOffset="79238.53">7364 11902 3939,'0'0'1474,"0"0"-1026,0 0 577,0 0 384,0 0-448,0 0-416,0 0-65,-20 0-31,20 0 31,0 0 353,0 0 32,0 0-193,0 0-191,0 0-1,0 0 129,0 0-161,0 0-95,0 0-33,0 21-96,0-21-32,0 19-64,0-19 129,0 19-129,0 2 0,0-1-64,0 20 32,0-1-64,20 1 128,-20 0 0,0-1-31,0 21 31,0-20-96,0-1-32,0-18 0,0-2-64,0 1 128,19 19-64,-19-18-96,0-1 32,0 19 64,20-18-64,-20-21 32,0 19-32,0-19-32,0 20 0,0-20 0,0 0-33,0-20-223,0 20-224,0 0-385,0 0-481,0-19-1216,0 19-3684</inkml:trace>
  <inkml:trace contextRef="#ctx0" brushRef="#br1" timeOffset="80111.58">7125 12101 96,'-20'40'5797,"20"-40"-5765,0 20 417,-20-20 1953,20 0-544,0 0-577,0 0-256,-19 0-96,19 0 160,0 0 0,0 20-385,-20-20-351,20 0-161,0 0-96,0 0-32,0 0-32,0-20 32,20 20 32,-20-20-32,19 0 32,1 0-64,-20 0 0,20 1 129,1-1-161,-1 0 32,-2 0 0,23 0-32,-21-1 0,0 2 128,-2 0-224,3-2 128,-1 2-32,-20 19 64,0-20 0,20 20-32,-20 0 32,0 0-64,0 0 32,0 0 32,0 20 32,20-20-32,-20 0-32,19 19-32,1-19 64,-20 21-64,20-21 128,0 19-224,0 0 96,-1 2 96,21-1-160,-20 20 64,1-20-32,-3-1 32,22 1-64,-19 0 64,-1 0-64,-2 0 128,-18 0-224,21-20 192,-21 19-32,0-19-128,0 0-64,0 0-385,0-19-1184,0 19-4357</inkml:trace>
  <inkml:trace contextRef="#ctx0" brushRef="#br1" timeOffset="80616.61">7344 11883 4868,'0'0'1185,"0"0"737,0 0 673,-20 0-930,20 0-256,-20 19-608,-1 2-416,3-2-65,-2 21 160,0-20-63,-21 20-289,23-20 0,-2 19-32,-1-19-64,1 0-64,0-20-320,20 20-930,0-20-1440,20 0-3780</inkml:trace>
  <inkml:trace contextRef="#ctx0" brushRef="#br1" timeOffset="88996.09">15165 5246 11434,'-20'0'673,"0"0"320,20-20-128,0 20-65,0 0 290,0 0 31,0 0-449,0 0-159,0 0 127,0 0-31,0 0-161,0 0-159,20 0 127,0 20-32,19-20-31,22 20-225,-2-20-96,21 19 128,19 2-192,-20-1 128,21 19-128,-1-20-96,-20 2-96,0-1 64,-18 0-33,-3-20 65,-17 19-96,-3-19 96,-17 0-160,-21 0 95,0 0 161,0 0-352,-21-19-1057,-17 19-1378,-3-20-4516</inkml:trace>
  <inkml:trace contextRef="#ctx0" brushRef="#br1" timeOffset="89508.11">15443 5067 3138,'40'0'3107,"-40"-20"-961,20 20 257,-20 0-674,19 0-768,-19 0-96,0 0-352,0 0-33,0 0-192,-19 0-96,-1 20-127,0 0-33,-20 0 32,1-20-96,-1 19 0,1 2 64,-22-2 64,21 1-160,1-20 160,-1 21 32,20-2-32,20 1 0,-19 0-96,19-1 0,19 2 96,1-1 0,20 19 64,-1-20 33,1 22-97,-19-2-32,19 1 0,-1-20-128,1 20 32,-20-20-128,19 19-65,-19-19-255,0-20-1250,-20 20-6598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40:52.36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1250 4232 384,'-21'20'11915,"1"-20"-11691,20 0-128,0 0 225,0 0 512,20 0 448,1 0-513,17 0-479,3 0-161,18 0 32,1 0 96,-1 0-32,1 0-159,19-20-33,-20 20-64,2 0-225,-2-20-287,-19 20-289,-1 0-833,1-20-1024,-20 20-1634</inkml:trace>
  <inkml:trace contextRef="#ctx0" brushRef="#br0" timeOffset="333.01">1705 4054 12363,'-20'19'256,"20"-19"129,0 0-193,0 0 353,0-19 383,20 19 1,1 0-544,-1 0-257,18 19-64,23-19 96,-22 20-128,21-20 0,-21 20-32,1-1 0,1 2 32,-3-2 0,-18 1-32,1-20 0,-1 20-32,-20 0 0,0-20 128,0 20 192,-20 0 65,-1-1-161,-17 2-32,18-2-32,-21 2-96,1 18-64,1-19-256,-21 20-1089,21-20-3140</inkml:trace>
  <inkml:trace contextRef="#ctx0" brushRef="#br0" timeOffset="10652.6">13934 10134 9769,'0'0'672,"0"0"-576,0 0 1442,0 0 63,0 20-800,0-20-288,0 0-257,-20 0-32,20 20-64,0-1-32,0 2-31,0-1-33,0-1 64,0 1 32,0 0-64,20 0-32,-20 0-32,21 0 64,-1-1 0,-2-19 64,23 21-32,-21-21 129,19 0-1,1 0-128,0 0-96,-1 0-32,-19 0 0,20 0-160,-21 0-224,1-21-65,0 21-191,-20 0-353,21-19-385,-21 19-736,-21 0-1986</inkml:trace>
  <inkml:trace contextRef="#ctx0" brushRef="#br0" timeOffset="11142.63">13696 10333 7751,'0'0'2947,"0"0"-2915,0 0 608,0 0 930,0 0-289,0 0-961,0 0-160,20 0-96,-20-20 33,0 20 95,20-20 64,-20 20-64,0-20 32,0 0 33,20 1-33,-20-1-128,20-1 0,-1 2 0,1-1 0,-20 0 0,20 1 96,0-2 1,1 21-65,-21-20 32,18 20-64,-18 0 32,20 0 96,-20 0 1,20 0-1,1 0-64,-1 20 0,-2-20-160,3 21 96,19-21-96,-20 19-384,19-19-513,-19 20-2210</inkml:trace>
  <inkml:trace contextRef="#ctx0" brushRef="#br0" timeOffset="15029.85">15900 8723 5381,'0'0'64,"0"0"128,0 0 737,-20 0 416,20 0-320,0 0-705,20 0-96,-20 0 353,0 0 256,19 0-193,-19 0-159,20 0-193,-20 0-128,0 0-96,20 0-32,-20 0 0,20 0-32,1 0 32,-21 0 65,18 0 127,22 0-64,-19 0 0,19 0 96,-1-20 1,21 20-1,-21 0-64,21 0-64,19-19 32,-20 19 96,20 0 1,2-21-97,-2 21 0,-20 0 32,20 0 0,2-19-31,-2 19 63,0 0 96,20 0 32,-20-21 65,20 21-97,1 0 0,-1-19-31,0 19-161,20 0 0,1-20-32,-21 20-32,20 0-32,1 0 32,-1-20-32,-20 20-32,19 0 32,-37 0 0,18 0-64,-20 0 192,0 0-96,0 0 65,2 0-65,-2 0 160,-20 0 128,1 0-224,-21-20 64,-19 20-127,0 0-33,0-20-257,-20 20-479,0 0-1314,-20 0-5221</inkml:trace>
  <inkml:trace contextRef="#ctx0" brushRef="#br0" timeOffset="47553.71">14352 6717 4964,'0'0'1249,"0"0"-288,0 0 1538,0 0-802,0 0 129,0 0-353,0 0-544,0-21-320,0 21-33,20 0 65,-2 0-353,2 0-192,21-19 32,-1 19-63,19-21-33,0 2 0,1 0 0,-21 19 0,22-21 64,-23 1-224,3 20-129,-1 0-31,-21-20-352,1 20-546,0 0-223,0-20 32,-20 20 31,0 0-127,0-20-929,-20 20-513,0 0-832</inkml:trace>
  <inkml:trace contextRef="#ctx0" brushRef="#br0" timeOffset="47826.73">14789 6418 10153,'0'0'737,"18"0"-673,-18 0 769,41 20 416,-21-20 0,19 0-480,1-20-481,19 20-192,1 0 224,-1 0 321,2 20-225,-23-20-191,3 20-193,-21 0-32,0-20 64,-20 20 64,-20-1 96,0 1 96,-1 0 33,-19 0-97,22-20 0,-23 20-224,21 1-160,0-2-801,20-19-897,0 19-3010</inkml:trace>
  <inkml:trace contextRef="#ctx0" brushRef="#br0" timeOffset="49523.83">15702 6338 7431,'18'41'0,"-18"-22"32,21 21-32,-21 20 160,20-1 673,-20 2 191,0 17-767,20-18-161,-20-20-64,20 0 544,-20-21 417,19-19-224,-19 0 416,0 0-128,0-39-833,-19-1-352,19 0 128,0-19 32,-20 0-32,20-22-320,0 22-1217,0-1 864,0 21 481,20 19-257,-1-1 193,21 21 128,-20 0 64,0 21 64,-1-1 96,1-1-32,0 21-32,-20-20 0,0 0 32,-20 0 224,0-1 129,1 1-225,-1-20-128,-20 0-1121,20 0-1986</inkml:trace>
  <inkml:trace contextRef="#ctx0" brushRef="#br0" timeOffset="49948.85">16079 6478 14830,'0'0'224,"0"-20"-96,20 20-96,0 0 192,-2 0 128,23-20-223,-21 20-1,0-20-192,-1 20 224,-19-20 0,0 20-64,0-19 32,0-1 0,-19-1-32,-1 21-128,0 0-128,-21 0 32,23 0 64,-22 21 0,19-1 64,1-1 32,0 1 32,40 0 0,-20 20 64,41-20 32,-21-20 1,39 19-97,-19 1-161,-1-20-287,1 0-513,-20 20-1377,19-20-2210</inkml:trace>
  <inkml:trace contextRef="#ctx0" brushRef="#br0" timeOffset="50388.88">16475 6438 7751,'21'-20'2530,"-42"20"-1281,21 0-576,-20 0-321,0 20 385,2 0 64,18 0-449,-21 0-320,21-1-32,0 1 32,21 0 32,-3 0 64,2-20 33,0 0 31,1 0-64,-1 0-64,19-20 32,-39 0 0,20 0 0,0-19 32,-20-1 0,0 0 129,0-20-193,0 1-64,-20-1 0,0 1-32,-1-1 64,3 40 32,-2 0-32,-1 20 64,1 0 32,0 0 128,20 40-64,-18 0 97,36-1-65,-18 1-96,20 20 96,21-20-64,-21 0 1,19-20-97,1 19 32,-20-19-224,-1 20-225,1-40-31,0 20-193,0-20-480,-20 0-1185,0 0-2274</inkml:trace>
  <inkml:trace contextRef="#ctx0" brushRef="#br0" timeOffset="51066.92">16733 6498 9961,'0'19'1473,"0"-19"-1280,0 0 1184,20-19 96,-20 19-128,20 0-480,0 0-576,-20-20-97,20 20 96,-20 0-32,19 0-64,-19-20-160,20 20 65,-20 0-97,20-20 32,-20 20 0,0-20-96,0 20 256,0-20-192,0 20 128,0 0-32,-20 0-64,20 0-64,-20 0 32,1 0 0,19 0-64,-20 0-96,0 0 64,0 20 64,20 0-32,0 0 0,-20 0 160,20 0-128,20-1 96,0 1 0,0 0 64,19 0-128,-19 0 96,21-20-32,-1 0 32,-22 0 32,23-20-32,-21 0-128,19 0 32,-39 0-192,20 1 128,-20-1-192,0 0-129,20 20-159,-20 0-193,20 0 257,0 0 352,-20 20 64,19 19 160,-19-19-32,0 20 0,20-20 64,-20 1 96,0-2 64,-20 0 33,20-19 63,-19 0 0,-21 0 65,20 0-417,-19 0-384,-1-19-673,20 19-929,-1-19-2787</inkml:trace>
  <inkml:trace contextRef="#ctx0" brushRef="#br0" timeOffset="51253.93">17230 6498 14541,'0'0'1089,"19"0"-608,1-20 768,21 20-576,-21-20 95,18 20-479,-17 0-289,19-20-801,-21 20-609,-19-20-1248,20 0-4997</inkml:trace>
  <inkml:trace contextRef="#ctx0" brushRef="#br0" timeOffset="51657.95">17310 6219 11627,'-21'20'672,"21"20"-352,0-20 673,0 19 225,21 21-322,-1-20-543,-2 0-225,2-1-352,1-19-129,-1 20-63,0-20-257,-1 1-192,-19-21 257,0 19-33,20-19-1184,-20 0-450,0-19-447,0 19 1312,0 0 2243,0-21 1922,0 21-993,0 0-898,0 0 257,0 21-160,0-21-768,20 0-578,0 0 33,0-21 128,-20 21 160,19-20-97,-19 20 97,20-20 64,-20 0 0,0 0-160,0 20 32,0-19-192,0 19 64,0 0 31,20 0 482,-20 19 511,20 1-415,-20-20-225,20 20-352,-1 0-1442,1-20-3363</inkml:trace>
  <inkml:trace contextRef="#ctx0" brushRef="#br0" timeOffset="51765.96">17646 6418 8103,'-19'-20'-3235</inkml:trace>
  <inkml:trace contextRef="#ctx0" brushRef="#br0" timeOffset="52227.98">17846 6517 9577,'-20'20'4452,"0"-20"-4164,0 20 1057,-1 0 97,21 0-738,-20 1-543,20-2-161,20-19-353,1 19 129,-1-19 128,0 0-128,0 0-257,-1-19 289,1 0 256,-20-2-32,20 1 0,-20 20 0,-20-20 160,20 20-160,-20 0-32,20 0-32,-19 0 0,19 20 32,0 0-32,0 1 32,0-21 0,19 19-96,1-19-192,0 19 192,0-19 96,0 0 192,-20-19 96,19 19-96,-19-19 161,20 19 31,-20 0-128,20-21-95,-20 21-65,20 0 0,0 0-96,-1 0-32,-19 21-128,20-21-257,-20 19 65,0-19-161,0 19-159,20-19-449,-20 0-1186,0 0-2305</inkml:trace>
  <inkml:trace contextRef="#ctx0" brushRef="#br0" timeOffset="52495">18203 6021 8391,'58'-20'1250,"-37"20"1504,19 20-768,-20-1-673,19 1-352,-19 0-576,0 0-385,-20 0-257,0 20 129,0-21 96,-20 2-32,0-2-128,0 1-192,20 1-65,-19-21-544,19 19-2466</inkml:trace>
  <inkml:trace contextRef="#ctx0" brushRef="#br0" timeOffset="52632.01">18460 6517 18097,'40'20'192,"-40"-20"1473,0 0-864,20 0-1121,-40 20-1570,20-20-3747</inkml:trace>
  <inkml:trace contextRef="#ctx0" brushRef="#br0" timeOffset="53570.06">14352 7690 10634,'0'0'864,"20"0"-768,-20 0 513,38 0 256,-17 0 448,19-20-352,-1 20-577,1 0-288,19-20-96,1 20 0,-21-21-32,1 21-224,19-19-32,-18 0-193,-21 19-672,0-21-1089,-1 2-1890</inkml:trace>
  <inkml:trace contextRef="#ctx0" brushRef="#br0" timeOffset="53815.07">14728 7510 11434,'-20'0'96,"40"0"-128,-20 0 128,41 0 289,-3 0 480,3 0-65,-1 0-351,19 0-225,-19 0 128,-1 20 193,1 1-385,-20-21-32,-20 19 0,0 21 64,-20-21-31,0-19-97,0 21-128,-19-1 64,19 0 64,-20-20-64,20 20-545,1-20-1249,19 0-3010</inkml:trace>
  <inkml:trace contextRef="#ctx0" brushRef="#br0" timeOffset="54825.13">15463 7292 12011,'0'-20'705,"-20"20"95,20 0-575,-20 0-97,20 0 320,-19 0-32,-1 20-127,20-20 31,-20 20 32,20 0 33,-20 20-193,20-21-128,0 21 0,20-20-96,-20 0 0,20 0-32,19-1-32,-19-19-32,20 20-32,-1-20-1,1 0-127,-20 0-256,19-20-385,-19 20-256,1-19-193,-1-1-447,0 20-514,-2-20 802,-18 0 416,0 0 993,0 0 224,0 20 1826,-18 0-609,18-19-769,-20 19-383,20 0 63,-20 19 641,20 1-97,0-20-383,0 20-193,0 0-128,0 0 0,20-20-64,0 20-160,19-20-32,-19 0 224,0 0 64,0 0-96,-20 0-32,19 0-225,-19 0-255,0-20 192,0 20-129,0 0-576,0 0-192,0 0 1057,0 0 480,20 0 321,-20 0-289,0 0-128,0 20 257,20-20 127,-20 0 193,0 0 352,0 0-160,0-20-32,-20 0 96,0 20-416,20-20-321,0 0-224,0 0-128,0 1-288,0-1-289,20 20-448,0-20 385,20 0 63,-1 20-160,-19 0 289,0 0-129,1 0-1761,-3 0-3203</inkml:trace>
  <inkml:trace contextRef="#ctx0" brushRef="#br0" timeOffset="55380.16">15662 7372 9609,'0'0'640,"0"0"738,20 0 703,-20 0-735,20 19-417,-2 1-673,3 0-192,-1 0-416,0 0-641,19 0-1314,-19-1-3330</inkml:trace>
  <inkml:trace contextRef="#ctx0" brushRef="#br0" timeOffset="56210.21">16137 7074 11851,'0'-20'256,"0"20"-736,21 0 768,-1 0 0,20 0 449,-1 0-33,1 0-511,-1 20-257,-19-1 96,-20 2 224,20-2-32,-20 2 32,-20-2 385,20-19 160,-20 20-225,1 0-159,-1 0-161,20-20-224,-20 20-128,20-20-897,0 19-1922,0-19-4420</inkml:trace>
  <inkml:trace contextRef="#ctx0" brushRef="#br0" timeOffset="56341.22">16396 7451 14317,'0'40'448,"21"-40"225,-21 19 608,0-19-832,0 0-481,18 0-1666,-18 20-9512</inkml:trace>
  <inkml:trace contextRef="#ctx0" brushRef="#br0" timeOffset="56953.25">14471 8623 3331,'0'0'9385,"0"0"-8393,0 0-63,20 21 32,-1-21-64,21 19-224,0 21-225,19-20-128,0 20-127,2 0-97,18-21 0,0 21-192,0 0 96,1-20-224,-21-1-161,0 2-63,-19-2-609,-19 1-1442,-1-20-3298</inkml:trace>
  <inkml:trace contextRef="#ctx0" brushRef="#br0" timeOffset="57219.27">15145 8862 10602,'-20'-20'928,"20"20"-992,0 20 353,20-20 640,0 20 448,19-20-480,1 20-321,21 0-159,-22-1 255,1 2 65,-1-2-481,1 1-32,-20 0-128,0 0-96,-20 0 193,0 0 447,-20-1-63,0-19-65,-20 21-95,21-21-97,-21 0-320,0 19-32,21-19-416,-1 20-706,0-20-607,20 0-2243</inkml:trace>
  <inkml:trace contextRef="#ctx0" brushRef="#br0" timeOffset="57990.31">15919 9121 12844,'0'0'96,"0"0"-737,0 19 641,0 1 0,0 20 192,0 0 33,0-1-161,20 1 96,-20-20 352,0 0 161,20 0-65,-20-20-95,0 0 480,0 0-288,0-20-609,0 0-32,20-20-64,-20 20 64,21-19-64,-21 19-449,18-20-191,2 40 191,0-20 257,-20 20 96,21 20 192,-21 0 160,20 0-95,-20 0-97,0 0 0,0-1 32,20 1-32,-20-20 0,0 0 32,18 0 96,-18 0 96,0 0-256,21-20-32,-21 1 0,20 19-32,0-20 32,0 20 0,-1 0 32,1-20 225,0 20-1,0 20-32,0-20-256,-1 20 96,-19-20-32,0 19 96,0 1-160,0 0-160,0 20-737,0-40-897,0 20-1633,20-1-2114</inkml:trace>
  <inkml:trace contextRef="#ctx0" brushRef="#br0" timeOffset="58358.33">16575 9279 14830,'0'-19'800,"-20"19"-800,-1 0 192,3 0-127,-2 0-1,-1 19 96,1 1-128,20 20 32,-20-20 32,20 0 192,20-1-96,0 1-160,1 1 65,-1-21 31,-2 0 32,23 0-64,-21-21-64,0 21-64,-1-20 64,1-19 0,-20 19 0,0 0 0,0 0 96,-20 20 32,20-20 161,0 20-97,0 20-160,-19-20 288,19 20-192,19 0-128,-19 0-64,20 0-64,0-1-320,0 1-353,0 1-480,-1-21-1185,1 19-1858</inkml:trace>
  <inkml:trace contextRef="#ctx0" brushRef="#br0" timeOffset="58777.36">16733 9200 12427,'0'0'-1185,"0"0"-1089,0 0 2883,0 0 864,0 0-416,0 20-929,0-20-160,0 0 96,0 0-32,0 0-384,0 0-1378,0 0 321,0 0 1185,0 0-353,0 0-1697,0 0 224,-19 0 1505,19 0 578,0-20 127,0 20 192,0 0 225,0 0 800,0 0 865,-20 0-288,20 0-160,0 0-225,0 0-96,0 0-384,0 0-192,0 20-96,20-20 128,-1 0-160,1 0-385,20 0-224,19 0-160,-18 0 64,-1 0-96,-1 0-64,-19 0-801,0 0-192,0 0-929,-20 0-2658</inkml:trace>
  <inkml:trace contextRef="#ctx0" brushRef="#br0" timeOffset="59346.39">16575 9379 1761,'0'0'3427,"0"-20"-2370,-20 20 1634,20 0 96,0-20-737,-21 20-641,3 0-769,-2-20-383,-1 20-193,1 20-64,0 0-32,20 0 0,-18-1 0,18 1 64,18 1 0,2 18 64,0-19-96,21-1 64,-23 2 0,43-21 64,-22 0 192,-19 0-31,20-21 127,-20 2 257,-1-21 127,-19 21-159,0-22 32,0 22-225,-19-21-256,-21 20-96,20 0-160,0 0-32,1 20-288,19 0-353,0 0-416,0 0-737,19 0-608,21 0-2723</inkml:trace>
  <inkml:trace contextRef="#ctx0" brushRef="#br0" timeOffset="59585.4">16832 9061 10698,'-19'0'1025,"19"0"-609,0 20 1634,0 20-288,0-21-385,0 21-384,0 0-385,-20 19-191,20 1-65,0-20-384,0-1-96,0 1-641,0 0-160,0-21-512,20 2-1474,-1-1-3523</inkml:trace>
  <inkml:trace contextRef="#ctx0" brushRef="#br0" timeOffset="59859.42">17051 9379 7591,'0'0'6053,"-19"0"-6885,-1 19 607,0-19 322,0 20 127,20 1-160,0-21-128,20 19-193,0 1-31,0 0 192,-1-20 64,21 0-128,-20 0-32,19 0 416,-19-20 577,-20 0 96,20 1 192,-20-2-64,-20 21-161,0-20-191,1 1-609,-21 19-32,20-20-256,20 20-1121,-20 0-2435,20 0-8135</inkml:trace>
  <inkml:trace contextRef="#ctx0" brushRef="#br0" timeOffset="60083.43">17310 9498 5925,'0'19'1730,"20"-19"160,-20 0 1793,0 0-1569,0-19-769,0-1-416,0 0-256,0-20-1,0 20-351,18 1-33,-18-1-224,0 0-256,0 0 192,20 20-192,1 0-385,-21 20-640,20 0-1441,0 0-4037</inkml:trace>
  <inkml:trace contextRef="#ctx0" brushRef="#br0" timeOffset="60696.47">17627 9398 14637,'-20'-19'385,"-20"19"-866,20 0 802,1 0 255,-1 19-31,0 1-417,20 1-128,0-2-32,0 1 0,20 19-32,0-18-385,-1-21-159,21 20 319,-20-20 65,19 0-320,1 0 31,-20 0 321,1-20 32,-3-1 160,-18 21 32,0-19 160,0-1 224,0 20-223,0-20 63,-18 20 352,18-19 33,-21 19-417,21 19-64,-20 1-96,20-20-32,20 20 33,-20-1-1,21 2-96,17-1-193,-17-20-95,-1 20 128,0-20 160,0 0 128,-1 0-32,-19-20-32,20 20 32,-20-20 32,0-1-96,0 2-128,-20 19 0,20-20-64,0 20 96,0 0-32,0 20 31,0-1 65,20 22 0,0-21 32,0 40 32,0-21 97,-1 1-97,1 0-32,-20-1 32,0 1 96,-20-20 288,1 0 321,-21-20 192,20 19 64,-19-19-385,-1-19-352,-1-1-352,3 0-160,-3 0-96,21-20-193,0 21-672,20-1-2178,0-20-1954</inkml:trace>
  <inkml:trace contextRef="#ctx0" brushRef="#br0" timeOffset="60933.48">18162 9538 15919,'0'-21'800,"0"21"-2978,-18 0 1666,-3 0 896,1 0-64,0 21-95,0-1-129,20 20-64,20-21 64,0 2-32,21-2-160,-23 1-481,23 0 481,-21-20 64,18 0-224,-17 0-1153,-1-20-609,-20 0-2146</inkml:trace>
  <inkml:trace contextRef="#ctx0" brushRef="#br0" timeOffset="61150.49">18361 9200 15214,'20'20'897,"-20"0"-1025,0 19 512,0 1 1089,-20 20 65,20-21-833,0 21-449,0-21-96,0 22-192,0-22-128,0 1-609,0 0-512,0 0-257,0-20-319,0-20-1475,20 0-3202</inkml:trace>
  <inkml:trace contextRef="#ctx0" brushRef="#br0" timeOffset="61373.51">18480 9717 2402,'40'0'7559,"-19"-20"-7687,-3 20 640,2-20 2147,0 20-449,-20-20-1313,0 1-833,0 19-96,-20-21 32,-18 21-32,17 0 96,1 21 128,-20-2 0,40 1-96,0 0 225,0 20-225,20-20-64,0-1-224,21 1-97,-3-20-512,3 0-2209,-1 0-8874</inkml:trace>
  <inkml:trace contextRef="#ctx0" brushRef="#br0" timeOffset="61604.52">18798 9279 5445,'60'20'12171,"-21"-20"-12107,1 20 929,-1 0 929,1 0-224,1 0-513,-23-1-673,-18 22-480,-18-22 64,-2 21-480,-21 0-417,3-20-64,-3 20 97,21-21-417,20 2-1122,0-2-1408,0 1-8809</inkml:trace>
  <inkml:trace contextRef="#ctx0" brushRef="#br0" timeOffset="61712.52">18976 9796 14477,'0'40'1474,"20"-20"-1378,-20 0 1121,20-1-64,-20 2-1601,-20-21-4453</inkml:trace>
  <inkml:trace contextRef="#ctx0" brushRef="#br0" timeOffset="62239.55">14590 9638 16591,'-20'-21'801,"20"21"-641,0 0-256,20 21 96,-1-2 480,1 1 353,40 20-384,-1 0-513,0-21-129,2 21-31,-2-20 128,1 20-64,-1-21-449,-19-19-31,19 21-321,-39-21-641,19 0-2465</inkml:trace>
  <inkml:trace contextRef="#ctx0" brushRef="#br0" timeOffset="62448.57">15165 9796 13965,'0'0'1057,"21"20"-1185,-3-20 160,2 20 192,0 0 737,21 19 96,-21-18-513,-1-2-223,-19 1 31,0 0-128,0 0 353,-19 0-321,-21 0 96,-1-20-128,3 20-224,-3-20-704,1 19-674,40-19-1216,-19 0-3684</inkml:trace>
  <inkml:trace contextRef="#ctx0" brushRef="#br0" timeOffset="62831.59">15621 10055 14669,'-39'0'1378,"39"-20"-1442,-20 20 0,40 0 704,-20 0 962,39 20-513,2-20-289,-1 0-543,19 0-33,0 0-160,-19 0 0,19 0-192,-19 0-641,-20-20-512,1 20-288,-3 0-1731,-18 0-4867</inkml:trace>
  <inkml:trace contextRef="#ctx0" brushRef="#br0" timeOffset="62997.6">15761 9916 13068,'0'39'224,"0"1"-192,0 0 256,0-1 225,0 2-257,20-2-256,-20 0-288,0 2-97,20-2-191,-20-19-1186,19 0-2882</inkml:trace>
  <inkml:trace contextRef="#ctx0" brushRef="#br0" timeOffset="63271.61">16000 10313 14637,'0'20'417,"0"0"-994,18-1 385,-18-19 993,0 0 800,0 0-640,0 0-384,20-19-321,-20-1 321,0 0-1,20 0-384,-20 0-224,21 0 32,-1 1-32,0-1 0,-2-1-160,3 21 96,-1 0 96,0 0-64,0 0-545,-1 21-640,-19-21-1409,20 20-5830</inkml:trace>
  <inkml:trace contextRef="#ctx0" brushRef="#br0" timeOffset="63602.63">16396 10234 11146,'0'19'4292,"0"-19"-4516,0 20 224,-20 20 128,20-20 96,0 0-64,0 20-160,20-21 0,1-19 0,-3 20 0,2-20 96,0 0-160,1-20 0,-21 1 64,20-2 0,-20-18 0,0 19 32,0 0-32,0 0-64,0 0 128,0 20 257,0 0-65,0 20 192,0-20 65,0 20-353,18 0-128,-18 20-32,21-21-384,-1 2-705,-20-21-1602,40 19-3747</inkml:trace>
  <inkml:trace contextRef="#ctx0" brushRef="#br0" timeOffset="63820.65">16793 10293 12587,'-40'0'2307,"20"0"-2468,1 20 322,19-20 1056,0 20-449,0 0-479,0-1-225,19 2-128,21-2-128,-20-19-33,19 0-95,1 20-449,-19-20-640,-1 0-1538,0-20-4580</inkml:trace>
  <inkml:trace contextRef="#ctx0" brushRef="#br0" timeOffset="64029.66">16972 9975 15630,'20'60'417,"-20"-21"-417,0 21 192,20-20 1153,-20 20-288,20-21-833,-20 1-192,0 0-256,0 0-384,0-1-481,0-19-2050,19 0-5798</inkml:trace>
  <inkml:trace contextRef="#ctx0" brushRef="#br0" timeOffset="64238.67">17249 10313 13676,'-39'0'32,"19"0"-128,0 0 1570,0 20-1,1-20-736,-1 20-321,20-1 33,20 2 31,19-2-160,-19 1-127,39-20-225,-19 20-289,1-20-159,-23 0-1538,23 0-3619</inkml:trace>
  <inkml:trace contextRef="#ctx0" brushRef="#br0" timeOffset="64569.69">17389 10074 4612,'0'0'2242,"20"0"-288,-20 0 1313,20 0-1249,-1 0-673,21 20-256,0-20-480,-1 21 95,-19-2 257,20-19 64,-21 20-768,-19-20-97,0 20 448,0-1-191,-19-19-225,-21 21-32,20-1-96,0-1-160,20 1-641,0 0-480,0 0-705,20 0-2114,0-20-4996</inkml:trace>
  <inkml:trace contextRef="#ctx0" brushRef="#br0" timeOffset="64700.7">17627 10492 8648,'39'40'768,"-39"-21"-351,20-19 3074,-20 0-864,0 20-1378,20-20-929,-20 0-448,0-20-2050,0 20-4580</inkml:trace>
  <inkml:trace contextRef="#ctx0" brushRef="#br0" timeOffset="69256.96">3333 13849 7334,'20'0'833,"-20"21"-833,21-21 1089,-1-21 609,-20 21-545,0 0-416,18 0-129,-18 0-255,20 0 127,-20 0 0,0 21-255,21-21-1,-21 0 0,20 0 128,0 0-159,-1 0 31,1 0 0,20 0-96,-20 0-64,19 0 0,1 0-64,-1 0 0,1 0 32,21 20-32,-23-20-32,23 0 32,-22 0-96,21 0-96,-21 0 0,21 0 192,-1 0-224,0 0-129,2 0 353,-2 0 192,1 0-31,-1 0 63,20 19 160,2-19-63,18 0-129,0 0 160,0 0 32,19 0-95,2-19-161,19-1-64,1 20 64,18-21-96,-19 21 64,19-19 0,-18 19 64,18-20 97,-18 0-97,-2 20 64,1-19-32,1 19-192,-23 0-32,-17 0 96,0 0-32,0 0 0,-21 0-64,0 0-32,-39 0 128,19 0-64,-39 0 32,0 0-64,-20 0-224,0 0-353,0 0-576,0 0-961,-20 19-3523</inkml:trace>
  <inkml:trace contextRef="#ctx0" brushRef="#br0" timeOffset="71915.11">3592 11009 5829,'-20'19'1730,"20"-19"-994,0 0-575,0 20 767,0 1 193,0-2-448,20 1-192,-20 20-97,0 0 385,19-1-33,-19 1 1,0 19-257,0 1-351,0 0-65,0-1-64,0 21 0,-19 19 0,-1-19-160,20-1-225,-20 20 161,0 1 192,0-21 0,1 20 32,19-39 96,-20-1 320,20 1-31,0-21 127,0 2 1,-20 19-353,20 19-96,0-20-32,0 21-128,0-20-192,-21-1-33,21 21 65,0-41 64,0 21 96,0-20 32,0 19 0,-20-39 32,20 20 0,0-20 0,20-1 0,-20 1-1,21 1 33,-1-21 33,0 0-1,-20 19 0,19-19 32,1 0-64,0 0-32,0-19-32,0 19-97,19-21 33,-19 21 128,20-20 32,-21 20-32,21 0 0,1-19 96,-3 19-64,3-20 0,18 20 0,1-20-32,-21 20 0,21 0 0,19-20 0,-20 20 0,22-20 129,-2 20 63,0 0-64,0 0-96,2 0 96,-2 0-96,20 0 0,-20 0-32,20 0 0,-20 0 0,21 0 0,-1 0 0,0 0 0,-18 0 0,18 0 32,0 0 0,-20 20-32,20-20 32,1 0-32,-21 0 96,20 0-32,0 0-32,-20 0 0,20 0 0,-18 0-64,18 0 64,-20 0-64,20 0 0,-19 0 32,-1 0 0,20 0 0,-19 0 64,0 0 65,-1 0 63,-21 0-96,23 0-64,-2 0 0,-20 0-32,2 0 32,-3 0-32,-17 0 0,-2-20 0,1 20 0,-1 0 32,1 0 0,-20 0-32,0-20 64,-20 20 0,20 0 32,-20 0 0,0-19-32,0 19-32,0-20-64,0 0 96,0 0 0,0 0-64,0 0 33,0 0 31,0-19 32,0-1 0,0 0-64,0-19-32,0-1 0,0 0 0,0 1 0,0-1 32,0-19 0,0-1 0,0-20 128,0 1-64,0 0-256,0 20 416,-20-2-256,20 3-32,0-22 224,-20 21-31,0 0-258,0-1 97,0 0 32,1 1-64,19 19 64,-20 1-32,0 19 32,20 1-32,-20-1-32,20 0 97,0 1-33,-21 18-64,21-18 32,0 18 0,0 2-33,0-21 98,0 40-97,0-20 32,0 0 64,21 20-96,-21 0 64,0-20-129,0 20 97,0 0-64,0-20 193,0 20-97,0 0 256,-21-19-256,21 19-32,-38 0 32,17 0-32,-37-20 0,17 20-160,-38 0 128,0 0 32,-2 0-160,-18 0 96,-19 0-33,-1 0 97,0 0 32,-21 0-32,2 0 32,-21 0-96,0 0 96,0 20-64,1-20 32,-2 0 32,2 0-64,0 19 96,-22-19-31,22 0-66,18 0-63,2 0 128,-22 0 0,21 0-64,1 20 96,-2-20 1,21 20 31,-19-20-64,39 20 64,-21-20-96,21 20 0,20 0-64,-1 0-481,0-1-1088,22 2-2627</inkml:trace>
  <inkml:trace contextRef="#ctx0" brushRef="#br0" timeOffset="73570.2">9468 13810 4644,'-20'20'2498,"0"-20"-1665,-1 19 160,21-19 352,-18 0 193,18 0-577,0 0-129,0 0-63,0 0 64,18 0-192,3-19-161,-21 19-64,40 0-63,-20 0-161,39 0-160,-19 0-32,39 0 32,0 0-128,21 0-32,-1 0-128,20 0 31,21 0 193,-2 0 32,1-20 32,1 20 32,18 0 97,0 0 95,-18 0-32,19 0-64,-41-20-128,-19 20-32,-18 0 32,-22 0-288,-19 20 160,-40-20-256,0 0-225,0 20-32,0-20-255,-20 0-1026,-20 0-1826</inkml:trace>
  <inkml:trace contextRef="#ctx0" brushRef="#br0" timeOffset="75077.29">11314 13055 8584,'0'0'768,"0"0"-736,0 0 257,21 0 351,-21 0 65,38 0 224,-18 0-160,21 0-129,18 0-255,0 0-33,1 0 0,19 0-160,0 0-96,20 0-96,1 0-32,-1 0 0,0 0-64,-18 0 64,-2 0 32,0 0 0,-20 0-96,-19-20-160,-20 20-737,0 0-1441,-20 0-1634</inkml:trace>
  <inkml:trace contextRef="#ctx0" brushRef="#br0" timeOffset="76599.38">13637 13930 8968,'-41'19'1089,"21"1"-576,2 0 864,18-20-224,0 0 96,0 0-800,0 0-33,18 0-32,2-20-160,1 20-63,19 0-97,19-20-32,1 20-32,-1 0 0,20-19 0,0 19 32,2 0-32,18-21 96,0 21-32,19-19-32,2-1-32,-1 20 32,21-21-32,-2 21-32,21-19 32,-1 19 0,2-20 0,-2 20-32,2-20 32,-2 20 0,0-19 0,2 19 0,18-21 32,-18 21-32,-2-20 0,0 20 32,2-19 32,-2 19 128,-19 0-32,-19 0-32,-1-20-31,-1 20-97,-19 0 0,-18 0-193,-2 0-191,-20 0-193,-19 0-191,-20 0-770,0 0-1889</inkml:trace>
  <inkml:trace contextRef="#ctx0" brushRef="#br0" timeOffset="77333.42">16198 13035 8456,'-40'20'1953,"19"-20"-896,21 0 929,0 0-801,0 0 33,41 0-386,-21 0-255,39 0-225,20 0 129,2 0-97,18 0-96,19 0-192,1 0 0,21 0-320,-21 0-801,0-20 0,-20 20-512,1 0-2499,-41 0-6950</inkml:trace>
  <inkml:trace contextRef="#ctx0" brushRef="#br0" timeOffset="97555.57">14390 6179 7655,'0'0'1121,"20"0"-320,-20-19 288,21 19-865,-21 0-128,20-20 192,-20 20 161,0 0-65,0 0 225,0 0 383,0 20-223,0-20-256,-20 0-289,-1 0-96,1 0 0,2 0-64,-2 0 0,-21 0 0,-18 0-32,19-20 0,-19 20 32,-1-20 65,1 20 31,-20-20-128,18 20-32,-18 0 32,0 0-64,0 0 64,-2 0-32,22 0 32,1 20 0,-3-20 0,22 0 0,-21 0-32,21 0 32,-1 0-32,20 0 0,-1 0 64,3 0 64,18 0 96,-20 0-64,20 0-160,0 0 0,0 0 33,0 0 63,20 20 0,-20-20-32,0 20 0,0-20-32,0 19 0,0 21 0,0-20-32,0 20 32,0 0-32,0 0 0,0-1 0,0 1 0,0 20 0,0-21 0,18 21 0,-18-1 0,0 2 0,0-2 0,0 1 32,0-1 0,0 1 0,0 19 0,0-20 32,21 21-96,-21 0 0,0-1 64,20-20-64,-20 21 96,20 0-64,-20-2-32,0 3 64,0-22 0,0 21 96,0-1 161,0 1-161,0-1-64,0 1 32,0-1-128,-20 1 64,20-1 0,0 1-32,0-1 0,-20-20 96,20 21-64,-21 0-64,21-1 96,0-19-64,-18 19-32,18-19 64,0 0-32,0-1 0,-20 1 0,20-1 64,0 1-128,-20-21 160,20 21-64,0-20-288,-21 20 512,21-20-224,0 0 0,0-21-128,0 21 160,21-20-128,-21 20 32,0-21 96,-21 1-96,21 0 32,0 0-32,0 0 64,0 0-32,0-20-64,0 19 96,0-19-32,0 0-32,0 21 0,0-21 96,0 0-128,0 0 160,0 0 0,0 0 192,0 0-352,0 0 225,21 0-65,-21-21 96,20 21 0,0 0-224,19 0 160,-19 0 64,0 0-288,19 0 96,1 0 64,0 0 64,-1 0-96,1-19-32,19 19 32,2 0-32,-2 0 0,1 0 64,-21 0-128,21 0 32,-1 0 161,-18 0-97,17 0 0,-17 0 0,18 0-32,-19 0 0,19 0 96,-19 19-192,-1-19 128,1 0-32,-1 21 64,-19-21-128,21 0-225,-21 0 546,-2 0-289,2 19 0,1-19 64,-21 0-96,20 0 64,-20 0 32,0 0 32,0 0 0,0 0 32,0 0 32,0 0-128,0 0 0,0 0 64,0 0-32,0 0 160,0-19-256,0 19 64,0-21 64,0 21-64,-20-19 0,20-1 64,0 0 128,0-20-63,0 20 63,0-19-128,0-1-32,0 0 32,-21 0-32,21 1 96,0-22-32,0 22 32,-20 0 64,20-21 33,0 0-65,0 20-64,0-19-96,0-21 0,0 21 32,0-21 0,20 1 64,-20-1-160,0 1 192,21 0-160,-21-21 192,20 21-96,-20-21 32,0 21-96,20-21 0,0 1-32,-20 0 32,19-1 0,-19 1-64,0 0 160,0-21-128,0 20 32,0 1 32,0-20-32,-19 20-64,19-1 96,0 1-64,-20 20 0,20-20 32,0 19 32,-20 0-64,20 21 32,0-21-32,0 21-32,0-1 160,0 0-160,0 1 32,0 19-64,0 1-160,0 18-193,0 2-383,0-1-834,-20 40-1601,20-20-7816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44:14.188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19612 9339 128,'20'40'8936,"0"-1"-8455,-20 1 672,20 19 384,-20 22 97,0-22-641,19 21-417,1-21-320,-20 1-63,20-40 127,-20 20-96,0-40-32,0 0 449,0-21-481,0-18-224,-20-21 0,0 1 96,20-1-32,-19 0-64,19-19-417,0-1-480,19 20-608,21 1 1153,0 19 864,-1 40-64,2-20 1,-3 40 287,3-20 33,-1 40-257,-21-20 1,-19 0-129,0 19-32,-19-18-63,-1-2-97,-21 1-32,21 0-384,-18-1-449,17-19-1409,1 21-4100</inkml:trace>
  <inkml:trace contextRef="#ctx0" brushRef="#br0" timeOffset="275.01">20069 9757 13100,'19'59'1217,"-19"-39"-833,0 0 545,0-20 481,0 0-385,0 0-321,0 0-351,0-20-225,0 20-160,0-40-32,0 20-481,0-19-224,20 19-704,-20 0-225,20 0 641,0 0 705,-20 20 224,0 0 192,20 0 64,-20 0 128,19 0 33,-19 0-33,0 20-288,0-20-1217,20 20-3236</inkml:trace>
  <inkml:trace contextRef="#ctx0" brushRef="#br0" timeOffset="714.04">20347 9816 13388,'0'0'1442,"0"0"-1827,0-20 449,20 20 192,-20 0-256,20-20-320,19 1-609,-19 19-32,-20-20 833,20 0 192,-20 0 129,-20 0 447,0 20 513,0 0-128,-19 0-480,19 20-193,0-20-160,-1 20-96,3 20-128,18-21-32,18 1-32,3 0-224,-1-20 128,20 20-257,-1-20 1,21 0-193,-21 0-288,1 0-96,-20-20-448,19 20-193,-39-20 97,20 20 1217,-20-20 704,0 20 32,-20 0-63,20 0 511,0 0-543,0 0-257,0 20-481,20 0-640,0-20-576,1 20-3044</inkml:trace>
  <inkml:trace contextRef="#ctx0" brushRef="#br0" timeOffset="801.04">20744 9836 1249,'40'0'4644,"-22"-20"-2370,-18 0-576,21 0-737,-21 1-833,0-1-320,0 0-1090,0 0-6501</inkml:trace>
  <inkml:trace contextRef="#ctx0" brushRef="#br0" timeOffset="945.05">20942 9757 9192,'20'39'1153,"0"-39"-1025,-1 20 65,-19 0 191,0-20-384,0 20-737,0-20-1505,0 0-3651</inkml:trace>
  <inkml:trace contextRef="#ctx0" brushRef="#br0" timeOffset="1047.05">21021 9578 12171,'0'0'-2691,"0"0"-5220</inkml:trace>
  <inkml:trace contextRef="#ctx0" brushRef="#br0" timeOffset="1320.07">21161 9737 11883,'20'20'833,"-20"-1"-641,0 1 1185,20-20-576,-20 20-673,19 0-96,1-20-513,20 0 193,-20 0 320,-1-20 128,1 20 65,0-40 351,-20 21 737,20-1-63,-40 0-642,0 0-159,0 0-225,1 20-192,-21 0-417,0 20-351,21-20-353,19 20-1089,0 0-1410,0 0-4195</inkml:trace>
  <inkml:trace contextRef="#ctx0" brushRef="#br0" timeOffset="1595.09">21458 9757 12043,'20'-20'1345,"-20"0"-960,0 20 1472,0 0-287,0 0-1026,0 0-544,0 20 64,21-20-32,-21 20 0,18-1-64,-18 1-96,20 0-160,0 0-32,1-20 192,-1 0 64,-2 0 31,-18 0 33,0 0 33,21-20 31,-21 0-64,0 20 32,0-20-32,0 20-32,0-19 0,20 19-193,-20 19-255,20-19-801,-20 20-1506,39-20-2242</inkml:trace>
  <inkml:trace contextRef="#ctx0" brushRef="#br0" timeOffset="1890.1">21954 9737 1761,'-38'-20'9801,"17"0"-9512,1 20 255,0 0 1346,0 0-1025,0 0-673,20 20-160,0-20 32,20 20 0,0 0-96,20-1 0,-1-19 32,2 20 0,-21 0 32,0 0 160,-20-20 33,0 20 287,-20 0 161,0-20-577,-1 19-192,-17-19 0,17 0-97,-19 0-511,0-19-129,1-1-32,19 0 257,20-20 351,0 20-2433,20-19-4998</inkml:trace>
  <inkml:trace contextRef="#ctx0" brushRef="#br0" timeOffset="2467.14">21975 9359 16239,'0'20'-128,"0"-1"224,0 22 897,0-2 384,0 0-608,0 22-513,0-1-224,20-1-256,-20-19-160,20 19-962,-2-39-992,23 20-1698,-21-20-832,19-20 2882,-19 0 2466,0-20 641,0 0 1025,0 0-832,-1-20 223,-19 21-160,0-1-672,0 0 0,0 20 576,0-20-32,0 20-833,0 20-320,0 0-31,0 0-33,0-1-32,0 1 0,20 0-257,0 20-351,0-20-161,0-20-224,-20 19-448,19-19 704,-19 0 128,20 0 225,-20 0 416,0 0 160,0 21 65,0-2 479,20 1 129,-20 0-224,0 20 31,0-20 193,21 19-481,-21 2-319,0-22 31,-21 1 32,21 0 32,-20-20 224,0 0 193,1 0-193,-1-20 97,0 0 127,0-20 33,20 1-193,0-1-159,40 0-289,-1 20-449,1-19-95,19 18 127,2 21 193,-2 0 96,-19-19 32,-1 19 128,1 0-32,-40 0-2723,20 0-11082</inkml:trace>
  <inkml:trace contextRef="#ctx0" brushRef="#br0" timeOffset="3203.18">19790 10711 13965,'0'0'-96,"0"0"-385,-19 39 481,19-19 64,0 40 160,0-21-31,19 1-193,1 0-161,0-20 194,21-1 255,-3-19 192,3 0 129,-2-19-193,-19-1-95,20 0 31,-20-20 0,-20 0-224,0 1-128,19 19-320,-19 0-225,0 20-127,0 0-97,0 40 609,0-1 128,20 21 96,0 0 224,-20 19 193,20-19-289,-20 20 0,0-41 224,0 1 481,0-1 288,-20-19-31,0 0-194,-19 0-63,-1-20-352,-19 0-417,19 0-128,-19-20-224,18 0-481,1-19-736,21 19-609,19-20-2595</inkml:trace>
  <inkml:trace contextRef="#ctx0" brushRef="#br0" timeOffset="3499.2">20525 10790 14765,'-20'-20'961,"1"20"-704,-1-20 800,20 20-513,-20 0-127,0 0-193,0 20 0,20 0 96,0 0-160,0 19 97,0-19-1,20 0-160,0 20-32,20-20-32,-21 0-192,21-20 32,0 19-160,-21-19-321,1 0-704,-20 0-3204</inkml:trace>
  <inkml:trace contextRef="#ctx0" brushRef="#br0" timeOffset="3644.2">20446 10889 352,'20'20'16656,"-20"-20"-16592,20 0 288,19-20 705,-19 20-320,20 0-513,-1-20-897,-19 20-2177,21 0-11660</inkml:trace>
  <inkml:trace contextRef="#ctx0" brushRef="#br0" timeOffset="4307.24">21240 10532 13580,'-39'-21'64,"19"2"-896,-21 19 479,3 0 321,18 19 385,-21 2-129,21-2-224,0 1 32,1 20 448,19-20 97,19 19-385,-19-18-192,40-1-320,-20 19-129,21-19-255,-23 0-257,2-20 769,-20 20 224,0-20 544,0 0 353,-38 20 0,18-20-289,-21 19-383,1-19-129,21 20-96,-21-20-32,20 0 0,20 20-64,0-20-321,0 20 161,20-20 288,20 20-96,-21 0 32,1 0 0,20-1 32,-19 2 193,-21-2 95,20 1 256,-20-20 353,0 21-64,0-2-352,0-19-225,0 20-352,0-20 64,18 20-289,2-20 65,1 0-128,19 0-417,-1 0-1345,1 0-2114,-20-20-5125</inkml:trace>
  <inkml:trace contextRef="#ctx0" brushRef="#br0" timeOffset="4538.25">21537 10592 14509,'0'19'-128,"0"1"96,0 19 929,20 2 640,-20 18-704,0-19-577,21-1-288,-21 21 161,0-20-386,0-1-351,20-18-674,-20 18-1792,0-39-4550</inkml:trace>
  <inkml:trace contextRef="#ctx0" brushRef="#br0" timeOffset="4682.26">21835 10909 14926,'20'0'2530,"0"20"-2146,-20 0 417,-20 19 288,0-18-929,0-2-352,1 22-993,19-22-1025,-20 1-3908</inkml:trace>
  <inkml:trace contextRef="#ctx0" brushRef="#br0" timeOffset="5158.29">22074 10651 16655,'-20'-20'224,"20"20"-640,0 0 544,0-20 449,40 20-97,-20 0 129,39 0-417,-19 20 64,19-20 129,-39 39-321,19-18 0,-39 18-128,20-19 32,-20 20 160,-20 0-32,1-1 96,-1-19 64,0 20 97,20-20-97,-20-20-96,20 20-160,0-20 128,0 19-160,20-19-512,0 0-513,0 0-545,19 0-1633,2 0-3652</inkml:trace>
  <inkml:trace contextRef="#ctx0" brushRef="#br0" timeOffset="5316.3">22570 10929 4932,'20'20'9449,"-20"0"-9289,0-20 609,0 19 672,-20 21-1056,0-20-257,20 1-128,-20-2-513,20 1-608,-19 0-1825,19-20-5543</inkml:trace>
  <inkml:trace contextRef="#ctx0" brushRef="#br0" timeOffset="5698.32">22788 10631 17168,'0'-20'448,"0"20"-1313,21 0 1506,-1 0 544,19 0-320,1 0-641,-20 0-256,-1 0-224,1 20 32,-20-20 128,0 20-577,0-1 385,0 2 127,0-1 161,0-1-224,0 1-416,20 0-385,-20 0 0,0 20 384,20-21 321,-20 1 224,0 0 160,0 0 448,-20 0 353,20-20-192,0 20-289,0-20-160,-20 0-128,20 0 0,0 0-96,0 0-192,0 20-737,-20-20-768,1 0-1442,19 0-3555</inkml:trace>
  <inkml:trace contextRef="#ctx0" brushRef="#br0" timeOffset="6074.34">23325 10611 12299,'0'0'833,"0"0"-1314,0 0 1218,0 20 673,-20 0-1058,0-1-288,20 2 96,0-1 192,20-1 33,-20 21-65,20-40-96,-2 20-128,3-20-96,-1 0 128,20 0-128,-21 0-128,21 0-640,-20 0-1539,20 0-4643</inkml:trace>
  <inkml:trace contextRef="#ctx0" brushRef="#br0" timeOffset="6269.35">23483 10651 14926,'0'19'512,"0"2"-128,0-1 1474,0-1 96,0 1-1089,0 20-705,0 0-96,0-21-224,0 21-417,0 0-800,0-20-1153,0 0-2723</inkml:trace>
  <inkml:trace contextRef="#ctx0" brushRef="#br0" timeOffset="6854.39">23205 11048 13773,'-20'21'192,"20"-21"-96,-20 19 1730,20 1-353,-20 0-1281,1 20-224,19-20-256,-20-20-673,20 19-2018,0-19-5541</inkml:trace>
  <inkml:trace contextRef="#ctx0" brushRef="#br0" timeOffset="7292.41">23781 10511 16079,'40'-19'1249,"-20"19"-1505,19 0 640,1 0 1250,-1 0-898,1 0-672,-20 0-128,1 40-224,-3-21-64,-18 22 192,0-22-97,-18 21 1,-3 0 32,1-20 96,0 19 128,0-19-32,20 20-32,0-20 96,0-1 0,0 1 0,20 20 0,-20-20 0,20 0-32,0 0 0,1-1 0,-21 2 0,18-2 0,-18 1 0,-18 1 96,18-21-96,-21 19-32,1-19-32,0 20-128,0-20-577,-19 0-640,-1 0-738,1 0-1728</inkml:trace>
  <inkml:trace contextRef="#ctx0" brushRef="#br0" timeOffset="8130.46">22748 10670 6277,'-18'-19'929,"18"19"833,-21 0 320,21 0-192,0-20-417,0 20-448,0 0-128,0 0-160,21 0-385,-3 0-192,-18 0 192,20 0-223,21 20-97,-21-20-64,19 19-321,-19 2-159,20-21-33,-40 20-63,19-1 95,-38 1 321,19 0 192,-20 0 96,0 0 64,20-20-32,-20 20-64,-1-1-64,21-19-32,-18 0-96,18 20-128,18-20-160,3 20-1,-1 0 257,0-20 160,0 20 32,-20 0 96,0-20 289,0 20 319,0-20-63,-20 19-321,20-19-95,-20 21-161,-21-21-289,23 0-479,-2 0-481,-1 0-2339</inkml:trace>
  <inkml:trace contextRef="#ctx0" brushRef="#br1" timeOffset="10255.58">19513 8902 14029,'0'0'192,"0"0"-256,0 0 32,20 20 32,20-1 0,-21 21 160,21-20 32,0 20-128,19 19 160,0-19 97,22 20 319,18 0-287,19-1-225,1 1-128,21 0 64,-1-1-32,19 21 32,21-1 0,-20 1 0,20 19 32,-1-19 0,20 19-32,-19 1 64,21-1-63,-2 0-1,0 0 32,-19 0 128,19 1 0,1 0-160,-1-1 64,-20 0 64,-58-39-192,-1-1 97,-20 1 63,21 0-32,-1-1-64,19 1-64,-19-1 0,1-19-449,-41 0-608,-20-21-576,1 2-1154,-40-21-1697</inkml:trace>
  <inkml:trace contextRef="#ctx0" brushRef="#br1" timeOffset="10847.62">23404 8902 13100,'-40'20'256,"19"-20"32,3 19 1,-2 2 159,-21-2 193,3 21-129,-23 0-288,22 20-63,-21-1 127,21 21 96,-41-1-96,21 0 1,-20 20 63,0 1 64,-2 0-191,2 19-161,0 0 224,0-19 417,-21 19-97,-19 0-480,20 0 97,0-20 127,-21 21-32,21-1-128,20 0 65,-2-19-33,2 19 32,0 0-32,0 0-192,19-20 32,1 2 65,0 18 31,-2-20-128,23-20 64,-23 0 96,21 1-192,1-20-256,-1-1-257,20-19-384,1-20-992,-1 0-2115</inkml:trace>
  <inkml:trace contextRef="#ctx0" brushRef="#br1" timeOffset="14050.8">792 11625 13132,'-39'39'-96,"39"-39"96,0 0 640,0 20 834,0-20-129,19 0-672,1 0-289,0 0-96,1 20 129,17-20-289,3 0 0,18 0-256,-19 20-224,0-20-161,-1 0-128,1 0-544,-20 0-1153,-1 0-2595</inkml:trace>
  <inkml:trace contextRef="#ctx0" brushRef="#br1" timeOffset="14401.82">1011 11526 12748,'-20'0'1121,"20"0"-1506,0 0 289,0 0 481,0 19 575,20-19-351,0 20-353,19-20-192,-19 20-32,20 0 0,-1-20-32,-19 20 0,20 0 0,1-1 0,-23 1-32,2 0 0,1 0 64,-1 0-32,-20 0 32,20-1 0,-20 1 65,-20 0 31,0 0 0,-21 0 64,23 0 0,-23-1-192,1 2 96,1-2-1121,-1 0-2242,0-19-8872</inkml:trace>
  <inkml:trace contextRef="#ctx0" brushRef="#br1" timeOffset="17500">5080 12618 4644,'-20'0'1569,"20"0"-1312,0 0 287,0 0 1122,0 0-481,20 0-384,-20 0-161,0 0-95,21-20 31,-21 20 1,20 0-65,-2 0-191,3 0-65,-1-20-160,0 20-32,19-20-64,1 1 0,-20-2-192,19 2-193,1 19-223,0-20-225,-19 0-224,-3 20-32,2-21-384,1 21-1474</inkml:trace>
  <inkml:trace contextRef="#ctx0" brushRef="#br1" timeOffset="17825.01">5338 12339 4131,'0'0'641,"0"0"-321,0 0 1186,0 21 95,0-21-640,20 0-384,0 0-97,0 0 33,0 0-97,19 0-128,-19 0 65,1 0-1,-1 0-96,0 0-96,-2 0 1,3 0 31,-21 19-96,20-19 0,-20 20-64,0 0 0,0 20-96,-20 0 160,20-21-64,-21 21 0,21 0-96,0-20-609,-18 19-2049</inkml:trace>
  <inkml:trace contextRef="#ctx0" brushRef="#br1" timeOffset="18840.07">7621 12677 6502,'-20'0'480,"20"0"-320,0 20 449,0-20 608,0 0-128,0 0-448,0 0 159,0 0 65,0 0-224,0 0-1,0 0-319,20 0-97,-20-20-128,21 20-96,-1-20 32,-20 1-32,18-1 0,23 0 0,-21 20 0,19-20 32,-19 0-128,0 1-481,0-2-1152,0 2-2211</inkml:trace>
  <inkml:trace contextRef="#ctx0" brushRef="#br1" timeOffset="19136.09">7800 12419 6534,'40'0'768,"-20"-20"-928,0 20-544,-20 0 608,19 0 992,1 0 129,0 0-544,-20 20-289,20-20 192,-20 0 449,21 0-288,-21 19-289,18-19 192,-18 21 193,0-1-65,0 0 1,0-1-193,0 2-191,0-2-1,0 1-64,-18 0-256,18 0-897,0 0-1858</inkml:trace>
  <inkml:trace contextRef="#ctx0" brushRef="#br1" timeOffset="19860.13">10183 12638 11370,'-21'19'929,"21"-19"-929,0 0 1089,0 0 673,0 0-1186,0 0-255,21-19-65,-1 19 32,-2-20-96,23 0 65,-1 0-193,-1 20-32,1-39-160,0 39-353,-1-21-448,-19 2-544,0-1-417,1 0-576,-21-1-1986</inkml:trace>
  <inkml:trace contextRef="#ctx0" brushRef="#br1" timeOffset="20110.15">10381 12399 8391,'0'0'961,"0"0"-736,20 0 383,-20 0 321,39 0 0,-19 0-353,20-20-351,-1 20-33,-19 0 320,21 0 33,-21 0-449,-2 0 0,-18 0 32,0 20 128,21 0 129,-21-1 191,-21 22-159,3-21-161,18-1-160,-20 21-96,0-20-416,20 0-866,0 0-2689</inkml:trace>
  <inkml:trace contextRef="#ctx0" brushRef="#br1" timeOffset="20802.18">13021 12697 11594,'-20'20'609,"0"-20"-513,20 0 1121,-19 20 385,19-20-353,0 0-833,0-20-223,19 20 31,-19-20-64,40 0-64,-20 0-32,19 1-64,2-1 0,-1 0-32,-1-20-384,-19 21-513,0 19-1409,0-21-2339</inkml:trace>
  <inkml:trace contextRef="#ctx0" brushRef="#br1" timeOffset="21075.2">13080 12438 11466,'20'0'481,"1"0"-449,-1-19 288,18-1 481,3 20-128,-1-20-161,-1 20-320,1-19-224,-20 19 96,-1 19 96,1-19 65,-20 20 95,0 0 0,0-1 33,-20 22 63,20-21-32,0-1-31,-19-19-97,19 21-160,-20 18-128,20-19-352,0 20-866,0-21-1728,0 1-6439</inkml:trace>
  <inkml:trace contextRef="#ctx0" brushRef="#br0" timeOffset="27341.56">16137 11267 9673,'0'0'897,"-18"-20"-161,18 20 738,0 0 479,-20 0-767,0 0-738,20 20-192,-21 19 257,1 1-33,0 0 33,20 20-193,-18-20-192,18 19-64,0-19-32,18 20 0,2-21 0,0 1 32,21 0-128,-3-1-384,-17-19-225,19 20-288,-20-20-352,-1-1-737,1 2-961,0-21-5156</inkml:trace>
  <inkml:trace contextRef="#ctx0" brushRef="#br0" timeOffset="27616.57">16356 11585 12267,'-20'0'1602,"20"0"-1186,0 0 257,0 0 864,20 0 161,0 20-769,21 0-353,-3 19-416,3 1-64,-3-20-64,3 20 129,-1-21-290,-1 1-31,1 0-192,-1 0-193,-19-20-127,0 20-545,-20-20-1186,0 0-1024,0-20-3940</inkml:trace>
  <inkml:trace contextRef="#ctx0" brushRef="#br0" timeOffset="27847.59">16654 11486 9769,'0'0'1377,"-20"0"-1217,1 19 833,-1 2 320,0 18-384,0 1-256,-19 19-161,19-19-319,-1 20-129,1-21 0,20 1-321,0-20-800,20 0-960,-20-20-1443</inkml:trace>
  <inkml:trace contextRef="#ctx0" brushRef="#br0" timeOffset="28309.61">16813 11128 5605,'19'0'4196,"-19"0"-3171,-19 0 640,19 0-63,0 0-673,-20 20-513,20 0-160,-20 0-95,20-1 31,0 1-32,-20 0 128,20 0 0,0 19-63,0-19-65,20 0-96,-20 20-32,20-20 0,0-1-128,-1 2-289,1-21-447,0 19-866,1-19-1633,-1 0-5958</inkml:trace>
  <inkml:trace contextRef="#ctx0" brushRef="#br0" timeOffset="28489.62">16951 11267 7527,'0'20'2690,"21"-20"-480,-21 19-288,0 21-1089,0-20-673,0 20-256,0 0-577,20-21-224,0 2-544,-20-2-513,20 2-2210</inkml:trace>
  <inkml:trace contextRef="#ctx0" brushRef="#br0" timeOffset="28655.63">17012 11148 13933,'-20'0'1665,"20"0"-1408,0-20-1,0 20 32,20 20-352,0-20-929,-1 20-2274,1-20-3139</inkml:trace>
  <inkml:trace contextRef="#ctx0" brushRef="#br0" timeOffset="28870.65">17131 11069 11498,'0'-21'2178,"0"21"-1121,0 21 1250,0-21-674,19 19-576,1 21-480,0-20-385,0 20 0,0-21-288,-1 21-481,-19 0-768,20 19-224,-20-19-193,-20-1-64,1 1-512,19 0-673,-20 0-3010</inkml:trace>
  <inkml:trace contextRef="#ctx0" brushRef="#br0" timeOffset="29060.66">17330 11724 12427,'18'40'2595,"-18"-21"-1634,-18 21 672,18-20-191,-20 20-962,-21 0-576,21-21-1153,1 21-1186,-1-20-4932</inkml:trace>
  <inkml:trace contextRef="#ctx0" brushRef="#br0" timeOffset="29714.69">17745 11526 8199,'-18'0'5638,"18"0"-5734,-21 0-33,21 19 386,0-19 63,-20 40-224,40-20-64,-20 20-64,21-21-96,17 1-160,-17 20 95,19-40-95,-1 20 160,-19-20 160,20-20 256,-20 20 65,-1-40 223,1 20 353,-20 1-96,20-21-192,-20 20-481,0 0-160,-20 0-64,20 20 32,0 0-225,0 0 33,0 20 192,20 20 32,0 0 0,0-1 32,-1 1 32,1 19-64,0-19 0,0 20-32,-20-20 0,21-2 64,-21 3 32,0-21 513,-21 0 63,1-20 97,-20 20-32,1-20-289,-1 0-384,1-20-288,-1 0-160,0-20-353,21 0-609,-1 0-1728,0 1-4806</inkml:trace>
  <inkml:trace contextRef="#ctx0" brushRef="#br0" timeOffset="30062.71">18182 11088 10537,'0'-19'513,"0"-2"-129,0 21 2019,0 0-930,0 21-736,0-2-97,-20 1 33,20 20-32,-18-20-353,18 19-96,0 1-64,0 0 32,18-1-224,-18-19 128,20 0-160,21 0-64,-21 0-256,-2-20-321,3 0-1281,-1 0-2851</inkml:trace>
  <inkml:trace contextRef="#ctx0" brushRef="#br0" timeOffset="30220.72">18342 11227 3651,'0'20'9993,"19"0"-9352,-19 0-96,0-1 447,20 1-703,0 0-289,-20 0-865,20-20-1089,0 20-2242</inkml:trace>
  <inkml:trace contextRef="#ctx0" brushRef="#br0" timeOffset="30356.73">18401 11108 13741,'0'0'-929,"0"20"-1762,0-20 2339,20 0-1858</inkml:trace>
  <inkml:trace contextRef="#ctx0" brushRef="#br0" timeOffset="30588.74">18480 11048 11594,'20'0'193,"-20"0"-225,20 21 1441,1-21 192,-3 19-896,22 1-353,-19 0 97,-1 20-129,-20-20-224,0 19-96,0 1-640,0-20-385,0 19-321,0-19-287,-20 0-577,20 0-1698</inkml:trace>
  <inkml:trace contextRef="#ctx0" brushRef="#br0" timeOffset="30890.76">18679 10869 13484,'20'-20'0,"-20"20"609,20 20 1281,0 20-609,19 0-609,-19 20-319,0 0 31,0 19 97,0 0-481,-20-19 192,19 19-192,-19-20-32,0 2-32,0-2-128,0-19-1,-19 0 65,-1-20-128,-20 19-417,20-19-1569,-39 0-6662</inkml:trace>
  <inkml:trace contextRef="#ctx0" brushRef="#br0" timeOffset="31431.79">16634 12379 9192,'20'40'865,"-20"-21"-737,0 22 1281,0-21 97,0 20-865,0-21-321,0 1-192,0 20-64,0-1-32,0 1-32,0 0 0,0-20-352,0-1-353,0 1-1153,0-20-2466</inkml:trace>
  <inkml:trace contextRef="#ctx0" brushRef="#br0" timeOffset="31740.81">16496 12539 10762,'-21'0'1729,"21"0"-1793,-20 0 449,20-21 1344,0 21-640,0-19-544,20-1-65,-20 0-127,21-1-129,-1-18-96,-2 19-160,3 1 32,-1-2-64,0-18 64,0 39 0,-1-20 0,-19 20 0,20 0 128,-20 0 32,20 0-96,-20 20 32,20-1-96,0 1-64,-1 1 96,1 18-192,0-19 0,0-1-288,0 2-1218,-1-1-2786</inkml:trace>
  <inkml:trace contextRef="#ctx0" brushRef="#br0" timeOffset="34010.94">18381 12260 8936,'-20'0'1121,"20"0"-641,0 0 1570,0 0-192,0 0-1121,0 20-97,0-20 65,20 39 32,0-19 64,0 1-193,0 18-95,-1 0-161,-19-18 0,20-1-352,-20 0 96,0 20-96,20-21 0,-20 1-128,20 20-160,-20-20-224,21-20-321,-21 19-224,18-19-481,-18 0-1280,0 0-5126</inkml:trace>
  <inkml:trace contextRef="#ctx0" brushRef="#br0" timeOffset="34386.96">18302 12518 10409,'-20'0'961,"-1"0"-737,3 0 737,18 21 673,0-21-673,-20 0-481,20-21-320,0 21 97,20 0-1,-20-19-64,18-1-128,-18 0 64,21-20 64,-21 20 65,20-19 31,-20-2-192,20 22-96,-20-21 192,0 20 32,0 0-63,20 0 31,-20 20-160,0 0 64,19 0 160,-19 20-128,20 0-160,0 0 64,20-20-32,-21 20-288,21 0-224,1-20-449,-23 0-897,22 0-3523</inkml:trace>
  <inkml:trace contextRef="#ctx0" brushRef="#br0" timeOffset="35295.01">18500 12618 9961,'0'0'2658,"0"0"-2369,0 0-1,0 0 481,0 20-225,0-20-320,0 19-31,0 1 95,20 20 64,-20 0 129,21-21-97,-21 22-224,18-2-160,-18 21 32,20-20-96,-20 19-128,0-19 64,0 0 192,-20-1 32,20 1-32,-18 0 256,-3-20 33,-19 19-225,20-18-96,-39-2-128,0 1-96,-1 19 63,-19-18 1,-1-1-32,1-20 224,-20 19 32,0 2 289,-2-21-193,2 0 32,-19 0-64,19 0-160,-20 0 224,-1-21-224,1 21 0,-1-19-32,1-1 161,-19-1-161,19-18 32,-1 0 32,1-2-32,-19 2 0,19-1 32,-1 0 192,21 1 64,-20-21 193,40 20-65,-21-19-448,21 18 384,19-17-320,-19 17-64,20-18 64,-2 19-32,2 0 0,-1-19 64,21 19 0,-21 0 129,21 1 95,-1 19-128,20-1-96,20 21-128,0 0-128,0 0-609,0 0-256,20 21-512,20-21-1602,-20 20-1762</inkml:trace>
  <inkml:trace contextRef="#ctx0" brushRef="#br0" timeOffset="48970.8">19413 12319 7719,'0'0'320,"0"0"-416,0 0 256,21 20 513,-21 20-65,0 0 289,0 20 192,20-21-416,-20 1-417,0 20-160,0 19-64,0 20 32,-20-19 32,20 0-64,0-21 65,-21 1 191,21-20 0,0-21-64,0 1 193,0-20-97,0 0-352,0-20-96,21 1-96,-21-1-97,0 0-159,20 0 31,-20-20 33,20 20 256,-2-19 128,-18 19 160,21 20 545,-1 0 95,-20 0-223,20 20-193,-20 19-160,20-19-128,-1 20-64,-19 0-288,0-1-577,20 1-1441,0-20-2594</inkml:trace>
  <inkml:trace contextRef="#ctx0" brushRef="#br0" timeOffset="49785.84">19950 12936 6758,'0'-20'5189,"0"-1"-4901,-20 21 417,20 0 640,-21 0-736,21 0-577,-20 0-128,2 0-33,18 21 97,-20-1 32,-1 20 0,21-1 0,-20 1 32,20 0 0,0-1 0,0 21-32,20-20-32,1-21-32,17 22 64,3-22 0,-1 1 0,-1-20 0,1 0 32,-1 0-32,1-20-32,0 1 32,-21-2 32,1 1 65,-20 1 191,20-1 160,-20-20-31,-20 0-65,20 1-32,-20 19 97,-19-20-257,19 20-192,0-19-64,-19 39-97,19-20-383,0 20-769,0 0-673,0 0-1153,1 0-6597</inkml:trace>
  <inkml:trace contextRef="#ctx0" brushRef="#br0" timeOffset="50190.87">19930 13035 5188,'0'20'2211,"0"-20"-130,0 0 290,0 0-930,0 0-608,0 20-417,0 0-95,0 0-33,0-20-96,0 19-192,-21 1 0,21 0-96,0 0-96,0 0-225,0-20-512,0 20-480,0-20-673,0 0-2050</inkml:trace>
  <inkml:trace contextRef="#ctx0" brushRef="#br0" timeOffset="50478.88">19950 13174 7366,'20'0'1025,"-20"0"385,19 0-65,1 20-1089,0-20-288,0 0-192,0 0-288,-1 0-289,1 0-705,-20 0-351,20 0 255,-20 0 577,0-20 801,0 20 160,0 0 256,-20-20-160,20 20 352,0-20 1122,0 20 191,0 0 33,0 0-224,0 20-481,0-20-65,0 20-287,0 0-417,0 20-416,0-21-1569,0 1-4357</inkml:trace>
  <inkml:trace contextRef="#ctx0" brushRef="#br0" timeOffset="51119.92">20525 12360 8840,'0'-21'1345,"-20"21"-448,20-20 1313,0 20-672,-19 0-962,19 20-416,-20 1 64,0 18 193,20 0 255,-20 2-127,20-2-65,-20 1-287,20 0-193,0 39 32,0-19-32,0 20-64,0-21-161,20 1-159,-20-20-160,20 19-97,0-39-192,0 20-448,-1-40-1858,1 20-2979</inkml:trace>
  <inkml:trace contextRef="#ctx0" brushRef="#br0" timeOffset="51393.93">20685 12776 11018,'0'-19'1057,"-21"19"-1185,21 0 1473,0 0 705,21 19-897,-21 1-320,38 1-417,-17-1-159,-1 19-225,18-20 32,-17 22-257,19-21-255,-1 0-417,-19-1-416,20 1-1025,-20 0-1474,-1-20-5380</inkml:trace>
  <inkml:trace contextRef="#ctx0" brushRef="#br0" timeOffset="51625.95">20962 12697 14509,'-20'0'289,"-20"20"-193,21 0 1121,-1 0-128,0 19-737,-21 2-320,23-2-160,-2-20-160,0 22-577,-1-1-384,21-21-865,0 1-1249,0 0-5157</inkml:trace>
  <inkml:trace contextRef="#ctx0" brushRef="#br0" timeOffset="52058.97">21120 12319 3299,'0'0'5413,"0"-19"-4869,0 19 898,0-20 928,0 20-897,0 0-768,-18 0-385,18 0-256,-20 20 64,20-20 1,0 19 31,-21 22-128,21-22 224,0 1 32,-20 19-128,20-18 33,0-1-33,0 0-128,20 20 0,-20-21-128,21 1-417,-21 20-512,20-20-736,-2-20-1442,2 19-4645</inkml:trace>
  <inkml:trace contextRef="#ctx0" brushRef="#br0" timeOffset="52238.98">21260 12459 12940,'0'20'448,"0"0"-352,0-1 289,0 2-161,0 18-224,0-19-577,0 0-1024,0-20-1538</inkml:trace>
  <inkml:trace contextRef="#ctx0" brushRef="#br0" timeOffset="52396.99">21300 12360 12139,'-20'0'769,"20"0"-1250,0 0 481,0 19 32,0-19-1761,20 0-3492</inkml:trace>
  <inkml:trace contextRef="#ctx0" brushRef="#br0" timeOffset="52628.01">21379 12360 5893,'20'0'2466,"-1"19"-768,-19-19 768,20 20-544,-20 0-512,20-1-482,-20 2-191,0-21-224,20 20-481,-20 0-32,0 20-353,0-21-191,0 21-898,-20-20-1472,20 0-3332</inkml:trace>
  <inkml:trace contextRef="#ctx0" brushRef="#br0" timeOffset="53082.03">21578 12240 8808,'0'-20'2210,"0"20"-2306,0 0 1633,0 0 545,0 0-1505,0 20 224,20 0 95,-20 0-223,18 19-128,3 2-65,-1-2-192,-20-19 33,20 20-1,-20-20-32,20 19-32,-20 1 33,0 20-33,19-21-32,-19 21-128,0-1-32,0 2-160,-19-22-160,-1 21 64,20-1-96,-20-19-1,0 0 1,-19 0-96,19-21-225,-1 21-448,1-20-2594</inkml:trace>
  <inkml:trace contextRef="#ctx0" brushRef="#br0" timeOffset="54326.1">22015 12717 352,'0'20'11563,"-20"-20"-10762,20 0-129,0 0 257,0 0 96,20-20-384,-2 20-33,3-20-191,-1-20-97,0 21-192,19-1-96,-19 0-64,0 0 32,0 0-32,0 1-192,-20-2-97,19 21 129,-19 0 0,0 0 64,20 0 32,-20 0 0,0 21-96,0-2-33,0 1-191,0 0-64,0 0 95,0 19 321,20-19 64,-20 0 64,20-20 257,0 20 127,-1-20 161,1 0-33,0 0 1,1 0-65,-21-20-288,20 0-256,-20 0-224,18 20-449,-18-19-704,0-1-1314,20 20-2562</inkml:trace>
  <inkml:trace contextRef="#ctx0" brushRef="#br0" timeOffset="54752.13">22173 12995 9673,'-20'20'2082,"0"-20"-2595,20 0 673,0 0 545,0-20 96,20 20-257,-20-19-255,20-21-225,0 40 0,0-20 352,-1-1 225,1 2-385,-20 19-96,20 0-32,0-20-96,-20 20-96,0 20 64,0-20 0,0 19 0,20 2 0,-20-21 0,0 20-32,0 0 64,19-20 32,-19 0 64,20 20 353,-20-20 95,20-20-191,1 20-97,-1-20-96,-2 0 64,2-1-128,-20 2-224,0-1-512,0 1-129,0-1-192,0-1-929,0 21-2337,0 0-5317</inkml:trace>
  <inkml:trace contextRef="#ctx0" brushRef="#br0" timeOffset="55271.16">22829 12697 6918,'0'-40'5926,"0"21"-6983,-20 19 320,20-20 1442,-21 20-193,21 0-384,-20 0 0,20 20-96,0-1 0,-20 1 0,40 20-64,-20-20-256,0 19-96,20-19 320,1 1 64,-1-1 96,19-1 32,-19-19 0,20-19 96,-21 19 97,21-41 31,-20 21-64,-20 1-192,20-1-384,-20-20-481,0 20 353,0 20 128,0-20-1,-20 20 161,20 20-160,20 0-160,-20 20 448,0 19 64,19-18 32,1 17-32,-20 3-96,20-2 96,-20 1 737,20-20 480,-20-1 32,0-19 96,-20 0-95,20 0-546,-20-20-351,-19 0-225,19 0-256,-20-20-224,1 0-641,19 0-897,-20 0-2562</inkml:trace>
  <inkml:trace contextRef="#ctx0" brushRef="#br0" timeOffset="55784.19">23305 11982 8840,'-20'0'993,"-1"0"-641,-17 0 1570,38 0-321,-21 20-768,1 0-128,20 0 32,-20 19 31,20-19-159,0 20-257,0 0-224,0-1-64,20 1-32,-20 0-320,20-21-160,1 1-385,17 1-96,-17-2-320,-1-19-833,0 0-2562</inkml:trace>
  <inkml:trace contextRef="#ctx0" brushRef="#br0" timeOffset="55964.2">23384 12161 9865,'0'39'672,"0"-19"321,0 0 289,0 20-706,20-20-512,-20-1-512,0-19-513,20 20-737,-20-20-2978</inkml:trace>
  <inkml:trace contextRef="#ctx0" brushRef="#br0" timeOffset="56094.2">23443 12141 10602,'0'-20'704,"-19"20"-1312,19 0 544,0 0-609,0 0-4708</inkml:trace>
  <inkml:trace contextRef="#ctx0" brushRef="#br0" timeOffset="56332.22">23543 11961 12523,'19'21'1282,"-19"-1"-706,20 0 577,0 0-64,1 19-608,-1-19-321,18 20 32,-17-20 32,-1 19-64,0 1-96,-1 0-128,-19-1-160,0-19-480,-19 20-802,-1-20-2530</inkml:trace>
  <inkml:trace contextRef="#ctx0" brushRef="#br0" timeOffset="73511.2">19513 13572 2690,'0'0'2819,"0"0"-4100,0 0 1441,0 0 2786,0 0-1184,0 0-609,0 0 225,0 20 191,0-20-288,-21 0-192,21 0-256,21 0-256,-21 0-193,20 0-224,0 0 32,19 0-96,1 0-96,19 0 32,1-20 0,-1 20 0,2 0-32,18 0 0,0 20-32,0-20 64,20 0-32,-18 0-64,18 0 64,0-20 64,-20 20-128,20 0 96,-19 0-32,-22 0 64,23 0-64,-22-20 33,0 20 127,1 0 64,-19-20 32,18 20 0,-19 0 1,-1-20-1,21 20 224,-21-20-159,1 20-1,-1 0-256,-19 0 32,20 0-96,-19 0-96,-3 0-320,-18 0-289,0 0-416,0 0-705,0 0-2978</inkml:trace>
  <inkml:trace contextRef="#ctx0" brushRef="#br0" timeOffset="74254.24">22809 13413 11306,'0'19'417,"0"-19"-642,0 0 2019,0 0 0,-21 0-1314,21 0-224,0 0 449,21 0-224,-21 0-225,38 0-96,3 0-64,18 0-96,1 0 0,19 0 32,0 0-64,20 0 64,-20 0-32,2 0 64,-2 0-384,-20 0-2146,-39-19-4709</inkml:trace>
  <inkml:trace contextRef="#ctx0" brushRef="#br0" timeOffset="75537.32">20962 13730 7623,'0'0'1537,"0"0"-1281,0 0 801,0 0 1474,0 0-673,0 0-1026,0 0-447,0 0 223,0 0 65,0 0-321,0 0-31,0 0-129,20 20-96,-1-20-128,-19 21 128,40-21-64,-20 19-64,21-19-64,-3 20 64,23-20-128,-22 20 64,21-20-289,-1 0-63,0 19-33,-19-19 33,1 0-225,-3 0-320,-18 0-896,1 0-1827</inkml:trace>
  <inkml:trace contextRef="#ctx0" brushRef="#br0" timeOffset="76042.34">23046 13572 9641,'0'0'352,"0"0"-512,0 20 1954,0-20-705,-19 0-737,-1 0-256,0 0 0,0 19 128,-19-19 0,19 20-95,-20-20-1,19 20-64,-17 0-32,17 0-160,1-20-513,0 20-736,20-1-1794</inkml:trace>
  <inkml:trace contextRef="#ctx0" brushRef="#br0" timeOffset="76505.37">21875 13711 4868,'20'0'577,"-20"0"608,-20 19 929,20-19-705,0 0-288,0 20-160,0 1 96,0-21-256,0 39-353,0-19-159,0-1-225,0 2-32,0-1-96,0-1-321,20 2-384,-20-2-223,0-19-290,0 20-447,0-20-2595</inkml:trace>
  <inkml:trace contextRef="#ctx0" brushRef="#br0" timeOffset="76901.39">22015 13651 320,'18'0'1281,"-18"0"-1217,0 0 1634,21 0 672,-21 0-640,0 0-385,0 0 0,0 20-96,0-20-544,0 0-64,0 20 191,0 0-31,0-1-224,-21 1-1,21 1-127,0 18-129,0-19-160,0 20-96,0-20-64,0 20-128,0-21-384,0-19-481,0 20-225,0 0-383,0-20-609,0 0-929,0 0-3586</inkml:trace>
  <inkml:trace contextRef="#ctx0" brushRef="#br0" timeOffset="77435.42">21895 13671 6854,'0'-20'1121,"0"20"-897,0 0 1378,0-20 640,21 20-1377,-21 0-385,18 0 385,2 0-224,21 0-513,-21 20-96,19 0 0,-19-20-64,0 20 0,0 0-96,-1-1-1,1 1 33,0-20 64,-20 21-64,0-2 96,0 1 128,0-20-64,-20 20 33,0-20 95,20 19-64,-19-19-64,19 0 224,0 21 0,0-1-95,0-20 95,19 19-192,21 2-64,-20-21-32,19 19-224,-19 1-32,0-20-257,0 20-608,0-20-1473,-20 0-4229</inkml:trace>
  <inkml:trace contextRef="#ctx0" brushRef="#br0" timeOffset="77932.45">22292 13492 6053,'20'0'737,"-1"-20"-96,1 20 2369,-20-19-896,20 19-961,-20 0-320,0-21-64,0 21-385,0 0-127,0 0 95,0 21-128,0-21-160,-20 0-32,20 19-32,-20-19 32,20 20-32,0-20 0,-19 0 0,19 20-32,0-20 0,0 0 64,0 0 0,19 0 0,-19 20-96,20-20-32,0 0-32,1 0 32,-1 20 0,-2-20-128,2 0-129,1 0-447,-21 0-738,0 0-608,20-20-1826</inkml:trace>
  <inkml:trace contextRef="#ctx0" brushRef="#br0" timeOffset="78200.47">22471 13413 2114,'0'19'5669,"0"2"-4548,0-2 1698,-21-19-353,21 40-1601,0-20-609,0 0-128,-20 0-128,20 19-128,0-19-1602,0 0-4708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103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6.xml"/><Relationship Id="rId16" Type="http://schemas.openxmlformats.org/officeDocument/2006/relationships/image" Target="../media/image10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3.png"/><Relationship Id="rId5" Type="http://schemas.openxmlformats.org/officeDocument/2006/relationships/tags" Target="../tags/tag9.xml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tags" Target="../tags/tag8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13.xml"/><Relationship Id="rId16" Type="http://schemas.openxmlformats.org/officeDocument/2006/relationships/image" Target="../media/image10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3.png"/><Relationship Id="rId5" Type="http://schemas.openxmlformats.org/officeDocument/2006/relationships/tags" Target="../tags/tag16.xml"/><Relationship Id="rId15" Type="http://schemas.openxmlformats.org/officeDocument/2006/relationships/image" Target="../media/image9.png"/><Relationship Id="rId10" Type="http://schemas.openxmlformats.org/officeDocument/2006/relationships/customXml" Target="../ink/ink6.xml"/><Relationship Id="rId4" Type="http://schemas.openxmlformats.org/officeDocument/2006/relationships/tags" Target="../tags/tag15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20.xml"/><Relationship Id="rId16" Type="http://schemas.openxmlformats.org/officeDocument/2006/relationships/image" Target="../media/image10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3.png"/><Relationship Id="rId5" Type="http://schemas.openxmlformats.org/officeDocument/2006/relationships/tags" Target="../tags/tag23.xml"/><Relationship Id="rId15" Type="http://schemas.openxmlformats.org/officeDocument/2006/relationships/image" Target="../media/image9.png"/><Relationship Id="rId10" Type="http://schemas.openxmlformats.org/officeDocument/2006/relationships/customXml" Target="../ink/ink7.xml"/><Relationship Id="rId4" Type="http://schemas.openxmlformats.org/officeDocument/2006/relationships/tags" Target="../tags/tag22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27.xml"/><Relationship Id="rId16" Type="http://schemas.openxmlformats.org/officeDocument/2006/relationships/image" Target="../media/image10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.png"/><Relationship Id="rId5" Type="http://schemas.openxmlformats.org/officeDocument/2006/relationships/tags" Target="../tags/tag30.xml"/><Relationship Id="rId15" Type="http://schemas.openxmlformats.org/officeDocument/2006/relationships/image" Target="../media/image9.png"/><Relationship Id="rId10" Type="http://schemas.openxmlformats.org/officeDocument/2006/relationships/customXml" Target="../ink/ink8.xml"/><Relationship Id="rId19" Type="http://schemas.openxmlformats.org/officeDocument/2006/relationships/image" Target="../media/image13.png"/><Relationship Id="rId4" Type="http://schemas.openxmlformats.org/officeDocument/2006/relationships/tags" Target="../tags/tag29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34.xml"/><Relationship Id="rId16" Type="http://schemas.openxmlformats.org/officeDocument/2006/relationships/image" Target="../media/image10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3.png"/><Relationship Id="rId5" Type="http://schemas.openxmlformats.org/officeDocument/2006/relationships/tags" Target="../tags/tag37.xml"/><Relationship Id="rId15" Type="http://schemas.openxmlformats.org/officeDocument/2006/relationships/image" Target="../media/image9.png"/><Relationship Id="rId10" Type="http://schemas.openxmlformats.org/officeDocument/2006/relationships/customXml" Target="../ink/ink9.xml"/><Relationship Id="rId19" Type="http://schemas.openxmlformats.org/officeDocument/2006/relationships/image" Target="../media/image13.png"/><Relationship Id="rId4" Type="http://schemas.openxmlformats.org/officeDocument/2006/relationships/tags" Target="../tags/tag36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41.xml"/><Relationship Id="rId16" Type="http://schemas.openxmlformats.org/officeDocument/2006/relationships/image" Target="../media/image10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3.png"/><Relationship Id="rId5" Type="http://schemas.openxmlformats.org/officeDocument/2006/relationships/tags" Target="../tags/tag44.xml"/><Relationship Id="rId15" Type="http://schemas.openxmlformats.org/officeDocument/2006/relationships/image" Target="../media/image9.png"/><Relationship Id="rId10" Type="http://schemas.openxmlformats.org/officeDocument/2006/relationships/customXml" Target="../ink/ink10.xml"/><Relationship Id="rId19" Type="http://schemas.openxmlformats.org/officeDocument/2006/relationships/image" Target="../media/image13.png"/><Relationship Id="rId4" Type="http://schemas.openxmlformats.org/officeDocument/2006/relationships/tags" Target="../tags/tag43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48.xml"/><Relationship Id="rId16" Type="http://schemas.openxmlformats.org/officeDocument/2006/relationships/image" Target="../media/image10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3.png"/><Relationship Id="rId5" Type="http://schemas.openxmlformats.org/officeDocument/2006/relationships/tags" Target="../tags/tag51.xml"/><Relationship Id="rId15" Type="http://schemas.openxmlformats.org/officeDocument/2006/relationships/image" Target="../media/image9.png"/><Relationship Id="rId10" Type="http://schemas.openxmlformats.org/officeDocument/2006/relationships/customXml" Target="../ink/ink11.xml"/><Relationship Id="rId19" Type="http://schemas.openxmlformats.org/officeDocument/2006/relationships/image" Target="../media/image13.png"/><Relationship Id="rId4" Type="http://schemas.openxmlformats.org/officeDocument/2006/relationships/tags" Target="../tags/tag50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5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55.xml"/><Relationship Id="rId16" Type="http://schemas.openxmlformats.org/officeDocument/2006/relationships/image" Target="../media/image10.png"/><Relationship Id="rId20" Type="http://schemas.openxmlformats.org/officeDocument/2006/relationships/image" Target="../media/image16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3.png"/><Relationship Id="rId5" Type="http://schemas.openxmlformats.org/officeDocument/2006/relationships/tags" Target="../tags/tag58.xml"/><Relationship Id="rId15" Type="http://schemas.openxmlformats.org/officeDocument/2006/relationships/image" Target="../media/image9.png"/><Relationship Id="rId10" Type="http://schemas.openxmlformats.org/officeDocument/2006/relationships/customXml" Target="../ink/ink12.xml"/><Relationship Id="rId19" Type="http://schemas.openxmlformats.org/officeDocument/2006/relationships/image" Target="../media/image13.png"/><Relationship Id="rId4" Type="http://schemas.openxmlformats.org/officeDocument/2006/relationships/tags" Target="../tags/tag57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11" Type="http://schemas.openxmlformats.org/officeDocument/2006/relationships/image" Target="../media/image28.png"/><Relationship Id="rId5" Type="http://schemas.openxmlformats.org/officeDocument/2006/relationships/image" Target="../media/image22.jpeg"/><Relationship Id="rId10" Type="http://schemas.openxmlformats.org/officeDocument/2006/relationships/image" Target="../media/image27.png"/><Relationship Id="rId4" Type="http://schemas.openxmlformats.org/officeDocument/2006/relationships/image" Target="../media/image21.jpeg"/><Relationship Id="rId9" Type="http://schemas.openxmlformats.org/officeDocument/2006/relationships/image" Target="../media/image26.jpe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tags" Target="../tags/tag63.xml"/><Relationship Id="rId7" Type="http://schemas.openxmlformats.org/officeDocument/2006/relationships/image" Target="../media/image37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microsoft.com/office/2007/relationships/hdphoto" Target="../media/hdphoto2.wdp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2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microsoft.com/office/2007/relationships/hdphoto" Target="../media/hdphoto5.wdp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66.xml"/><Relationship Id="rId7" Type="http://schemas.openxmlformats.org/officeDocument/2006/relationships/image" Target="../media/image52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51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7.xml"/><Relationship Id="rId9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70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1.xml"/><Relationship Id="rId9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74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5.xml"/><Relationship Id="rId9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78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9.xml"/><Relationship Id="rId9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82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83.xml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86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85.xml"/><Relationship Id="rId16" Type="http://schemas.openxmlformats.org/officeDocument/2006/relationships/image" Target="../media/image61.png"/><Relationship Id="rId1" Type="http://schemas.openxmlformats.org/officeDocument/2006/relationships/tags" Target="../tags/tag84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87.xml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90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89.xml"/><Relationship Id="rId16" Type="http://schemas.openxmlformats.org/officeDocument/2006/relationships/image" Target="../media/image61.png"/><Relationship Id="rId1" Type="http://schemas.openxmlformats.org/officeDocument/2006/relationships/tags" Target="../tags/tag88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1.xml"/><Relationship Id="rId9" Type="http://schemas.openxmlformats.org/officeDocument/2006/relationships/image" Target="../media/image54.png"/><Relationship Id="rId1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94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93.xml"/><Relationship Id="rId16" Type="http://schemas.openxmlformats.org/officeDocument/2006/relationships/image" Target="../media/image61.png"/><Relationship Id="rId1" Type="http://schemas.openxmlformats.org/officeDocument/2006/relationships/tags" Target="../tags/tag9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5.xml"/><Relationship Id="rId9" Type="http://schemas.openxmlformats.org/officeDocument/2006/relationships/image" Target="../media/image54.png"/><Relationship Id="rId1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98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97.xml"/><Relationship Id="rId16" Type="http://schemas.openxmlformats.org/officeDocument/2006/relationships/image" Target="../media/image61.png"/><Relationship Id="rId1" Type="http://schemas.openxmlformats.org/officeDocument/2006/relationships/tags" Target="../tags/tag96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9.xml"/><Relationship Id="rId9" Type="http://schemas.openxmlformats.org/officeDocument/2006/relationships/image" Target="../media/image54.png"/><Relationship Id="rId1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102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tags" Target="../tags/tag101.xml"/><Relationship Id="rId16" Type="http://schemas.openxmlformats.org/officeDocument/2006/relationships/image" Target="../media/image61.png"/><Relationship Id="rId1" Type="http://schemas.openxmlformats.org/officeDocument/2006/relationships/tags" Target="../tags/tag100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103.xml"/><Relationship Id="rId9" Type="http://schemas.openxmlformats.org/officeDocument/2006/relationships/image" Target="../media/image54.png"/><Relationship Id="rId1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06.xml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05.xml"/><Relationship Id="rId16" Type="http://schemas.openxmlformats.org/officeDocument/2006/relationships/image" Target="../media/image60.png"/><Relationship Id="rId1" Type="http://schemas.openxmlformats.org/officeDocument/2006/relationships/tags" Target="../tags/tag104.xml"/><Relationship Id="rId6" Type="http://schemas.openxmlformats.org/officeDocument/2006/relationships/image" Target="../media/image64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4.png"/><Relationship Id="rId4" Type="http://schemas.openxmlformats.org/officeDocument/2006/relationships/tags" Target="../tags/tag107.xml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0.xml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09.xml"/><Relationship Id="rId16" Type="http://schemas.openxmlformats.org/officeDocument/2006/relationships/image" Target="../media/image60.png"/><Relationship Id="rId1" Type="http://schemas.openxmlformats.org/officeDocument/2006/relationships/tags" Target="../tags/tag108.xml"/><Relationship Id="rId6" Type="http://schemas.openxmlformats.org/officeDocument/2006/relationships/image" Target="../media/image64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4.png"/><Relationship Id="rId19" Type="http://schemas.openxmlformats.org/officeDocument/2006/relationships/image" Target="../media/image67.png"/><Relationship Id="rId4" Type="http://schemas.openxmlformats.org/officeDocument/2006/relationships/tags" Target="../tags/tag111.xml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4.xml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13.xml"/><Relationship Id="rId16" Type="http://schemas.openxmlformats.org/officeDocument/2006/relationships/image" Target="../media/image60.png"/><Relationship Id="rId20" Type="http://schemas.openxmlformats.org/officeDocument/2006/relationships/image" Target="../media/image68.png"/><Relationship Id="rId1" Type="http://schemas.openxmlformats.org/officeDocument/2006/relationships/tags" Target="../tags/tag112.xml"/><Relationship Id="rId6" Type="http://schemas.openxmlformats.org/officeDocument/2006/relationships/image" Target="../media/image64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4.png"/><Relationship Id="rId19" Type="http://schemas.openxmlformats.org/officeDocument/2006/relationships/image" Target="../media/image67.png"/><Relationship Id="rId4" Type="http://schemas.openxmlformats.org/officeDocument/2006/relationships/tags" Target="../tags/tag115.xml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8.xml"/><Relationship Id="rId21" Type="http://schemas.openxmlformats.org/officeDocument/2006/relationships/image" Target="../media/image69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17.xml"/><Relationship Id="rId16" Type="http://schemas.openxmlformats.org/officeDocument/2006/relationships/image" Target="../media/image60.png"/><Relationship Id="rId20" Type="http://schemas.openxmlformats.org/officeDocument/2006/relationships/image" Target="../media/image68.png"/><Relationship Id="rId1" Type="http://schemas.openxmlformats.org/officeDocument/2006/relationships/tags" Target="../tags/tag116.xml"/><Relationship Id="rId6" Type="http://schemas.openxmlformats.org/officeDocument/2006/relationships/image" Target="../media/image64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4.png"/><Relationship Id="rId19" Type="http://schemas.openxmlformats.org/officeDocument/2006/relationships/image" Target="../media/image67.png"/><Relationship Id="rId4" Type="http://schemas.openxmlformats.org/officeDocument/2006/relationships/tags" Target="../tags/tag119.xml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122.xml"/><Relationship Id="rId7" Type="http://schemas.openxmlformats.org/officeDocument/2006/relationships/image" Target="../media/image52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51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3.xml"/><Relationship Id="rId9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tags" Target="../tags/tag12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3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52.png"/><Relationship Id="rId5" Type="http://schemas.openxmlformats.org/officeDocument/2006/relationships/tags" Target="../tags/tag128.xml"/><Relationship Id="rId10" Type="http://schemas.openxmlformats.org/officeDocument/2006/relationships/image" Target="../media/image71.png"/><Relationship Id="rId4" Type="http://schemas.openxmlformats.org/officeDocument/2006/relationships/tags" Target="../tags/tag127.xml"/><Relationship Id="rId9" Type="http://schemas.openxmlformats.org/officeDocument/2006/relationships/image" Target="../media/image70.png"/><Relationship Id="rId1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132.xml"/><Relationship Id="rId7" Type="http://schemas.openxmlformats.org/officeDocument/2006/relationships/image" Target="../media/image73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72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3.xml"/><Relationship Id="rId9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136.xml"/><Relationship Id="rId7" Type="http://schemas.openxmlformats.org/officeDocument/2006/relationships/image" Target="../media/image72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6.png"/><Relationship Id="rId5" Type="http://schemas.openxmlformats.org/officeDocument/2006/relationships/tags" Target="../tags/tag138.xml"/><Relationship Id="rId10" Type="http://schemas.openxmlformats.org/officeDocument/2006/relationships/image" Target="../media/image75.png"/><Relationship Id="rId4" Type="http://schemas.openxmlformats.org/officeDocument/2006/relationships/tags" Target="../tags/tag137.xml"/><Relationship Id="rId9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tags" Target="../tags/tag14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6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75.png"/><Relationship Id="rId5" Type="http://schemas.openxmlformats.org/officeDocument/2006/relationships/tags" Target="../tags/tag143.xml"/><Relationship Id="rId10" Type="http://schemas.openxmlformats.org/officeDocument/2006/relationships/image" Target="../media/image74.png"/><Relationship Id="rId4" Type="http://schemas.openxmlformats.org/officeDocument/2006/relationships/tags" Target="../tags/tag142.xml"/><Relationship Id="rId9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tags" Target="../tags/tag14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6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image" Target="../media/image75.png"/><Relationship Id="rId5" Type="http://schemas.openxmlformats.org/officeDocument/2006/relationships/tags" Target="../tags/tag149.xml"/><Relationship Id="rId10" Type="http://schemas.openxmlformats.org/officeDocument/2006/relationships/image" Target="../media/image74.png"/><Relationship Id="rId4" Type="http://schemas.openxmlformats.org/officeDocument/2006/relationships/tags" Target="../tags/tag148.xml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tags" Target="../tags/tag15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6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75.png"/><Relationship Id="rId5" Type="http://schemas.openxmlformats.org/officeDocument/2006/relationships/tags" Target="../tags/tag155.xml"/><Relationship Id="rId10" Type="http://schemas.openxmlformats.org/officeDocument/2006/relationships/image" Target="../media/image74.png"/><Relationship Id="rId4" Type="http://schemas.openxmlformats.org/officeDocument/2006/relationships/tags" Target="../tags/tag154.xml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image" Target="../media/image75.png"/><Relationship Id="rId2" Type="http://schemas.openxmlformats.org/officeDocument/2006/relationships/tags" Target="../tags/tag158.xml"/><Relationship Id="rId16" Type="http://schemas.openxmlformats.org/officeDocument/2006/relationships/image" Target="../media/image79.png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image" Target="../media/image74.png"/><Relationship Id="rId5" Type="http://schemas.openxmlformats.org/officeDocument/2006/relationships/tags" Target="../tags/tag161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60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165.xml"/><Relationship Id="rId16" Type="http://schemas.openxmlformats.org/officeDocument/2006/relationships/image" Target="../media/image79.png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image" Target="../media/image74.png"/><Relationship Id="rId5" Type="http://schemas.openxmlformats.org/officeDocument/2006/relationships/tags" Target="../tags/tag168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67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172.xml"/><Relationship Id="rId16" Type="http://schemas.openxmlformats.org/officeDocument/2006/relationships/image" Target="../media/image79.png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image" Target="../media/image74.png"/><Relationship Id="rId5" Type="http://schemas.openxmlformats.org/officeDocument/2006/relationships/tags" Target="../tags/tag175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74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179.xml"/><Relationship Id="rId16" Type="http://schemas.openxmlformats.org/officeDocument/2006/relationships/image" Target="../media/image79.png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74.png"/><Relationship Id="rId5" Type="http://schemas.openxmlformats.org/officeDocument/2006/relationships/tags" Target="../tags/tag182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81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186.xml"/><Relationship Id="rId16" Type="http://schemas.openxmlformats.org/officeDocument/2006/relationships/image" Target="../media/image79.png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image" Target="../media/image74.png"/><Relationship Id="rId5" Type="http://schemas.openxmlformats.org/officeDocument/2006/relationships/tags" Target="../tags/tag189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88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193.xml"/><Relationship Id="rId16" Type="http://schemas.openxmlformats.org/officeDocument/2006/relationships/image" Target="../media/image79.png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image" Target="../media/image74.png"/><Relationship Id="rId5" Type="http://schemas.openxmlformats.org/officeDocument/2006/relationships/tags" Target="../tags/tag196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195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6.png"/><Relationship Id="rId18" Type="http://schemas.openxmlformats.org/officeDocument/2006/relationships/image" Target="../media/image82.png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tags" Target="../tags/tag200.xml"/><Relationship Id="rId16" Type="http://schemas.openxmlformats.org/officeDocument/2006/relationships/image" Target="../media/image79.pn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image" Target="../media/image74.png"/><Relationship Id="rId5" Type="http://schemas.openxmlformats.org/officeDocument/2006/relationships/tags" Target="../tags/tag203.xml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tags" Target="../tags/tag202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208.xml"/><Relationship Id="rId7" Type="http://schemas.openxmlformats.org/officeDocument/2006/relationships/image" Target="../media/image73.png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image" Target="../media/image72.png"/><Relationship Id="rId11" Type="http://schemas.openxmlformats.org/officeDocument/2006/relationships/image" Target="../media/image8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8.png"/><Relationship Id="rId4" Type="http://schemas.openxmlformats.org/officeDocument/2006/relationships/tags" Target="../tags/tag209.xml"/><Relationship Id="rId9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212.xml"/><Relationship Id="rId7" Type="http://schemas.openxmlformats.org/officeDocument/2006/relationships/image" Target="../media/image73.png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image" Target="../media/image72.png"/><Relationship Id="rId11" Type="http://schemas.openxmlformats.org/officeDocument/2006/relationships/image" Target="../media/image8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8.png"/><Relationship Id="rId4" Type="http://schemas.openxmlformats.org/officeDocument/2006/relationships/tags" Target="../tags/tag213.xml"/><Relationship Id="rId9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3" Type="http://schemas.openxmlformats.org/officeDocument/2006/relationships/tags" Target="../tags/tag216.xml"/><Relationship Id="rId7" Type="http://schemas.openxmlformats.org/officeDocument/2006/relationships/image" Target="../media/image72.png"/><Relationship Id="rId12" Type="http://schemas.openxmlformats.org/officeDocument/2006/relationships/image" Target="../media/image84.png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8.png"/><Relationship Id="rId5" Type="http://schemas.openxmlformats.org/officeDocument/2006/relationships/tags" Target="../tags/tag218.xml"/><Relationship Id="rId10" Type="http://schemas.openxmlformats.org/officeDocument/2006/relationships/image" Target="../media/image75.png"/><Relationship Id="rId4" Type="http://schemas.openxmlformats.org/officeDocument/2006/relationships/tags" Target="../tags/tag217.xml"/><Relationship Id="rId9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3" Type="http://schemas.openxmlformats.org/officeDocument/2006/relationships/tags" Target="../tags/tag221.xml"/><Relationship Id="rId7" Type="http://schemas.openxmlformats.org/officeDocument/2006/relationships/image" Target="../media/image72.png"/><Relationship Id="rId12" Type="http://schemas.openxmlformats.org/officeDocument/2006/relationships/image" Target="../media/image84.png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8.png"/><Relationship Id="rId5" Type="http://schemas.openxmlformats.org/officeDocument/2006/relationships/tags" Target="../tags/tag223.xml"/><Relationship Id="rId10" Type="http://schemas.openxmlformats.org/officeDocument/2006/relationships/image" Target="../media/image75.png"/><Relationship Id="rId4" Type="http://schemas.openxmlformats.org/officeDocument/2006/relationships/tags" Target="../tags/tag222.xml"/><Relationship Id="rId9" Type="http://schemas.openxmlformats.org/officeDocument/2006/relationships/image" Target="../media/image74.png"/><Relationship Id="rId1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84.png"/><Relationship Id="rId3" Type="http://schemas.openxmlformats.org/officeDocument/2006/relationships/tags" Target="../tags/tag22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2" Type="http://schemas.openxmlformats.org/officeDocument/2006/relationships/tags" Target="../tags/tag225.xml"/><Relationship Id="rId16" Type="http://schemas.openxmlformats.org/officeDocument/2006/relationships/image" Target="../media/image77.png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image" Target="../media/image75.png"/><Relationship Id="rId5" Type="http://schemas.openxmlformats.org/officeDocument/2006/relationships/tags" Target="../tags/tag228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27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84.png"/><Relationship Id="rId3" Type="http://schemas.openxmlformats.org/officeDocument/2006/relationships/tags" Target="../tags/tag23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7.png"/><Relationship Id="rId2" Type="http://schemas.openxmlformats.org/officeDocument/2006/relationships/tags" Target="../tags/tag231.xml"/><Relationship Id="rId16" Type="http://schemas.openxmlformats.org/officeDocument/2006/relationships/image" Target="../media/image77.png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image" Target="../media/image75.png"/><Relationship Id="rId5" Type="http://schemas.openxmlformats.org/officeDocument/2006/relationships/tags" Target="../tags/tag234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33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84.png"/><Relationship Id="rId3" Type="http://schemas.openxmlformats.org/officeDocument/2006/relationships/tags" Target="../tags/tag23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37.xml"/><Relationship Id="rId16" Type="http://schemas.openxmlformats.org/officeDocument/2006/relationships/image" Target="../media/image77.png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image" Target="../media/image75.png"/><Relationship Id="rId5" Type="http://schemas.openxmlformats.org/officeDocument/2006/relationships/tags" Target="../tags/tag240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39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43.xml"/><Relationship Id="rId16" Type="http://schemas.openxmlformats.org/officeDocument/2006/relationships/image" Target="../media/image77.png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image" Target="../media/image75.png"/><Relationship Id="rId5" Type="http://schemas.openxmlformats.org/officeDocument/2006/relationships/tags" Target="../tags/tag246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45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90.png"/><Relationship Id="rId3" Type="http://schemas.openxmlformats.org/officeDocument/2006/relationships/tags" Target="../tags/tag25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49.xml"/><Relationship Id="rId16" Type="http://schemas.openxmlformats.org/officeDocument/2006/relationships/image" Target="../media/image77.png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image" Target="../media/image75.png"/><Relationship Id="rId5" Type="http://schemas.openxmlformats.org/officeDocument/2006/relationships/tags" Target="../tags/tag252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51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91.png"/><Relationship Id="rId3" Type="http://schemas.openxmlformats.org/officeDocument/2006/relationships/tags" Target="../tags/tag25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55.xml"/><Relationship Id="rId16" Type="http://schemas.openxmlformats.org/officeDocument/2006/relationships/image" Target="../media/image77.png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11" Type="http://schemas.openxmlformats.org/officeDocument/2006/relationships/image" Target="../media/image75.png"/><Relationship Id="rId5" Type="http://schemas.openxmlformats.org/officeDocument/2006/relationships/tags" Target="../tags/tag258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57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92.png"/><Relationship Id="rId3" Type="http://schemas.openxmlformats.org/officeDocument/2006/relationships/tags" Target="../tags/tag26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61.xml"/><Relationship Id="rId16" Type="http://schemas.openxmlformats.org/officeDocument/2006/relationships/image" Target="../media/image77.png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image" Target="../media/image75.png"/><Relationship Id="rId5" Type="http://schemas.openxmlformats.org/officeDocument/2006/relationships/tags" Target="../tags/tag264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63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tags" Target="../tags/tag268.xml"/><Relationship Id="rId21" Type="http://schemas.openxmlformats.org/officeDocument/2006/relationships/image" Target="../media/image94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2" Type="http://schemas.openxmlformats.org/officeDocument/2006/relationships/tags" Target="../tags/tag267.xml"/><Relationship Id="rId16" Type="http://schemas.openxmlformats.org/officeDocument/2006/relationships/image" Target="../media/image77.png"/><Relationship Id="rId20" Type="http://schemas.openxmlformats.org/officeDocument/2006/relationships/customXml" Target="../ink/ink14.xml"/><Relationship Id="rId29" Type="http://schemas.openxmlformats.org/officeDocument/2006/relationships/image" Target="../media/image98.png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image" Target="../media/image75.png"/><Relationship Id="rId24" Type="http://schemas.openxmlformats.org/officeDocument/2006/relationships/customXml" Target="../ink/ink16.xml"/><Relationship Id="rId32" Type="http://schemas.openxmlformats.org/officeDocument/2006/relationships/customXml" Target="../ink/ink20.xml"/><Relationship Id="rId5" Type="http://schemas.openxmlformats.org/officeDocument/2006/relationships/tags" Target="../tags/tag270.xml"/><Relationship Id="rId15" Type="http://schemas.openxmlformats.org/officeDocument/2006/relationships/image" Target="../media/image86.png"/><Relationship Id="rId23" Type="http://schemas.openxmlformats.org/officeDocument/2006/relationships/image" Target="../media/image95.png"/><Relationship Id="rId28" Type="http://schemas.openxmlformats.org/officeDocument/2006/relationships/customXml" Target="../ink/ink18.xml"/><Relationship Id="rId10" Type="http://schemas.openxmlformats.org/officeDocument/2006/relationships/image" Target="../media/image74.png"/><Relationship Id="rId19" Type="http://schemas.openxmlformats.org/officeDocument/2006/relationships/image" Target="../media/image93.png"/><Relationship Id="rId31" Type="http://schemas.openxmlformats.org/officeDocument/2006/relationships/image" Target="../media/image99.png"/><Relationship Id="rId4" Type="http://schemas.openxmlformats.org/officeDocument/2006/relationships/tags" Target="../tags/tag269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Relationship Id="rId22" Type="http://schemas.openxmlformats.org/officeDocument/2006/relationships/customXml" Target="../ink/ink15.xml"/><Relationship Id="rId27" Type="http://schemas.openxmlformats.org/officeDocument/2006/relationships/image" Target="../media/image97.png"/><Relationship Id="rId30" Type="http://schemas.openxmlformats.org/officeDocument/2006/relationships/customXml" Target="../ink/ink19.xml"/><Relationship Id="rId8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1.png"/><Relationship Id="rId3" Type="http://schemas.openxmlformats.org/officeDocument/2006/relationships/tags" Target="../tags/tag27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73.xml"/><Relationship Id="rId16" Type="http://schemas.openxmlformats.org/officeDocument/2006/relationships/image" Target="../media/image77.png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image" Target="../media/image75.png"/><Relationship Id="rId5" Type="http://schemas.openxmlformats.org/officeDocument/2006/relationships/tags" Target="../tags/tag276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75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28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79.xml"/><Relationship Id="rId16" Type="http://schemas.openxmlformats.org/officeDocument/2006/relationships/image" Target="../media/image77.png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image" Target="../media/image75.png"/><Relationship Id="rId5" Type="http://schemas.openxmlformats.org/officeDocument/2006/relationships/tags" Target="../tags/tag282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281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28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85.xml"/><Relationship Id="rId16" Type="http://schemas.openxmlformats.org/officeDocument/2006/relationships/image" Target="../media/image77.png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image" Target="../media/image75.png"/><Relationship Id="rId5" Type="http://schemas.openxmlformats.org/officeDocument/2006/relationships/tags" Target="../tags/tag288.xml"/><Relationship Id="rId15" Type="http://schemas.openxmlformats.org/officeDocument/2006/relationships/image" Target="../media/image103.png"/><Relationship Id="rId10" Type="http://schemas.openxmlformats.org/officeDocument/2006/relationships/image" Target="../media/image74.png"/><Relationship Id="rId4" Type="http://schemas.openxmlformats.org/officeDocument/2006/relationships/tags" Target="../tags/tag287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29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4.png"/><Relationship Id="rId2" Type="http://schemas.openxmlformats.org/officeDocument/2006/relationships/tags" Target="../tags/tag291.xml"/><Relationship Id="rId16" Type="http://schemas.openxmlformats.org/officeDocument/2006/relationships/image" Target="../media/image88.png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image" Target="../media/image75.png"/><Relationship Id="rId5" Type="http://schemas.openxmlformats.org/officeDocument/2006/relationships/tags" Target="../tags/tag294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293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29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5.png"/><Relationship Id="rId2" Type="http://schemas.openxmlformats.org/officeDocument/2006/relationships/tags" Target="../tags/tag297.xml"/><Relationship Id="rId16" Type="http://schemas.openxmlformats.org/officeDocument/2006/relationships/image" Target="../media/image88.pn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image" Target="../media/image75.png"/><Relationship Id="rId5" Type="http://schemas.openxmlformats.org/officeDocument/2006/relationships/tags" Target="../tags/tag300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299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png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" Type="http://schemas.openxmlformats.org/officeDocument/2006/relationships/tags" Target="../tags/tag304.xml"/><Relationship Id="rId21" Type="http://schemas.openxmlformats.org/officeDocument/2006/relationships/image" Target="../media/image107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33" Type="http://schemas.openxmlformats.org/officeDocument/2006/relationships/image" Target="../media/image113.png"/><Relationship Id="rId2" Type="http://schemas.openxmlformats.org/officeDocument/2006/relationships/tags" Target="../tags/tag303.xml"/><Relationship Id="rId16" Type="http://schemas.openxmlformats.org/officeDocument/2006/relationships/image" Target="../media/image88.png"/><Relationship Id="rId20" Type="http://schemas.openxmlformats.org/officeDocument/2006/relationships/customXml" Target="../ink/ink22.xml"/><Relationship Id="rId29" Type="http://schemas.openxmlformats.org/officeDocument/2006/relationships/image" Target="../media/image111.png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11" Type="http://schemas.openxmlformats.org/officeDocument/2006/relationships/image" Target="../media/image75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5" Type="http://schemas.openxmlformats.org/officeDocument/2006/relationships/tags" Target="../tags/tag306.xml"/><Relationship Id="rId15" Type="http://schemas.openxmlformats.org/officeDocument/2006/relationships/image" Target="../media/image77.png"/><Relationship Id="rId23" Type="http://schemas.openxmlformats.org/officeDocument/2006/relationships/image" Target="../media/image108.png"/><Relationship Id="rId28" Type="http://schemas.openxmlformats.org/officeDocument/2006/relationships/customXml" Target="../ink/ink26.xml"/><Relationship Id="rId10" Type="http://schemas.openxmlformats.org/officeDocument/2006/relationships/image" Target="../media/image74.png"/><Relationship Id="rId19" Type="http://schemas.openxmlformats.org/officeDocument/2006/relationships/image" Target="../media/image106.png"/><Relationship Id="rId31" Type="http://schemas.openxmlformats.org/officeDocument/2006/relationships/image" Target="../media/image112.png"/><Relationship Id="rId4" Type="http://schemas.openxmlformats.org/officeDocument/2006/relationships/tags" Target="../tags/tag305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Relationship Id="rId22" Type="http://schemas.openxmlformats.org/officeDocument/2006/relationships/customXml" Target="../ink/ink23.xml"/><Relationship Id="rId27" Type="http://schemas.openxmlformats.org/officeDocument/2006/relationships/image" Target="../media/image110.png"/><Relationship Id="rId30" Type="http://schemas.openxmlformats.org/officeDocument/2006/relationships/customXml" Target="../ink/ink27.xml"/><Relationship Id="rId8" Type="http://schemas.openxmlformats.org/officeDocument/2006/relationships/image" Target="../media/image7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1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4.png"/><Relationship Id="rId2" Type="http://schemas.openxmlformats.org/officeDocument/2006/relationships/tags" Target="../tags/tag309.xml"/><Relationship Id="rId16" Type="http://schemas.openxmlformats.org/officeDocument/2006/relationships/image" Target="../media/image88.png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image" Target="../media/image75.png"/><Relationship Id="rId5" Type="http://schemas.openxmlformats.org/officeDocument/2006/relationships/tags" Target="../tags/tag312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11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1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5.png"/><Relationship Id="rId2" Type="http://schemas.openxmlformats.org/officeDocument/2006/relationships/tags" Target="../tags/tag315.xml"/><Relationship Id="rId16" Type="http://schemas.openxmlformats.org/officeDocument/2006/relationships/image" Target="../media/image88.png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image" Target="../media/image75.png"/><Relationship Id="rId5" Type="http://schemas.openxmlformats.org/officeDocument/2006/relationships/tags" Target="../tags/tag318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17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2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5.png"/><Relationship Id="rId2" Type="http://schemas.openxmlformats.org/officeDocument/2006/relationships/tags" Target="../tags/tag321.xml"/><Relationship Id="rId16" Type="http://schemas.openxmlformats.org/officeDocument/2006/relationships/image" Target="../media/image116.png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image" Target="../media/image75.png"/><Relationship Id="rId5" Type="http://schemas.openxmlformats.org/officeDocument/2006/relationships/tags" Target="../tags/tag324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23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2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7.png"/><Relationship Id="rId2" Type="http://schemas.openxmlformats.org/officeDocument/2006/relationships/tags" Target="../tags/tag327.xml"/><Relationship Id="rId16" Type="http://schemas.openxmlformats.org/officeDocument/2006/relationships/image" Target="../media/image115.png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1" Type="http://schemas.openxmlformats.org/officeDocument/2006/relationships/image" Target="../media/image75.png"/><Relationship Id="rId5" Type="http://schemas.openxmlformats.org/officeDocument/2006/relationships/tags" Target="../tags/tag330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29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3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8.png"/><Relationship Id="rId2" Type="http://schemas.openxmlformats.org/officeDocument/2006/relationships/tags" Target="../tags/tag333.xml"/><Relationship Id="rId16" Type="http://schemas.openxmlformats.org/officeDocument/2006/relationships/image" Target="../media/image115.png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image" Target="../media/image75.png"/><Relationship Id="rId5" Type="http://schemas.openxmlformats.org/officeDocument/2006/relationships/tags" Target="../tags/tag336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35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" Type="http://schemas.openxmlformats.org/officeDocument/2006/relationships/tags" Target="../tags/tag340.xml"/><Relationship Id="rId21" Type="http://schemas.openxmlformats.org/officeDocument/2006/relationships/image" Target="../media/image120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8.png"/><Relationship Id="rId25" Type="http://schemas.openxmlformats.org/officeDocument/2006/relationships/image" Target="../media/image122.png"/><Relationship Id="rId33" Type="http://schemas.openxmlformats.org/officeDocument/2006/relationships/image" Target="../media/image126.png"/><Relationship Id="rId2" Type="http://schemas.openxmlformats.org/officeDocument/2006/relationships/tags" Target="../tags/tag339.xml"/><Relationship Id="rId16" Type="http://schemas.openxmlformats.org/officeDocument/2006/relationships/image" Target="../media/image115.png"/><Relationship Id="rId20" Type="http://schemas.openxmlformats.org/officeDocument/2006/relationships/customXml" Target="../ink/ink30.xml"/><Relationship Id="rId29" Type="http://schemas.openxmlformats.org/officeDocument/2006/relationships/image" Target="../media/image124.png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11" Type="http://schemas.openxmlformats.org/officeDocument/2006/relationships/image" Target="../media/image75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5" Type="http://schemas.openxmlformats.org/officeDocument/2006/relationships/tags" Target="../tags/tag342.xml"/><Relationship Id="rId15" Type="http://schemas.openxmlformats.org/officeDocument/2006/relationships/image" Target="../media/image77.png"/><Relationship Id="rId23" Type="http://schemas.openxmlformats.org/officeDocument/2006/relationships/image" Target="../media/image121.png"/><Relationship Id="rId28" Type="http://schemas.openxmlformats.org/officeDocument/2006/relationships/customXml" Target="../ink/ink34.xml"/><Relationship Id="rId10" Type="http://schemas.openxmlformats.org/officeDocument/2006/relationships/image" Target="../media/image74.png"/><Relationship Id="rId19" Type="http://schemas.openxmlformats.org/officeDocument/2006/relationships/image" Target="../media/image119.png"/><Relationship Id="rId31" Type="http://schemas.openxmlformats.org/officeDocument/2006/relationships/image" Target="../media/image125.png"/><Relationship Id="rId4" Type="http://schemas.openxmlformats.org/officeDocument/2006/relationships/tags" Target="../tags/tag341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Relationship Id="rId22" Type="http://schemas.openxmlformats.org/officeDocument/2006/relationships/customXml" Target="../ink/ink31.xml"/><Relationship Id="rId27" Type="http://schemas.openxmlformats.org/officeDocument/2006/relationships/image" Target="../media/image123.png"/><Relationship Id="rId30" Type="http://schemas.openxmlformats.org/officeDocument/2006/relationships/customXml" Target="../ink/ink35.xml"/><Relationship Id="rId8" Type="http://schemas.openxmlformats.org/officeDocument/2006/relationships/image" Target="../media/image7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4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7.png"/><Relationship Id="rId2" Type="http://schemas.openxmlformats.org/officeDocument/2006/relationships/tags" Target="../tags/tag345.xml"/><Relationship Id="rId16" Type="http://schemas.openxmlformats.org/officeDocument/2006/relationships/image" Target="../media/image115.png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image" Target="../media/image75.png"/><Relationship Id="rId5" Type="http://schemas.openxmlformats.org/officeDocument/2006/relationships/tags" Target="../tags/tag348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47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3" Type="http://schemas.openxmlformats.org/officeDocument/2006/relationships/tags" Target="../tags/tag35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8.png"/><Relationship Id="rId2" Type="http://schemas.openxmlformats.org/officeDocument/2006/relationships/tags" Target="../tags/tag351.xml"/><Relationship Id="rId16" Type="http://schemas.openxmlformats.org/officeDocument/2006/relationships/image" Target="../media/image115.png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image" Target="../media/image75.png"/><Relationship Id="rId5" Type="http://schemas.openxmlformats.org/officeDocument/2006/relationships/tags" Target="../tags/tag354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53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tags" Target="../tags/tag35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357.xml"/><Relationship Id="rId16" Type="http://schemas.openxmlformats.org/officeDocument/2006/relationships/image" Target="../media/image77.png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11" Type="http://schemas.openxmlformats.org/officeDocument/2006/relationships/image" Target="../media/image75.png"/><Relationship Id="rId5" Type="http://schemas.openxmlformats.org/officeDocument/2006/relationships/tags" Target="../tags/tag360.xml"/><Relationship Id="rId15" Type="http://schemas.openxmlformats.org/officeDocument/2006/relationships/image" Target="../media/image86.png"/><Relationship Id="rId10" Type="http://schemas.openxmlformats.org/officeDocument/2006/relationships/image" Target="../media/image74.png"/><Relationship Id="rId4" Type="http://schemas.openxmlformats.org/officeDocument/2006/relationships/tags" Target="../tags/tag359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2.png"/><Relationship Id="rId18" Type="http://schemas.openxmlformats.org/officeDocument/2006/relationships/image" Target="../media/image129.png"/><Relationship Id="rId3" Type="http://schemas.openxmlformats.org/officeDocument/2006/relationships/tags" Target="../tags/tag36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8.png"/><Relationship Id="rId2" Type="http://schemas.openxmlformats.org/officeDocument/2006/relationships/tags" Target="../tags/tag363.xml"/><Relationship Id="rId16" Type="http://schemas.openxmlformats.org/officeDocument/2006/relationships/image" Target="../media/image115.png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11" Type="http://schemas.openxmlformats.org/officeDocument/2006/relationships/image" Target="../media/image75.png"/><Relationship Id="rId5" Type="http://schemas.openxmlformats.org/officeDocument/2006/relationships/tags" Target="../tags/tag366.xml"/><Relationship Id="rId15" Type="http://schemas.openxmlformats.org/officeDocument/2006/relationships/image" Target="../media/image77.png"/><Relationship Id="rId10" Type="http://schemas.openxmlformats.org/officeDocument/2006/relationships/image" Target="../media/image74.png"/><Relationship Id="rId4" Type="http://schemas.openxmlformats.org/officeDocument/2006/relationships/tags" Target="../tags/tag365.xml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70.xml"/><Relationship Id="rId21" Type="http://schemas.openxmlformats.org/officeDocument/2006/relationships/image" Target="../media/image134.png"/><Relationship Id="rId7" Type="http://schemas.openxmlformats.org/officeDocument/2006/relationships/tags" Target="../tags/tag374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369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368.xml"/><Relationship Id="rId6" Type="http://schemas.openxmlformats.org/officeDocument/2006/relationships/tags" Target="../tags/tag373.xml"/><Relationship Id="rId11" Type="http://schemas.openxmlformats.org/officeDocument/2006/relationships/image" Target="../media/image74.png"/><Relationship Id="rId5" Type="http://schemas.openxmlformats.org/officeDocument/2006/relationships/tags" Target="../tags/tag372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371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77.xml"/><Relationship Id="rId21" Type="http://schemas.openxmlformats.org/officeDocument/2006/relationships/image" Target="../media/image135.png"/><Relationship Id="rId7" Type="http://schemas.openxmlformats.org/officeDocument/2006/relationships/tags" Target="../tags/tag381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376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image" Target="../media/image74.png"/><Relationship Id="rId5" Type="http://schemas.openxmlformats.org/officeDocument/2006/relationships/tags" Target="../tags/tag379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378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3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84.xml"/><Relationship Id="rId21" Type="http://schemas.openxmlformats.org/officeDocument/2006/relationships/image" Target="../media/image135.png"/><Relationship Id="rId7" Type="http://schemas.openxmlformats.org/officeDocument/2006/relationships/tags" Target="../tags/tag388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383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11" Type="http://schemas.openxmlformats.org/officeDocument/2006/relationships/image" Target="../media/image74.png"/><Relationship Id="rId5" Type="http://schemas.openxmlformats.org/officeDocument/2006/relationships/tags" Target="../tags/tag386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385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3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91.xml"/><Relationship Id="rId21" Type="http://schemas.openxmlformats.org/officeDocument/2006/relationships/image" Target="../media/image135.png"/><Relationship Id="rId7" Type="http://schemas.openxmlformats.org/officeDocument/2006/relationships/tags" Target="../tags/tag395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390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389.xml"/><Relationship Id="rId6" Type="http://schemas.openxmlformats.org/officeDocument/2006/relationships/tags" Target="../tags/tag394.xml"/><Relationship Id="rId11" Type="http://schemas.openxmlformats.org/officeDocument/2006/relationships/image" Target="../media/image74.png"/><Relationship Id="rId5" Type="http://schemas.openxmlformats.org/officeDocument/2006/relationships/tags" Target="../tags/tag393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392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98.xml"/><Relationship Id="rId21" Type="http://schemas.openxmlformats.org/officeDocument/2006/relationships/image" Target="../media/image135.png"/><Relationship Id="rId7" Type="http://schemas.openxmlformats.org/officeDocument/2006/relationships/tags" Target="../tags/tag402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397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image" Target="../media/image74.png"/><Relationship Id="rId5" Type="http://schemas.openxmlformats.org/officeDocument/2006/relationships/tags" Target="../tags/tag400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399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39.png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26" Type="http://schemas.openxmlformats.org/officeDocument/2006/relationships/image" Target="../media/image141.png"/><Relationship Id="rId21" Type="http://schemas.openxmlformats.org/officeDocument/2006/relationships/image" Target="../media/image135.png"/><Relationship Id="rId34" Type="http://schemas.openxmlformats.org/officeDocument/2006/relationships/image" Target="../media/image145.png"/><Relationship Id="rId7" Type="http://schemas.openxmlformats.org/officeDocument/2006/relationships/tags" Target="../tags/tag409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5" Type="http://schemas.openxmlformats.org/officeDocument/2006/relationships/customXml" Target="../ink/ink38.xml"/><Relationship Id="rId33" Type="http://schemas.openxmlformats.org/officeDocument/2006/relationships/customXml" Target="../ink/ink42.xml"/><Relationship Id="rId38" Type="http://schemas.openxmlformats.org/officeDocument/2006/relationships/image" Target="../media/image147.png"/><Relationship Id="rId2" Type="http://schemas.openxmlformats.org/officeDocument/2006/relationships/tags" Target="../tags/tag404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29" Type="http://schemas.openxmlformats.org/officeDocument/2006/relationships/customXml" Target="../ink/ink40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image" Target="../media/image74.png"/><Relationship Id="rId24" Type="http://schemas.openxmlformats.org/officeDocument/2006/relationships/image" Target="../media/image140.png"/><Relationship Id="rId32" Type="http://schemas.openxmlformats.org/officeDocument/2006/relationships/image" Target="../media/image144.png"/><Relationship Id="rId37" Type="http://schemas.openxmlformats.org/officeDocument/2006/relationships/customXml" Target="../ink/ink44.xml"/><Relationship Id="rId5" Type="http://schemas.openxmlformats.org/officeDocument/2006/relationships/tags" Target="../tags/tag407.xml"/><Relationship Id="rId15" Type="http://schemas.openxmlformats.org/officeDocument/2006/relationships/image" Target="../media/image76.png"/><Relationship Id="rId23" Type="http://schemas.openxmlformats.org/officeDocument/2006/relationships/customXml" Target="../ink/ink37.xml"/><Relationship Id="rId28" Type="http://schemas.openxmlformats.org/officeDocument/2006/relationships/image" Target="../media/image142.png"/><Relationship Id="rId36" Type="http://schemas.openxmlformats.org/officeDocument/2006/relationships/image" Target="../media/image14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31" Type="http://schemas.openxmlformats.org/officeDocument/2006/relationships/customXml" Target="../ink/ink41.xml"/><Relationship Id="rId4" Type="http://schemas.openxmlformats.org/officeDocument/2006/relationships/tags" Target="../tags/tag406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39.png"/><Relationship Id="rId27" Type="http://schemas.openxmlformats.org/officeDocument/2006/relationships/customXml" Target="../ink/ink39.xml"/><Relationship Id="rId30" Type="http://schemas.openxmlformats.org/officeDocument/2006/relationships/image" Target="../media/image143.png"/><Relationship Id="rId35" Type="http://schemas.openxmlformats.org/officeDocument/2006/relationships/customXml" Target="../ink/ink43.xml"/><Relationship Id="rId8" Type="http://schemas.openxmlformats.org/officeDocument/2006/relationships/slideLayout" Target="../slideLayouts/slideLayout12.xml"/><Relationship Id="rId3" Type="http://schemas.openxmlformats.org/officeDocument/2006/relationships/tags" Target="../tags/tag405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412.xml"/><Relationship Id="rId21" Type="http://schemas.openxmlformats.org/officeDocument/2006/relationships/image" Target="../media/image135.png"/><Relationship Id="rId7" Type="http://schemas.openxmlformats.org/officeDocument/2006/relationships/tags" Target="../tags/tag416.xml"/><Relationship Id="rId12" Type="http://schemas.openxmlformats.org/officeDocument/2006/relationships/image" Target="../media/image75.png"/><Relationship Id="rId17" Type="http://schemas.openxmlformats.org/officeDocument/2006/relationships/image" Target="../media/image131.png"/><Relationship Id="rId2" Type="http://schemas.openxmlformats.org/officeDocument/2006/relationships/tags" Target="../tags/tag411.xml"/><Relationship Id="rId16" Type="http://schemas.openxmlformats.org/officeDocument/2006/relationships/image" Target="../media/image77.png"/><Relationship Id="rId20" Type="http://schemas.openxmlformats.org/officeDocument/2006/relationships/image" Target="../media/image133.png"/><Relationship Id="rId1" Type="http://schemas.openxmlformats.org/officeDocument/2006/relationships/tags" Target="../tags/tag410.xml"/><Relationship Id="rId6" Type="http://schemas.openxmlformats.org/officeDocument/2006/relationships/tags" Target="../tags/tag415.xml"/><Relationship Id="rId11" Type="http://schemas.openxmlformats.org/officeDocument/2006/relationships/image" Target="../media/image74.png"/><Relationship Id="rId5" Type="http://schemas.openxmlformats.org/officeDocument/2006/relationships/tags" Target="../tags/tag414.xml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19" Type="http://schemas.openxmlformats.org/officeDocument/2006/relationships/image" Target="../media/image79.png"/><Relationship Id="rId4" Type="http://schemas.openxmlformats.org/officeDocument/2006/relationships/tags" Target="../tags/tag413.xml"/><Relationship Id="rId9" Type="http://schemas.openxmlformats.org/officeDocument/2006/relationships/image" Target="../media/image72.png"/><Relationship Id="rId14" Type="http://schemas.openxmlformats.org/officeDocument/2006/relationships/image" Target="../media/image130.png"/><Relationship Id="rId22" Type="http://schemas.openxmlformats.org/officeDocument/2006/relationships/image" Target="../media/image148.png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tags" Target="../tags/tag429.xml"/><Relationship Id="rId18" Type="http://schemas.openxmlformats.org/officeDocument/2006/relationships/slideLayout" Target="../slideLayouts/slideLayout12.xml"/><Relationship Id="rId26" Type="http://schemas.openxmlformats.org/officeDocument/2006/relationships/image" Target="../media/image156.png"/><Relationship Id="rId3" Type="http://schemas.openxmlformats.org/officeDocument/2006/relationships/tags" Target="../tags/tag419.xml"/><Relationship Id="rId21" Type="http://schemas.openxmlformats.org/officeDocument/2006/relationships/image" Target="../media/image151.png"/><Relationship Id="rId34" Type="http://schemas.openxmlformats.org/officeDocument/2006/relationships/image" Target="../media/image164.png"/><Relationship Id="rId7" Type="http://schemas.openxmlformats.org/officeDocument/2006/relationships/tags" Target="../tags/tag423.xml"/><Relationship Id="rId12" Type="http://schemas.openxmlformats.org/officeDocument/2006/relationships/tags" Target="../tags/tag428.xml"/><Relationship Id="rId17" Type="http://schemas.openxmlformats.org/officeDocument/2006/relationships/tags" Target="../tags/tag433.xml"/><Relationship Id="rId25" Type="http://schemas.openxmlformats.org/officeDocument/2006/relationships/image" Target="../media/image155.png"/><Relationship Id="rId33" Type="http://schemas.openxmlformats.org/officeDocument/2006/relationships/image" Target="../media/image163.png"/><Relationship Id="rId2" Type="http://schemas.openxmlformats.org/officeDocument/2006/relationships/tags" Target="../tags/tag418.xml"/><Relationship Id="rId16" Type="http://schemas.openxmlformats.org/officeDocument/2006/relationships/tags" Target="../tags/tag432.xml"/><Relationship Id="rId20" Type="http://schemas.openxmlformats.org/officeDocument/2006/relationships/image" Target="../media/image150.png"/><Relationship Id="rId29" Type="http://schemas.openxmlformats.org/officeDocument/2006/relationships/image" Target="../media/image159.png"/><Relationship Id="rId1" Type="http://schemas.openxmlformats.org/officeDocument/2006/relationships/tags" Target="../tags/tag417.xml"/><Relationship Id="rId6" Type="http://schemas.openxmlformats.org/officeDocument/2006/relationships/tags" Target="../tags/tag422.xml"/><Relationship Id="rId11" Type="http://schemas.openxmlformats.org/officeDocument/2006/relationships/tags" Target="../tags/tag427.xml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5" Type="http://schemas.openxmlformats.org/officeDocument/2006/relationships/tags" Target="../tags/tag421.xml"/><Relationship Id="rId15" Type="http://schemas.openxmlformats.org/officeDocument/2006/relationships/tags" Target="../tags/tag431.xml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tags" Target="../tags/tag426.xml"/><Relationship Id="rId19" Type="http://schemas.openxmlformats.org/officeDocument/2006/relationships/image" Target="../media/image149.png"/><Relationship Id="rId31" Type="http://schemas.openxmlformats.org/officeDocument/2006/relationships/image" Target="../media/image161.png"/><Relationship Id="rId4" Type="http://schemas.openxmlformats.org/officeDocument/2006/relationships/tags" Target="../tags/tag420.xml"/><Relationship Id="rId9" Type="http://schemas.openxmlformats.org/officeDocument/2006/relationships/tags" Target="../tags/tag425.xml"/><Relationship Id="rId14" Type="http://schemas.openxmlformats.org/officeDocument/2006/relationships/tags" Target="../tags/tag430.xml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8" Type="http://schemas.openxmlformats.org/officeDocument/2006/relationships/tags" Target="../tags/tag424.xml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tags" Target="../tags/tag446.xml"/><Relationship Id="rId18" Type="http://schemas.openxmlformats.org/officeDocument/2006/relationships/tags" Target="../tags/tag451.xml"/><Relationship Id="rId26" Type="http://schemas.openxmlformats.org/officeDocument/2006/relationships/image" Target="../media/image150.png"/><Relationship Id="rId39" Type="http://schemas.openxmlformats.org/officeDocument/2006/relationships/image" Target="../media/image159.png"/><Relationship Id="rId21" Type="http://schemas.openxmlformats.org/officeDocument/2006/relationships/tags" Target="../tags/tag454.xml"/><Relationship Id="rId34" Type="http://schemas.openxmlformats.org/officeDocument/2006/relationships/image" Target="../media/image165.png"/><Relationship Id="rId42" Type="http://schemas.openxmlformats.org/officeDocument/2006/relationships/image" Target="../media/image162.png"/><Relationship Id="rId7" Type="http://schemas.openxmlformats.org/officeDocument/2006/relationships/tags" Target="../tags/tag440.xml"/><Relationship Id="rId2" Type="http://schemas.openxmlformats.org/officeDocument/2006/relationships/tags" Target="../tags/tag435.xml"/><Relationship Id="rId16" Type="http://schemas.openxmlformats.org/officeDocument/2006/relationships/tags" Target="../tags/tag449.xml"/><Relationship Id="rId20" Type="http://schemas.openxmlformats.org/officeDocument/2006/relationships/tags" Target="../tags/tag453.xml"/><Relationship Id="rId29" Type="http://schemas.openxmlformats.org/officeDocument/2006/relationships/image" Target="../media/image153.png"/><Relationship Id="rId41" Type="http://schemas.openxmlformats.org/officeDocument/2006/relationships/image" Target="../media/image161.png"/><Relationship Id="rId1" Type="http://schemas.openxmlformats.org/officeDocument/2006/relationships/tags" Target="../tags/tag434.xml"/><Relationship Id="rId6" Type="http://schemas.openxmlformats.org/officeDocument/2006/relationships/tags" Target="../tags/tag439.xml"/><Relationship Id="rId11" Type="http://schemas.openxmlformats.org/officeDocument/2006/relationships/tags" Target="../tags/tag444.xml"/><Relationship Id="rId24" Type="http://schemas.openxmlformats.org/officeDocument/2006/relationships/slideLayout" Target="../slideLayouts/slideLayout12.xml"/><Relationship Id="rId32" Type="http://schemas.openxmlformats.org/officeDocument/2006/relationships/image" Target="../media/image156.png"/><Relationship Id="rId37" Type="http://schemas.openxmlformats.org/officeDocument/2006/relationships/image" Target="../media/image168.png"/><Relationship Id="rId40" Type="http://schemas.openxmlformats.org/officeDocument/2006/relationships/image" Target="../media/image160.png"/><Relationship Id="rId5" Type="http://schemas.openxmlformats.org/officeDocument/2006/relationships/tags" Target="../tags/tag438.xml"/><Relationship Id="rId15" Type="http://schemas.openxmlformats.org/officeDocument/2006/relationships/tags" Target="../tags/tag448.xml"/><Relationship Id="rId23" Type="http://schemas.openxmlformats.org/officeDocument/2006/relationships/tags" Target="../tags/tag456.xml"/><Relationship Id="rId28" Type="http://schemas.openxmlformats.org/officeDocument/2006/relationships/image" Target="../media/image152.png"/><Relationship Id="rId36" Type="http://schemas.openxmlformats.org/officeDocument/2006/relationships/image" Target="../media/image167.png"/><Relationship Id="rId10" Type="http://schemas.openxmlformats.org/officeDocument/2006/relationships/tags" Target="../tags/tag443.xml"/><Relationship Id="rId19" Type="http://schemas.openxmlformats.org/officeDocument/2006/relationships/tags" Target="../tags/tag452.xml"/><Relationship Id="rId31" Type="http://schemas.openxmlformats.org/officeDocument/2006/relationships/image" Target="../media/image155.png"/><Relationship Id="rId44" Type="http://schemas.openxmlformats.org/officeDocument/2006/relationships/image" Target="../media/image164.png"/><Relationship Id="rId4" Type="http://schemas.openxmlformats.org/officeDocument/2006/relationships/tags" Target="../tags/tag437.xml"/><Relationship Id="rId9" Type="http://schemas.openxmlformats.org/officeDocument/2006/relationships/tags" Target="../tags/tag442.xml"/><Relationship Id="rId14" Type="http://schemas.openxmlformats.org/officeDocument/2006/relationships/tags" Target="../tags/tag447.xml"/><Relationship Id="rId22" Type="http://schemas.openxmlformats.org/officeDocument/2006/relationships/tags" Target="../tags/tag455.xml"/><Relationship Id="rId27" Type="http://schemas.openxmlformats.org/officeDocument/2006/relationships/image" Target="../media/image151.png"/><Relationship Id="rId30" Type="http://schemas.openxmlformats.org/officeDocument/2006/relationships/image" Target="../media/image154.png"/><Relationship Id="rId35" Type="http://schemas.openxmlformats.org/officeDocument/2006/relationships/image" Target="../media/image166.png"/><Relationship Id="rId43" Type="http://schemas.openxmlformats.org/officeDocument/2006/relationships/image" Target="../media/image163.png"/><Relationship Id="rId8" Type="http://schemas.openxmlformats.org/officeDocument/2006/relationships/tags" Target="../tags/tag441.xml"/><Relationship Id="rId3" Type="http://schemas.openxmlformats.org/officeDocument/2006/relationships/tags" Target="../tags/tag436.xml"/><Relationship Id="rId12" Type="http://schemas.openxmlformats.org/officeDocument/2006/relationships/tags" Target="../tags/tag445.xml"/><Relationship Id="rId17" Type="http://schemas.openxmlformats.org/officeDocument/2006/relationships/tags" Target="../tags/tag450.xml"/><Relationship Id="rId25" Type="http://schemas.openxmlformats.org/officeDocument/2006/relationships/image" Target="../media/image149.png"/><Relationship Id="rId33" Type="http://schemas.openxmlformats.org/officeDocument/2006/relationships/image" Target="../media/image157.png"/><Relationship Id="rId38" Type="http://schemas.openxmlformats.org/officeDocument/2006/relationships/image" Target="../media/image15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459.xml"/><Relationship Id="rId7" Type="http://schemas.openxmlformats.org/officeDocument/2006/relationships/image" Target="../media/image79.png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emf"/><Relationship Id="rId4" Type="http://schemas.openxmlformats.org/officeDocument/2006/relationships/customXml" Target="../ink/ink45.xml"/></Relationships>
</file>

<file path=ppt/slides/_rels/slide96.xml.rels><?xml version="1.0" encoding="UTF-8" standalone="yes"?>
<Relationships xmlns="http://schemas.openxmlformats.org/package/2006/relationships"><Relationship Id="rId13" Type="http://schemas.openxmlformats.org/officeDocument/2006/relationships/tags" Target="../tags/tag472.xml"/><Relationship Id="rId18" Type="http://schemas.openxmlformats.org/officeDocument/2006/relationships/tags" Target="../tags/tag477.xml"/><Relationship Id="rId26" Type="http://schemas.openxmlformats.org/officeDocument/2006/relationships/image" Target="../media/image164.png"/><Relationship Id="rId39" Type="http://schemas.openxmlformats.org/officeDocument/2006/relationships/image" Target="../media/image101.emf"/><Relationship Id="rId21" Type="http://schemas.openxmlformats.org/officeDocument/2006/relationships/image" Target="../media/image159.png"/><Relationship Id="rId34" Type="http://schemas.openxmlformats.org/officeDocument/2006/relationships/image" Target="../media/image174.png"/><Relationship Id="rId7" Type="http://schemas.openxmlformats.org/officeDocument/2006/relationships/tags" Target="../tags/tag466.xml"/><Relationship Id="rId12" Type="http://schemas.openxmlformats.org/officeDocument/2006/relationships/tags" Target="../tags/tag471.xml"/><Relationship Id="rId17" Type="http://schemas.openxmlformats.org/officeDocument/2006/relationships/tags" Target="../tags/tag476.xml"/><Relationship Id="rId25" Type="http://schemas.openxmlformats.org/officeDocument/2006/relationships/image" Target="../media/image163.png"/><Relationship Id="rId33" Type="http://schemas.openxmlformats.org/officeDocument/2006/relationships/image" Target="../media/image173.png"/><Relationship Id="rId38" Type="http://schemas.openxmlformats.org/officeDocument/2006/relationships/customXml" Target="../ink/ink46.xml"/><Relationship Id="rId2" Type="http://schemas.openxmlformats.org/officeDocument/2006/relationships/tags" Target="../tags/tag461.xml"/><Relationship Id="rId16" Type="http://schemas.openxmlformats.org/officeDocument/2006/relationships/tags" Target="../tags/tag475.xml"/><Relationship Id="rId20" Type="http://schemas.openxmlformats.org/officeDocument/2006/relationships/image" Target="../media/image158.png"/><Relationship Id="rId29" Type="http://schemas.openxmlformats.org/officeDocument/2006/relationships/image" Target="../media/image172.png"/><Relationship Id="rId1" Type="http://schemas.openxmlformats.org/officeDocument/2006/relationships/tags" Target="../tags/tag460.xml"/><Relationship Id="rId6" Type="http://schemas.openxmlformats.org/officeDocument/2006/relationships/tags" Target="../tags/tag465.xml"/><Relationship Id="rId11" Type="http://schemas.openxmlformats.org/officeDocument/2006/relationships/tags" Target="../tags/tag470.xml"/><Relationship Id="rId24" Type="http://schemas.openxmlformats.org/officeDocument/2006/relationships/image" Target="../media/image162.png"/><Relationship Id="rId32" Type="http://schemas.openxmlformats.org/officeDocument/2006/relationships/image" Target="../media/image156.png"/><Relationship Id="rId37" Type="http://schemas.openxmlformats.org/officeDocument/2006/relationships/image" Target="../media/image177.png"/><Relationship Id="rId5" Type="http://schemas.openxmlformats.org/officeDocument/2006/relationships/tags" Target="../tags/tag464.xml"/><Relationship Id="rId15" Type="http://schemas.openxmlformats.org/officeDocument/2006/relationships/tags" Target="../tags/tag474.xml"/><Relationship Id="rId23" Type="http://schemas.openxmlformats.org/officeDocument/2006/relationships/image" Target="../media/image161.png"/><Relationship Id="rId28" Type="http://schemas.openxmlformats.org/officeDocument/2006/relationships/image" Target="../media/image171.png"/><Relationship Id="rId36" Type="http://schemas.openxmlformats.org/officeDocument/2006/relationships/image" Target="../media/image176.png"/><Relationship Id="rId10" Type="http://schemas.openxmlformats.org/officeDocument/2006/relationships/tags" Target="../tags/tag469.xml"/><Relationship Id="rId19" Type="http://schemas.openxmlformats.org/officeDocument/2006/relationships/slideLayout" Target="../slideLayouts/slideLayout47.xml"/><Relationship Id="rId31" Type="http://schemas.openxmlformats.org/officeDocument/2006/relationships/image" Target="../media/image155.png"/><Relationship Id="rId4" Type="http://schemas.openxmlformats.org/officeDocument/2006/relationships/tags" Target="../tags/tag463.xml"/><Relationship Id="rId9" Type="http://schemas.openxmlformats.org/officeDocument/2006/relationships/tags" Target="../tags/tag468.xml"/><Relationship Id="rId14" Type="http://schemas.openxmlformats.org/officeDocument/2006/relationships/tags" Target="../tags/tag473.xml"/><Relationship Id="rId22" Type="http://schemas.openxmlformats.org/officeDocument/2006/relationships/image" Target="../media/image160.png"/><Relationship Id="rId27" Type="http://schemas.openxmlformats.org/officeDocument/2006/relationships/image" Target="../media/image170.png"/><Relationship Id="rId30" Type="http://schemas.openxmlformats.org/officeDocument/2006/relationships/image" Target="../media/image154.png"/><Relationship Id="rId35" Type="http://schemas.openxmlformats.org/officeDocument/2006/relationships/image" Target="../media/image175.png"/><Relationship Id="rId8" Type="http://schemas.openxmlformats.org/officeDocument/2006/relationships/tags" Target="../tags/tag467.xml"/><Relationship Id="rId3" Type="http://schemas.openxmlformats.org/officeDocument/2006/relationships/tags" Target="../tags/tag46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5.png"/><Relationship Id="rId3" Type="http://schemas.openxmlformats.org/officeDocument/2006/relationships/tags" Target="../tags/tag480.xml"/><Relationship Id="rId7" Type="http://schemas.openxmlformats.org/officeDocument/2006/relationships/tags" Target="../tags/tag484.xml"/><Relationship Id="rId12" Type="http://schemas.openxmlformats.org/officeDocument/2006/relationships/image" Target="../media/image74.png"/><Relationship Id="rId17" Type="http://schemas.openxmlformats.org/officeDocument/2006/relationships/image" Target="../media/image102.emf"/><Relationship Id="rId2" Type="http://schemas.openxmlformats.org/officeDocument/2006/relationships/tags" Target="../tags/tag479.xml"/><Relationship Id="rId16" Type="http://schemas.openxmlformats.org/officeDocument/2006/relationships/customXml" Target="../ink/ink47.xml"/><Relationship Id="rId1" Type="http://schemas.openxmlformats.org/officeDocument/2006/relationships/tags" Target="../tags/tag478.xml"/><Relationship Id="rId6" Type="http://schemas.openxmlformats.org/officeDocument/2006/relationships/tags" Target="../tags/tag483.xml"/><Relationship Id="rId11" Type="http://schemas.openxmlformats.org/officeDocument/2006/relationships/image" Target="../media/image73.png"/><Relationship Id="rId5" Type="http://schemas.openxmlformats.org/officeDocument/2006/relationships/tags" Target="../tags/tag482.xml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tags" Target="../tags/tag481.xml"/><Relationship Id="rId9" Type="http://schemas.openxmlformats.org/officeDocument/2006/relationships/image" Target="../media/image79.png"/><Relationship Id="rId14" Type="http://schemas.openxmlformats.org/officeDocument/2006/relationships/image" Target="../media/image76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487.xml"/><Relationship Id="rId7" Type="http://schemas.openxmlformats.org/officeDocument/2006/relationships/image" Target="../media/image72.png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6" Type="http://schemas.openxmlformats.org/officeDocument/2006/relationships/image" Target="../media/image79.png"/><Relationship Id="rId11" Type="http://schemas.openxmlformats.org/officeDocument/2006/relationships/image" Target="../media/image103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48.xml"/><Relationship Id="rId4" Type="http://schemas.openxmlformats.org/officeDocument/2006/relationships/tags" Target="../tags/tag488.xml"/><Relationship Id="rId9" Type="http://schemas.openxmlformats.org/officeDocument/2006/relationships/image" Target="../media/image7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07.emf"/><Relationship Id="rId3" Type="http://schemas.openxmlformats.org/officeDocument/2006/relationships/tags" Target="../tags/tag491.xml"/><Relationship Id="rId7" Type="http://schemas.openxmlformats.org/officeDocument/2006/relationships/image" Target="../media/image52.png"/><Relationship Id="rId12" Type="http://schemas.openxmlformats.org/officeDocument/2006/relationships/customXml" Target="../ink/ink49.xml"/><Relationship Id="rId2" Type="http://schemas.openxmlformats.org/officeDocument/2006/relationships/tags" Target="../tags/tag490.xml"/><Relationship Id="rId1" Type="http://schemas.openxmlformats.org/officeDocument/2006/relationships/tags" Target="../tags/tag489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80.png"/><Relationship Id="rId5" Type="http://schemas.openxmlformats.org/officeDocument/2006/relationships/tags" Target="../tags/tag493.xml"/><Relationship Id="rId10" Type="http://schemas.openxmlformats.org/officeDocument/2006/relationships/image" Target="../media/image179.png"/><Relationship Id="rId4" Type="http://schemas.openxmlformats.org/officeDocument/2006/relationships/tags" Target="../tags/tag492.xml"/><Relationship Id="rId9" Type="http://schemas.openxmlformats.org/officeDocument/2006/relationships/image" Target="../media/image178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tags" Target="../tags/tag501.xml"/><Relationship Id="rId13" Type="http://schemas.openxmlformats.org/officeDocument/2006/relationships/image" Target="../media/image182.png"/><Relationship Id="rId18" Type="http://schemas.openxmlformats.org/officeDocument/2006/relationships/image" Target="../media/image73.png"/><Relationship Id="rId3" Type="http://schemas.openxmlformats.org/officeDocument/2006/relationships/tags" Target="../tags/tag496.xml"/><Relationship Id="rId21" Type="http://schemas.openxmlformats.org/officeDocument/2006/relationships/customXml" Target="../ink/ink50.xml"/><Relationship Id="rId7" Type="http://schemas.openxmlformats.org/officeDocument/2006/relationships/tags" Target="../tags/tag500.xml"/><Relationship Id="rId12" Type="http://schemas.openxmlformats.org/officeDocument/2006/relationships/image" Target="../media/image181.png"/><Relationship Id="rId17" Type="http://schemas.openxmlformats.org/officeDocument/2006/relationships/image" Target="../media/image72.png"/><Relationship Id="rId25" Type="http://schemas.openxmlformats.org/officeDocument/2006/relationships/image" Target="../media/image115.emf"/><Relationship Id="rId2" Type="http://schemas.openxmlformats.org/officeDocument/2006/relationships/tags" Target="../tags/tag495.xml"/><Relationship Id="rId16" Type="http://schemas.openxmlformats.org/officeDocument/2006/relationships/image" Target="../media/image183.png"/><Relationship Id="rId20" Type="http://schemas.openxmlformats.org/officeDocument/2006/relationships/image" Target="../media/image185.png"/><Relationship Id="rId1" Type="http://schemas.openxmlformats.org/officeDocument/2006/relationships/tags" Target="../tags/tag494.xml"/><Relationship Id="rId6" Type="http://schemas.openxmlformats.org/officeDocument/2006/relationships/tags" Target="../tags/tag499.xml"/><Relationship Id="rId11" Type="http://schemas.openxmlformats.org/officeDocument/2006/relationships/slideLayout" Target="../slideLayouts/slideLayout47.xml"/><Relationship Id="rId24" Type="http://schemas.openxmlformats.org/officeDocument/2006/relationships/customXml" Target="../ink/ink51.xml"/><Relationship Id="rId5" Type="http://schemas.openxmlformats.org/officeDocument/2006/relationships/tags" Target="../tags/tag498.xml"/><Relationship Id="rId15" Type="http://schemas.openxmlformats.org/officeDocument/2006/relationships/image" Target="../media/image53.png"/><Relationship Id="rId23" Type="http://schemas.openxmlformats.org/officeDocument/2006/relationships/image" Target="../media/image186.png"/><Relationship Id="rId10" Type="http://schemas.openxmlformats.org/officeDocument/2006/relationships/tags" Target="../tags/tag503.xml"/><Relationship Id="rId19" Type="http://schemas.openxmlformats.org/officeDocument/2006/relationships/image" Target="../media/image184.png"/><Relationship Id="rId4" Type="http://schemas.openxmlformats.org/officeDocument/2006/relationships/tags" Target="../tags/tag497.xml"/><Relationship Id="rId9" Type="http://schemas.openxmlformats.org/officeDocument/2006/relationships/tags" Target="../tags/tag502.xml"/><Relationship Id="rId14" Type="http://schemas.openxmlformats.org/officeDocument/2006/relationships/image" Target="../media/image52.png"/><Relationship Id="rId22" Type="http://schemas.openxmlformats.org/officeDocument/2006/relationships/image" Target="../media/image113.e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2.png"/><Relationship Id="rId3" Type="http://schemas.openxmlformats.org/officeDocument/2006/relationships/tags" Target="../tags/tag506.xml"/><Relationship Id="rId7" Type="http://schemas.openxmlformats.org/officeDocument/2006/relationships/tags" Target="../tags/tag510.xml"/><Relationship Id="rId12" Type="http://schemas.openxmlformats.org/officeDocument/2006/relationships/image" Target="../media/image183.png"/><Relationship Id="rId2" Type="http://schemas.openxmlformats.org/officeDocument/2006/relationships/tags" Target="../tags/tag505.xml"/><Relationship Id="rId16" Type="http://schemas.openxmlformats.org/officeDocument/2006/relationships/image" Target="../media/image116.emf"/><Relationship Id="rId1" Type="http://schemas.openxmlformats.org/officeDocument/2006/relationships/tags" Target="../tags/tag504.xml"/><Relationship Id="rId6" Type="http://schemas.openxmlformats.org/officeDocument/2006/relationships/tags" Target="../tags/tag509.xml"/><Relationship Id="rId11" Type="http://schemas.openxmlformats.org/officeDocument/2006/relationships/image" Target="../media/image53.png"/><Relationship Id="rId5" Type="http://schemas.openxmlformats.org/officeDocument/2006/relationships/tags" Target="../tags/tag508.xml"/><Relationship Id="rId15" Type="http://schemas.openxmlformats.org/officeDocument/2006/relationships/customXml" Target="../ink/ink52.xml"/><Relationship Id="rId10" Type="http://schemas.openxmlformats.org/officeDocument/2006/relationships/image" Target="../media/image52.png"/><Relationship Id="rId4" Type="http://schemas.openxmlformats.org/officeDocument/2006/relationships/tags" Target="../tags/tag507.xml"/><Relationship Id="rId9" Type="http://schemas.openxmlformats.org/officeDocument/2006/relationships/image" Target="../media/image186.png"/><Relationship Id="rId14" Type="http://schemas.openxmlformats.org/officeDocument/2006/relationships/image" Target="../media/image7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518.xml"/><Relationship Id="rId13" Type="http://schemas.openxmlformats.org/officeDocument/2006/relationships/image" Target="../media/image186.png"/><Relationship Id="rId18" Type="http://schemas.openxmlformats.org/officeDocument/2006/relationships/image" Target="../media/image190.png"/><Relationship Id="rId3" Type="http://schemas.openxmlformats.org/officeDocument/2006/relationships/tags" Target="../tags/tag513.xml"/><Relationship Id="rId7" Type="http://schemas.openxmlformats.org/officeDocument/2006/relationships/tags" Target="../tags/tag517.xml"/><Relationship Id="rId12" Type="http://schemas.openxmlformats.org/officeDocument/2006/relationships/image" Target="../media/image188.png"/><Relationship Id="rId17" Type="http://schemas.openxmlformats.org/officeDocument/2006/relationships/image" Target="../media/image189.png"/><Relationship Id="rId2" Type="http://schemas.openxmlformats.org/officeDocument/2006/relationships/tags" Target="../tags/tag512.xml"/><Relationship Id="rId16" Type="http://schemas.openxmlformats.org/officeDocument/2006/relationships/image" Target="../media/image72.png"/><Relationship Id="rId20" Type="http://schemas.openxmlformats.org/officeDocument/2006/relationships/image" Target="../media/image121.emf"/><Relationship Id="rId1" Type="http://schemas.openxmlformats.org/officeDocument/2006/relationships/tags" Target="../tags/tag511.xml"/><Relationship Id="rId6" Type="http://schemas.openxmlformats.org/officeDocument/2006/relationships/tags" Target="../tags/tag516.xml"/><Relationship Id="rId11" Type="http://schemas.openxmlformats.org/officeDocument/2006/relationships/image" Target="../media/image187.png"/><Relationship Id="rId5" Type="http://schemas.openxmlformats.org/officeDocument/2006/relationships/tags" Target="../tags/tag515.xml"/><Relationship Id="rId15" Type="http://schemas.openxmlformats.org/officeDocument/2006/relationships/image" Target="../media/image183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53.xml"/><Relationship Id="rId4" Type="http://schemas.openxmlformats.org/officeDocument/2006/relationships/tags" Target="../tags/tag514.xml"/><Relationship Id="rId9" Type="http://schemas.openxmlformats.org/officeDocument/2006/relationships/tags" Target="../tags/tag519.xml"/><Relationship Id="rId14" Type="http://schemas.openxmlformats.org/officeDocument/2006/relationships/image" Target="../media/image52.png"/></Relationships>
</file>

<file path=ppt/slides/_rels/slide105.xml.rels><?xml version="1.0" encoding="UTF-8" standalone="yes"?>
<Relationships xmlns="http://schemas.openxmlformats.org/package/2006/relationships"><Relationship Id="rId13" Type="http://schemas.openxmlformats.org/officeDocument/2006/relationships/tags" Target="../tags/tag532.xml"/><Relationship Id="rId18" Type="http://schemas.openxmlformats.org/officeDocument/2006/relationships/tags" Target="../tags/tag537.xml"/><Relationship Id="rId26" Type="http://schemas.openxmlformats.org/officeDocument/2006/relationships/image" Target="../media/image179.png"/><Relationship Id="rId39" Type="http://schemas.openxmlformats.org/officeDocument/2006/relationships/image" Target="../media/image202.png"/><Relationship Id="rId21" Type="http://schemas.openxmlformats.org/officeDocument/2006/relationships/tags" Target="../tags/tag540.xml"/><Relationship Id="rId34" Type="http://schemas.openxmlformats.org/officeDocument/2006/relationships/image" Target="../media/image197.png"/><Relationship Id="rId42" Type="http://schemas.openxmlformats.org/officeDocument/2006/relationships/image" Target="../media/image205.png"/><Relationship Id="rId7" Type="http://schemas.openxmlformats.org/officeDocument/2006/relationships/tags" Target="../tags/tag526.xml"/><Relationship Id="rId2" Type="http://schemas.openxmlformats.org/officeDocument/2006/relationships/tags" Target="../tags/tag521.xml"/><Relationship Id="rId16" Type="http://schemas.openxmlformats.org/officeDocument/2006/relationships/tags" Target="../tags/tag535.xml"/><Relationship Id="rId20" Type="http://schemas.openxmlformats.org/officeDocument/2006/relationships/tags" Target="../tags/tag539.xml"/><Relationship Id="rId29" Type="http://schemas.openxmlformats.org/officeDocument/2006/relationships/image" Target="../media/image193.png"/><Relationship Id="rId41" Type="http://schemas.openxmlformats.org/officeDocument/2006/relationships/image" Target="../media/image204.png"/><Relationship Id="rId1" Type="http://schemas.openxmlformats.org/officeDocument/2006/relationships/tags" Target="../tags/tag520.xml"/><Relationship Id="rId6" Type="http://schemas.openxmlformats.org/officeDocument/2006/relationships/tags" Target="../tags/tag525.xml"/><Relationship Id="rId11" Type="http://schemas.openxmlformats.org/officeDocument/2006/relationships/tags" Target="../tags/tag530.xml"/><Relationship Id="rId24" Type="http://schemas.openxmlformats.org/officeDocument/2006/relationships/tags" Target="../tags/tag543.xml"/><Relationship Id="rId32" Type="http://schemas.microsoft.com/office/2007/relationships/hdphoto" Target="../media/hdphoto6.wdp"/><Relationship Id="rId37" Type="http://schemas.openxmlformats.org/officeDocument/2006/relationships/image" Target="../media/image200.png"/><Relationship Id="rId40" Type="http://schemas.openxmlformats.org/officeDocument/2006/relationships/image" Target="../media/image203.png"/><Relationship Id="rId5" Type="http://schemas.openxmlformats.org/officeDocument/2006/relationships/tags" Target="../tags/tag524.xml"/><Relationship Id="rId15" Type="http://schemas.openxmlformats.org/officeDocument/2006/relationships/tags" Target="../tags/tag534.xml"/><Relationship Id="rId23" Type="http://schemas.openxmlformats.org/officeDocument/2006/relationships/tags" Target="../tags/tag542.xml"/><Relationship Id="rId28" Type="http://schemas.openxmlformats.org/officeDocument/2006/relationships/image" Target="../media/image192.png"/><Relationship Id="rId36" Type="http://schemas.openxmlformats.org/officeDocument/2006/relationships/image" Target="../media/image199.png"/><Relationship Id="rId10" Type="http://schemas.openxmlformats.org/officeDocument/2006/relationships/tags" Target="../tags/tag529.xml"/><Relationship Id="rId19" Type="http://schemas.openxmlformats.org/officeDocument/2006/relationships/tags" Target="../tags/tag538.xml"/><Relationship Id="rId31" Type="http://schemas.openxmlformats.org/officeDocument/2006/relationships/image" Target="../media/image195.png"/><Relationship Id="rId44" Type="http://schemas.openxmlformats.org/officeDocument/2006/relationships/image" Target="../media/image137.emf"/><Relationship Id="rId4" Type="http://schemas.openxmlformats.org/officeDocument/2006/relationships/tags" Target="../tags/tag523.xml"/><Relationship Id="rId9" Type="http://schemas.openxmlformats.org/officeDocument/2006/relationships/tags" Target="../tags/tag528.xml"/><Relationship Id="rId14" Type="http://schemas.openxmlformats.org/officeDocument/2006/relationships/tags" Target="../tags/tag533.xml"/><Relationship Id="rId22" Type="http://schemas.openxmlformats.org/officeDocument/2006/relationships/tags" Target="../tags/tag541.xml"/><Relationship Id="rId27" Type="http://schemas.openxmlformats.org/officeDocument/2006/relationships/image" Target="../media/image191.png"/><Relationship Id="rId30" Type="http://schemas.openxmlformats.org/officeDocument/2006/relationships/image" Target="../media/image194.png"/><Relationship Id="rId35" Type="http://schemas.openxmlformats.org/officeDocument/2006/relationships/image" Target="../media/image198.png"/><Relationship Id="rId43" Type="http://schemas.openxmlformats.org/officeDocument/2006/relationships/customXml" Target="../ink/ink54.xml"/><Relationship Id="rId8" Type="http://schemas.openxmlformats.org/officeDocument/2006/relationships/tags" Target="../tags/tag527.xml"/><Relationship Id="rId3" Type="http://schemas.openxmlformats.org/officeDocument/2006/relationships/tags" Target="../tags/tag522.xml"/><Relationship Id="rId12" Type="http://schemas.openxmlformats.org/officeDocument/2006/relationships/tags" Target="../tags/tag531.xml"/><Relationship Id="rId17" Type="http://schemas.openxmlformats.org/officeDocument/2006/relationships/tags" Target="../tags/tag536.xml"/><Relationship Id="rId25" Type="http://schemas.openxmlformats.org/officeDocument/2006/relationships/slideLayout" Target="../slideLayouts/slideLayout47.xml"/><Relationship Id="rId33" Type="http://schemas.openxmlformats.org/officeDocument/2006/relationships/image" Target="../media/image196.png"/><Relationship Id="rId38" Type="http://schemas.openxmlformats.org/officeDocument/2006/relationships/image" Target="../media/image20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546.xml"/><Relationship Id="rId7" Type="http://schemas.openxmlformats.org/officeDocument/2006/relationships/image" Target="../media/image72.png"/><Relationship Id="rId2" Type="http://schemas.openxmlformats.org/officeDocument/2006/relationships/tags" Target="../tags/tag545.xml"/><Relationship Id="rId1" Type="http://schemas.openxmlformats.org/officeDocument/2006/relationships/tags" Target="../tags/tag544.xml"/><Relationship Id="rId6" Type="http://schemas.openxmlformats.org/officeDocument/2006/relationships/image" Target="../media/image79.png"/><Relationship Id="rId11" Type="http://schemas.openxmlformats.org/officeDocument/2006/relationships/image" Target="../media/image138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55.xml"/><Relationship Id="rId4" Type="http://schemas.openxmlformats.org/officeDocument/2006/relationships/tags" Target="../tags/tag547.xml"/><Relationship Id="rId9" Type="http://schemas.openxmlformats.org/officeDocument/2006/relationships/image" Target="../media/image7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40.e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11.png"/><Relationship Id="rId3" Type="http://schemas.openxmlformats.org/officeDocument/2006/relationships/tags" Target="../tags/tag550.xml"/><Relationship Id="rId7" Type="http://schemas.openxmlformats.org/officeDocument/2006/relationships/image" Target="../media/image25.png"/><Relationship Id="rId12" Type="http://schemas.openxmlformats.org/officeDocument/2006/relationships/image" Target="../media/image210.png"/><Relationship Id="rId2" Type="http://schemas.openxmlformats.org/officeDocument/2006/relationships/tags" Target="../tags/tag549.xml"/><Relationship Id="rId1" Type="http://schemas.openxmlformats.org/officeDocument/2006/relationships/tags" Target="../tags/tag548.xml"/><Relationship Id="rId6" Type="http://schemas.openxmlformats.org/officeDocument/2006/relationships/image" Target="../media/image20.jpeg"/><Relationship Id="rId11" Type="http://schemas.openxmlformats.org/officeDocument/2006/relationships/image" Target="../media/image209.png"/><Relationship Id="rId5" Type="http://schemas.openxmlformats.org/officeDocument/2006/relationships/slideLayout" Target="../slideLayouts/slideLayout47.xml"/><Relationship Id="rId15" Type="http://schemas.openxmlformats.org/officeDocument/2006/relationships/image" Target="../media/image147.emf"/><Relationship Id="rId10" Type="http://schemas.openxmlformats.org/officeDocument/2006/relationships/image" Target="../media/image208.png"/><Relationship Id="rId4" Type="http://schemas.openxmlformats.org/officeDocument/2006/relationships/tags" Target="../tags/tag551.xml"/><Relationship Id="rId9" Type="http://schemas.openxmlformats.org/officeDocument/2006/relationships/image" Target="../media/image207.jpeg"/><Relationship Id="rId14" Type="http://schemas.openxmlformats.org/officeDocument/2006/relationships/customXml" Target="../ink/ink57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tags" Target="../tags/tag559.xml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3" Type="http://schemas.openxmlformats.org/officeDocument/2006/relationships/tags" Target="../tags/tag554.xml"/><Relationship Id="rId21" Type="http://schemas.openxmlformats.org/officeDocument/2006/relationships/image" Target="../media/image217.png"/><Relationship Id="rId7" Type="http://schemas.openxmlformats.org/officeDocument/2006/relationships/tags" Target="../tags/tag558.xml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" Type="http://schemas.openxmlformats.org/officeDocument/2006/relationships/tags" Target="../tags/tag553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556.xml"/><Relationship Id="rId15" Type="http://schemas.openxmlformats.org/officeDocument/2006/relationships/image" Target="../media/image211.png"/><Relationship Id="rId23" Type="http://schemas.openxmlformats.org/officeDocument/2006/relationships/image" Target="../media/image154.emf"/><Relationship Id="rId10" Type="http://schemas.openxmlformats.org/officeDocument/2006/relationships/tags" Target="../tags/tag561.xml"/><Relationship Id="rId19" Type="http://schemas.openxmlformats.org/officeDocument/2006/relationships/image" Target="../media/image215.png"/><Relationship Id="rId4" Type="http://schemas.openxmlformats.org/officeDocument/2006/relationships/tags" Target="../tags/tag555.xml"/><Relationship Id="rId9" Type="http://schemas.openxmlformats.org/officeDocument/2006/relationships/tags" Target="../tags/tag560.xml"/><Relationship Id="rId14" Type="http://schemas.openxmlformats.org/officeDocument/2006/relationships/image" Target="../media/image210.png"/><Relationship Id="rId22" Type="http://schemas.openxmlformats.org/officeDocument/2006/relationships/customXml" Target="../ink/ink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187111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Non-linear hypotheses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2EF8C1-80C7-EB09-DE04-D300F91BDC9B}"/>
              </a:ext>
            </a:extLst>
          </p:cNvPr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E00E6-44DC-5842-7A32-FF4EA21C2B5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E66895-F729-6C90-B4F7-70EA5A286FB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572464-1746-E9BD-BC2B-7CB0033CF916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DA57E1-23FC-B0E8-B4A3-A6D641914B1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2D73FD-F7FB-6D93-938E-9BFFDF96E2C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9C65144F-3EB9-061A-E1BD-AEB511C7CB12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C02D3ECD-9B3C-CE97-484C-157A14E899F2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C2A8BFA9-5CE5-076B-2662-CD6E250DC582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9D2E857-F23D-F85E-8839-ECFAA74767CC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334F5-82AC-4C84-B3CB-6ECF84D44F4B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F657B0-A1AF-F226-C4E7-42FE94AD9AED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5C726F-3CC7-5F52-DAB6-6A744F66563B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D83C6FCC-126D-8EEE-4523-AC64DDA8D95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69BC6D84-EBA5-671F-69A0-4B490CDB31A9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B4279142-5DA4-669C-8D4F-F830F852FA74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4C8EB406-231C-8904-0868-4103177F69B3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0324D9E-D1E6-6AB5-F0A5-996748C19B37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083B9ADA-0BAC-8002-7F0A-C238198A9C68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E0EFBEB-1D85-FAC5-8A7D-B12450E48256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CB37DF6C-7D60-1F03-2960-FD20459FF776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6F78D093-7BF4-35FE-2AA2-6D940C1B86CF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AE709E32-3E73-C4C7-6F55-C71442B78DB3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CD1F6E-589F-8876-AE93-BCA991BEABB2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E0577D-21C3-F148-9E64-4B922ED596C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9785EE-B438-16D3-4F4F-6FE83418FE5D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1279CC-55CC-BD70-7609-B3227D52C0C3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B306C9-B85E-49B3-76B6-CFB21D8D09DE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03F8B3-C241-3512-8C6B-D50852A8C8C0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46702BA-F76B-4F70-857C-2F06C8938939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C59375-BF3F-DE52-45ED-BB2A0451774F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C3CE066-89D1-8555-793E-85377C3CD181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A01DE5E-D4BB-9303-D701-346175E707A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5686CF1-3745-9353-BE5D-79BA2F9E4557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505BA5-12E5-310F-8DF3-E6F4609D3A79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2C3872-1F7B-2161-746A-C35B423213AF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64D948-2509-DC3B-8811-38C1DF4B5D26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192029E-382E-3429-F14B-73D7A0FB6AD6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F06BBA-9746-C27F-B83A-38DB00240D58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1F6892-759C-548C-E45F-31E0018745EB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D39310B-4C92-7DF7-CA8D-FB484DA8FE29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52BA02-9906-53C0-E2B3-DD9BB26364E4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6A9AE6-FD17-30E8-EF46-B6B892E363FD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7C4B87-2DDE-BD2D-0823-761A9B102F58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886DC05-CE51-C1C4-864B-C52DDFF88CB4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6D9757-FE4C-9B8F-BDE0-FB828362A8DE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564B94FE-E399-77CF-8088-48211FFD40CB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A492A240-ED31-CBE1-9BE4-FE216FE7F75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A20026EA-4248-4D39-4C58-7CE933DDCF9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109A3833-86AE-0AA2-2DC7-931831753042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EC6C8419-F256-4696-B091-60194D71E9EF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290BCF1-7C02-43ED-328E-815A2C3D04E1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55BE0B8A-6DF8-8E85-6046-55C6D80DC47F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1D5A7490-43A6-F310-BBA0-497562AA62F8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F989ACEF-F2E1-3458-43A9-36454427F3C2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AD2898F-C0DB-BE57-18F7-1B19066369DE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17998DEA-A9EC-3F9F-1E23-8D270188C7B4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6FE4BCED-3B26-4064-B915-D2D0A50ECBC1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7DE40155-922B-EFBF-7C8D-4A86A4C44B8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427874A-F3C9-3365-86C9-6177262E67C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C3AA5FCA-01FC-85A5-5BA5-A652FD85E664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CCFC4DBD-5AEF-DC82-AF7A-6417D7F7841F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23F31250-10E9-3E3B-B48E-F1C333DCD602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D8FF218E-7D51-4A49-10AC-DF6E14866AE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24ECD1-2183-9080-C8DD-7D0916D88A4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428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A9C6-7E08-FB90-CC2C-16857599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24278-B4D6-D9C9-7A6F-00F0E7714F5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A73807-5C9D-F01C-CD82-D954CDAF79E6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045094-04CE-FD48-54B6-DBA4DF946FD5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F4942C-29C2-24A1-0A53-2417710BC9A9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49CAAD-E55C-B527-9CCA-6B2C940D3FE1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744E99C-03A5-B2AF-BF2E-86752DACE25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65E79D0-6332-0DC4-9493-6382678FFB54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A595DAD7-D5D8-A5BC-B55B-795D376BC81A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611DA31-CE1B-41DE-1D23-A75B595C6A55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E30A9-DFD2-64F3-C2BD-FF574510111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E7E69-0217-0BD6-7CE5-FA62E5037E2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710CA6-3209-C95A-4D45-DC1E9C833520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EE67F9E3-C9B0-DFFF-E595-CAE1C1E7DDEB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A31B2A56-A245-B4B7-1B65-B6B25EAA7D1E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CBE72519-BB58-0FE1-1EEC-B45B4E9D155A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33401C03-466A-8FBE-D8B6-0C21954C4104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9F34E3-2263-DBD2-78A7-4F752BBAFF0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5800234B-BF1D-FBC5-1D9E-156F4C6C7AAC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8BE93E8F-6D10-9FF5-E1EC-D9656C2A216F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67C75A4-9640-A937-D36A-712F67AD916D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3A137E35-FC5F-B90B-A49D-2C4AB1E20CA9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1E47163F-176E-4CCF-FC5D-49F3227225AE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A946BF-8E12-6778-6E36-957250027D30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B01D06-375D-C2EE-A89E-DD9C52897B1F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F4CBFC-6C31-6BC1-6C8A-03B26EFF620C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A66AA2-613E-3884-78EF-321DE1687E7C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9A9616-B799-E3A3-20F2-7D9048286F06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F3658B-366B-2F3B-7F4E-67303D5B6377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9628B9-4704-BD1E-1181-C09E02DE2C3C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19FB07F-66EC-CEE5-1012-36865CB11032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03FB05E-AC1E-9EBA-EDF9-49FD4F626580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C94773-D3A5-26B8-24FB-74D3248A4FB2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6BB0DAF-7F27-ACFF-8498-79A19AB47EC2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4D6031E-2740-0717-EA9E-7C2A6DE75A48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4BE689D-0D5C-4A8D-3F22-6EBF454CD811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3F195D-0F17-6E5E-00BC-99E0B01017EE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AA807D4-241A-086D-04BF-F9AC9DF442E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17EED0-82D9-85B4-9F70-7F3366662AC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0CC599-8C31-77BD-D90C-94A8CEA07938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749CE1-FB38-1E26-4E7E-149DC023AAC6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3A1121-F183-835E-869F-95DF9E76F632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51F1C12-C3E4-476B-5D8A-2310EBFBECFB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9CFDF8-D100-4BC4-4120-817C18C9CF05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9B890B7-E9C0-C009-7F10-CADBB7E78C8B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A732A7-9C8B-2638-475B-E06966EA62B7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32918809-75F4-44B9-DE62-C24247FEE928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1D5DEAE1-DBC9-C58C-2D78-9A25582E1FE9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8F6838A0-9936-91B3-72E2-692596ED893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0453A54B-2C01-D3BB-3957-91339AAB19CA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8DDC6E8-2DC4-DB59-795C-06EA8541CF13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FDD18F56-46E2-FC38-E009-AE8623ADB038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BB3DF9BF-8E71-F08D-EE19-FAEAEDFD3934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E340D861-A3D1-1AF3-1B37-B1A4603CE471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095396C0-0647-AA93-61E9-993875B530B1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91E127BD-F62C-3D95-68DB-F9DA0B933D17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2F03BB8D-5FC1-4BEF-6708-2FC446DE762B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56FB60C0-E23C-6FFF-DFC1-5D53AECA1036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B1CE0486-2DEF-54EA-6999-71DD329E5A73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C2D90BFE-6A02-F3D5-5CC9-46751D65F50A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80E3A3FE-0B1A-E448-5E95-61AD4BB0EF20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F1CB190A-CDCB-E459-70A7-8A2CB76FD495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B08F7C0-727C-170D-6EDE-E2F476DA65B6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117222AE-CFF2-D617-382B-6ACAAC2F841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499A31-2E2E-798E-2C28-BF830758ABF6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60601D-D31E-7453-EA36-F295DD78D8E3}"/>
              </a:ext>
            </a:extLst>
          </p:cNvPr>
          <p:cNvSpPr txBox="1"/>
          <p:nvPr/>
        </p:nvSpPr>
        <p:spPr>
          <a:xfrm>
            <a:off x="4800600" y="354725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</p:spTree>
    <p:extLst>
      <p:ext uri="{BB962C8B-B14F-4D97-AF65-F5344CB8AC3E}">
        <p14:creationId xmlns:p14="http://schemas.microsoft.com/office/powerpoint/2010/main" val="24430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67B1-1F90-8DF5-D3BA-E549B3DC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DB8F5-05AB-49A4-5772-D048C35DB55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906FF8-CCC8-FFE8-972C-813178F44A4A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6665DD-8651-21C3-A246-BDD100954D1E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7ECCC4-1BB2-4209-040F-A0F5A8AE77D2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633B05-F2AD-DBF7-6633-E91F5A073CFC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B1D92A6-ADD0-9CBB-4461-189E4057C827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21A5035F-4485-E23D-38A8-528962381304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4311EBF1-4B70-2524-297F-2A082483107A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344B6C2-E54E-64F4-FD0F-46870DD4BFEA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DFDC-EAB4-FA42-A8F3-3761C95712D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B208B8-6691-2D51-E3AE-5FB90C6A64CF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723B2A-9B9E-0FB4-6A39-EF10DBEFF3ED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DFCA17EA-0172-0B51-F615-0444A1F41EEE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2343219-1D78-8BA0-EDFE-129B099F5325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96A8D265-0007-57B7-2C3B-B42DFA38589E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680A03D4-BAD1-FD6F-7A06-56177B7B431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81082687-25D1-5D68-43FB-2ADDE84EF746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663152E-FA8C-337D-0510-46361C26ECFA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D36CCCC2-580A-0E57-2B03-2696F27B1274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655BA362-2DB4-E098-C48B-A3AB01396F7F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FF08F6BD-85DC-177E-22B3-71F80299994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6C40C4F-5A90-77BB-F6A2-9569EAE00E9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EA04B8-D481-5880-8BED-8441FE868613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A2C262-4E8F-C097-AB81-BDAFB856AECD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E41B557-3CFB-0689-3BA7-A6C703AD5F0D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6D9ED8-7EC5-7469-32B2-79A44C00DC42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FCDD9E8-B746-1886-7AE5-3281A2EE6427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9FB859-57F6-C659-26EF-7438D83ABDAF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25E709-C67F-4EA6-C2DD-061A522FD7B8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2B1DB1F-D367-068B-4A38-193BA8AB2357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66FAA6-3001-73AB-DB01-4AF422B14168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F84F9EE-DD50-8EB5-26A7-764EB0E5D851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78ABE0-DC6C-6554-B972-675A5726732F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03B0E76-2829-19A3-972B-5A78F8AE08F2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91ED96-D6A9-3E89-A54A-381C0240B748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31E0F3-7B60-AEDD-67B0-F4292B6D6943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58662B1-8A70-6A62-A56C-20384E38BFCF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5B1058C-868A-245B-5651-F551F8C62C68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EC92399-9D36-FB6F-C52D-963DC2BB76D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4C9084-0267-30FA-3F6B-9708C1262E5C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387765-2379-36B1-D1E0-DD940A4155E0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7CD406F-AA19-531D-CA0D-DAD682ACC39C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D66517B-7126-CF25-5E58-443823BEFF1C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1A9DC1-04C4-5DDE-0631-4E644C267218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F8CDD9E-88AC-D376-0862-67105EDFAE7A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E401232C-82A8-1F9C-97D5-07A994A845AF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874722E9-1657-AE2F-0028-6726477DA25F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527FB27-9719-1FBE-0684-B114A704BBD6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D18177FB-3195-5B9C-0A81-04ABD7BA853F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BF2114C-A4C8-7AE5-491D-63B8DB35F53E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66819EC3-5E4D-C475-6BA6-393F05138774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D15BF6AF-D181-566B-1916-4695464DDF3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B895142D-D0F7-3CD4-7E49-8EB675B835C2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5F1F02F3-3A51-F0A9-7A2B-69432FD5F04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A806686-497E-C868-58BD-A7C5AABB126C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2030DD8F-9F2A-D26B-39A0-AC7BA4E7986D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28484C8B-85D4-00B8-6686-778AA44C3525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DA0CC85E-AA5A-DEE9-4AA7-E3F13DF2885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E6B02187-3AC6-6E0C-ACA9-2E739E7B6085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548A01B5-FD3C-EE1C-E9B6-71F01CF9C38E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1461B133-EE07-93E6-8064-EA983BBF016C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FACDF268-CED0-2825-2BDF-5BF2844036BE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041CFBA3-8850-F20E-7E40-FBF87C2AEDA5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217F56-F301-75DB-63BD-EF8F3AB02FD6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5F34A1D-7C99-6B54-1352-F876B474C2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0D98AE5-C2BE-5A90-33CA-CCEE7E06D0D1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7FB46D-88C7-ADBA-828B-39810DF9A36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</p:spTree>
    <p:extLst>
      <p:ext uri="{BB962C8B-B14F-4D97-AF65-F5344CB8AC3E}">
        <p14:creationId xmlns:p14="http://schemas.microsoft.com/office/powerpoint/2010/main" val="347975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CAC9-F49A-CEF0-81F5-DB738933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83591-4C02-54B1-FA26-E743B1CB921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326300-385F-CF15-09B2-5218E6ABCF1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4B649F-C70F-099F-6708-568F9EB0F38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052B5-ADB2-147E-106F-92AB12CF179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7BE253-7F3B-9F7E-A206-BE4D6915284B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D61CED43-5182-824A-51CF-BAAB461B3878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497AD073-7126-2721-CA81-7B7A1539D99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6B3B3799-30F2-2114-5AFC-59AFAC288CDC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929991E-490D-E3CE-0B1D-EB7BF1B35235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BF357-9806-60C3-5BAF-991CB46C8556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A22056-FBF6-F31B-16AD-6F6EBADCAD4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F6190E-D636-0140-1746-C26048BDDAD1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BBE4F926-9271-8963-628E-F3BC9E1B4C1C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788C633E-CE34-3CA0-91A1-A57318004FE3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8B2B7EC9-6E8D-D3B4-C478-AB3F4E6AE76E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60DD083B-3A6B-8F7C-7E1E-E4CB2C8B765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128C50-A280-6AC3-050C-1968ABA569CB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80C501A4-7FF4-AF40-ED1A-3362A8E39235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AB301B47-32A6-8D1E-A0FE-C2F6189A6039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8898187A-019A-F1CC-91BE-A7A430DBBFF2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C629114F-FA74-31D3-77D5-63282F6444EF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18DCBA42-BDBE-6367-CF2F-1BC4926F395C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3B9D17-09ED-5338-0D0E-B1A46A208FFA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5491E8-A0D0-F932-084B-4F4883B5968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4583B3-B7BC-36C4-FD72-7382EFE4118A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20F240-7DFF-CF7E-8DF6-A533EDD1FCB5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2EBBEBE-C8E7-B934-8078-A470F72FB062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19CAB1-2106-A1AB-A82D-E6B806D06F4B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CA5D5B-CD38-5C1C-2A46-BD1B3620FA3F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D49BC00-51E5-4F38-E536-2FDAA86B5F14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C4F8F37-C4D5-27E0-196D-708F989278A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B2701ED-03A2-2C08-220E-50C2B147EE6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FDE052-91DB-731E-9BAE-19D47AA13EFD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C54945E-D312-BABC-5C65-B8874DFD1F24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C3AEC9-D18E-14D1-8B08-C98BD411B925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AC8B34-7F62-6820-1F25-0ECBBF3E9BD9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008FD3-48A1-875C-B4F0-D4EFE3E04472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AAD7194-668B-210B-A2E2-05DE04AC701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FD3105-99B2-138F-83C9-6E2BA4DC0EE4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627365-B218-767C-74B7-393A9493A39B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75C55B-FDEC-B090-F228-93E417A33E96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5AC6CCD-E42A-F1F3-0F44-D827C08CAB45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6BD6392-CF6B-FDF2-6C9A-997C9B7A4832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9D8A5A2-4A56-077D-5F0B-E2EE6E51DC3B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0F04C7-3A54-C70B-1C50-85E5B8C31156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3DF37273-FE31-AAE1-45F3-6B86B5D95529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4B4D4A3-DF5A-9D40-C382-414D8AC8BF2B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1463150F-AD54-A221-5BB1-B5DB14566445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E12F11E-34C9-4B66-8F77-A94DB1CC238B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C08AFA6-C8AA-DB68-6528-03C6C3CC5DBF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7604C6A-7D7E-89CA-C6FD-FFB1344B8C18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7DD4D694-F29E-8AF3-0068-DC3D1FDC425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5AFD63FA-9210-162A-ADC7-DCA2E7496DDE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96CDB6EE-3B0A-CC9B-179B-4E29FB9B38EF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0721297-9FCC-B0B2-D406-97EBFDB4C223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CB7021F1-B125-F24E-008D-5CA94B26735F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01EFA781-3D3A-AEE1-70A5-95954119599E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24D9137C-5F69-4BE5-5053-D55F04BD8314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3CA438EA-AB11-2EB8-C020-261079F3F0B3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B04F670-E9CA-6F24-3A03-E19226CCA6E4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4FF9C2E9-F5BE-7C79-7CE8-C8D22FDF7496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1EFE0A4-5F2F-0476-3F83-C7742783762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8E3CCCF4-0367-2F07-174F-27FC9D6F3742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B6D8A7-257C-1FC7-34FC-15FD4B4FC8C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DAEEEDDC-7E74-5271-4177-7288D29D66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CD1CC8F-D55B-5638-4A70-A3C2E4476319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444D86-36EE-A1D5-79D2-475AE31FED17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7560516-990A-67E6-D1BA-202B06DE8D6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7560516-990A-67E6-D1BA-202B06DE8D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92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96CD-2DAA-EE3F-933C-F5B6FB13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99D1F-6CC9-DF09-E320-21AFC272BA9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AB8EF8-DF93-0558-DED3-F11759581E78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EEB15D-EFFB-2F63-FAA9-FDCF5866DB2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18FDF-D609-082A-A161-4DD06B6557A3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348160-39ED-2EE4-D6B8-5D3F08E06B0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E518A68-A608-655F-4F1A-6F80AAF54A03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66AAACDF-30FC-C49C-D440-6F7B16E4109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B44C72C-A7A7-6044-3817-EEC89215D43D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00F2C66-C061-1AFB-9A27-ED2D746BFB93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26F88-E9AE-6953-C1C7-0769B2D9E11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4084B2-0643-CBD7-FB4C-851147D06DD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A517E9-AE24-7D93-5256-A63445505919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7A1B9FA3-303C-6998-DAFB-13EB62A7EEF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270C5D7-B731-7B21-F472-A745C41EB9EA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1E5DC98F-5451-CDF6-6218-476A03AFD0C6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D37AB440-1A82-3CB0-33F6-B96CC5160387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C9A613B3-05CD-5954-9498-C30E80CC2A84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C5CFB1C3-B12E-8BB2-0F24-F9EA559CB9A9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B6D1D352-3A89-F0E7-FD9D-22E08D6B2361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6B240989-7FC7-903F-A2DC-37C785989B45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434626EA-75C4-F995-EC9F-E9488F93C185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46D972FB-BB65-DC43-443F-048C2FC7EB7A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02CF19-AD2E-4A21-107C-7ECDA1D387EA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71B998-6F03-E38F-E414-48D2CDEA53B5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BFB9A4-D5DD-6E01-4BF2-3FB4939DC7E8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0C7745-4DBE-F0DF-EA14-215C3E7C338A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8243F82-1142-C72A-91E4-0D86CDA1184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87FA1F-FFA9-70A2-94FF-E7AA1892855A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D7BC6D-FBD8-45BA-6EE4-E56373E6DEA7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6A7AB8-A830-1D0F-82EE-DBD3E79728FA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5876CA0-69A7-B4EF-4458-6D0A6A27EFF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B76139-A1D9-9754-147C-C98E0A2012B7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B437C81-42EB-7B95-FA7E-A84AEF33E297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13FC5D-1E8B-0CEC-C154-0BDEB4C051CD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21D38E-A57F-7349-C516-F04FA773CB79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62A4534-DDC2-E6A4-F7F0-3E3932DF6ADF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A06C390-9A80-CC9D-2EBC-8285CF4F127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88F656-E1A8-CE49-032A-4BAECCC0CC92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FB2D1E-87F9-AB50-AD59-13ED0A658B96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FC70985-ACC4-E36D-F6F4-612A9962AF5F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2F9F2D-4ACF-62D4-9383-BEC99E596D54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073144B-E7D5-06FE-577E-DEB4B5B1C873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84AC93-B20B-36D8-A804-BE5733E7A45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4FA5C9-33AB-2CD8-AE92-312FA867EA5D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FF9002B-C05A-B792-CD17-7F19903B7925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D46C7CE-F5DC-0185-C676-211CA06CEF45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4D2FC7B-968F-8FA7-CE22-61C848A811C6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21A5A38D-FF56-9E62-600B-4DBF2100E61E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EFBF57EA-BF16-F41D-591C-5EFE189885CF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C1BF54C5-4A10-ED71-C749-95E5DFBF415A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798DAA12-CE9F-CE9E-7E66-7F660D46131A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E8EF2BDF-9B56-9A2B-55E5-0111C2C4D2C1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9E1B7A73-B7B4-0E23-1A1D-C3C64BCD76F6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CBEAF975-A433-9DD1-1516-274D3F4C2D73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5E9D5E95-EBD4-1678-9DF6-4DC549FDC0EB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166259EB-50B7-C1AF-18BC-DF7DFD24ECAE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F95BE813-BC45-E3C3-9184-DDF581D98339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41255AE9-58ED-E24F-1FFB-CBB836E914E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F234C09B-3BC1-CDB6-CB70-5C00B6AE0621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ECA447E3-2C2B-F000-408F-B0BC4109D629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162573A-DC25-7713-FD24-35209BF6C55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20DF974-8E45-AF0D-BF97-2123CB31FA0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9F8B34E0-E7E2-DB1B-9298-4E1E6C07E3A6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C4A3CE-2D0C-AE04-C1E3-1F27BB178FDC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C3A7F1F-4263-4644-D331-EA3713D88D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818FA11-43B2-3199-0D2E-4E9BE10D3829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84493-340E-4A7E-A469-E0A23AD55749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1F8897C-5504-43FF-ED35-5AD8847CC6E7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1F8897C-5504-43FF-ED35-5AD8847CC6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82B7AD20-51A0-F438-3242-263C6CFECE7A}"/>
              </a:ext>
            </a:extLst>
          </p:cNvPr>
          <p:cNvSpPr txBox="1"/>
          <p:nvPr/>
        </p:nvSpPr>
        <p:spPr>
          <a:xfrm>
            <a:off x="4660715" y="2619423"/>
            <a:ext cx="3941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Works well for a small number features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D5BA546-A6D8-CAF2-2106-0D1DF3F89BB5}"/>
                  </a:ext>
                </a:extLst>
              </p14:cNvPr>
              <p14:cNvContentPartPr/>
              <p14:nvPr/>
            </p14:nvContentPartPr>
            <p14:xfrm>
              <a:off x="2480854" y="2782863"/>
              <a:ext cx="2147400" cy="215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D5BA546-A6D8-CAF2-2106-0D1DF3F89B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2854" y="2764863"/>
                <a:ext cx="218304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F8B7783-6AA6-6FE8-1310-43F9D2864557}"/>
                  </a:ext>
                </a:extLst>
              </p14:cNvPr>
              <p14:cNvContentPartPr/>
              <p14:nvPr/>
            </p14:nvContentPartPr>
            <p14:xfrm>
              <a:off x="356134" y="1948023"/>
              <a:ext cx="4457880" cy="13766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F8B7783-6AA6-6FE8-1310-43F9D28645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134" y="1930383"/>
                <a:ext cx="4493520" cy="14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28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81E1-E24F-4BC5-C39F-EA172177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BFAE1-0AA5-2CDB-6B64-FA2DF1A1639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6F9021-DC0A-B234-EE1D-A1E2E0ABFCD0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564205-8844-01A4-A755-337E4CCEF1B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17A734-9EC6-3D35-1958-E18E7696075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1F8EB4-0591-9371-7BE1-9F83A8F5A091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B8F0B5E-932A-32BC-3556-F02B85655F10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8229E6C-1048-D4AC-EC10-8968928C0F0A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E39DB79-D086-42DD-869E-2A950130D3D8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D5682F90-9320-ED59-6113-CEBDD54579C1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1E65A-C331-289F-3C88-206493355310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145E8D-031E-84EC-C9E2-EED0A41A6C64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7327D9-2426-252F-3BC7-349892DF34C7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A2DA1896-5D66-3D18-0FB8-4C5482AE125B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7D0013EC-A662-959F-0B02-3F17366141F9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C049E6DB-409B-2E1C-3D81-0D37A18DB75B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7DBDABC9-EC7D-944D-702A-F6E3374ED239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17D8643A-C52C-EE3E-0335-4BD5E4D4EEA7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C1AB9C9-47FC-343B-C986-03B16EB4183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EE44AA27-BD74-FBE6-0CDA-086CF4B98BE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175FB7C-9101-582A-7A53-709C4CC02F3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8A79B7BF-1C8F-3783-3285-9508F106330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2B9F0D8-849B-3A30-ACEC-2672AB32A73A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CD9F0A-6572-E996-C53B-3EEEAD718376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C29B07-F38B-28AF-E594-48E04C77065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1935829-9C6C-818C-E0C4-272945CC6571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015400B-A73A-91B0-751C-D77502BA92BB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9CE3BF-B59E-F801-2C82-55590942B9E1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2E00B6-39E8-41CF-297F-3CE1008DF19D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26949A-A37B-4DC0-125D-3FF748D33A3B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AA1061A-0D7B-6483-FFD6-AC606A1220B2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B6EFEE-2BA1-019C-42A1-4A3DC0248056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0B7978-5A46-1ACD-93E0-ED1799687ED3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7BF4E0F-118F-4482-57FF-AEE85A77E63F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125A4B9-7B02-E872-B563-42AA105E8540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61BB2A4-675B-F862-F848-D417DC8BC364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A741C2-22C6-C992-39F6-25489AD93159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B599799-840F-116F-6782-E324A7121F57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53B6A1-0039-5E59-97EE-D6A9C30D68D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7EFB01-3385-B062-5FF9-FCF4220101C4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8F5157-1971-E217-7C0F-5FFD4CF48F55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23D99E-DA74-72BC-4F00-5ECAAF6F5E5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302848D-E4CB-FE34-60BE-37CD5A081737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AF5D04D-50E1-1650-2C72-41409811D73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6201756-5122-F02F-8843-CD16418B6C2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AA820B2-85ED-DCB7-2EF2-684D1809A26C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7AB225D6-B4A5-2987-C374-BB80488BF79B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993E157-A35D-4C6B-15DE-EB91CF071877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E2A848DA-3F01-1818-247A-1E17DD9121A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189C6988-A0A4-E663-D90F-A8290696C304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13DAAD2-8E2E-46D4-D5B0-853859279084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0B48AC85-596A-F860-464A-8714EDA9FD83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5881B499-A0B8-0EA0-DB3D-0B04719F9AE8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F2FD41E2-5D64-198D-B21D-8D6787FDEB07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658384C0-7A1D-A691-FC67-6C73B41DE0CA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882493D1-1471-B104-913B-D5908234A13E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443C984A-E801-4254-21C6-8AD40D444A25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AED5F440-E1C2-1B98-AE43-13DC5E6FA7D8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87D5610D-8254-DA6F-4AA3-BEA631552F2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01FC88F7-62CE-EE23-FD28-9B182C32EA94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A1D19A6-6391-4F3F-D2F0-20E28DFB2269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111540A4-16A7-76BB-67F5-9276B3ABB74B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247F2D5-AE00-48B6-5F78-60D9A4B69123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33433687-6A80-5F45-22AA-DF04DBE7CE88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C3B3BA-A249-B42F-305B-DAFB5A1E792A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778D7ED-7923-F78D-D3DC-CEA3A918CD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048964C-419A-4603-259C-6D0CA6FF0081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5DC01C-6D88-858E-17EA-1E37CE1152F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CC6BBF3-D758-C61F-E635-27C6BD428D07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CC6BBF3-D758-C61F-E635-27C6BD428D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A6A62D40-18CD-CB5A-218B-8D0C9A3150E0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BE72194-6078-51A4-6068-5894A3364632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7146FAB-A1E5-2AB8-83D6-7EA31682D90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79D66A5-FCC0-08A3-9117-1AF7F4AD3F28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02278D4-29E8-7526-03EC-41ECADC5886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6F6DF0B-0B3A-0B13-0A48-F422A07146AA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4FD8363-5C6A-AD36-D267-E58E0E6F458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EF28170-9095-E269-940C-E6133FC0B33B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D4489CB-BEE7-ED67-B4C3-B8C7F157FCA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2A4B0C8-09A0-9875-A1F0-124038FDA85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645BEC0-7CE5-E251-AB91-101396B3B281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917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0284-06BF-97E6-C3A1-AD68C1D5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92B5F2-D253-0B27-A1A6-857EBC77E11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86DB17-E540-5574-05DE-AD24F28A4E6B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D92DBA-8953-8F97-00CF-E80A396DDAF2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2A243-203D-9A11-9FD8-90990C6AEAC7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597911-341E-9383-1698-E00A70856288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669F79CF-D101-BD2A-C306-C149B2D31C2F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D1B95A5-4A06-E920-0F42-66574A88B909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C1E2D12-5A04-C443-55E5-F199031C5E11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C8489E4B-CFB9-2CB2-58C8-B80F7002238F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B412C-98BD-2B31-9FE0-32B1DC5B406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C4B945-5745-5E2E-FDBB-B0E6434CC23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1E277-7C81-9169-D03A-57F763132A5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A3E9B54A-C38E-0CF2-3F01-A098CB1C93D5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4C5067BA-CE3B-D6CA-6013-533483CEA7DB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F2AEA9F2-0988-DFC1-C273-01E21842E176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0321B3C2-F136-481D-9C06-ECF817617350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0AD99201-BBFB-FAC7-6D04-ED3BB7411434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1818D503-B992-C89F-BB99-C8D33B499D2F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903AFA44-519B-6199-5D09-711AF3A30BC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E707271-E988-E420-048D-5BDBEA50171A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EFBE9340-12B3-DE12-AA1F-29796A7A1896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4012C4B-4D1B-C469-20E8-5578BB1E4FDC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5B59FB-6FC3-7EA0-A8E1-DC2696224D3F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F9E932-62CF-E03E-1231-3F079E3560EA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209B25-A39C-BD6A-D117-5CEA7834F8A2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CF38D2-7D0A-906C-D94A-6673AC0716B4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0BA935D-BB7B-42AB-AFF6-6FA6B034D93F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69A448-BED1-2B84-8283-0E9DC6145B39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016E84-F612-27D0-45AB-75671B7C9CAD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4079795-A41E-BEB6-7D87-ED2FE6BCE215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2BBB95-5B9A-FEE2-FE89-1F9F479A0AE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322B19-484E-4879-06C3-4939254519DE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99DC6B-5818-56FD-12F1-AC801355BEC8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5A65E3-8701-D6E3-82FA-8EC9B45A75D5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798EE45-839C-D6C0-B65B-882100D75362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E26A53-0CC1-7349-3CB4-3CAA3153EB9F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204F96-F741-9DCC-DD4E-B298B9A1651E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0D27BA-EE0A-BD44-6797-F6A1F1A2B5FA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1BD208F-D46B-9729-861D-27F90F26521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65FD512-2C83-ED75-D5A0-0B1730459667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D5C3FEE-CE80-78A3-E8BD-948CD9F07611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C2F7802-D634-F2B5-2A9E-3933FEEC3B37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0B2747F-0519-8FA2-342F-3E3621C9E42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8A3EE41-D0DB-1C7C-F83C-959D7E0BEB10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046C47F-734E-FB56-8886-7C14ABFAE174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B4D7F1E2-7F9D-DE42-9B03-90C7794206FD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665D4A5B-6DA5-EA51-612F-D1C1CB2C3A92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6BF388C-8E09-FC5F-8EA5-BD241F15C9EB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4D7D503A-0EEB-FBEF-30CB-9F70B8A7AD5E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DBB241FC-92D1-CDB0-F267-6786B550B284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53B7E5C7-E0A5-89A1-BBFD-A9C5623AA697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14AC5423-16C3-9599-A72D-C620996D8E2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7DB62242-8E58-38A8-F54A-F6077AD207D9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7CACAA0E-76D9-9981-53EF-B34C8E3FA441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72AC75F3-A33C-6914-2170-D8F6EC84D276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CF16464E-084D-E21C-9569-A3DE9F83A697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D968205B-6C39-D372-38AD-625EF5F5361F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EF0D0157-8055-139C-6597-6F3CAA24938A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5092AAF4-B907-9D78-036C-A47FD6FBFDB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BD850E89-EACE-88AE-9A84-695D697F0EF8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31F485B2-68E6-C038-088B-84430F5096EC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F0127B67-37A2-25AC-D980-F60E0B36495B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D9B4ACFD-A130-1070-E8B5-4FF4B0B050B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0AC073-FE28-2105-B7E0-1E36B00D45F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2114D02-3C37-8797-2989-1C27C78379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F078544-28BE-30BD-8F52-0397A4262444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456578-1517-4A0D-1D42-3A21AD8131CE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091658D-75E8-F34F-ADC9-4F3AFBAFBB3B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091658D-75E8-F34F-ADC9-4F3AFBAFBB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9551FC1-DA4A-DCEB-08E7-A57C0AA83146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0267148-14D0-6BD4-07EC-F75F405EB061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02919D0-0212-38E1-51C1-1EE53EB836B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A16C995-9D71-D4F3-6BEA-8AF484552437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A5F374C-0FC7-C371-C32A-E78F392ACE4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85847A0-5F02-5964-2997-3EC1E6F023B9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5E322B3-EBFC-CB10-B481-4AB7FB1AEF9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0A33423-C26C-785B-3CAD-758A252298B9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445D95A-8442-3289-2EC8-9B7367DDFDE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B023356-C195-107C-46CB-290DB327887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67E8086-1279-31E5-8097-AB5BF5A5B65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C1F31354-F05A-1F66-8EEC-96592F7D60E3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456A4A-AE67-85DD-3E05-E4BC45966D17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</p:spTree>
    <p:extLst>
      <p:ext uri="{BB962C8B-B14F-4D97-AF65-F5344CB8AC3E}">
        <p14:creationId xmlns:p14="http://schemas.microsoft.com/office/powerpoint/2010/main" val="88674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319A-8C3C-98CF-7066-773ACCCC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3DAA7-5B00-1126-9596-A69836B7832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5B52F4-96E9-5A7C-EAA5-A87B4CEBAFD9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E06D7E-E569-CB8C-279B-CDFDE55D3ED6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78CD4D-FFCE-5D85-6870-E3EF04D93A4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B673FE-7D1B-5CCD-D7CD-057091B38434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07D431F-D05C-247C-177F-B6836FBFBCF9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6DA24396-8BA4-BBAF-6EF1-305ACA90BE89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DD95188-7A7E-766D-1637-6D5D287C0270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36B5BCE-5652-9A3F-9638-3008DE3CCDF9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DFB97-2E56-53DD-7186-2C9F9E71D56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5AF157-2F8A-85DD-8831-4CE25E8DDEE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618E52-3932-1669-4B40-FBF2F17EB1F0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6A507904-24CC-CF96-FEF9-255E15071884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010989C-D760-A43F-B1DA-073394152AF1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60BAB514-EFDF-99A6-55BB-94C55C344EB9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9DFEDED6-4C07-0115-6E0C-7A45C42DC51A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CD730C18-5C50-97CF-7EEE-101D03C1327C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D62FC3B-CF24-70C0-CAE3-5D85971091BB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72FEF2F6-54E3-D2DB-237B-05B1425FCD6D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91C87E92-52EA-AB78-9934-8927B648DC9A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568940A5-F2EF-3494-704A-0CB7D92944CE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8F6CA76-2688-C99C-683A-CA26EFA4FBAB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AC40B2-2381-F164-A5EC-BBA61F6EB0B2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131C44-061A-7201-B76C-2D430AC906F2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FFF971-FC58-2252-170C-9877B8F0DD5F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270BEF-6AD2-1133-BED9-93A9617525E9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70F0E5F-4BD2-165A-61C1-AA0B7F93A5EC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F60391-1A54-D28E-6EDE-B82C017AB2E0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A4837B-6D67-B0FF-5E70-9D64DEBD36F2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302F4BB-DC19-290C-D98A-A20E3417DA2D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94177F-E951-DB8C-3D4C-DDAB64426457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6CD91B-EE26-7792-FF42-23F75178001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0CE406-094F-1D26-2C4D-053C6989B2AD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2575C7-0806-1588-975B-B852401D4FD9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31DE1A-9BD5-8BEC-D4CA-E04926A98F99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6A4AAF1-9FA0-AD3C-9630-15E653378A86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91E5C13-D371-613C-36A2-A7B93684E580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7A45F1C-A3B8-C478-4350-46BE70E1CFD7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09A74FE-33B4-DFDE-CC0A-87403E1D6FF8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60926F7-2D63-E106-60C4-F5B4AF7F158A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930650-30BE-D5F0-ACC2-39F95A463992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2FF16C-4227-69D3-F239-BDEBF2BD7CDE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3EC99A3-E700-08F2-B8F3-0B70F2730A0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1EAD5A-A909-EBCF-48DF-8B2167DFFF1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339F11-1094-8CEB-F3B8-4B2190F279E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DFEF72AF-E99F-80BF-4278-FB98D180B159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CEFE4D91-C4B4-F22B-9707-FC3C22C4D47A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E0859BD3-C88C-F5E4-0AB6-1150E2B69CAD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78FDDF63-111A-783A-7723-74C0722E9210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6FE406E6-E88E-A2D7-EBE9-90AB0ADB6ABB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C6704026-C988-B9A9-5820-1188A0574C6E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37D5FF1F-C7CF-2499-848D-2D94AFB68C10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9C28FB11-BBF6-B87C-E39E-4D1690E51A1E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D3F0FE92-5C5F-3E79-669A-0382427F261C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2ABDFDE5-C79D-F8A3-F9F1-09D33596AB0B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D6575532-F699-F4FD-6E0F-49A3BFC7AE6A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7ED7E8C7-F22A-582A-3B06-E3DFBCAB55D1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7EAC0D71-55F3-19EE-02B4-F03C0775C3CC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A427D645-3F92-AED4-7AA2-77151A9D6CB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6FE6C40-4140-83C5-98F5-3B3653B950E6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F4F09BB3-C20D-BCE1-FA7A-70533ADD1355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5D5435B2-2958-7DED-74A6-11341FA05E31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CA6E4CFA-0B8F-CD5A-0E26-1A4BB931105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266C3D-AD6F-8942-58DF-DB388F9ABB82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61A8949-7202-7919-41F9-69F92746ED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CDE778F-DBA9-A8A4-6FFA-8C5FCFC3FAEC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43AF1F-83B9-A479-830E-BD9A0C6FD544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D521B24-C6CC-D1D4-334A-3F9BB907A76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D521B24-C6CC-D1D4-334A-3F9BB907A7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8690529-29A8-50E4-BD4A-013821419F8A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FAE37C1-0C51-81D8-8EF4-BBE5590BC3BB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B64D0E0-3DEF-F7AA-A18A-DAC0BE4FC0E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D8D571-D3AE-5A9B-BC75-BB89DAF9D483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9CB0748-A506-94D9-7B31-47301E34273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A298A06-6776-F70B-C89A-9F7A22D0012F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02EC37B-02F1-B57D-EBF6-6D9FB47902D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B01C0D-C864-0BF6-2417-24E432A74AC8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037D8E6-7916-75F3-7215-FA2C69DD7D4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1AF176B-16C2-DDD1-B51E-0D8751DEC18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2CEA8CB-9A62-F48E-5E65-DAD35F041E7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615C6261-2463-1E89-D351-B291A3BB7171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255B4C-339C-15FB-A1C4-C1ADBF9402E5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577E4-BF24-0A71-2873-21F557E9C5C5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577E4-BF24-0A71-2873-21F557E9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2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295B-C241-C8CF-3BE7-707DBE2C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C29BEB-519B-54F3-E4FC-D319CFCF483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67F410-8ECE-3D39-5726-BC802AA836D3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30164A-4AAE-D831-A207-44094A8FBECA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17FE26-A5C4-034C-6466-86C84493BD8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57639F-7DB4-0AC0-1C69-3189B7C0BA6B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B08B07E4-E6D7-52F3-3B15-DD17EC8580F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C35F5CC3-C1FE-1E8C-7DB9-97EA2DD8D31E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9659F4B-2423-48E5-8941-302FC6AD25D2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67FC47C-10DE-F6FE-4AF4-AC19B8466F6F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47440-90FA-EFD0-9956-1FC290BFE934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AC2BAB-9A16-326B-53B6-7F532DB02472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E46FF9-4623-8F9A-AEFE-F8D8B3EC22CF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B26DE816-F5A3-40AA-724D-C483719A630F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0EEDBF5-2388-A217-D6EB-75A7EA90785E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4BFAAA62-89FC-1923-DEE9-B0338E42CD6C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C45F10EC-8A95-737A-0684-86A9138D61A5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94A8DED4-5DCF-68B3-F6A8-2359C52FEBDD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B4513CF8-9756-8B7A-27DA-F5C9DA99885F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329EEBB3-68F7-60CF-E420-6808375692FF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51A09F44-C7ED-6F93-5576-CB551749C4B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CE029A7A-F6C0-7FC9-E688-0E6D50EC793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D3A98668-4187-2D2D-3615-34F867879248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DD56ED-10EC-A865-E699-03A25086991C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29CF4E-B366-7B83-6CEC-14C3044A39BA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DB3202-AF66-2F19-1E89-737A18D9D957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9C2E90-6DA7-0D07-17B9-8F700ED240D0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7C91ED-BBE4-CCC0-5F2E-F8F285B298C2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13FDFF-B671-223B-ED9C-A6953632FC36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0CF1C8B-EC0A-6E12-A7E5-2218CDD69AA6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C4D625-153D-0A33-0F0F-A91D942AE401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B020BE-0235-FB23-C161-1A974C580408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A98CED-6589-0C8B-4701-63E56A3561F5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AC8421-3E96-487F-D42E-338CD1908135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44FC08-1547-65C9-FE2A-08299D104B37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50E4F3-8001-AD4A-1CD6-27E2E1DF942F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403FC3F-02AA-9D99-E522-8AEF73285702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CCE2B7-572A-D0D5-D979-63CE8BD9F492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E6BA3D-F424-4B70-010B-D136787CC5B1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3DBA97-69A7-7DB3-83E2-2EDE99AB795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351CCC9-2F0A-729F-3EA2-9EBDEE4712D4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603C1B-5116-5FEE-D320-CAA84A44329C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47D9D09-E528-336F-F8D6-6C3CF90C9BA0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2CF9E9-0848-881F-EA86-6CB2AB97726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6A084A-563E-A1F1-376F-CD199E7CB9B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3DBD60-50DA-94F2-C1C3-A80BFDE0A43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77DC8199-8C44-B565-D36E-0E809D08CC12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A10FF10C-BE23-7EBB-9DC7-8AF8B2792C13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4DA4A222-4BEA-729D-CE34-6CED0412051B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6859FAC1-5581-92AF-F762-D766A49FEF06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DF838D8-6E6F-72DB-AA29-5A81929FAAB6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BAB808A9-78C0-55F2-0F05-DEE0420F0340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2720353E-093F-29BD-5CBC-9E7D459C3BAD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06B28376-99AE-E6E6-67F6-CDD13840B6F8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AC462B3E-1579-D304-A80C-472D71F5480F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7EE16C0F-68AA-224F-5380-85618985A500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8503C29F-AD78-F3BE-7F2E-1B6838B06ADB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206DE97C-35BE-7645-3A1B-17653A6F4FB9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06E11E9C-3954-B0ED-9A03-7DA8E8E7C4B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11303F70-CA0E-942F-B316-DC8C12CD755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4B1750D4-98CE-BC63-16E8-B3E02CED273F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B6E4D87C-2221-77C5-A80E-526216577697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98131BF-56B3-75DD-B82A-F1CDC46F6778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60EF4705-7C9A-6954-F020-9E37A9560A0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280E53-B777-F5B1-0153-9F79877F0C2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A295B2D-90C0-9A2A-9023-2A30E00FF4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36BE173-1DD3-E3A1-7C78-4319FDFF6D8E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16C665-784F-F763-0084-5DE039918D61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32F2FEE-9581-600E-A048-72BCD6A065E6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32F2FEE-9581-600E-A048-72BCD6A065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8B1325F-E930-4ED7-0B7D-8F25C5AA89AB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DDAE664-6B2B-0187-1FBC-40478ACB445F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09595A3-9875-93F1-F1C2-B7FC0777B27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86F8234-3EA7-6EBE-08F5-304D5CF39FC6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1DCA3E2-E1F1-41EA-21C4-FC0711BC533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67EB98-31A1-3084-4CE8-7EC19E85AB50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397B25B-C9D9-91FB-C7FC-20B9C500357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FB8E951-1DE8-9AB8-C678-385A15ECE244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D415959-03F7-A5DA-8BB9-DD8EF5DBE61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B12BFF1-16DD-2BAE-C4AF-E19E3D1C84C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41EF2AF-A32C-C349-1188-6330FEF0BD5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4CDEDB75-0397-5B11-740C-C6C37203B01F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E284A9-741A-2B5B-16F5-6D5201A8C9E8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D7C96E-EAA3-0FE5-8E44-F7B8A36F7A5E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D7C96E-EAA3-0FE5-8E44-F7B8A36F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C5797F69-E6FD-0EC4-3AFA-CE8A7660E827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9D8B119-A3DF-198F-7806-74D364D6E69B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9D8B119-A3DF-198F-7806-74D364D6E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77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7714-CDA1-9FAB-FC8B-D3235032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E86B4-BA93-D3B9-73C9-A10FD2340C4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AE0172-D549-1EE0-C5B2-41DAD7F86A94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C00138-93E4-9EE9-090E-293CDEC822FD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66B557-DBAB-0503-E6AD-4ADE3757A724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70D31D-ABED-FC90-74F1-1EE49EFD5ED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B9C3193E-BFEC-E95F-3F5B-B80EB269028A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81189D2F-7F65-6927-054D-CEA6AD110DA5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3525816-A87F-5046-1378-AC54EF429D33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D914524-0321-7E39-19F4-B26E52C7CC76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C313E-2C14-C29F-6C3C-D57ED9A0A0B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C67F3C-46A0-AB78-EC12-14326AF860A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54A56-06D3-125C-DA11-9E874FB621A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19E06B11-B402-CB8C-9BD5-B515F5FEE81A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532DE0E-CB8D-14BD-9104-620F23502034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3749C1F7-8018-6019-09DC-F0E34871600A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AEA1FF41-C029-D267-ECFB-875F747D186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1B2B15F0-F8C7-1195-8FCA-4E0716E88CF1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FD7C9E3-BBC7-CF69-A13F-C35922B3CBF4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191421B-8673-B0E5-F762-6C6886E90773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0A5E1E15-8302-0E41-1E38-5658900DEADB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7251336D-AC66-0534-FB6A-EB86A535A3AC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92D31D5B-F176-D3B3-D1B5-5C6A7124C900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1CDDB0-CAEB-71EE-3A28-68C04ABAE0B3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CECB5D-005D-D947-5A27-5454F53CED1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D3D2EC-7B48-7478-1A57-03D2216B36E0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409C5C-2755-03CA-D5B9-D3ADAD78B5D1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403DE6-CEB0-8F2E-B3F9-DF7872AFA8EF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AF3F8A-EB2C-4111-D15C-7EFD13E6974B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5948B1-CB40-B6D8-C35F-2580C1E993CA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3EC139-6086-569A-00A9-6970EE4D0CE1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0EB5FD-4E62-7321-BC5E-D075703EEAE0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A28F3F-0C6D-17FA-9B1E-5760BD0C8329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7FC3B1-DF03-1562-AEFF-D97AD40BDF6E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0E6788-4098-F27D-A456-87DBDEDACAF6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6341228-C672-652C-6C14-7C20BBC10904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4FE2CDD-DB78-2A41-506B-DD0D744522E7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86A718-5F6A-73FC-287D-60282412C7F1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CF1E309-A587-E348-73D9-8AEC5D48A275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F3A9AE1-521D-4F3A-1536-59BE558FBDF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FA6AB4-9682-4A6E-7C0D-2243C49EEABF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107161E-B88C-9857-5C7F-8C521465077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E2FA5E1-7771-B221-8BE2-A32B017EE1BF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A94BD5D-FA9B-1141-76FC-23C3C8B5D558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2B63510-E477-90C7-E302-E65447F01447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044069-FA25-F169-5C2A-42D9E32ED73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9477AD8-820E-D409-1D82-4883294065F2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079016BC-EE97-ECD3-B23E-1B685971E74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B3AE025E-B393-5035-D5D4-6AAE7568EAF3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EF163BD4-4E40-D020-E18D-71939F6A4D53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3323E67F-3F13-1B01-017A-3C5DD7A4C9B6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7B847ECA-50DA-82EE-81C4-D6964A66116A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007CBA97-1A7C-4357-3A28-9A53D69E0133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E47D9DCA-316A-3394-7D35-0CB88AB79C00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262B0633-71AF-CF18-EF66-EF54E5A0579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CC2C4C8E-0773-FD24-C369-046BA745EE52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88FA1F09-BFF2-69E3-6352-B76F7CBEB072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9FB0BA1F-F0A9-6FC3-8D96-DDEDB9B3A9BF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F1967B9F-9BE0-9354-9FCE-C97A1BBD7E8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93B698A1-9CC5-A05A-6EE6-42AB7F1E2BDB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007492CC-6C9C-FFFA-FBBB-84966D7D00DA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CDC2F477-8F9A-A4AC-1CC3-3E1F7A15801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2CBF3BA-3CED-A59B-677D-BEAC6C11C3A6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6DA48F8D-6908-8B4D-CC6E-7D8AFE0E7EA8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66D836-DB80-CC02-D554-BDA9501F000C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988DA7F-0C1C-E8AE-0123-3D9B6E0A74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D5BC4D1-F96B-4192-E55A-81F95E0B6A78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C7B24C-A6C5-FAB2-AE97-3B77FD3348D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81466FA-4644-70FA-7881-CDE0241A9C59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81466FA-4644-70FA-7881-CDE0241A9C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D3F7207-B137-E06B-E3ED-B934E949C0D3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A5AAD4-66CC-1A98-DF52-0C60CE5C2A7B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E9B32E2-46FF-2070-140A-1DA2CF43260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205BFF9-67CF-A548-7A32-46B85FEBF1A5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67B5F09-0F81-8EE9-485E-984664B0640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143063B-314F-4534-87B5-876027598773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A2C2B6E-487E-206A-348B-8500E3558DF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55B6417-2CFA-C6BE-06BF-21C6A6A1C25E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05E09C3-774C-7389-E126-132E822590D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BCB3564-0F6E-0161-3FD4-08240A14069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A3D3A37-11E9-9511-8269-728DC67F518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98D1EAAE-EEE6-9755-C5EE-71F16737D74D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5A012C-BE7B-8DEB-1CD0-73C8BF55BD41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1BC1263-639A-C932-E141-A96456D9E846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1BC1263-639A-C932-E141-A96456D9E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B79DE042-D79D-5DD8-F9DC-C88D06C9B2E5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8DC9490-DC68-45C7-93D2-6B16DB217A2F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8DC9490-DC68-45C7-93D2-6B16DB217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EB64186-BFCB-DC50-8196-B302C6C1B607}"/>
              </a:ext>
            </a:extLst>
          </p:cNvPr>
          <p:cNvSpPr txBox="1"/>
          <p:nvPr/>
        </p:nvSpPr>
        <p:spPr>
          <a:xfrm>
            <a:off x="4219979" y="4092641"/>
            <a:ext cx="258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 you see a problem???</a:t>
            </a:r>
          </a:p>
        </p:txBody>
      </p:sp>
    </p:spTree>
    <p:extLst>
      <p:ext uri="{BB962C8B-B14F-4D97-AF65-F5344CB8AC3E}">
        <p14:creationId xmlns:p14="http://schemas.microsoft.com/office/powerpoint/2010/main" val="58691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2CC3C-DDEA-BA15-A280-3ED1E1AD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081B8-6C22-F2B2-F2B6-C2B3079E00A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94CF51C-2EF4-4182-5E3A-DB1A268A8F2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258634-9CF8-032D-6FE6-C1A89F81C1FD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CA89F3-CEBF-8760-9F30-DC1BC44E769B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552211-A5B2-D79E-B33E-7B8B1CD373AF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D7A7787C-417B-EFB0-B557-B3C9E84941A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148730D9-FBE4-44C3-0E7D-7ED4067D7D2F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FA64887-7287-5148-BBF1-F0B0682DF129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21B33BD-E812-547D-4A85-7B4181725E96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70DA0-D1D2-3818-12A6-428C520758CB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950E77-6FFF-D01A-0005-A9A64E0D2EC1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F2DAA9-0B84-1178-742D-261113A94B5E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400A1674-42B7-2556-60F8-3FAE6627083F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C58FFB8-B32B-F2C1-6E4A-E92A652994C3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E6D6D564-BE00-4B82-80A1-0A95A8188BC8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EAB26CEB-D9E9-8C99-304F-1FF965ADEEF3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8110ADC5-CA78-C898-8A2E-6A4202DE068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C49B584-398E-F110-9EF0-4C37435A6FF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E9F8B99-7A09-EE54-E324-93F956985577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E1F3F6BF-6EC1-D1C5-ECB6-F26E8EA9EC97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34B555B2-220D-0509-1F2B-76988092679A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4FFD6A42-628C-D4FC-81CA-3FC287A724A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CF0D53-C074-898F-46A4-D68F4F588F15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8B12B6-2960-D791-8B37-2BE8AA6E82A6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050E49-EBF9-FA3C-333B-440B639E7996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3E4C952-F4E2-92BC-D562-A7EF13FA4C9C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1213E4-AE44-D4D8-91C1-E1241D62B72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DFDEB46-38A9-CFC8-10D9-03B9373E134F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C27E6C-B667-5081-78CE-224E111430EA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CC10EB-E7DF-CE44-D070-455E4ADD6E2E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B0D63D5-E8C0-1097-41BF-A125797C5B89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72DCD3E-BBE2-54A3-E22A-DCBEC1A40CAF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DE1EA4-923E-41E9-78EF-D7BFB52796D9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6883C16-3E72-8D6A-6490-7915835C3566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9544FD-7D5E-BFAD-1516-90A128DC5211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FC81EE2-7BD2-73F5-E588-6A53AFA8BF61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1110120-84BE-AD3A-D093-A44C5BE70E04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EAC1EB8-11D4-2693-0895-42FC9A5DD31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8A85FF-141B-E963-5D2A-CBD89EB6DBD7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389E70-AD6C-EAEC-2DE0-94519A4AB51A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5296D9-B3A9-AF23-3872-C6ECC7942CED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FFB7CB-DED2-84D9-E023-C39896E375F6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997A50-A893-AB45-7ECC-E092E9B580B2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706FEEF-8540-FE04-2F15-FC30ACE1B84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B39EC1A-74D2-D9CB-4070-4907C9387A1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E5A0424E-1668-C694-F0C5-896827F3713F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042401ED-CBCD-56FA-28D9-20ACBBA3F2BA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7CBAAF8B-9B0B-30BB-2F8B-5A852EBEA182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5A1ED8-A4F4-6C25-6BAF-34E3FDCC3F23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1531FC84-D783-A842-5AEF-F9321C056E5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E76A09D2-43A2-2878-7D45-B5F8D5B1D084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8720ECAB-D6F4-6E7C-DCAE-DD77F8D23436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CEEC1548-A3F7-A79F-C150-7003EE76C964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C90BB7C1-19B0-11F0-8D4F-A7210F87AC90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E0CC0FCD-2F2B-117D-45D1-ED5774F02755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99646E53-7AC9-0F6F-6F14-B3BA81FA8860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E300E2BB-B644-6005-0917-92A029D359F8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67C87346-BB54-60D2-F028-04A17266AD8F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27B5CF23-FBCA-D836-2093-CBA1C9FC3FA1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3A0C6C90-496D-C01D-0B08-27442DAC585E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7A9DF0B3-9620-A055-A392-20C82E48764D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BA0C6682-DE07-85B9-71CA-93060645A6E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460DA2DB-62CB-AF15-348F-F85645D6DF9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F7A7B-546B-8B81-A2DA-71551E20C617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7B34AFA-CB9F-2E51-95F2-645BD9D667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5F98EDC-2736-0382-7609-F6AB1EC3BC08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635179-9DE2-D113-B2DE-3BE1636782DD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BA7304-A800-CFDB-EBAF-3267A8EE88A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BA7304-A800-CFDB-EBAF-3267A8EE88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4074D52-D2C8-E0FD-B24A-FD4F518FD10D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8C3D857-19E8-C8FF-43E1-160EEDBF9BF9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90D608F-8AAB-E625-3542-85AA527CFCB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042F21-CCFB-B720-7C33-8B9F9E17A8CE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F20ABA-C9D6-67A0-1559-67195C75409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7AED6B9-6866-5609-57EC-FFFEBB1EE7A6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0D28594-32EA-C3EF-0388-1268F52CC91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CB645A2-FCAE-D94C-9286-D55E8C86A297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C879445-C27E-7220-67CF-9A5B961D042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086B2AB-4A6E-67C7-E6FA-C1A8F1A1862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83A365D-1728-1A58-D36E-67D9796C07B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71B20334-FA8A-5C0A-8AB8-19D6176E9A52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4E7BAD-D543-7469-2935-6CB4A83713C5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DEBDED-6FEC-BBE4-1AD4-EA5118CFE74C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DEBDED-6FEC-BBE4-1AD4-EA5118CFE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A680BD7D-DEC5-D667-F155-F11EEB302BD8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772C0A-32E6-261E-E852-7EF015A6DEE8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772C0A-32E6-261E-E852-7EF015A6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F1324B5-E45C-CADD-7B99-D3D1473E842C}"/>
              </a:ext>
            </a:extLst>
          </p:cNvPr>
          <p:cNvSpPr txBox="1"/>
          <p:nvPr/>
        </p:nvSpPr>
        <p:spPr>
          <a:xfrm>
            <a:off x="4219979" y="4092641"/>
            <a:ext cx="258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 you see a problem???</a:t>
            </a:r>
          </a:p>
        </p:txBody>
      </p:sp>
    </p:spTree>
    <p:extLst>
      <p:ext uri="{BB962C8B-B14F-4D97-AF65-F5344CB8AC3E}">
        <p14:creationId xmlns:p14="http://schemas.microsoft.com/office/powerpoint/2010/main" val="186889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4D63-1873-7D7F-6768-079CEBB7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8A4614-94EE-CA93-7C23-A59B1C84CE7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FEC1C6-2943-CBB4-8F5D-826D4DD09A53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2C1EFD-8C2A-F49E-6EEF-59697200AD98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6EB07C-2A94-F07A-149E-90F176CBB2F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207EAF-4222-2149-85D6-8DF6F93C04D0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B69A9B1-D24F-BABF-BD8F-83025A84D742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F22B743C-0568-2BFB-4A91-665838CD6F5B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48E221DC-F426-700D-7DFD-A3FA3E58E1F0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18AE6C6-B40B-5EA8-C914-7C23BF2418BE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B676C-582C-39B5-BF77-6AC9BA95F641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1EFC02-B16D-9A7F-0D81-5A1FA2763883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DEF2F-3DBB-1DAA-6EF6-C8F84E39FA2E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C08787DB-AC28-6D3F-0DD6-253692A96CAA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01751BA-AEC5-2D17-3AFC-2961604D77EF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7BC4E05B-2904-D70D-C345-47ECCB2CF30D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AC6E673D-C83B-6451-AE49-03B43A565D8F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781594DE-1406-0DC1-9D45-71B67208CF4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225C8CFE-D7D5-AF44-5829-74D2B7281F6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1E91E79E-EA2F-7322-0A7D-2B55355C5205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07B7893C-5667-E3F2-04C0-E27E7047D4A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454C5E07-1001-722F-8707-CD25BDDAD24E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5808BC7-D6CE-4BA3-35D7-8507594A6AB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EA6481-D9FE-5747-57A9-E60BD75568A1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FF9DF7-EF94-8C2C-511A-7B0FD68EBFA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CED089-2D61-0FB6-BDE9-1FF2D5895500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CF32635-FDCF-AADB-EFBC-C53E2D1FDCFE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BA53B35-5561-FE3C-53AD-654085F465F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4F1846-0E52-7D67-7DB8-34EACDCD0667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13D493-9AC5-D87D-E088-20EEFC7E898B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9CAD47-0033-E16D-0DD3-49DC8F93BA14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1F2EDA-6591-8E3A-1DB0-D712DAEFE4CC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AE4F29-69B3-09EC-08B0-BA096E312D22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66F0CAB-05E7-FD09-16C0-7A0BED4396A5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062E92-9668-DDFC-9A57-9C1DF17DB99A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C2C7382-F755-4489-D193-B4118BDCE8B6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441AC1-2A35-7253-F518-9CC4E5AF134D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20D124-2E1E-B06D-8209-4478DA45F15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1B8356-3690-9585-4DA5-413C63AFFEF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11C315-B044-45F9-B38A-C5A95046E069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A7DC2D3-4153-A394-BF8D-254F23C43DC8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546D4B-7B49-9D1C-4BBD-CECCA93204CB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F2F6EA-DFA4-3EA4-C19B-4BBF7D6BB3B4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C4929C-9B2A-491B-8791-E770F31F741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9061A64-E72B-01D2-A6D2-7044A555FADF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EDF7D96-50C2-ADBF-461F-372AE5A9905D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D6F5534B-3868-DB8E-AB4A-220BF81FA9D6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755F5CF3-14D7-8275-4598-76567C175393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2A0905C8-DC9E-3E4E-F69A-22D231AE197F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0CCE575-9527-0178-ACF8-C35F8373188B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EA03AC6-C26D-D5FA-06A6-427CCF11FC3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1E6BE6F-96D7-CB62-BCDB-D6F30D09DBB5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2D28C6B9-6F90-D505-E92F-046367489186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AC150124-2DF4-47CF-79D9-E90A7B0E60D7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FEEDCBB8-AAF6-1B26-48CF-6B8507F6AB73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3FFB554B-9B9C-7E14-CF2B-193A68FA3698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6C8A4A39-7592-B9B2-18F0-579D27F021B1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BE4C42FE-EDE2-CEEA-4AFB-91BD2DD8F19A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190DB18C-ED35-2754-9A07-F5885AD9148A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9887919D-9B14-46ED-E58F-EFF9DC68561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7E191253-FB88-6AFD-0B83-B6930230B23A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63287126-BB29-F2BC-4529-EF5422A63412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583930A3-3C0D-6278-999F-B658B5422490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B5EDA5DC-FB60-3515-96C6-BD281ADBAA05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0368CB-8822-C2D0-C020-7DDAED0A0604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42A3CB5-3DB9-C82A-65C0-A2CE653BCF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57DFE3D-5BDA-DE47-0764-CE3D02DE1BBB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4E5C51-8272-E4FA-3485-5F1218FEAD72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8786826-6D08-D076-999B-5A1369014A3F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8786826-6D08-D076-999B-5A1369014A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6F07B07-E05A-16C4-B26D-EC1429CAABDC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2E5A00A-BE3C-819D-08D2-EA47A53E396A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402BCBD-BF2D-87A4-E4A8-68EF6B5C353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A2B7EDE-3E42-4A51-4A86-E73790E7830D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DE1CCE9-7F14-4280-8353-970127103D1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1E535B0-A4BC-B179-CEBB-6BD8A636C972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BD470AB-68D5-FECD-3648-9A42F1C843D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A957D9-7AEC-E1C3-663C-33C9A2541BED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0CF2DF3-F3F2-247A-3DBA-CCC765AE05C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A7712D8-06A5-38C0-D419-8B5147941BF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EAF4408-1B0E-65A2-41D3-C199A73FE56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D3C08AF9-3934-7EB6-86DA-5F8B1506B509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076A7A-C29B-5EF1-E0FD-1DBD7248468A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41304E-155C-E0CB-A4EA-23F68185FCFC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36253" cy="1674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/>
                <a:endParaRPr lang="en-US" dirty="0"/>
              </a:p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41304E-155C-E0CB-A4EA-23F68185F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36253" cy="1674369"/>
              </a:xfrm>
              <a:prstGeom prst="rect">
                <a:avLst/>
              </a:prstGeom>
              <a:blipFill>
                <a:blip r:embed="rId18"/>
                <a:stretch>
                  <a:fillRect l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6867F113-6F7A-B79D-EE6B-84AD3B23AA66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9E398D-AB37-DA8B-3FA7-B518D46F6823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9E398D-AB37-DA8B-3FA7-B518D46F6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ight Brace 86">
            <a:extLst>
              <a:ext uri="{FF2B5EF4-FFF2-40B4-BE49-F238E27FC236}">
                <a16:creationId xmlns:a16="http://schemas.microsoft.com/office/drawing/2014/main" id="{D2822D7C-7928-95E7-FEEF-F98EF6257E9A}"/>
              </a:ext>
            </a:extLst>
          </p:cNvPr>
          <p:cNvSpPr/>
          <p:nvPr/>
        </p:nvSpPr>
        <p:spPr>
          <a:xfrm>
            <a:off x="5790362" y="4028577"/>
            <a:ext cx="360793" cy="49745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C941B3-FB90-579E-EB76-3C1956B6D0C2}"/>
              </a:ext>
            </a:extLst>
          </p:cNvPr>
          <p:cNvSpPr txBox="1"/>
          <p:nvPr/>
        </p:nvSpPr>
        <p:spPr>
          <a:xfrm>
            <a:off x="6168383" y="3995678"/>
            <a:ext cx="286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Only quadratic features, but</a:t>
            </a:r>
          </a:p>
          <a:p>
            <a:r>
              <a:rPr lang="en-US" b="1" dirty="0">
                <a:solidFill>
                  <a:srgbClr val="FF00FF"/>
                </a:solidFill>
              </a:rPr>
              <a:t>the boundary will be ellipse</a:t>
            </a:r>
          </a:p>
        </p:txBody>
      </p:sp>
    </p:spTree>
    <p:extLst>
      <p:ext uri="{BB962C8B-B14F-4D97-AF65-F5344CB8AC3E}">
        <p14:creationId xmlns:p14="http://schemas.microsoft.com/office/powerpoint/2010/main" val="325330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5EF7-D142-3631-E144-2A84A497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23133-E64A-FF04-A0DC-24E6C274FCD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8A4499-FBA5-992A-C1F9-669F1923234D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7A46FB-2DD1-AB1F-022B-CABA66DB2F58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48F9AF-DFDA-8C62-2A4C-20F034729C47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128CF2-990F-E938-8584-3DDA8E9666DC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C4A56ACA-5EEF-3F3E-8901-A0C862E793C6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A81B6F75-1B12-F41B-F893-F649D52B387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0575E592-E1CD-94D3-E344-FD9AD920D2B3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29E699D-1330-8555-3931-723F716F626B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272C2-6357-AA50-91B2-636B7953D271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B60116-06C6-693A-46D4-E52576D8ED1E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1A3C15-874E-2262-D039-E30A1CEA8CA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2D522A82-892C-5AED-345C-6F270CAE2CF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2E67B0CE-FABE-F263-EAC7-C4D808C16C80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158974EC-9898-B312-311F-649CD6EDBF07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13DD6703-C0D2-4B12-97F1-F79090DBD31D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B4A1F9-0B30-C467-D95D-3BE3E45232D9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4C4C78BC-078B-2515-AED8-632582B53363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760C5122-1BCD-1982-2663-93B3E231317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71B1C973-CB44-4139-7808-F1A6A0D2212B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16888984-1DE3-2286-5B33-EB41AECE075C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9133BC0C-A5B2-714F-4F7F-D66DEA718F3D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D2A21F-8148-E3B7-C076-E2AFDD3B1B74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BE35E28-C251-D5C0-683E-7CFB57201BB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96DAC5-CEC6-35EE-718D-5FADF29A9EB2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C42F5E-4CD5-64A3-DF57-C8338D81D1D2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BB5DDA-4FE7-11A1-1674-A1BAC190CAB4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324DC2F-D947-BD3A-0834-844C23CC60CA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C37185-F574-6B1D-9C58-C679230CF1FD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ED6B6B-C6E3-5EE1-7607-A763872FE12B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E28C50E-6015-E566-4925-DA7A78ADEDA6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D32F0D-9C4D-652D-2251-18F427EC875E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97847-8CB5-F96E-7358-BBC47120427C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411695-5D16-CD27-C05C-A5C85CF0AA17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1BF930-62C7-BB16-EC3C-0AF633B77EED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302AF65-01E5-8D2E-24F3-B0AB630D40FD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65906C2-5848-A1B5-F88F-0943134029B5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E37BE4-C8BC-BEC6-92AC-4F36FDFEEFDF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BE1D49E-6426-4CDE-B976-12DA9439A6A9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D458B6-ACEF-6258-AFF3-75F451D15A9D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CD2911A-7E6E-7E24-BA39-4EFF16F916D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2EF093-66AA-A01F-2903-D8C119913CF4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C213E07-07C9-B214-CE71-9A4FE340437E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A69D43-45F5-73D5-39EF-931D0F5AE23F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0D5219A-4558-B1B8-697F-854BCD368A27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D118AEA-D3AC-FE83-C154-979638A73460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3D2EC63C-9EF9-2852-96CB-B71A2184924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71590A8-68C3-6BBF-E842-132AF6499D50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3923999-0322-E9C3-B82B-28A1EC03821E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CBD8496D-5135-4E4D-35F9-32DEF2DA345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60DCED92-C391-7633-AD32-396FD4433BD5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8D5FE83A-8FF7-E5E9-D587-611FF3413DB5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A07FF203-D503-2096-BC01-4031CEB055D6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6DAAE1FA-897E-E992-2D73-D8F4E5EB081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DFA7A11E-98A2-7D9D-63D2-9DD3CB800F88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D55808BD-252E-90EE-F7D4-A8F4FF80388A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59E12B00-E1B8-A7B3-9416-D49C0023FFC0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11FEC52A-534F-6630-4FD6-D7C545ADEB93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D3290CF8-0435-F974-C95D-4DC4E80C2056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E0DCBDD7-4109-47CA-89F9-D1F73A52F437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A215BD96-C09F-0F96-0BB6-D72D3A40A53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1B4813EE-3D4C-B1A2-DE6A-9C3A38743BE7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74A08117-9630-F345-9A79-72B7B7A33EC4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0D0BD3-31BF-045D-F6C5-6B28F7D8E3AA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304E153-713A-953F-E8A3-982D8090F1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E5AF52E-8837-9554-FCFD-A20C99A51B5B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B1B06D-CDF4-DC6D-600F-AC40C2F64E0E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80E7139-AAE2-B588-1684-9AA02E4D94CE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80E7139-AAE2-B588-1684-9AA02E4D94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E30F6BE-519F-55D1-801C-99FA864DA601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3C1FD9-7DF2-B4D2-76AB-0C04BEDCEA53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83B08BD-A8B0-6805-8F9A-CF6E925903D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BE1EB3-E6D1-F901-DE20-A3B4A29C0E12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1193279-D413-D390-A1C4-FD3FE6C3C2F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6B78B67-61D9-6A8A-85B5-56DEA7E9A9E6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EB0A541-24EA-1FE0-9BFD-FA45532A2F8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9FBA937-8153-FB06-6A0F-958FDB6163D0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0B40F43-F4B9-0FFA-D754-E9A20E42EF4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EDE5375-247F-F37B-E839-155F1DD5A52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A3B3F94-D065-3A9C-B846-8CF2810119D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3ED8DA11-AF82-447B-BFE4-386898BB8E4E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E47B90-496D-4ECD-BF96-CDF537226CCD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685F067-C2B4-C2B1-3700-1D79F99E9651}"/>
                  </a:ext>
                </a:extLst>
              </p:cNvPr>
              <p:cNvSpPr txBox="1"/>
              <p:nvPr/>
            </p:nvSpPr>
            <p:spPr>
              <a:xfrm>
                <a:off x="4113199" y="2967640"/>
                <a:ext cx="2936253" cy="2228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/>
                <a:endParaRPr lang="en-US" dirty="0"/>
              </a:p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,….</a:t>
                </a:r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685F067-C2B4-C2B1-3700-1D79F99E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199" y="2967640"/>
                <a:ext cx="2936253" cy="2228367"/>
              </a:xfrm>
              <a:prstGeom prst="rect">
                <a:avLst/>
              </a:prstGeom>
              <a:blipFill>
                <a:blip r:embed="rId18"/>
                <a:stretch>
                  <a:fillRect l="-2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ED36C780-5DE0-6DC8-D8F2-8A3663AD974A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BD16D3B-8246-0C5A-F747-FB4D02977823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BD16D3B-8246-0C5A-F747-FB4D02977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ight Brace 86">
            <a:extLst>
              <a:ext uri="{FF2B5EF4-FFF2-40B4-BE49-F238E27FC236}">
                <a16:creationId xmlns:a16="http://schemas.microsoft.com/office/drawing/2014/main" id="{176ABBEF-2CEA-AF9C-49CD-9AB3C4A86DA2}"/>
              </a:ext>
            </a:extLst>
          </p:cNvPr>
          <p:cNvSpPr/>
          <p:nvPr/>
        </p:nvSpPr>
        <p:spPr>
          <a:xfrm>
            <a:off x="5790362" y="4028577"/>
            <a:ext cx="360793" cy="49745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F66ECC-0E20-1ECC-AAAA-D9A87328D7DF}"/>
              </a:ext>
            </a:extLst>
          </p:cNvPr>
          <p:cNvSpPr txBox="1"/>
          <p:nvPr/>
        </p:nvSpPr>
        <p:spPr>
          <a:xfrm>
            <a:off x="6168383" y="3995678"/>
            <a:ext cx="286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Only quadratic features, but</a:t>
            </a:r>
          </a:p>
          <a:p>
            <a:r>
              <a:rPr lang="en-US" b="1" dirty="0">
                <a:solidFill>
                  <a:srgbClr val="FF00FF"/>
                </a:solidFill>
              </a:rPr>
              <a:t>the boundary will be ellipse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8BE04E9-E94D-715A-DD8D-1E90BFAE61EC}"/>
                  </a:ext>
                </a:extLst>
              </p:cNvPr>
              <p:cNvSpPr txBox="1"/>
              <p:nvPr/>
            </p:nvSpPr>
            <p:spPr>
              <a:xfrm>
                <a:off x="6491452" y="4689559"/>
                <a:ext cx="20163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𝟏𝟕𝟎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8BE04E9-E94D-715A-DD8D-1E90BFAE6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452" y="4689559"/>
                <a:ext cx="2016386" cy="246221"/>
              </a:xfrm>
              <a:prstGeom prst="rect">
                <a:avLst/>
              </a:prstGeom>
              <a:blipFill>
                <a:blip r:embed="rId20"/>
                <a:stretch>
                  <a:fillRect l="-906" r="-2719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67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925F-462C-5D99-847F-E86F0488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D9FF1602-B1F0-FF8E-87B4-18BAC04D2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EF6536-78AC-1EBC-BFDC-530FA56882C6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AF722-E1E0-35EC-395B-011C92AD762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2473215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B120-9DBF-D88B-58A2-9C093E33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685A3304-996C-A1EA-4C07-6567ECD156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269DA2-E81A-4ECC-B710-B0805B138298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10AD6-9D80-0CA5-24AD-D1BF660612F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645CF020-8F0E-8E18-1CF9-9C034EB1E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74BE-506D-0682-6C66-15CEE7BA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1192A2DA-F6D1-8C6F-B68E-AC9A090A7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C946D7-5D31-081D-8BA9-C52694BD4DE5}"/>
              </a:ext>
            </a:extLst>
          </p:cNvPr>
          <p:cNvSpPr/>
          <p:nvPr/>
        </p:nvSpPr>
        <p:spPr>
          <a:xfrm>
            <a:off x="3213960" y="2634391"/>
            <a:ext cx="4533900" cy="20256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0F851-A2F1-FCAC-3825-2FEF363AE10F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pic>
        <p:nvPicPr>
          <p:cNvPr id="6" name="Picture 14" descr="StanleyTinyS_Numbers">
            <a:extLst>
              <a:ext uri="{FF2B5EF4-FFF2-40B4-BE49-F238E27FC236}">
                <a16:creationId xmlns:a16="http://schemas.microsoft.com/office/drawing/2014/main" id="{BCA1D22C-EDE8-D00C-A912-0CB9AA2BB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316" y="3014521"/>
            <a:ext cx="4165534" cy="152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6">
            <a:extLst>
              <a:ext uri="{FF2B5EF4-FFF2-40B4-BE49-F238E27FC236}">
                <a16:creationId xmlns:a16="http://schemas.microsoft.com/office/drawing/2014/main" id="{C9C13A66-8731-15A8-69E6-6EBCF1D16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" name="Group 21">
            <a:extLst>
              <a:ext uri="{FF2B5EF4-FFF2-40B4-BE49-F238E27FC236}">
                <a16:creationId xmlns:a16="http://schemas.microsoft.com/office/drawing/2014/main" id="{1A8D8A63-EB56-1BC2-9EBE-6F2B5AD87244}"/>
              </a:ext>
            </a:extLst>
          </p:cNvPr>
          <p:cNvGrpSpPr>
            <a:grpSpLocks/>
          </p:cNvGrpSpPr>
          <p:nvPr/>
        </p:nvGrpSpPr>
        <p:grpSpPr bwMode="auto">
          <a:xfrm>
            <a:off x="2413860" y="1688241"/>
            <a:ext cx="5324475" cy="2609850"/>
            <a:chOff x="2286" y="1392"/>
            <a:chExt cx="3354" cy="1644"/>
          </a:xfrm>
        </p:grpSpPr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9E59FC59-0256-1870-3859-37B1918DE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982"/>
              <a:ext cx="160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But the camera sees this:</a:t>
              </a: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8594BE8D-36C9-A787-5E5F-ED5BF693C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1398"/>
              <a:ext cx="327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5A7EB68F-A917-1D4A-21AC-029E4A825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2" y="1392"/>
              <a:ext cx="498" cy="5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6B7C645B-AFB9-ECB3-C8AA-14EB24524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" y="1470"/>
              <a:ext cx="498" cy="15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7AC2C9-22AE-C473-711E-9535312B135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86772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F8BD8-124A-0D84-5292-64074FA3B622}"/>
              </a:ext>
            </a:extLst>
          </p:cNvPr>
          <p:cNvSpPr txBox="1"/>
          <p:nvPr/>
        </p:nvSpPr>
        <p:spPr>
          <a:xfrm>
            <a:off x="301038" y="831849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8F1DF-6522-FCEE-3280-225F94B859B4}"/>
              </a:ext>
            </a:extLst>
          </p:cNvPr>
          <p:cNvSpPr txBox="1"/>
          <p:nvPr/>
        </p:nvSpPr>
        <p:spPr>
          <a:xfrm>
            <a:off x="4700194" y="831850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6B3B0-27E8-D61F-3481-FD54FFA837E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Computer Vision: Car detection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DA710B50-90F4-3723-D817-1C6BF5B16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-930" r="930" b="11112"/>
          <a:stretch/>
        </p:blipFill>
        <p:spPr bwMode="auto">
          <a:xfrm>
            <a:off x="5926056" y="3409950"/>
            <a:ext cx="1465344" cy="97689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6" name="Text Box 19">
            <a:extLst>
              <a:ext uri="{FF2B5EF4-FFF2-40B4-BE49-F238E27FC236}">
                <a16:creationId xmlns:a16="http://schemas.microsoft.com/office/drawing/2014/main" id="{8A5F3725-70FF-3043-F423-3DCE0832A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409950"/>
            <a:ext cx="1932260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Testing: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What is this?  </a:t>
            </a: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F1B75083-ED9D-8D71-9448-0BFAD8E22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793" y="2766236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Not a car</a:t>
            </a:r>
          </a:p>
        </p:txBody>
      </p:sp>
      <p:pic>
        <p:nvPicPr>
          <p:cNvPr id="8" name="Picture 6" descr="http://t2.gstatic.com/images?q=tbn:ANd9GcTL9hSacq02lg06-d1mjwiBX5E3yNKEBXdBdyL2OuTvLG_4Wq1i">
            <a:extLst>
              <a:ext uri="{FF2B5EF4-FFF2-40B4-BE49-F238E27FC236}">
                <a16:creationId xmlns:a16="http://schemas.microsoft.com/office/drawing/2014/main" id="{B21C6053-A0A3-F5C3-C99B-901ED1383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4947401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://t3.gstatic.com/images?q=tbn:ANd9GcQX25hoEV1zFAkP4DNG6aoXHPHlQO8BI9liNNdsDSdRxtAhByLIcA">
            <a:extLst>
              <a:ext uri="{FF2B5EF4-FFF2-40B4-BE49-F238E27FC236}">
                <a16:creationId xmlns:a16="http://schemas.microsoft.com/office/drawing/2014/main" id="{1F4A6DC4-6F26-7D7D-E428-70AADD93C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7548429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3" descr="C:\Users\ang\Desktop\treesAndGrerb.jpg">
            <a:extLst>
              <a:ext uri="{FF2B5EF4-FFF2-40B4-BE49-F238E27FC236}">
                <a16:creationId xmlns:a16="http://schemas.microsoft.com/office/drawing/2014/main" id="{A043ADF8-1350-FD71-07DA-CBEA68F4D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 b="7445"/>
          <a:stretch/>
        </p:blipFill>
        <p:spPr bwMode="auto">
          <a:xfrm>
            <a:off x="6249734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4" descr="C:\Users\ang\Desktop\imgres.jpg">
            <a:extLst>
              <a:ext uri="{FF2B5EF4-FFF2-40B4-BE49-F238E27FC236}">
                <a16:creationId xmlns:a16="http://schemas.microsoft.com/office/drawing/2014/main" id="{48310CCF-5CA2-9B52-58A2-C504EFC1D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5498"/>
          <a:stretch/>
        </p:blipFill>
        <p:spPr bwMode="auto">
          <a:xfrm>
            <a:off x="6249734" y="1061241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5" descr="C:\Users\ang\Desktop\imgres.jpg">
            <a:extLst>
              <a:ext uri="{FF2B5EF4-FFF2-40B4-BE49-F238E27FC236}">
                <a16:creationId xmlns:a16="http://schemas.microsoft.com/office/drawing/2014/main" id="{885BC53F-F8DA-520A-51ED-25229BFCB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/>
        </p:blipFill>
        <p:spPr bwMode="auto">
          <a:xfrm>
            <a:off x="7548429" y="1053340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>
            <a:extLst>
              <a:ext uri="{FF2B5EF4-FFF2-40B4-BE49-F238E27FC236}">
                <a16:creationId xmlns:a16="http://schemas.microsoft.com/office/drawing/2014/main" id="{E1351291-5121-F335-188A-D1BA51A6B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/>
          <a:srcRect t="5752" b="5752"/>
          <a:stretch/>
        </p:blipFill>
        <p:spPr bwMode="auto">
          <a:xfrm>
            <a:off x="4947401" y="1061241"/>
            <a:ext cx="1067845" cy="7118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4" name="Picture 2" descr="http://www.trustmymechanic.com/images/prius.jpg">
            <a:extLst>
              <a:ext uri="{FF2B5EF4-FFF2-40B4-BE49-F238E27FC236}">
                <a16:creationId xmlns:a16="http://schemas.microsoft.com/office/drawing/2014/main" id="{D8A17A7C-477C-FBA6-15A5-DBD827898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 r="8984"/>
          <a:stretch/>
        </p:blipFill>
        <p:spPr bwMode="auto">
          <a:xfrm>
            <a:off x="536281" y="1062031"/>
            <a:ext cx="1069848" cy="7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19B5AA71-9919-F803-F0E9-AB2A20D6E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/>
          <a:srcRect l="7833" t="25484" r="7833"/>
          <a:stretch/>
        </p:blipFill>
        <p:spPr bwMode="auto">
          <a:xfrm>
            <a:off x="1830507" y="1062031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E928D16F-E35B-D58A-F06F-7638C0BA36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/>
          <a:srcRect l="352" r="352"/>
          <a:stretch/>
        </p:blipFill>
        <p:spPr bwMode="auto">
          <a:xfrm>
            <a:off x="3121152" y="1963288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FBF3C7E7-7C5B-CE4B-EB31-03954CEA8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/>
          <a:srcRect l="1748" r="1748"/>
          <a:stretch/>
        </p:blipFill>
        <p:spPr bwMode="auto">
          <a:xfrm>
            <a:off x="1825752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299F1BFC-EB8D-995F-3DAE-466177D07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/>
          <a:srcRect l="4106" t="18643" r="4106"/>
          <a:stretch/>
        </p:blipFill>
        <p:spPr bwMode="auto">
          <a:xfrm>
            <a:off x="3121152" y="1056886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9" name="Picture 9">
            <a:extLst>
              <a:ext uri="{FF2B5EF4-FFF2-40B4-BE49-F238E27FC236}">
                <a16:creationId xmlns:a16="http://schemas.microsoft.com/office/drawing/2014/main" id="{E37D53DB-6CEE-2E23-30FC-2D2690AB6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/>
          <a:srcRect l="7939" r="7939"/>
          <a:stretch/>
        </p:blipFill>
        <p:spPr bwMode="auto">
          <a:xfrm>
            <a:off x="536281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20" name="Text Box 20">
            <a:extLst>
              <a:ext uri="{FF2B5EF4-FFF2-40B4-BE49-F238E27FC236}">
                <a16:creationId xmlns:a16="http://schemas.microsoft.com/office/drawing/2014/main" id="{BA49E581-7F32-7EA7-D7B1-7F7E52D55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673" y="2769411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Cars</a:t>
            </a:r>
          </a:p>
        </p:txBody>
      </p:sp>
    </p:spTree>
    <p:extLst>
      <p:ext uri="{BB962C8B-B14F-4D97-AF65-F5344CB8AC3E}">
        <p14:creationId xmlns:p14="http://schemas.microsoft.com/office/powerpoint/2010/main" val="1238160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FA002668-7417-C64E-9DE4-7D7919BBB9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897168" y="816959"/>
            <a:ext cx="2422076" cy="75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ultiply 19">
            <a:extLst>
              <a:ext uri="{FF2B5EF4-FFF2-40B4-BE49-F238E27FC236}">
                <a16:creationId xmlns:a16="http://schemas.microsoft.com/office/drawing/2014/main" id="{3C1BF6F5-68ED-3285-A0F7-5735CD3469E8}"/>
              </a:ext>
            </a:extLst>
          </p:cNvPr>
          <p:cNvSpPr>
            <a:spLocks noChangeAspect="1"/>
          </p:cNvSpPr>
          <p:nvPr/>
        </p:nvSpPr>
        <p:spPr>
          <a:xfrm>
            <a:off x="2608885" y="90522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Multiply 20">
            <a:extLst>
              <a:ext uri="{FF2B5EF4-FFF2-40B4-BE49-F238E27FC236}">
                <a16:creationId xmlns:a16="http://schemas.microsoft.com/office/drawing/2014/main" id="{46973AEC-B591-597C-2603-38D6CED51ADE}"/>
              </a:ext>
            </a:extLst>
          </p:cNvPr>
          <p:cNvSpPr>
            <a:spLocks noChangeAspect="1"/>
          </p:cNvSpPr>
          <p:nvPr/>
        </p:nvSpPr>
        <p:spPr>
          <a:xfrm>
            <a:off x="3760438" y="136657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42459-C24F-63FB-8B18-92D4957F3ED5}"/>
              </a:ext>
            </a:extLst>
          </p:cNvPr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B80AD0-AE72-CF43-75A6-C52B839B8B5F}"/>
              </a:ext>
            </a:extLst>
          </p:cNvPr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3DE777-54E9-1AC6-1EC6-3871A645A58D}"/>
              </a:ext>
            </a:extLst>
          </p:cNvPr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grpSp>
        <p:nvGrpSpPr>
          <p:cNvPr id="10" name="Group 50">
            <a:extLst>
              <a:ext uri="{FF2B5EF4-FFF2-40B4-BE49-F238E27FC236}">
                <a16:creationId xmlns:a16="http://schemas.microsoft.com/office/drawing/2014/main" id="{90FED99B-1220-140C-367A-0B2F19F2E822}"/>
              </a:ext>
            </a:extLst>
          </p:cNvPr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1" name="Plus 128">
              <a:extLst>
                <a:ext uri="{FF2B5EF4-FFF2-40B4-BE49-F238E27FC236}">
                  <a16:creationId xmlns:a16="http://schemas.microsoft.com/office/drawing/2014/main" id="{FA41420D-C47F-4121-E4F0-685FB187FC96}"/>
                </a:ext>
              </a:extLst>
            </p:cNvPr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2" name="Text Box 572">
              <a:extLst>
                <a:ext uri="{FF2B5EF4-FFF2-40B4-BE49-F238E27FC236}">
                  <a16:creationId xmlns:a16="http://schemas.microsoft.com/office/drawing/2014/main" id="{211F8834-36FA-422E-C94D-3E6A9EBF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" name="Minus 130">
              <a:extLst>
                <a:ext uri="{FF2B5EF4-FFF2-40B4-BE49-F238E27FC236}">
                  <a16:creationId xmlns:a16="http://schemas.microsoft.com/office/drawing/2014/main" id="{17683CB7-A4D8-A5A0-301E-8374A17BA014}"/>
                </a:ext>
              </a:extLst>
            </p:cNvPr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 Box 572">
              <a:extLst>
                <a:ext uri="{FF2B5EF4-FFF2-40B4-BE49-F238E27FC236}">
                  <a16:creationId xmlns:a16="http://schemas.microsoft.com/office/drawing/2014/main" id="{12C5A0BE-8D4C-3515-D7F6-A5DF85576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03BF90-588D-6D4A-D897-FA941E69B957}"/>
              </a:ext>
            </a:extLst>
          </p:cNvPr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70E274-E0F3-C886-FDA2-42A936961F73}"/>
              </a:ext>
            </a:extLst>
          </p:cNvPr>
          <p:cNvGrpSpPr/>
          <p:nvPr/>
        </p:nvGrpSpPr>
        <p:grpSpPr>
          <a:xfrm>
            <a:off x="2301329" y="2277808"/>
            <a:ext cx="832624" cy="557549"/>
            <a:chOff x="2301329" y="2277808"/>
            <a:chExt cx="832624" cy="557549"/>
          </a:xfrm>
        </p:grpSpPr>
        <p:sp>
          <p:nvSpPr>
            <p:cNvPr id="17" name="Plus 116">
              <a:extLst>
                <a:ext uri="{FF2B5EF4-FFF2-40B4-BE49-F238E27FC236}">
                  <a16:creationId xmlns:a16="http://schemas.microsoft.com/office/drawing/2014/main" id="{70048AD5-20CE-7A4F-69D0-867BFAF10793}"/>
                </a:ext>
              </a:extLst>
            </p:cNvPr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8" name="Picture 2" descr="http://www.cheapcar.org/wp-content/uploads/2010/04/car_loans.jpg">
              <a:extLst>
                <a:ext uri="{FF2B5EF4-FFF2-40B4-BE49-F238E27FC236}">
                  <a16:creationId xmlns:a16="http://schemas.microsoft.com/office/drawing/2014/main" id="{B005FDFA-34BD-92EF-AB13-D258F91AE2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2301329" y="2277808"/>
              <a:ext cx="832624" cy="25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C890E-D047-D753-1CAF-91BF677F98F4}"/>
              </a:ext>
            </a:extLst>
          </p:cNvPr>
          <p:cNvGrpSpPr/>
          <p:nvPr/>
        </p:nvGrpSpPr>
        <p:grpSpPr>
          <a:xfrm>
            <a:off x="2687116" y="3164856"/>
            <a:ext cx="986186" cy="448056"/>
            <a:chOff x="2661966" y="3157974"/>
            <a:chExt cx="986186" cy="448056"/>
          </a:xfrm>
        </p:grpSpPr>
        <p:sp>
          <p:nvSpPr>
            <p:cNvPr id="20" name="Plus 112">
              <a:extLst>
                <a:ext uri="{FF2B5EF4-FFF2-40B4-BE49-F238E27FC236}">
                  <a16:creationId xmlns:a16="http://schemas.microsoft.com/office/drawing/2014/main" id="{3121F679-1106-930F-0384-68FB72668E01}"/>
                </a:ext>
              </a:extLst>
            </p:cNvPr>
            <p:cNvSpPr>
              <a:spLocks/>
            </p:cNvSpPr>
            <p:nvPr/>
          </p:nvSpPr>
          <p:spPr>
            <a:xfrm>
              <a:off x="2661966" y="3256002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845DCB58-FF2C-D188-07EB-D634B14CCD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/>
            <a:srcRect l="352" r="352"/>
            <a:stretch/>
          </p:blipFill>
          <p:spPr bwMode="auto">
            <a:xfrm>
              <a:off x="2976068" y="3157974"/>
              <a:ext cx="672084" cy="4480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D8AF4B-C3C2-79EE-85EB-B39E150783E6}"/>
              </a:ext>
            </a:extLst>
          </p:cNvPr>
          <p:cNvGrpSpPr/>
          <p:nvPr/>
        </p:nvGrpSpPr>
        <p:grpSpPr>
          <a:xfrm>
            <a:off x="1905727" y="3710408"/>
            <a:ext cx="950896" cy="446105"/>
            <a:chOff x="1905727" y="3710408"/>
            <a:chExt cx="950896" cy="446105"/>
          </a:xfrm>
        </p:grpSpPr>
        <p:sp>
          <p:nvSpPr>
            <p:cNvPr id="23" name="Minus 122">
              <a:extLst>
                <a:ext uri="{FF2B5EF4-FFF2-40B4-BE49-F238E27FC236}">
                  <a16:creationId xmlns:a16="http://schemas.microsoft.com/office/drawing/2014/main" id="{B5BA43A5-80FB-8E10-9E81-A89D68251948}"/>
                </a:ext>
              </a:extLst>
            </p:cNvPr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4" name="Picture 10" descr="http://t3.gstatic.com/images?q=tbn:ANd9GcQX25hoEV1zFAkP4DNG6aoXHPHlQO8BI9liNNdsDSdRxtAhByLIcA">
              <a:extLst>
                <a:ext uri="{FF2B5EF4-FFF2-40B4-BE49-F238E27FC236}">
                  <a16:creationId xmlns:a16="http://schemas.microsoft.com/office/drawing/2014/main" id="{61B36E68-F7D4-59DF-0AF4-F77220A538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2187466" y="3710408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636738-48CA-EEC9-9818-478479E7D826}"/>
              </a:ext>
            </a:extLst>
          </p:cNvPr>
          <p:cNvGrpSpPr/>
          <p:nvPr/>
        </p:nvGrpSpPr>
        <p:grpSpPr>
          <a:xfrm>
            <a:off x="1313510" y="3088831"/>
            <a:ext cx="919718" cy="446105"/>
            <a:chOff x="1313510" y="3088831"/>
            <a:chExt cx="919718" cy="446105"/>
          </a:xfrm>
        </p:grpSpPr>
        <p:sp>
          <p:nvSpPr>
            <p:cNvPr id="26" name="Minus 119">
              <a:extLst>
                <a:ext uri="{FF2B5EF4-FFF2-40B4-BE49-F238E27FC236}">
                  <a16:creationId xmlns:a16="http://schemas.microsoft.com/office/drawing/2014/main" id="{33D61B44-65D2-2069-55D0-C9D3967D22F6}"/>
                </a:ext>
              </a:extLst>
            </p:cNvPr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7" name="Picture 23" descr="C:\Users\ang\Desktop\treesAndGrerb.jpg">
              <a:extLst>
                <a:ext uri="{FF2B5EF4-FFF2-40B4-BE49-F238E27FC236}">
                  <a16:creationId xmlns:a16="http://schemas.microsoft.com/office/drawing/2014/main" id="{7BD26448-62F6-9187-E8C5-0E33D5359F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45" b="7445"/>
            <a:stretch/>
          </p:blipFill>
          <p:spPr bwMode="auto">
            <a:xfrm>
              <a:off x="1564071" y="3088831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3EECE7D-D581-771E-4364-12E23B79E35E}"/>
              </a:ext>
            </a:extLst>
          </p:cNvPr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6D0251-3AB9-807A-EC4E-972F28946EF1}"/>
              </a:ext>
            </a:extLst>
          </p:cNvPr>
          <p:cNvCxnSpPr/>
          <p:nvPr/>
        </p:nvCxnSpPr>
        <p:spPr>
          <a:xfrm flipH="1">
            <a:off x="4347879" y="110272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331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FE32E-5BBB-48F6-64A6-B9B354D3EACB}"/>
              </a:ext>
            </a:extLst>
          </p:cNvPr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F6AF28-8738-E657-BEBE-C38393C53F09}"/>
              </a:ext>
            </a:extLst>
          </p:cNvPr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201B33-8630-37D3-FEE2-5F61E09546A4}"/>
              </a:ext>
            </a:extLst>
          </p:cNvPr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43046D-F22E-76AF-092B-DD86208B019E}"/>
              </a:ext>
            </a:extLst>
          </p:cNvPr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6" name="Text Box 572">
            <a:extLst>
              <a:ext uri="{FF2B5EF4-FFF2-40B4-BE49-F238E27FC236}">
                <a16:creationId xmlns:a16="http://schemas.microsoft.com/office/drawing/2014/main" id="{CFDE5804-6F44-1C33-61EE-01E23F57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7" name="Plus 116">
            <a:extLst>
              <a:ext uri="{FF2B5EF4-FFF2-40B4-BE49-F238E27FC236}">
                <a16:creationId xmlns:a16="http://schemas.microsoft.com/office/drawing/2014/main" id="{28B7DF36-0508-6ADB-5CDC-690946A6FC3C}"/>
              </a:ext>
            </a:extLst>
          </p:cNvPr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8" name="Minus 119">
            <a:extLst>
              <a:ext uri="{FF2B5EF4-FFF2-40B4-BE49-F238E27FC236}">
                <a16:creationId xmlns:a16="http://schemas.microsoft.com/office/drawing/2014/main" id="{E64FBCB4-FBDE-BE15-2DA9-0ACC7B5AFF4B}"/>
              </a:ext>
            </a:extLst>
          </p:cNvPr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inus 122">
            <a:extLst>
              <a:ext uri="{FF2B5EF4-FFF2-40B4-BE49-F238E27FC236}">
                <a16:creationId xmlns:a16="http://schemas.microsoft.com/office/drawing/2014/main" id="{1FE360F7-0CF7-082D-9CAB-E41A68076162}"/>
              </a:ext>
            </a:extLst>
          </p:cNvPr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:a16="http://schemas.microsoft.com/office/drawing/2014/main" id="{73D27F00-2D26-15D8-0CFE-3307AFD257D0}"/>
              </a:ext>
            </a:extLst>
          </p:cNvPr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1" name="Plus 128">
              <a:extLst>
                <a:ext uri="{FF2B5EF4-FFF2-40B4-BE49-F238E27FC236}">
                  <a16:creationId xmlns:a16="http://schemas.microsoft.com/office/drawing/2014/main" id="{1B32859D-42E0-649B-7BD6-7E2CD1434F5E}"/>
                </a:ext>
              </a:extLst>
            </p:cNvPr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2" name="Text Box 572">
              <a:extLst>
                <a:ext uri="{FF2B5EF4-FFF2-40B4-BE49-F238E27FC236}">
                  <a16:creationId xmlns:a16="http://schemas.microsoft.com/office/drawing/2014/main" id="{C4F53640-09DF-CAEA-C4A8-120289D6F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" name="Minus 130">
              <a:extLst>
                <a:ext uri="{FF2B5EF4-FFF2-40B4-BE49-F238E27FC236}">
                  <a16:creationId xmlns:a16="http://schemas.microsoft.com/office/drawing/2014/main" id="{E51DDA58-2934-6B56-5CBE-C07892A4347A}"/>
                </a:ext>
              </a:extLst>
            </p:cNvPr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 Box 572">
              <a:extLst>
                <a:ext uri="{FF2B5EF4-FFF2-40B4-BE49-F238E27FC236}">
                  <a16:creationId xmlns:a16="http://schemas.microsoft.com/office/drawing/2014/main" id="{6119CFDD-9CD6-5382-E23D-29A371808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0CB7F47-B3F7-E6A2-62D9-F3A066706F59}"/>
              </a:ext>
            </a:extLst>
          </p:cNvPr>
          <p:cNvSpPr txBox="1"/>
          <p:nvPr/>
        </p:nvSpPr>
        <p:spPr>
          <a:xfrm>
            <a:off x="4648200" y="198698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1E6FB2-21E6-7E47-4F68-FD8BB27A88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2406192"/>
            <a:ext cx="979170" cy="1771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EC28A9B-55B4-678B-69D5-68732E596C79}"/>
              </a:ext>
            </a:extLst>
          </p:cNvPr>
          <p:cNvGrpSpPr/>
          <p:nvPr/>
        </p:nvGrpSpPr>
        <p:grpSpPr>
          <a:xfrm>
            <a:off x="4756353" y="2949541"/>
            <a:ext cx="2505075" cy="1399639"/>
            <a:chOff x="4932327" y="3000911"/>
            <a:chExt cx="2505075" cy="13996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B365D38-5AB5-F093-08B4-C71B0C04B3B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6E4B28-A155-3696-5D33-53BC3A075491}"/>
                </a:ext>
              </a:extLst>
            </p:cNvPr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5F92F1-8490-D1E2-D81A-F2F23E6AA762}"/>
                </a:ext>
              </a:extLst>
            </p:cNvPr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99933E-8BFE-731D-0830-46A440B80996}"/>
                </a:ext>
              </a:extLst>
            </p:cNvPr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CBCDEBF-BC27-4D64-781E-EFB1D53F0E2D}"/>
              </a:ext>
            </a:extLst>
          </p:cNvPr>
          <p:cNvSpPr txBox="1"/>
          <p:nvPr/>
        </p:nvSpPr>
        <p:spPr>
          <a:xfrm>
            <a:off x="4670389" y="4390104"/>
            <a:ext cx="42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Quadratic features (               ): ≈3 million		                  features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6FF262-6F3A-3B17-D2FC-0FF0752009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15" y="4530155"/>
            <a:ext cx="756285" cy="198120"/>
          </a:xfrm>
          <a:prstGeom prst="rect">
            <a:avLst/>
          </a:prstGeom>
        </p:spPr>
      </p:pic>
      <p:sp>
        <p:nvSpPr>
          <p:cNvPr id="24" name="Plus 33">
            <a:extLst>
              <a:ext uri="{FF2B5EF4-FFF2-40B4-BE49-F238E27FC236}">
                <a16:creationId xmlns:a16="http://schemas.microsoft.com/office/drawing/2014/main" id="{72425B9B-B5B3-FC79-1A4B-0958F8A6CB34}"/>
              </a:ext>
            </a:extLst>
          </p:cNvPr>
          <p:cNvSpPr>
            <a:spLocks/>
          </p:cNvSpPr>
          <p:nvPr/>
        </p:nvSpPr>
        <p:spPr>
          <a:xfrm>
            <a:off x="3326878" y="340643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5" name="Plus 34">
            <a:extLst>
              <a:ext uri="{FF2B5EF4-FFF2-40B4-BE49-F238E27FC236}">
                <a16:creationId xmlns:a16="http://schemas.microsoft.com/office/drawing/2014/main" id="{62B84006-04E0-3F26-559C-D17C631EC592}"/>
              </a:ext>
            </a:extLst>
          </p:cNvPr>
          <p:cNvSpPr>
            <a:spLocks/>
          </p:cNvSpPr>
          <p:nvPr/>
        </p:nvSpPr>
        <p:spPr>
          <a:xfrm>
            <a:off x="2180713" y="311881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6" name="Plus 35">
            <a:extLst>
              <a:ext uri="{FF2B5EF4-FFF2-40B4-BE49-F238E27FC236}">
                <a16:creationId xmlns:a16="http://schemas.microsoft.com/office/drawing/2014/main" id="{705EF6DC-401B-3E62-546C-A44A465CA441}"/>
              </a:ext>
            </a:extLst>
          </p:cNvPr>
          <p:cNvSpPr>
            <a:spLocks/>
          </p:cNvSpPr>
          <p:nvPr/>
        </p:nvSpPr>
        <p:spPr>
          <a:xfrm>
            <a:off x="3035293" y="279378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7" name="Plus 39">
            <a:extLst>
              <a:ext uri="{FF2B5EF4-FFF2-40B4-BE49-F238E27FC236}">
                <a16:creationId xmlns:a16="http://schemas.microsoft.com/office/drawing/2014/main" id="{E93181FC-D762-30D4-4371-2CF6D4D21B84}"/>
              </a:ext>
            </a:extLst>
          </p:cNvPr>
          <p:cNvSpPr>
            <a:spLocks/>
          </p:cNvSpPr>
          <p:nvPr/>
        </p:nvSpPr>
        <p:spPr>
          <a:xfrm>
            <a:off x="2783293" y="2322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8" name="Plus 40">
            <a:extLst>
              <a:ext uri="{FF2B5EF4-FFF2-40B4-BE49-F238E27FC236}">
                <a16:creationId xmlns:a16="http://schemas.microsoft.com/office/drawing/2014/main" id="{6F767EB0-CA91-2F21-A73D-77F601BC8545}"/>
              </a:ext>
            </a:extLst>
          </p:cNvPr>
          <p:cNvSpPr>
            <a:spLocks/>
          </p:cNvSpPr>
          <p:nvPr/>
        </p:nvSpPr>
        <p:spPr>
          <a:xfrm>
            <a:off x="3451965" y="2448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9" name="Plus 41">
            <a:extLst>
              <a:ext uri="{FF2B5EF4-FFF2-40B4-BE49-F238E27FC236}">
                <a16:creationId xmlns:a16="http://schemas.microsoft.com/office/drawing/2014/main" id="{B5A8E9CE-BBDA-CFD3-6DD7-AF7DAD105BC0}"/>
              </a:ext>
            </a:extLst>
          </p:cNvPr>
          <p:cNvSpPr>
            <a:spLocks/>
          </p:cNvSpPr>
          <p:nvPr/>
        </p:nvSpPr>
        <p:spPr>
          <a:xfrm>
            <a:off x="3574137" y="301602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0" name="Minus 42">
            <a:extLst>
              <a:ext uri="{FF2B5EF4-FFF2-40B4-BE49-F238E27FC236}">
                <a16:creationId xmlns:a16="http://schemas.microsoft.com/office/drawing/2014/main" id="{53B11313-3C82-D9A3-EC53-D1F0E836F499}"/>
              </a:ext>
            </a:extLst>
          </p:cNvPr>
          <p:cNvSpPr/>
          <p:nvPr/>
        </p:nvSpPr>
        <p:spPr>
          <a:xfrm>
            <a:off x="1400694" y="37653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Minus 43">
            <a:extLst>
              <a:ext uri="{FF2B5EF4-FFF2-40B4-BE49-F238E27FC236}">
                <a16:creationId xmlns:a16="http://schemas.microsoft.com/office/drawing/2014/main" id="{CD9C6616-5E0D-455C-18CD-3B0654FFBC0D}"/>
              </a:ext>
            </a:extLst>
          </p:cNvPr>
          <p:cNvSpPr/>
          <p:nvPr/>
        </p:nvSpPr>
        <p:spPr>
          <a:xfrm>
            <a:off x="1489292" y="276636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Minus 44">
            <a:extLst>
              <a:ext uri="{FF2B5EF4-FFF2-40B4-BE49-F238E27FC236}">
                <a16:creationId xmlns:a16="http://schemas.microsoft.com/office/drawing/2014/main" id="{2F4460D5-1A8C-A631-79D7-46271DD1E4FA}"/>
              </a:ext>
            </a:extLst>
          </p:cNvPr>
          <p:cNvSpPr/>
          <p:nvPr/>
        </p:nvSpPr>
        <p:spPr>
          <a:xfrm>
            <a:off x="1790250" y="30274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Minus 45">
            <a:extLst>
              <a:ext uri="{FF2B5EF4-FFF2-40B4-BE49-F238E27FC236}">
                <a16:creationId xmlns:a16="http://schemas.microsoft.com/office/drawing/2014/main" id="{DF2A7607-3A94-DCD6-72C6-95FE5CAD9BA2}"/>
              </a:ext>
            </a:extLst>
          </p:cNvPr>
          <p:cNvSpPr/>
          <p:nvPr/>
        </p:nvSpPr>
        <p:spPr>
          <a:xfrm>
            <a:off x="1599010" y="235475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Minus 46">
            <a:extLst>
              <a:ext uri="{FF2B5EF4-FFF2-40B4-BE49-F238E27FC236}">
                <a16:creationId xmlns:a16="http://schemas.microsoft.com/office/drawing/2014/main" id="{2A629464-4203-2ECE-BB08-4301FFA27174}"/>
              </a:ext>
            </a:extLst>
          </p:cNvPr>
          <p:cNvSpPr/>
          <p:nvPr/>
        </p:nvSpPr>
        <p:spPr>
          <a:xfrm>
            <a:off x="1899968" y="261579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Minus 47">
            <a:extLst>
              <a:ext uri="{FF2B5EF4-FFF2-40B4-BE49-F238E27FC236}">
                <a16:creationId xmlns:a16="http://schemas.microsoft.com/office/drawing/2014/main" id="{8C08F658-EDAF-1A54-D693-49537193027B}"/>
              </a:ext>
            </a:extLst>
          </p:cNvPr>
          <p:cNvSpPr/>
          <p:nvPr/>
        </p:nvSpPr>
        <p:spPr>
          <a:xfrm>
            <a:off x="1727182" y="35080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Minus 49">
            <a:extLst>
              <a:ext uri="{FF2B5EF4-FFF2-40B4-BE49-F238E27FC236}">
                <a16:creationId xmlns:a16="http://schemas.microsoft.com/office/drawing/2014/main" id="{BBBA6EDB-0C0B-5624-B471-D6A0A12CA6C4}"/>
              </a:ext>
            </a:extLst>
          </p:cNvPr>
          <p:cNvSpPr/>
          <p:nvPr/>
        </p:nvSpPr>
        <p:spPr>
          <a:xfrm>
            <a:off x="2741704" y="387645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Minus 52">
            <a:extLst>
              <a:ext uri="{FF2B5EF4-FFF2-40B4-BE49-F238E27FC236}">
                <a16:creationId xmlns:a16="http://schemas.microsoft.com/office/drawing/2014/main" id="{065A6688-68DC-1CC9-DBEF-4E6382F2562F}"/>
              </a:ext>
            </a:extLst>
          </p:cNvPr>
          <p:cNvSpPr/>
          <p:nvPr/>
        </p:nvSpPr>
        <p:spPr>
          <a:xfrm>
            <a:off x="2309010" y="366528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Minus 53">
            <a:extLst>
              <a:ext uri="{FF2B5EF4-FFF2-40B4-BE49-F238E27FC236}">
                <a16:creationId xmlns:a16="http://schemas.microsoft.com/office/drawing/2014/main" id="{27B4EAF6-F289-37DE-A17C-FBFFEF574B59}"/>
              </a:ext>
            </a:extLst>
          </p:cNvPr>
          <p:cNvSpPr/>
          <p:nvPr/>
        </p:nvSpPr>
        <p:spPr>
          <a:xfrm>
            <a:off x="2337463" y="396192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Minus 54">
            <a:extLst>
              <a:ext uri="{FF2B5EF4-FFF2-40B4-BE49-F238E27FC236}">
                <a16:creationId xmlns:a16="http://schemas.microsoft.com/office/drawing/2014/main" id="{3E8674F0-0446-5BF0-83EC-6EEBEA245134}"/>
              </a:ext>
            </a:extLst>
          </p:cNvPr>
          <p:cNvSpPr/>
          <p:nvPr/>
        </p:nvSpPr>
        <p:spPr>
          <a:xfrm>
            <a:off x="3231628" y="39939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Minus 55">
            <a:extLst>
              <a:ext uri="{FF2B5EF4-FFF2-40B4-BE49-F238E27FC236}">
                <a16:creationId xmlns:a16="http://schemas.microsoft.com/office/drawing/2014/main" id="{AA44FFD3-F4F2-D7AE-428F-6B5709D8E33D}"/>
              </a:ext>
            </a:extLst>
          </p:cNvPr>
          <p:cNvSpPr/>
          <p:nvPr/>
        </p:nvSpPr>
        <p:spPr>
          <a:xfrm>
            <a:off x="3608715" y="383543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Minus 56">
            <a:extLst>
              <a:ext uri="{FF2B5EF4-FFF2-40B4-BE49-F238E27FC236}">
                <a16:creationId xmlns:a16="http://schemas.microsoft.com/office/drawing/2014/main" id="{4C560DA2-7C56-52D9-4DC9-82880BE51D90}"/>
              </a:ext>
            </a:extLst>
          </p:cNvPr>
          <p:cNvSpPr/>
          <p:nvPr/>
        </p:nvSpPr>
        <p:spPr>
          <a:xfrm>
            <a:off x="3041128" y="370311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6CF766-C931-0278-D13F-94CCCEFEFCD9}"/>
              </a:ext>
            </a:extLst>
          </p:cNvPr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CBAB4B-9218-3C65-6038-ECB9BDB9D23B}"/>
              </a:ext>
            </a:extLst>
          </p:cNvPr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44" name="Picture 2" descr="http://www.cheapcar.org/wp-content/uploads/2010/04/car_loans.jpg">
              <a:extLst>
                <a:ext uri="{FF2B5EF4-FFF2-40B4-BE49-F238E27FC236}">
                  <a16:creationId xmlns:a16="http://schemas.microsoft.com/office/drawing/2014/main" id="{1B0A820B-AA76-DEC1-68FB-D36DCB0AC4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329AD90-CA2A-EB81-F490-B2CFF1B5DAFC}"/>
                </a:ext>
              </a:extLst>
            </p:cNvPr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46" name="Line Callout 1 (No Border) 61">
              <a:extLst>
                <a:ext uri="{FF2B5EF4-FFF2-40B4-BE49-F238E27FC236}">
                  <a16:creationId xmlns:a16="http://schemas.microsoft.com/office/drawing/2014/main" id="{B3EE0EC5-36A0-75AA-DD0B-570AA0CF86A4}"/>
                </a:ext>
              </a:extLst>
            </p:cNvPr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7" name="Multiply 62">
              <a:extLst>
                <a:ext uri="{FF2B5EF4-FFF2-40B4-BE49-F238E27FC236}">
                  <a16:creationId xmlns:a16="http://schemas.microsoft.com/office/drawing/2014/main" id="{4EC57412-2830-05D4-4DE4-8421530DA5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8" name="Multiply 63">
              <a:extLst>
                <a:ext uri="{FF2B5EF4-FFF2-40B4-BE49-F238E27FC236}">
                  <a16:creationId xmlns:a16="http://schemas.microsoft.com/office/drawing/2014/main" id="{32FA0AD0-4865-593E-1572-81DF45D1B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9" name="Line Callout 1 (No Border) 64">
              <a:extLst>
                <a:ext uri="{FF2B5EF4-FFF2-40B4-BE49-F238E27FC236}">
                  <a16:creationId xmlns:a16="http://schemas.microsoft.com/office/drawing/2014/main" id="{34CC1068-78D6-4C78-5313-7D04872147CE}"/>
                </a:ext>
              </a:extLst>
            </p:cNvPr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50" name="Plus 65">
            <a:extLst>
              <a:ext uri="{FF2B5EF4-FFF2-40B4-BE49-F238E27FC236}">
                <a16:creationId xmlns:a16="http://schemas.microsoft.com/office/drawing/2014/main" id="{2ED00A6C-BBBB-70BB-2670-3B3E64D8841D}"/>
              </a:ext>
            </a:extLst>
          </p:cNvPr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33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283860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and the brain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6737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DA683-29FF-3F6C-5C7E-3818B3AFEDD4}"/>
              </a:ext>
            </a:extLst>
          </p:cNvPr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Neural Networks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BC8D4-A51E-9E3A-C65D-A1513D0680C6}"/>
              </a:ext>
            </a:extLst>
          </p:cNvPr>
          <p:cNvSpPr txBox="1"/>
          <p:nvPr/>
        </p:nvSpPr>
        <p:spPr>
          <a:xfrm>
            <a:off x="381000" y="91672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Origins: Algorithms that try to mimic the brain.</a:t>
            </a:r>
          </a:p>
          <a:p>
            <a:r>
              <a:rPr lang="en-US" sz="2800" dirty="0"/>
              <a:t>Was very widely used in 80s and early 90s; popularity diminished in late 90s.</a:t>
            </a:r>
          </a:p>
          <a:p>
            <a:r>
              <a:rPr lang="en-US" sz="2800" dirty="0"/>
              <a:t>Recent resurgence: State-of-the-art technique for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82891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ng\Desktop\Brodmann_41_42.png">
            <a:extLst>
              <a:ext uri="{FF2B5EF4-FFF2-40B4-BE49-F238E27FC236}">
                <a16:creationId xmlns:a16="http://schemas.microsoft.com/office/drawing/2014/main" id="{2A3C2A8D-9129-C408-3799-FCEF423D0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16" b="94211" l="4000" r="99000">
                        <a14:foregroundMark x1="28333" y1="20000" x2="28333" y2="20000"/>
                        <a14:foregroundMark x1="17333" y1="14211" x2="4333" y2="43158"/>
                        <a14:foregroundMark x1="5667" y1="45263" x2="9000" y2="71053"/>
                        <a14:foregroundMark x1="22000" y1="75789" x2="42333" y2="80526"/>
                        <a14:foregroundMark x1="37333" y1="94211" x2="66000" y2="83684"/>
                        <a14:foregroundMark x1="82333" y1="75263" x2="43667" y2="11579"/>
                        <a14:foregroundMark x1="38667" y1="6842" x2="73667" y2="15789"/>
                        <a14:foregroundMark x1="85667" y1="38421" x2="99000" y2="6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28509" y="1146033"/>
            <a:ext cx="3336132" cy="2297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AAD4AF-98F7-A1AC-61BE-153B6190BAC2}"/>
              </a:ext>
            </a:extLst>
          </p:cNvPr>
          <p:cNvSpPr txBox="1"/>
          <p:nvPr/>
        </p:nvSpPr>
        <p:spPr>
          <a:xfrm>
            <a:off x="4166865" y="3754219"/>
            <a:ext cx="375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Auditory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1421A-AA81-2260-C296-549C11E7E278}"/>
              </a:ext>
            </a:extLst>
          </p:cNvPr>
          <p:cNvSpPr txBox="1"/>
          <p:nvPr/>
        </p:nvSpPr>
        <p:spPr>
          <a:xfrm>
            <a:off x="5004022" y="2941309"/>
            <a:ext cx="2086902" cy="390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Auditory Cortex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8C13C6-DF92-61B3-14DD-C8C89E52F9F7}"/>
              </a:ext>
            </a:extLst>
          </p:cNvPr>
          <p:cNvCxnSpPr/>
          <p:nvPr/>
        </p:nvCxnSpPr>
        <p:spPr bwMode="auto">
          <a:xfrm flipV="1">
            <a:off x="3094074" y="2594732"/>
            <a:ext cx="2637144" cy="39382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6" name="Group 46">
            <a:extLst>
              <a:ext uri="{FF2B5EF4-FFF2-40B4-BE49-F238E27FC236}">
                <a16:creationId xmlns:a16="http://schemas.microsoft.com/office/drawing/2014/main" id="{03B55F3F-B88D-64D4-9A63-E55C2F0AAD23}"/>
              </a:ext>
            </a:extLst>
          </p:cNvPr>
          <p:cNvGrpSpPr>
            <a:grpSpLocks/>
          </p:cNvGrpSpPr>
          <p:nvPr/>
        </p:nvGrpSpPr>
        <p:grpSpPr bwMode="auto">
          <a:xfrm>
            <a:off x="4473763" y="2647045"/>
            <a:ext cx="276222" cy="276222"/>
            <a:chOff x="0" y="2153"/>
            <a:chExt cx="571" cy="574"/>
          </a:xfrm>
        </p:grpSpPr>
        <p:sp>
          <p:nvSpPr>
            <p:cNvPr id="7" name="Line 47">
              <a:extLst>
                <a:ext uri="{FF2B5EF4-FFF2-40B4-BE49-F238E27FC236}">
                  <a16:creationId xmlns:a16="http://schemas.microsoft.com/office/drawing/2014/main" id="{35F0793F-3B3B-8CEB-C836-3E7CDFB5B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8" name="Line 48">
              <a:extLst>
                <a:ext uri="{FF2B5EF4-FFF2-40B4-BE49-F238E27FC236}">
                  <a16:creationId xmlns:a16="http://schemas.microsoft.com/office/drawing/2014/main" id="{BC46C07F-F5EA-3849-60A3-0C42CCC17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589D52-1AEC-7769-D5EB-D7E267740E03}"/>
              </a:ext>
            </a:extLst>
          </p:cNvPr>
          <p:cNvCxnSpPr/>
          <p:nvPr/>
        </p:nvCxnSpPr>
        <p:spPr bwMode="auto">
          <a:xfrm>
            <a:off x="3424238" y="1873985"/>
            <a:ext cx="2306980" cy="542206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" name="Picture 9" descr="Eye.png">
            <a:extLst>
              <a:ext uri="{FF2B5EF4-FFF2-40B4-BE49-F238E27FC236}">
                <a16:creationId xmlns:a16="http://schemas.microsoft.com/office/drawing/2014/main" id="{D734F663-176E-C788-6242-436803A950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pic>
        <p:nvPicPr>
          <p:cNvPr id="11" name="Picture 10" descr="Ear.png">
            <a:extLst>
              <a:ext uri="{FF2B5EF4-FFF2-40B4-BE49-F238E27FC236}">
                <a16:creationId xmlns:a16="http://schemas.microsoft.com/office/drawing/2014/main" id="{D0B9918F-0144-B00A-D9E5-55B5C52F83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086" y="2543579"/>
            <a:ext cx="963108" cy="15763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1367B5-32DE-859D-9445-5454CF9C2AA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F0E6-A4D6-F47D-86F5-C57B3E4C79EF}"/>
              </a:ext>
            </a:extLst>
          </p:cNvPr>
          <p:cNvSpPr txBox="1"/>
          <p:nvPr/>
        </p:nvSpPr>
        <p:spPr>
          <a:xfrm>
            <a:off x="0" y="4866501"/>
            <a:ext cx="1249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[Roe et al., 1992]</a:t>
            </a:r>
          </a:p>
        </p:txBody>
      </p:sp>
    </p:spTree>
    <p:extLst>
      <p:ext uri="{BB962C8B-B14F-4D97-AF65-F5344CB8AC3E}">
        <p14:creationId xmlns:p14="http://schemas.microsoft.com/office/powerpoint/2010/main" val="216849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pubpages.unh.edu/~cjy67/Images/hand.png">
            <a:extLst>
              <a:ext uri="{FF2B5EF4-FFF2-40B4-BE49-F238E27FC236}">
                <a16:creationId xmlns:a16="http://schemas.microsoft.com/office/drawing/2014/main" id="{DE6509FB-5A98-C386-A90E-25A951238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00000" smoothness="1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1818167" y="2516936"/>
            <a:ext cx="1424763" cy="145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://upload.wikimedia.org/wikipedia/commons/6/66/Postcentral_gyrus.png">
            <a:extLst>
              <a:ext uri="{FF2B5EF4-FFF2-40B4-BE49-F238E27FC236}">
                <a16:creationId xmlns:a16="http://schemas.microsoft.com/office/drawing/2014/main" id="{A99D7BDC-CB50-0FAE-4B03-E58D4140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11" b="93158" l="2000" r="97667">
                        <a14:foregroundMark x1="7000" y1="33684" x2="39333" y2="7368"/>
                        <a14:foregroundMark x1="44667" y1="4211" x2="54667" y2="6316"/>
                        <a14:foregroundMark x1="86667" y1="39474" x2="95000" y2="57895"/>
                        <a14:foregroundMark x1="93667" y1="55789" x2="97667" y2="66316"/>
                        <a14:foregroundMark x1="57000" y1="84737" x2="34667" y2="88421"/>
                        <a14:foregroundMark x1="43000" y1="93684" x2="32333" y2="81579"/>
                        <a14:foregroundMark x1="8000" y1="67895" x2="2000" y2="43158"/>
                        <a14:backgroundMark x1="7000" y1="15789" x2="16000" y2="11053"/>
                        <a14:backgroundMark x1="82667" y1="7368" x2="89667" y2="1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378" y="1123950"/>
            <a:ext cx="3340660" cy="229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3596D7-DFAD-FD72-354C-29C1520F7F72}"/>
              </a:ext>
            </a:extLst>
          </p:cNvPr>
          <p:cNvCxnSpPr/>
          <p:nvPr/>
        </p:nvCxnSpPr>
        <p:spPr bwMode="auto">
          <a:xfrm flipV="1">
            <a:off x="3094074" y="1965329"/>
            <a:ext cx="2497634" cy="99805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6">
            <a:extLst>
              <a:ext uri="{FF2B5EF4-FFF2-40B4-BE49-F238E27FC236}">
                <a16:creationId xmlns:a16="http://schemas.microsoft.com/office/drawing/2014/main" id="{849C31CC-9DFA-7639-7419-64656713342B}"/>
              </a:ext>
            </a:extLst>
          </p:cNvPr>
          <p:cNvGrpSpPr>
            <a:grpSpLocks/>
          </p:cNvGrpSpPr>
          <p:nvPr/>
        </p:nvGrpSpPr>
        <p:grpSpPr bwMode="auto">
          <a:xfrm>
            <a:off x="4197541" y="2326246"/>
            <a:ext cx="276222" cy="276222"/>
            <a:chOff x="0" y="2153"/>
            <a:chExt cx="571" cy="574"/>
          </a:xfrm>
        </p:grpSpPr>
        <p:sp>
          <p:nvSpPr>
            <p:cNvPr id="6" name="Line 47">
              <a:extLst>
                <a:ext uri="{FF2B5EF4-FFF2-40B4-BE49-F238E27FC236}">
                  <a16:creationId xmlns:a16="http://schemas.microsoft.com/office/drawing/2014/main" id="{6BC5664D-CF6D-3372-EDB2-8EB17CF32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7" name="Line 48">
              <a:extLst>
                <a:ext uri="{FF2B5EF4-FFF2-40B4-BE49-F238E27FC236}">
                  <a16:creationId xmlns:a16="http://schemas.microsoft.com/office/drawing/2014/main" id="{27FC310F-6C5E-C713-B441-0C7C75BED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D5AA9D-4725-6599-1CD4-475F9FBDD924}"/>
              </a:ext>
            </a:extLst>
          </p:cNvPr>
          <p:cNvSpPr txBox="1"/>
          <p:nvPr/>
        </p:nvSpPr>
        <p:spPr>
          <a:xfrm>
            <a:off x="5004022" y="2571750"/>
            <a:ext cx="2844578" cy="5139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Somatosensory Cortex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98C6D-F11E-C38A-22BA-60ED8F8D9825}"/>
              </a:ext>
            </a:extLst>
          </p:cNvPr>
          <p:cNvCxnSpPr/>
          <p:nvPr/>
        </p:nvCxnSpPr>
        <p:spPr bwMode="auto">
          <a:xfrm>
            <a:off x="3424238" y="1873985"/>
            <a:ext cx="2167470" cy="91344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" name="Picture 9" descr="Eye.png">
            <a:extLst>
              <a:ext uri="{FF2B5EF4-FFF2-40B4-BE49-F238E27FC236}">
                <a16:creationId xmlns:a16="http://schemas.microsoft.com/office/drawing/2014/main" id="{4FA53DC8-9AB2-FFF0-2E2F-A88C998D5F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D01948-8557-D951-49D1-C37136116DC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DBD94-4CEA-97EB-9581-EDAED1B84BCB}"/>
              </a:ext>
            </a:extLst>
          </p:cNvPr>
          <p:cNvSpPr txBox="1"/>
          <p:nvPr/>
        </p:nvSpPr>
        <p:spPr>
          <a:xfrm>
            <a:off x="0" y="4866501"/>
            <a:ext cx="1527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Metin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Frost, 1989]</a:t>
            </a:r>
          </a:p>
        </p:txBody>
      </p:sp>
    </p:spTree>
    <p:extLst>
      <p:ext uri="{BB962C8B-B14F-4D97-AF65-F5344CB8AC3E}">
        <p14:creationId xmlns:p14="http://schemas.microsoft.com/office/powerpoint/2010/main" val="4573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9E10F3-6895-48A1-2553-227130CFF0B2}"/>
              </a:ext>
            </a:extLst>
          </p:cNvPr>
          <p:cNvSpPr txBox="1"/>
          <p:nvPr/>
        </p:nvSpPr>
        <p:spPr>
          <a:xfrm>
            <a:off x="1614157" y="2449830"/>
            <a:ext cx="2236446" cy="334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Seeing with your tongue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889237-00AD-14BC-8564-FC5D6F858506}"/>
              </a:ext>
            </a:extLst>
          </p:cNvPr>
          <p:cNvGrpSpPr/>
          <p:nvPr/>
        </p:nvGrpSpPr>
        <p:grpSpPr>
          <a:xfrm>
            <a:off x="863926" y="742950"/>
            <a:ext cx="3708074" cy="1691059"/>
            <a:chOff x="482988" y="888916"/>
            <a:chExt cx="3708074" cy="16910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7C23D9-B6A2-1348-D7E1-5D6EA1C01A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b="2914"/>
            <a:stretch/>
          </p:blipFill>
          <p:spPr bwMode="auto">
            <a:xfrm>
              <a:off x="482988" y="903721"/>
              <a:ext cx="1233917" cy="1668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574A4F-808E-78E7-E11B-A1251CFE9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l="8283" r="2048"/>
            <a:stretch>
              <a:fillRect/>
            </a:stretch>
          </p:blipFill>
          <p:spPr bwMode="auto">
            <a:xfrm>
              <a:off x="1796822" y="888916"/>
              <a:ext cx="2394240" cy="1691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F9D30A-DF0A-9309-BA94-4D9FE50C3F52}"/>
              </a:ext>
            </a:extLst>
          </p:cNvPr>
          <p:cNvSpPr txBox="1"/>
          <p:nvPr/>
        </p:nvSpPr>
        <p:spPr>
          <a:xfrm>
            <a:off x="5147170" y="2416432"/>
            <a:ext cx="29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Human echolocation (sonar)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F7C2C686-43F9-C02F-B602-6B8035ED4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7222" b="10814"/>
          <a:stretch/>
        </p:blipFill>
        <p:spPr bwMode="auto">
          <a:xfrm>
            <a:off x="5111728" y="742950"/>
            <a:ext cx="3041672" cy="1682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B7CA2C59-3ED9-A45B-F250-FA9859273FF4}"/>
              </a:ext>
            </a:extLst>
          </p:cNvPr>
          <p:cNvSpPr/>
          <p:nvPr/>
        </p:nvSpPr>
        <p:spPr bwMode="auto">
          <a:xfrm rot="12896089">
            <a:off x="6761561" y="1408266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468E8693-5011-BD4F-8EB7-054C952E0EE5}"/>
              </a:ext>
            </a:extLst>
          </p:cNvPr>
          <p:cNvSpPr/>
          <p:nvPr/>
        </p:nvSpPr>
        <p:spPr bwMode="auto">
          <a:xfrm rot="12896089">
            <a:off x="6485630" y="1478854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122A409-0C02-FEF9-339A-C198F6BE65D2}"/>
              </a:ext>
            </a:extLst>
          </p:cNvPr>
          <p:cNvSpPr/>
          <p:nvPr/>
        </p:nvSpPr>
        <p:spPr bwMode="auto">
          <a:xfrm rot="12896089">
            <a:off x="6642846" y="1453184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grpSp>
        <p:nvGrpSpPr>
          <p:cNvPr id="11" name="Group 23">
            <a:extLst>
              <a:ext uri="{FF2B5EF4-FFF2-40B4-BE49-F238E27FC236}">
                <a16:creationId xmlns:a16="http://schemas.microsoft.com/office/drawing/2014/main" id="{3B84E7E6-86A8-BDEA-9E6F-5A4C7F4CDEF7}"/>
              </a:ext>
            </a:extLst>
          </p:cNvPr>
          <p:cNvGrpSpPr/>
          <p:nvPr/>
        </p:nvGrpSpPr>
        <p:grpSpPr>
          <a:xfrm>
            <a:off x="914400" y="2869810"/>
            <a:ext cx="3418070" cy="1683140"/>
            <a:chOff x="1153955" y="1931204"/>
            <a:chExt cx="5069460" cy="2496325"/>
          </a:xfrm>
        </p:grpSpPr>
        <p:pic>
          <p:nvPicPr>
            <p:cNvPr id="12" name="Picture 2" descr="C:\Users\ang\Desktop\d704fa5c809ebf8d6f97ef57f6f04ae3f6aec692.pdf - Adobe Acrobat Pro.jpg">
              <a:extLst>
                <a:ext uri="{FF2B5EF4-FFF2-40B4-BE49-F238E27FC236}">
                  <a16:creationId xmlns:a16="http://schemas.microsoft.com/office/drawing/2014/main" id="{FA2E8F0F-9790-AD37-C6C1-6409E0058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 r="46584"/>
            <a:stretch>
              <a:fillRect/>
            </a:stretch>
          </p:blipFill>
          <p:spPr bwMode="auto">
            <a:xfrm>
              <a:off x="1153955" y="1931205"/>
              <a:ext cx="2649945" cy="2491095"/>
            </a:xfrm>
            <a:prstGeom prst="rect">
              <a:avLst/>
            </a:prstGeom>
            <a:noFill/>
          </p:spPr>
        </p:pic>
        <p:pic>
          <p:nvPicPr>
            <p:cNvPr id="13" name="Picture 3" descr="C:\Users\ang\Desktop\photo2.jpg">
              <a:extLst>
                <a:ext uri="{FF2B5EF4-FFF2-40B4-BE49-F238E27FC236}">
                  <a16:creationId xmlns:a16="http://schemas.microsoft.com/office/drawing/2014/main" id="{EE584153-ABDA-C183-7A27-9964E8434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 l="17308" r="14615"/>
            <a:stretch>
              <a:fillRect/>
            </a:stretch>
          </p:blipFill>
          <p:spPr bwMode="auto">
            <a:xfrm>
              <a:off x="3957520" y="1931204"/>
              <a:ext cx="2265895" cy="2496325"/>
            </a:xfrm>
            <a:prstGeom prst="rect">
              <a:avLst/>
            </a:prstGeom>
            <a:noFill/>
          </p:spPr>
        </p:pic>
      </p:grpSp>
      <p:pic>
        <p:nvPicPr>
          <p:cNvPr id="14" name="Picture 5" descr="C:\Users\ang\Desktop\frog.jpg">
            <a:extLst>
              <a:ext uri="{FF2B5EF4-FFF2-40B4-BE49-F238E27FC236}">
                <a16:creationId xmlns:a16="http://schemas.microsoft.com/office/drawing/2014/main" id="{9F5C9466-4600-EBEA-0A87-A39711FB7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84731" y="2869809"/>
            <a:ext cx="3034924" cy="1679615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9813C7-5D2F-C941-DAF0-D8C1390A70AD}"/>
              </a:ext>
            </a:extLst>
          </p:cNvPr>
          <p:cNvSpPr txBox="1"/>
          <p:nvPr/>
        </p:nvSpPr>
        <p:spPr>
          <a:xfrm>
            <a:off x="1284019" y="4549424"/>
            <a:ext cx="276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 err="1">
                <a:latin typeface="+mj-lt"/>
              </a:rPr>
              <a:t>Haptic</a:t>
            </a:r>
            <a:r>
              <a:rPr lang="en-US" dirty="0">
                <a:latin typeface="+mj-lt"/>
              </a:rPr>
              <a:t> belt: Direction sense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22886E-469C-4271-A80D-364D6020667D}"/>
              </a:ext>
            </a:extLst>
          </p:cNvPr>
          <p:cNvSpPr txBox="1"/>
          <p:nvPr/>
        </p:nvSpPr>
        <p:spPr>
          <a:xfrm>
            <a:off x="5581978" y="4549424"/>
            <a:ext cx="204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Implanting a 3</a:t>
            </a:r>
            <a:r>
              <a:rPr lang="en-US" baseline="30000" dirty="0">
                <a:latin typeface="+mj-lt"/>
              </a:rPr>
              <a:t>rd</a:t>
            </a:r>
            <a:r>
              <a:rPr lang="en-US" dirty="0">
                <a:latin typeface="+mj-lt"/>
              </a:rPr>
              <a:t> eye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893046-4D6B-530B-E51A-20273BADEDB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Sensor representations in the brain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D72654-439E-CDBF-A2F7-4F8E4C98C256}"/>
              </a:ext>
            </a:extLst>
          </p:cNvPr>
          <p:cNvSpPr txBox="1"/>
          <p:nvPr/>
        </p:nvSpPr>
        <p:spPr>
          <a:xfrm>
            <a:off x="0" y="4866501"/>
            <a:ext cx="5481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[BrainPort; Welsh &amp; Blasch, 1997; Nagel et al., 2005; Constantine-Paton &amp; Law, 2009]</a:t>
            </a:r>
          </a:p>
        </p:txBody>
      </p:sp>
    </p:spTree>
    <p:extLst>
      <p:ext uri="{BB962C8B-B14F-4D97-AF65-F5344CB8AC3E}">
        <p14:creationId xmlns:p14="http://schemas.microsoft.com/office/powerpoint/2010/main" val="3302292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4266828" y="2190750"/>
            <a:ext cx="4496172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 I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4EF4E1-2E8C-FE34-37C5-5DB819A03A93}"/>
              </a:ext>
            </a:extLst>
          </p:cNvPr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01765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g\Desktop\Neuron.jpg">
            <a:extLst>
              <a:ext uri="{FF2B5EF4-FFF2-40B4-BE49-F238E27FC236}">
                <a16:creationId xmlns:a16="http://schemas.microsoft.com/office/drawing/2014/main" id="{621E9BA9-A710-F546-E9F1-FC5E1DC14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2274"/>
          <a:stretch>
            <a:fillRect/>
          </a:stretch>
        </p:blipFill>
        <p:spPr bwMode="auto">
          <a:xfrm>
            <a:off x="1447800" y="974812"/>
            <a:ext cx="6019800" cy="319387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4E81DA-7CE0-6E00-9186-8DDE80833C8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in the brain</a:t>
            </a:r>
          </a:p>
        </p:txBody>
      </p:sp>
    </p:spTree>
    <p:extLst>
      <p:ext uri="{BB962C8B-B14F-4D97-AF65-F5344CB8AC3E}">
        <p14:creationId xmlns:p14="http://schemas.microsoft.com/office/powerpoint/2010/main" val="1293049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en/a/a6/Chemical_synapse_schema.jpg">
            <a:extLst>
              <a:ext uri="{FF2B5EF4-FFF2-40B4-BE49-F238E27FC236}">
                <a16:creationId xmlns:a16="http://schemas.microsoft.com/office/drawing/2014/main" id="{3E6B3C56-FA53-AF76-0C92-BEB2B11850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7373"/>
          <a:stretch/>
        </p:blipFill>
        <p:spPr bwMode="auto">
          <a:xfrm>
            <a:off x="2941386" y="708974"/>
            <a:ext cx="3290761" cy="390938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1430F0-6F68-FB11-08E8-22FA9148235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Neurons in the brain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EB423-8D1E-1DE4-DDDA-C0B48849ED77}"/>
              </a:ext>
            </a:extLst>
          </p:cNvPr>
          <p:cNvSpPr txBox="1"/>
          <p:nvPr/>
        </p:nvSpPr>
        <p:spPr>
          <a:xfrm>
            <a:off x="0" y="4866501"/>
            <a:ext cx="4438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[Credit: US National Institutes of Health, National Institute on Aging]</a:t>
            </a:r>
          </a:p>
        </p:txBody>
      </p:sp>
    </p:spTree>
    <p:extLst>
      <p:ext uri="{BB962C8B-B14F-4D97-AF65-F5344CB8AC3E}">
        <p14:creationId xmlns:p14="http://schemas.microsoft.com/office/powerpoint/2010/main" val="118914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1AAFC0-011F-0C71-E4DB-9711892BA3B0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0F6F596-73A1-3662-371C-DFBCA27E6903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3FE7DC-9AE3-A730-F0D4-E7B0A30336AB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B52EBE6-03EB-1945-FB1A-3DCAE6D10E7A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B9F072-6A60-359C-284C-1C4FFF751927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4B95E6-79FB-5C18-2C2D-1C297B92B5E4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138B82E-8655-C57E-1DC0-A1095C47ED1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C044CD-1FBC-69E1-99E0-289D0C648EA9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F9D595-A616-8880-6782-84660F177DC6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61AC925-5ED0-805C-85A2-97BA843106C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E88E1B-EE62-8F63-ED45-649F36C4C34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18112-42A1-665A-D86C-3418DD2C7C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2F496E-5040-80F5-13C8-11CE0735FF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83FCE5-15BB-C731-869D-B9BB9BB05F6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85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BB9B-5222-9A41-FFC1-50B22673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7BE9EB-7AA0-B07D-1EC7-5DD079B3C442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6C33D9E-5E47-EE05-358E-6553A3EA303F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335370-07A5-B77C-02DB-5A5AF396AF9D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4BAE3F2-C2FC-04D3-AE4E-4E76DDF4DDD7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F5AFACB-4B85-3CE8-37B3-201E19FD148E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149DA11-54B9-EC97-4D37-B4D477BEEB5E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F768EE-7996-2171-DD23-E8DA756A1616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DA36C3-DDCD-E63A-391B-BDFE5DE3FDE6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C1A039-6532-1FB7-771D-328ECA9B646E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5930A0-CF5A-EE41-FEF4-F612EC8ADFA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EA10DE2-5CE7-6438-AA03-DA7FA71B165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2EA5FD-AA5B-6741-C81E-59D3491CB3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2C13CB-1F7C-4EF4-0AB8-1E9673819C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0FAE5B-D137-022F-4687-29BEF45EBE2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00462-68C5-DB11-5F26-50B372B8873F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00462-68C5-DB11-5F26-50B372B88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D04C5-505C-B522-7AAF-449102507AB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D04C5-505C-B522-7AAF-44910250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4782D3-CA21-BD8F-5F86-BAA0D4B80182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4782D3-CA21-BD8F-5F86-BAA0D4B80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387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7BFB-5835-4151-4904-07297704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726CADB-EEB2-3AFE-A8AC-F8D969B608B6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76A099-4273-8B3C-A58C-6133FE96CF46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22DFDC-EB50-6325-E70D-D8B44E90663E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84F4C6-3C36-30A6-F25A-61736AE99E2F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D9FDFE-1EA0-5819-AC8B-4D68A1AD9AC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ECF0C3-7D7B-6412-908B-7FF7D784ED13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D5FCDF-22E4-91C8-0F1B-4ABBA6D60E9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3E217A0-8B15-AF6E-57E6-D47A935453D1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050282-1F0F-91C6-35BA-B90839F51B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CE397A-38E9-2D43-CAC4-7B0CBF26D30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259F81-472E-E007-2F63-2441F8B248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5C1C9B-3AD9-4FAB-4385-7ECF90D7C5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68F9CD-DC41-07CF-079E-0CB4E3F009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C255C-B6D4-EA57-B011-0CDB80714B9A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C255C-B6D4-EA57-B011-0CDB8071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F08F31-170C-AD90-91C8-24CD88B97A4B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F08F31-170C-AD90-91C8-24CD88B9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8D9B2-EE04-5A61-8AC2-FCC125FB7E31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8D9B2-EE04-5A61-8AC2-FCC125FB7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8563EE95-C65C-F8B3-95DB-0BA6D5B74A0D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F003CB-F8F0-A088-F912-F883F11891CD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521BF7-CB3B-81C9-95C5-C14B562F9F3E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73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0A06-E0AB-EAE3-916E-D0A662C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4A04D71-11DA-146D-B571-12A32F564A7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D9A061-7D16-E24A-E9FE-7E3193BF7E82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13843F-C141-B63B-CFE1-4859292C93DD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7626B3-1E99-FDE2-93F6-84B4FC41755C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5E4E58-0E35-CF79-CEA8-79C97EF6E8C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25B3AA-F87F-216B-08EA-9CE94EB2B4A9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B31EBF-B6E3-1448-AAB9-000C92C2C2CE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A46FEA9-C837-011E-CFDD-0F728D25F093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3EB8CD-3D96-031B-39CC-37A9D357B0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F5CD99-2E2D-DB1F-FB47-C494489BB79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B5158D-BE2A-D78A-A54F-18A78A38FA5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502AD0-4928-6326-78CB-C289FE899DD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4D3462-6E01-596F-0A82-1C429032D8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E16507-1C77-45F6-88F8-35477884F594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E16507-1C77-45F6-88F8-35477884F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D5923-2B6D-3312-DEC8-4F94E5CBE753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D5923-2B6D-3312-DEC8-4F94E5CBE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CE2EC3-26E5-8EF0-0C6E-392273616042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CE2EC3-26E5-8EF0-0C6E-392273616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1B217110-A80E-B6CF-DDF7-A807B6514E56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C68270-34EF-E89E-E5BB-6CF79DCC6045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380305-EA63-0F05-DA6E-624ABD029A98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DF8367-F465-8A2D-BAFB-3B2CAF0A758A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DF8367-F465-8A2D-BAFB-3B2CAF0A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9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BA31-3E44-2B9C-2A1A-615A1F19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F045BE5-DF0D-424D-564A-84460E13778F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0B5159-55B5-AB7E-3331-AA88C1451749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8A30ED-4562-5ADA-9B0D-6C9915D29D5B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BEDF4D-EE4D-0DD1-330D-B6C53CD45882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9D38E4-CD79-003A-BD47-4B739855A62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432D5E-F65E-2EA7-8613-ED62346AC847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F48817-7BDF-F639-A591-0569ED4CF8C6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B6F259E-B8B7-06C5-F4EB-354FA685AB3E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918-FD49-A5DA-44AC-FD065D12A0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17B275-DF50-06B5-4B46-202FF684BAF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CF0F0C-1EB6-4BE5-E133-D3C6AC77B3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DF469A-30D3-A51B-884D-F07BF2212E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237491-23A7-AED9-569F-5A10F989665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284CAB-17E0-4360-4CB7-3F3041A86463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284CAB-17E0-4360-4CB7-3F3041A8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CB303-BDE4-F078-9A1C-C81F5C0B7847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CB303-BDE4-F078-9A1C-C81F5C0B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F3425B-BAAE-E56D-C826-8EE37FD704CA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F3425B-BAAE-E56D-C826-8EE37FD70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8081F691-4517-1B01-914E-47DA6A9AD005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1620BA-C4D6-EE91-AF52-AF0072326872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556B0A-E0AD-78DE-6120-EB055B7BD5D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3FC528-1670-9E06-562F-0C72A256D867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3FC528-1670-9E06-562F-0C72A256D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037DE8-A933-94F9-B9FC-02E2AE06A18C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037DE8-A933-94F9-B9FC-02E2AE06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blipFill>
                <a:blip r:embed="rId14"/>
                <a:stretch>
                  <a:fillRect l="-3597" t="-28261" r="-215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2E27D2-D493-288D-3402-64D781B7B330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757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C80E-A540-538C-BF25-0E7B987F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E2C486C-4F67-C64A-C663-327725083177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360C6B-4CF6-A8B6-AB0C-DBDE735EEED4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C8A440-D580-B094-BFE7-9D1989D922D9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FBAA7F-E609-F381-A174-6E02934EC96E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3C1E5-8F98-8A0A-B4BD-806C2131023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48BEAC-7B4F-82F9-D752-EF7320F725B7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8DD699-9226-9284-E54B-7BC773B0292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FDF0991-CAEA-CB6D-E545-BC4F4BF8FB24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FD9E87-18FF-B5FB-F29A-601F0312D9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0380B9-D3E5-D90C-AFC9-71CF7A263AD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05F886-896D-B142-4391-C08892ABE3B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C8A3D1-0160-2D65-6933-DCCC55EA9D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3C55AB-0B96-5C12-445D-F052B9726D0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481F2-3E6D-CC5E-C062-5FFB9EAF47A9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481F2-3E6D-CC5E-C062-5FFB9EAF4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02069-70FD-79F2-400C-528A78441DFC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02069-70FD-79F2-400C-528A78441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106F01-0F49-B221-2EC2-9A4E11292B5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106F01-0F49-B221-2EC2-9A4E11292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57B4C908-C280-CEE9-7432-9EAA9AB2DF31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8018B0-3C63-119E-71BC-9EC0FAD53F38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7A2A69-5B08-0FC5-6CA6-A39F25D79859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7C7BBF-31A9-DE61-92FB-C37E1BD93C02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7C7BBF-31A9-DE61-92FB-C37E1BD9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022A95-F325-6495-8EA9-77F4537BC99A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022A95-F325-6495-8EA9-77F4537BC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blipFill>
                <a:blip r:embed="rId14"/>
                <a:stretch>
                  <a:fillRect l="-3597" t="-28261" r="-215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AD3EA7-FFB2-23C9-543D-A02991E08DBD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DF31472-2CF0-148D-31BE-0050C05D65F8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87520-82DF-38D3-B599-F3E3D72C44B7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87520-82DF-38D3-B599-F3E3D72C4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34406D-3016-2EF3-6EC8-17DE1B230EF0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960D40-9D48-62C1-B38F-260232F9DD54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960D40-9D48-62C1-B38F-260232F9D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331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8E9D-469E-1EB5-2F89-D5FB9273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68159D5-EA1F-280D-536F-79A4CF4F3860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9018B6-E80C-9ACF-F11D-6A9E7E875B7E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1B506C-8DA5-FFED-9515-973F00E7224F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EF1187-9D4D-DAB8-0265-E9613CD7CF64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97AD17-58E9-48D8-FABA-8E374E85C8E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70D4E2-5CFE-B87E-4B95-C315440807DB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B16BEB-A830-BF62-C9DC-307E03329F75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7FF08ED-F914-1D68-2A36-D67352ABB82A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DFEEF-4AE7-2FD7-4191-0573BFB35D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A76818-4522-6FCD-7613-76C70B3CBF4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68EA5E-F172-6181-706E-5A42EB5D25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D06B00-E1EA-1FAA-32B8-6A02849A5A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129865-2775-47B3-0B62-B2F9AB46B6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AC596F-958B-1374-2086-E42AD41316E2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AC596F-958B-1374-2086-E42AD4131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8DF1EF-5A09-7497-B72A-0D836FF6F5D8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8DF1EF-5A09-7497-B72A-0D836FF6F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196F80-82BE-C8CF-D1DB-F137D9DB6D53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196F80-82BE-C8CF-D1DB-F137D9DB6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E2AA7E34-29C7-153B-5931-B5F5BF123FAF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63E65F-2AE0-0FE1-CE3A-C14AED2BBF7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0F3744-0CAA-DB1D-C6C9-3A6DEECB093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DCD0F9-D420-1614-0CEA-0BED492AB950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DCD0F9-D420-1614-0CEA-0BED492AB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4308F6-53B1-8C00-8CC5-E4CC2BB0C3EE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23791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4308F6-53B1-8C00-8CC5-E4CC2BB0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2379177" cy="276999"/>
              </a:xfrm>
              <a:prstGeom prst="rect">
                <a:avLst/>
              </a:prstGeom>
              <a:blipFill>
                <a:blip r:embed="rId14"/>
                <a:stretch>
                  <a:fillRect l="-2564"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2ADE0F-351E-EDEF-2C3B-59A6FD5DC634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E774947-FB9A-A8E6-3D19-8B9E4AB91D12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C5A7A7-1616-B7C9-143A-8B3D2DD7E58D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C5A7A7-1616-B7C9-143A-8B3D2DD7E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367B7-B284-E727-F28C-418DAA68772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2168A6-A555-C244-E731-E7BE2CCAF70B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2168A6-A555-C244-E731-E7BE2CCAF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462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BA2F-ACBC-0EB8-0E00-EED49778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2C8A24B-BBED-D224-4D58-798F1ADA2A3A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0EE01E-4385-1557-D421-96A9A83C63DF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879778-39D0-1374-9D5A-56E947902956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033C1E-5A58-37CA-65B7-DAF449A2A2F5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082788-1D66-7E66-6483-58EBF28E834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53E670-B3F5-246D-8D92-B6843058C9F4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6A9731-0D4A-0AFB-2884-8F3DD7FB8ED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949ABF1-630B-8383-5955-AF6041256B6C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F483E-C89F-4E30-B130-10B7C41B84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75F84C-AE7F-D0BB-784A-89D5A32CFE4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BA5CD6-5A6C-256E-F0F5-D7E623AE52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40E80D-9CB4-F4DC-22F9-EF79134063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06BE5A-E423-DF5D-65A5-9FE6E7E0FF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A0A1FA-053F-B505-B9C9-67604ACD2958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A0A1FA-053F-B505-B9C9-67604ACD2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D79B1-517F-5E6A-9136-AA057DCD70CE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D79B1-517F-5E6A-9136-AA057DCD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96E0D-661D-A6A3-0493-8BAF9C98C2A9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96E0D-661D-A6A3-0493-8BAF9C98C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05271F13-5D76-0F52-9A00-1127C97CAD70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117547-A837-5D15-7C4B-22EF2E41D3B1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C19B72-6B85-52FB-F05A-4885AE26E56C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54D5B8-84F9-3F8D-AB87-41F34655A6B1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54D5B8-84F9-3F8D-AB87-41F34655A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66B216-7969-C8AD-64D9-7836B5207452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66B216-7969-C8AD-64D9-7836B520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6E2653-91F3-24D5-4662-64B6F634BDE4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C1178C7-52C6-AB5D-D5E5-B7F8F17CB7F4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7C15D1-A121-E14D-9529-30ADDA2F3B1A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7C15D1-A121-E14D-9529-30ADDA2F3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F6B567-10B2-7694-A2B0-D8AD84F2311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57BAF-D36A-07D7-D834-E84540B58F7E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57BAF-D36A-07D7-D834-E84540B58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96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768F7-5A0B-7776-9217-FFAF2BD6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468D594-E320-7D54-CA43-CA9D9D09E1F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A3224F-D542-43C4-75AD-EF3F65A2184A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53DA0B-8DAC-7DAA-903F-D47E2448F7B2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874AED-CB95-D702-CE8B-05ACC4B004EA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3B6775-838E-7A81-B351-EB0C2DB2F1CB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56F11-C8FB-4B36-FF6A-7BB47F8DC85B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AA3E90-655C-E1A9-AEA9-751D2723A74E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1BF203-B8FB-C9F2-87AA-A035C7BCBC63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C03345-FE47-0355-CB58-417F320AAE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D8E688-6987-17E0-1466-3EF9C6080B8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A31DAC-5B5E-C12E-C20B-D0AD5C7BA1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B937A9-1ADB-3FED-698D-C8896EE2A7A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C7C3F9-545E-A394-577D-D2045EAAFAC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51E105-35B8-FA5C-8331-29C5C8798291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51E105-35B8-FA5C-8331-29C5C879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12B7A-354E-A48A-741A-44CFF71A1120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12B7A-354E-A48A-741A-44CFF71A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24014D-97CD-C4CF-02F7-95CB91D4BA84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24014D-97CD-C4CF-02F7-95CB91D4B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ECF5410C-C904-5816-7074-72213F414732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00EEF9-9B1F-6D3E-E124-2225B21FD620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88F45A-802E-8444-011B-A6E895C936A4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046AC-57CB-1056-E7D5-A9166034D999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046AC-57CB-1056-E7D5-A9166034D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3A939-BB8A-92AA-0B03-06DA0AA0F787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3A939-BB8A-92AA-0B03-06DA0AA0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FF775E-E583-CAFC-8D15-80D29FA2B316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FFD9073-9A69-26FE-4603-A8F08408DFA3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748937-8461-634B-9C3C-DCE4E55A468D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748937-8461-634B-9C3C-DCE4E55A4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82080E-5DFD-1F65-0E72-2DA022792C7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E4BB1-FE83-398D-5806-4C04CEEAD992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E4BB1-FE83-398D-5806-4C04CEEAD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49E9843-7AF9-FB9E-0D78-90003D502C40}"/>
              </a:ext>
            </a:extLst>
          </p:cNvPr>
          <p:cNvSpPr txBox="1"/>
          <p:nvPr/>
        </p:nvSpPr>
        <p:spPr>
          <a:xfrm>
            <a:off x="3482666" y="2282738"/>
            <a:ext cx="327334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2264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5AFE-8153-3C4F-AE52-F4E982E0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EEAC7B7-25F4-E427-6010-8AA1BD71CBF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467A4F-C123-B9F3-DEDB-8C09299800B1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8F8538-2F3F-A928-9861-DA573141DD0C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C5CADE-E3BA-D712-5984-7D2FB7C17E0A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4A08A-9932-6E98-2830-9A47865F728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3162A5-551E-966C-B8C5-D75FF161960F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F45DFF-C442-BDC4-EDDB-EC093F3BECB2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9D98788-FC56-3990-A849-FA04FAE32B1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93F1B1-A3A8-0883-4A75-6DE6272678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A911A2-AED2-3DE1-D4D4-EF6CD473611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DC4CF9-8D55-23B6-EB02-EF8EC093443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0901FF-808E-646A-3E7F-5D86B7470BD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D095EC-E00E-1993-6BB4-FE33915D7A3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B1723-7FF9-17DF-47E8-FDCD402B6116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B1723-7FF9-17DF-47E8-FDCD402B6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59EEF2-145D-B2A0-A4C6-C69D33D3F9DC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59EEF2-145D-B2A0-A4C6-C69D33D3F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6A120-6E50-72BF-EDCE-0BC6802C6B9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6A120-6E50-72BF-EDCE-0BC6802C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4A147736-F64B-2D32-3C55-747ED69FA7E3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FB09E-9B27-AED2-B662-CA3E21A75B0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837B42-E498-B75A-BE7B-1EE1FE31427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55A9FF-7EBA-FAEE-DEF9-BADE23C0CCBF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55A9FF-7EBA-FAEE-DEF9-BADE23C0C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483235-7796-CB64-883F-F12CFB2C1103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483235-7796-CB64-883F-F12CFB2C1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66997D-A2FB-5F23-7F42-204A237A1487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BB63414-9A8E-8881-0934-67720C02B545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87FF49-DA3A-352B-A080-C7F6D32087D5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87FF49-DA3A-352B-A080-C7F6D32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09C00E-24C5-2239-D160-5CDA679035E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753C2F-A3A1-573F-C82F-2AFC3BC16267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753C2F-A3A1-573F-C82F-2AFC3BC16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4769279-187E-6B75-BB66-85B737FEB6BE}"/>
              </a:ext>
            </a:extLst>
          </p:cNvPr>
          <p:cNvSpPr txBox="1"/>
          <p:nvPr/>
        </p:nvSpPr>
        <p:spPr>
          <a:xfrm>
            <a:off x="3482666" y="2282738"/>
            <a:ext cx="327334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2ECBB-D820-93FD-2505-5AB2A7402067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2431701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8315-AE59-F023-E522-79C0E942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E04F3AA-B1BD-A670-A852-81BAF4BD74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66F6BF1-8682-655C-F76D-81FC0230BC91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629876-255F-E1A1-1DC1-F9FF5160C464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2628AA-982B-AB8D-6788-3DE67202147E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627139-A19D-0435-4EAB-3A6BEB139A52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EFBA2-6051-0492-377F-B906E451702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611DE5-842A-FAED-E4F1-9D7CFF0EF030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553D9-D882-C9B5-FDE5-B9DB31281FDF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FCD3059-FE7B-3BE5-D540-11A7FFD2AA9B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4AAD40-07F0-10C8-0141-81330A4178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4DC273-0A48-BDF0-3717-ABA141FC870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07B97-A9F8-D13D-0D5E-02BB34C507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688B8E-9F67-A074-29BD-10C777D815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E2223B-8C0F-AD40-4A71-198A35C8D1B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DED903-4070-E26D-1771-135484730A0B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DED903-4070-E26D-1771-135484730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C2E95E-EE0B-9CA4-BF83-713DDBFD210D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C2E95E-EE0B-9CA4-BF83-713DDBFD2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178F1C-7D52-3769-7231-4530DCE04E4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178F1C-7D52-3769-7231-4530DCE04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DA25FFF3-CBE2-8BF0-FF4C-BDA90F5321D2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B7D44D-C98B-DFE1-8F09-84C2AA327982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DAF326-1F49-5399-D01F-D44E1041A160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108920-BB3C-E2D3-42F5-A288F32472C5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108920-BB3C-E2D3-42F5-A288F3247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20F3D7-FBC1-D4E7-FB13-D7E6D7079C72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20F3D7-FBC1-D4E7-FB13-D7E6D7079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B02D15-0E44-90B5-70C9-3D3F0C72DBEE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25F47B2-E550-98E5-ABA8-ADDD8372F555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0216EF-6111-8F55-2B41-4A53792E6C24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0216EF-6111-8F55-2B41-4A53792E6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5D13FF-AE92-8493-7FC8-7F4A9F535CC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2542DA-B529-9A93-C711-6699A5F9EFCE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2542DA-B529-9A93-C711-6699A5F9E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5854D06-95C5-736F-54AC-253854FDE5C3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F7C099-A3F6-4F36-617A-D064A16E406F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28EE-C5DB-B5CF-3C9B-DDAAB0FA136C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28EE-C5DB-B5CF-3C9B-DDAAB0FA1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63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A560-6BAE-7DA3-B7B8-8D0B761A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86FF45D1-6610-A7DE-6C18-1EC9CFC616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001CEB2-ED6F-5F9D-08E1-7370DDE1119A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DE64E3-B520-4DF6-5ED4-2323521A3603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67BCA1-6546-3504-B1B7-58277DCEB162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AD65B2-CBB1-B83B-2413-B194159999EE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6748AC-1355-4692-D833-50DDE46B3B13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BB2D78-E62D-9D48-DD92-DED16FD3686F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4CE80C-5747-D1C3-94DA-0D4916BC2E8B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1C56950-1E8D-9C09-1648-D55A60531B1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84C54F-D8C4-79FE-2BAA-E32527610B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93CA40-C07F-CC92-EEB8-0B0239C3B07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C3BEE0-041E-ECFB-437F-3DB49360EEA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677E2F-1B85-92B4-3303-1CCA0983CDB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60D0BB-7723-375D-1E85-BAB7F0F8E84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DCBF9-A71E-DC60-856D-78B1783FA5F0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DCBF9-A71E-DC60-856D-78B1783F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8ADBDD-714F-3691-C66C-876ABAE9A337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8ADBDD-714F-3691-C66C-876ABAE9A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05232-081A-59BA-55ED-9F8EAB812816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05232-081A-59BA-55ED-9F8EAB81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F66DA0D0-0040-A2E7-5B07-AC7F0A20192E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4CA01B-7713-C4F0-3F92-9373EAF82DB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B24701-06A1-28B5-84AE-39967E0CB5ED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D520CC-4D22-CDCA-E0A5-F262A284D469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D520CC-4D22-CDCA-E0A5-F262A284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2B2239-A4B6-49E8-8878-844199989969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2B2239-A4B6-49E8-8878-84419998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A06F80-4EB2-6D5D-0255-4550562B2DEE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31D90A1-8DF7-C587-C89D-70E2C5CD84E1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F88B-23AC-BBAD-DF22-3D841A48C002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F88B-23AC-BBAD-DF22-3D841A48C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CBE589-BA36-BE92-91DE-096B6FBFFF9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3F9D63-D7AE-3346-40D4-69435E65D5BC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3F9D63-D7AE-3346-40D4-69435E65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8A85F68-1184-584E-0C26-E207D85F1CF0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719A66-AA6E-D1C6-8210-DBFF86888DBF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F41B00-78E8-5919-BCCA-A2A07DC41BEC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F41B00-78E8-5919-BCCA-A2A07DC41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EE52DBD4-3910-805C-3AE4-18DC879D24E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210008" y="439541"/>
            <a:ext cx="2095792" cy="21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59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13D7-1073-4C37-EAC4-F0ADB963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D47E7C5-3FA7-D299-86BC-5FAB003864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44EAEBC-C47B-AA65-371C-14D386C160D2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52AAF7-EF2C-BE6B-84BA-A9C061B62ABA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D36448-8A2B-1268-E80E-0C54B3300C4C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858619-3A47-B049-5E3E-E8089B91FFF7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21D7D1-C9D2-5D1E-7F06-29AAE8CD1E78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76D41E-9883-852D-B03F-4EECE47FF2DC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BDCF85-A672-DE56-01EC-251B0A5C0FC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F46B622-FF25-87EE-45B6-E6C144EC105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686917-36A4-41E8-36B3-D548692BB3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B752EC-4BEA-1DD0-BE60-1FA63E0C0FB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604211-8DD1-0A0B-245E-F08EFC2A76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192F10-87BB-F3E8-1CC5-55A6C3E2BA6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B274E6-7505-52C8-9A54-C2D846705D7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8F58D4-AEAB-4388-F146-D04280CC4910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8F58D4-AEAB-4388-F146-D04280CC4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C854F3-C3C9-1BF6-7F7E-17A34BB7ED7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C854F3-C3C9-1BF6-7F7E-17A34BB7E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F5323-6060-9616-1E54-241970DADB2D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F5323-6060-9616-1E54-241970DAD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A24FDC1E-946B-8CC5-E67A-8BA721BE704A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802916-BB6E-FD48-BA5D-DD65D3F5AAC4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A5DA65-4CBE-3A24-A129-E3DA7836E6DD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50F80-8BE7-E93B-1E0F-082AC922588D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50F80-8BE7-E93B-1E0F-082AC9225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99A08A-842B-45BC-7D37-1352084F5607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99A08A-842B-45BC-7D37-1352084F5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547B3F-AC15-E164-58DB-224FD631F7A5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34DFBB-E1EF-7808-F3AB-586D9A5E213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19BB-85EA-9E16-18CC-83A38396DB76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19BB-85EA-9E16-18CC-83A38396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34F331-BA63-FD52-E87C-64B96AF503F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92EF78-6386-7DC1-DEDD-D92349181469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92EF78-6386-7DC1-DEDD-D92349181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C5CECE0-800C-8855-2ABF-76559B74AE75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D9EF51-EB81-01C4-8C1A-EEFBD115352A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022808-AAA4-1729-A4E8-A1E3763AF78B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022808-AAA4-1729-A4E8-A1E3763AF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B6D2BB97-DBC4-E386-7BFF-79F0AAA6755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577834" y="273874"/>
            <a:ext cx="1524000" cy="1550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24512C-4CA0-50AA-79DB-3A8889C0EE7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9037" y="1811665"/>
            <a:ext cx="2101594" cy="148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2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3BF2-02F5-1357-7D5C-9340B0E6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0C9555F4-E2FB-1835-D894-BA3D5397B1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97B9B14-382F-FD81-F597-2A6CEA9BB40E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786A60-34B2-597D-22C5-A12294FA2272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2B48DC-6E62-A4D9-929C-D8F60AB42329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568F43-2A61-3973-3073-81D6860E20AD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2E5E7A-C520-4531-5951-7B62922726C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2D49D1-EA86-BDBC-68E1-6F0444266508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D0A736-1F1C-5BD7-4F1B-0498143933E1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FAE41C-F333-3053-7D8B-FCBF098FA4B8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BB3F84-CDC3-6349-B6E8-60E747DD4F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35B29F-38C8-E642-9008-17C42CA22CD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593E8D-498B-E6AC-3C13-6982FE39028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F4407E-A075-8C53-3158-6BE2E4AFC96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C89FED-84B5-8D58-5121-B2A0E8FA8BF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DE9E4F-30F6-A7C8-1513-EEE995A22118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DE9E4F-30F6-A7C8-1513-EEE995A22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2CBD66-C4A9-7723-41A4-E19A863CC7B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2CBD66-C4A9-7723-41A4-E19A863CC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26168-9444-63EC-0A08-DF0FE6DFE9B6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26168-9444-63EC-0A08-DF0FE6DFE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424570C7-E659-DCE7-EDF3-5DA59C941237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0343F7-316B-32EA-D29A-67EBDD6BF219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62452A-F790-106B-F518-C350C0FF892A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B152D3-3F7B-1597-3034-08BBECB481D6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B152D3-3F7B-1597-3034-08BBECB48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1FF65A-84AB-D425-9E0E-F584A60BE961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1FF65A-84AB-D425-9E0E-F584A60BE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93D91E-B36A-DDDB-7406-E435D5EECB30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30ADEAA-0F70-75F1-B9C2-6A6E0076C56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7526F1-39AC-FC16-778F-B55E3D99C6A5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7526F1-39AC-FC16-778F-B55E3D99C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54C8ED-246E-AB67-235A-3C94445F900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6E4802-FF62-F1E1-560C-22F5B34E1898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6E4802-FF62-F1E1-560C-22F5B34E1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C888F40-0CBF-460A-447E-28F1CB7F0D47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3F8740-1F52-78DB-FD48-B5F1E8337F76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B99A04-2A69-7DD4-3BCF-04C621D20873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B99A04-2A69-7DD4-3BCF-04C621D20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24DD2747-1CF9-04B2-F413-DB736D51ED5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577834" y="273874"/>
            <a:ext cx="1524000" cy="1550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D79429-2012-533D-EEFB-80B762CC47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9037" y="1811665"/>
            <a:ext cx="2101594" cy="14813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3513A4-F222-553E-055B-CA782AC3BFA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05400" y="3709614"/>
            <a:ext cx="3552138" cy="110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66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C979-C5DF-E8F1-2B15-E7C79FD5F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54DD6B-3063-CA86-5E6E-7FD3A8CD5709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22CBC9B-51F9-2F8F-0824-E90DFD0B4032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5623BB-AE9A-B6DA-F756-693592A4C478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64B9C5C-DFEF-2EFA-D17D-9234AE994A04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3F73D76-A17E-B340-E400-52045274499D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2775AF2-19AD-08DE-9226-2893F8D488B7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165C412-C7A0-F757-FBBB-15B101F66B7D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DF4163-F336-62A9-D799-ACEF14A49F7F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5A9E58-8C00-58D1-F2EC-DCACCAEA58D3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F41FD9-053B-6AD3-C366-C7A26A44A1E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1C5152-84B4-0FC0-84E9-EC074F7DDBF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5164E4-6F93-BD1C-0050-37D664F48B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02DA4C-B7D8-7B84-5C51-AA7582CC47E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EB838B-FE80-3F14-67AD-A0A228284E0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EC3EFF-214A-196A-31B5-D4F305E800BD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4258071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033E-9104-9D60-947E-B6B00912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73C8A4-6F69-F52A-7539-0AAF14498EBA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66B7C4E-B56B-92D5-BD03-97D71EB3D06E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88225-9A49-82E3-DC18-E076852B02FF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9C360CD-C0CE-F4EC-6160-2DB73387B3DE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F87A520-2DFF-11B2-3483-C0C13A20569A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829680C-6C37-CA31-393E-56EDDB9E965E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277903C-8305-D65F-EEA6-8EFEEAABA350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736999D-43EE-C7F2-0F12-01A0D52E70D4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B78448-0F87-8982-BD71-198DE6315421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7A8553-F0BB-E15D-0E2E-90AF24BF251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5053EF9-7DBA-5EAE-4B6E-A394287F537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CB07CA-4DCD-F1EA-8A29-B25B1FF9C4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E87A8D-1A0E-174B-1C69-933A67EBDF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2AE793-5D2A-0AAE-D327-C9BAECD43EF8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33AB43-D8AE-3715-7949-FC1A3DB6203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40159B-B1DB-7ADE-F74C-50734C0DE3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144FB6-FF1B-DF76-C1D2-650FEAA55FC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7225E5A7-2F8D-3DF7-F646-6D6AE3C2B54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8A3E35-C45F-2E5D-FD0E-8D7E5F78A6E5}"/>
              </a:ext>
            </a:extLst>
          </p:cNvPr>
          <p:cNvCxnSpPr>
            <a:cxnSpLocks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4E8F5C-CDEA-ACFC-068A-F708C96948C6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4E8F5C-CDEA-ACFC-068A-F708C9694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785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4320-7C59-0630-5D52-B81CB7B8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BB78FA6-E4BC-D010-57D5-42515E2E911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440186-4EDB-6CAE-58B2-BA320017089E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52A0A2-AE7D-E357-8D20-AEF4C71E3361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BD6896-C57B-089A-CA6B-141EB962814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F755E2-6C42-0138-899A-D0C3C8CAB01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2EE4DB-72A7-F61D-E5EA-4A31B6D4741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EE144D-A720-3495-59F4-848810B8AF1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0088510-B9FB-A421-9088-A941AA24C3F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EA3E2C8-A3E2-DD65-59F6-82FB54182EA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93F3B44-1D12-CE0E-2181-D46F38D498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DC720A5-0B7E-3AD7-8C99-42F3991A1A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6413876-D9D6-5D17-4ABC-3A960FCDC45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DD986-DC0C-6FC8-8FC2-EECC1E490B2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84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D713-C547-E674-9929-A5B1414E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8A6636D-7670-CD47-E8E5-8F8EB9E1DAA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A579CD-0E11-940B-D351-60682FDA6F1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1A5C01-0AF9-38F2-A1E2-60D88363469B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5981A2-C479-D6EE-070E-F44AFA9F2F3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0FBEF6-5B7D-2D6E-0BAA-510378DC3AF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8F54C8-BF42-84FF-0435-7759CE394D30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04974F-78DF-4F85-6E8D-A86BD039E5B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09BAAA-D820-D659-2E20-FBD39D8173A9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960C4F8-6394-D851-334B-6EAFED3A2EE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D831AF-CEDE-CFEB-159D-777F83F4E72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9C3ECA8-1D02-9E1D-6893-410D3224ABE6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FD462BF-419F-3256-078B-B0FC93124BEE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FDE137-71E8-49B9-503D-FB4849293BC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0D9CA2-B4CC-B170-43A9-AE28E49869A7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A4FCEC9A-DEF8-55A6-69F3-1A03C56E47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A92E9B1-8307-7C41-55F6-AB2BF7E607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1A71FB0-9A7C-4F20-48FE-D74171FD9B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508E9-A7F7-DE0B-C2BB-D246E2F53FC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697039-DA61-5182-5293-77249B86029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36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ED65-12D9-38C9-FD8B-37791629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D75F9C1-A83E-330E-3B51-CAF19417F93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64CF9F-A816-5E1A-29B3-882D54A8EBAA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2D8B04-EAC9-1498-28B2-C186FC71398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327C8D8-D57C-BC29-61FC-4AFD77059511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A0BB9E-34F3-8220-2CB8-AF4A965DFF2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E8BCF7-B432-0E33-0D68-38D8AE1EF35D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DB3366-6465-19CF-9D4A-8609EF7FBC0F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466A57-5F2B-550D-F849-BE651F568C59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A4FFE4-78C0-BAD7-6CD7-E4DA03A486C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575089-232A-BBD8-8826-BC54AB7FF7F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A53034-5593-E206-3787-1C069E9DDF6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43A49A8-BA65-7E82-4E4A-8075D144F22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80FA2FF-524F-B126-60B2-046F12E821A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F8F9F7-0ADE-07EB-1C7B-0F04940FB31F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D68E8BF-7BE6-C15D-9ADC-504A655CB8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947D8B3-67A6-6070-FC21-3CD13AE4F8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B56B8F3-7DCE-9D4B-EA23-376C2857473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9C0F91-99CB-9810-192A-FA2EBBF2648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EDD1E-63A1-E4E4-1AE7-285B8915BF6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B84DB42-6BB1-EE9A-171F-2FCB80D383B5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ABC15-B202-D179-E3F9-11F0CDC913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67262F2-55FA-59B9-4D46-9127E12B6C7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7A2EA7-3879-9B81-93F7-B3FF78FB4BD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D214EE-42CE-9289-CB23-D5CEF6331D3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6677C5-E0E2-457E-AB64-8E9C2A308088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995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83A9-1A7A-0F07-5916-1F894F86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14FBE74-361B-1428-64E2-2FD99022024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1A5747-F58A-704D-380D-C950C0CA69E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FDCBE2-B48A-D5FA-67CA-2A5CB54554F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8F634D-A896-6CC1-6414-B331C831B1DA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E4C381-E4C3-D8AE-3962-9492EE97BEC9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892A4E-522C-0A1F-9CDB-31F7F1FE8E56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E72F1D-C276-5013-27FD-2DA01DE0A7E8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73D7-C9AF-F6FD-9020-C6310FCA1D8F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E3FB11-1DBC-9771-5348-E2F71F95FBF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42E7CC-6ABD-FE5D-5BAA-F77F16694A5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F3FA94-39D9-4D45-73E7-3238D4A6476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4F50E91-DC4C-E3AE-A5A9-10F365C41074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58E6B34-1160-0477-8A7F-385A988A32B4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46B8A87-A3E1-2352-C892-114287E17592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989127E-684C-DAF0-A395-A5481095F8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423C46F-436B-9681-FD43-2E8705C23A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B5EB688-F640-674F-7783-6A55A822C4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DDF78A-9E0B-DC02-559F-D78C94A5DDB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BCBB9A-350A-5AC9-F133-FF8767C1570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0C2B965-1B2A-4195-4075-F877012E71C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95192-6945-CC93-E751-9670E9CA331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45FC06-5533-02E8-F10E-494D10FF88B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D59F03-66D1-95C4-5613-30D1B210D212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365079-B42D-4400-6A5B-8881446F44D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308322-3457-D1C0-42B4-7CFE81AA236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985517-9619-1CC0-71A1-07B442278C1B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9D50A2-4ECA-E008-8FD0-B81B961D2A4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60C502-EE35-9FCC-4061-4628A4CAB27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60C502-EE35-9FCC-4061-4628A4CAB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7F0FED-3262-E8DA-89B7-D8D5172B1CBE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587086-CFEE-7A7D-4119-A3985FC8D5A1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F84F4D-5EB0-98E8-36FB-3020240269A7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923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5DA7-6D2C-43F7-FF1C-107FE8C8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EF83958-F1DC-6852-ABC9-1EFCEC95E5E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5AF01F-8DAC-60A3-9689-ACCF536FD8A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90949D-E0FB-39B8-F5AA-3C9FBA4948A1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C4A858-6563-F508-9202-BDF254B9785A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29A566-C73A-5EC0-7435-91D866B1534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2CF137-D0E0-FDEB-A67E-C774C4ADEF1C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49A7C3-CE65-CC24-9BE4-5C829B909A74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72053C-D581-7E7F-45C6-6ECE80463F47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3B51EF-5E4F-DD00-30E6-729BE9BFC2C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850CDE-CB52-9ED0-FA1C-5E02CAFA206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D2EEEF-B423-48DC-F428-A44AD7E64CD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B6D91C6-13F2-CB7D-1DC9-CA6DCA6E327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7B24A0-C84A-1CDE-11D9-A58C2B2F05E3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943E5F-DF22-EBC9-E595-C89A280C8CDF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209AF016-D6F9-21EC-B1DE-C2F92CFA54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23F26CA-446F-6126-4A68-29CF7D6931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6150AC7-E880-F78C-E779-1DEB732B0C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697DD6-1F0D-7CCB-5368-8D7DD55CD5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D367A-8729-B3E6-C198-D38E42D4919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FB27458-6274-8E7F-0CC0-CCBB137A6EC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43E99-A3C7-2A4D-4704-52C1FC7F0A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C023AE-3AD3-5A6D-AB5D-4EAACF12FC0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1E297A-4531-14A5-5D42-474BB3DCE3EA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409DA9-9BF4-B7F3-C921-9722ECC6B31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78E93E-32EA-5CBB-E889-5D3BBE5EDC51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CA2FB31-50B0-5FF1-C5DF-F52BCAA0104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63518B-620C-9197-3476-2FA939573D5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ADF453F-F885-9DAB-A61E-116B25C3001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ADF453F-F885-9DAB-A61E-116B25C30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FF7495-9769-C55B-E98E-F8145D53DEB0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2DF3B8-8712-242E-A7F4-67A8FF9B4831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82C1B-AD19-CD4F-296E-85929B77E1C5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857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1483E-5CBE-63E0-B178-1F975C97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94A2F21-6CB4-B811-7716-DA8CFE07243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2E362B5-4B79-0A27-1FE7-D099ED0EBAB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556357-051F-1C4A-203B-54B7EE981D7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F4870F-E13E-3F7D-C294-E8C371C8949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87585E-E50D-45FB-554E-0392832A492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ADE55C-9FBE-6B91-8202-A8AB41BEAD1B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E2EA8C-ABB9-432C-0498-67A84456127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41A922-4DBD-593E-4807-BF1D61E06B55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ABC357-CE59-8B8F-DC75-CC5A862FF9C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514262-15F1-CAEA-8296-6D8F61D5EE3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36D1951-D405-4661-13B6-58CBDC00A97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B7EE438-DD5D-EB1E-0097-64DF5AD78A9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653789-8A3F-7E25-8E5A-421E51703F4C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AD5C99B-BF9B-997B-6AC8-4283C69B17E8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1D6A6BF-F866-6D72-FFF8-9460512D41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7A64BF2-BCF4-F7BE-8AD3-445A8C6CAEB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71B543F-BF00-74B4-07EC-6F4A1220A4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87203-9097-BBC1-D7B0-1A24704A0F2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E6761-9D79-4330-8AF4-A25BC8F036F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29EFD89-0F1D-0B98-58BC-C4F2821DF82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9A24A-851F-B251-BD06-B60F6BC9F7B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9D31A1-1F8C-DD8B-623F-8D961475E31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3655BF-E1DF-096D-B10D-2F5633B5198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721AA9-C59E-73FC-CA89-FEF73212F69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A2B782-4320-56B0-9F7F-6F67FCA0698E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2EF9DC1-3DCB-77A4-A37E-953A81215E0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BDE2EA-50B1-9810-6CF3-9AD73A49D50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DC1454-3E97-45AC-501D-95931C5380B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DC1454-3E97-45AC-501D-95931C538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69289D-E2DE-83CD-1D4C-DFF3FE110178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772981-6595-A9B9-FC3C-AB35633FCAD7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E8FBF2-3EE3-39E1-0476-5EFA6BDBF550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004D3C1-E7A6-A387-4655-3F7355C47019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90C410-594E-2DFA-CD6B-5011D687D446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07DC68C-BECF-C576-961E-54949C01E05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37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AE4B-9F94-0DC7-7D61-80543AD0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59ACA14-867E-4441-2087-C68F12ABCA7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FD9ACB-5061-66A2-378F-964AE745942F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E124E9-674E-048A-00D5-42AB5A0AF9F2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8F0FB5-0B89-CD98-F708-675229437D13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CE499D-44B3-FBB2-0C79-FC14A939EF2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8AB7CA-02A9-0B2D-0B0C-5F61A0D17FB1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3966F2-274C-3865-AC89-7CEDA2ED3187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50B317-749A-9D2E-39BA-31CD98322391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C2C0CA-33C3-20C2-EA67-BC54363149F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AB8D8A-9FA0-A5E3-3258-A09CE164CED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CAA8A1-31E5-E3C8-62A9-7262137151E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ACD5791-5B8E-AE1F-46C3-E3C1EBB3FCD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0D8480-076F-B583-4EC3-60BCB8E7AAC2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12387DB-5F06-6AC9-AE1A-8A932B92748A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E846C665-3FBD-F7AB-58CF-80EDC724AD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72466B2-3652-4E6D-F921-B5DE375DFA3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772E5D4-E873-0AE6-7AA4-239B4475F0C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97A6F-31F0-C29B-C1F5-726555E72E6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44C5D3-21EA-AD11-76B4-932ED228CC8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FF6E753-D02B-10CD-D5ED-A159FA5EF1E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A424C-1D0E-B8A7-1073-D332FEDC7C6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EE3CDE-3886-1A88-8C08-79EDF2494B4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B41637-9DC1-93FB-2C3B-85AB7FD7223D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393542-CB53-E0E9-543B-E76DAA2D6C3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79E7E2-2074-31C0-191F-44B7B31703FA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962B62F-0EDC-18D0-12BC-21CD3D14BBEE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1D71CB-CC3C-2F04-E395-BD581A85DE4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26DB98E-5882-236A-3779-121244EACF2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26DB98E-5882-236A-3779-121244EAC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72DD88-5A92-1DE3-7D37-90DAAC99F5B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CCB866-24E0-4C3F-409B-1A9C158FD51F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9E2446-E042-1C1C-F39D-385DD91D6FDF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AF0EF9-AC93-A836-3B34-E8109361E0CD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955F41-AC2B-0A8F-C763-DDB027981794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DB1843E-9A6F-C86F-201E-E71364B195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955FFDE-2B71-9554-B1DB-7B6B69EBAB32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17F17-4948-E850-9261-803D713D6965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17F17-4948-E850-9261-803D713D6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69AA150-53DC-8082-8668-E81C163EA1A9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610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43F5-1DB2-3E48-DD06-EF0AE9B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BCC686C-A219-E5DC-946D-DCD5A0282BA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7D90F6-EFA9-5E7E-72C7-48BB4A3F123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394EF4-F167-DAC4-8133-656A8479433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2F6FCF-8528-958F-16AF-1F0D64A779E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FF4E7A-76E7-1CFE-6CCD-45869DCC1CB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CB6826-E396-DEE7-CA95-7666B7269978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BC0F68-95A4-2709-9877-BB32A4E62F9C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C798E8-71A0-286C-2DEC-9E35175DC5E0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D91907-7D22-4DB2-A096-DC7736ABED9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2A8F5E-FF29-B397-1D33-4B75A2E7D6C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0ECD82-6ACD-3D69-3975-07CD68210AA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9D05387-0002-2C7E-C8B2-FE77A312370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1427A3-F861-4340-E4D1-BF601F203865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90890B1-6693-220D-DCFB-C89F69645352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D0EB2B4B-7BCA-DD7E-7252-9F0FB3580D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0A3FE99-E2AC-A3F2-477A-C2ED5263F5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BB1F6AF-674A-F380-F316-0C5E05C642B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8478F9-C3D9-4701-1B48-06FEFCB35D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3DCDA-4019-6009-0D06-71EB49B6EA9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B38F004-C79D-A0CE-7549-36213FA44AA7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7DA08-E149-B4E4-AAD8-398E9A91FE0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29118B-9F7E-389D-506F-28A1E45BFFF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9869C1-0630-30DD-F976-01EF4D7B962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53D135-668B-C602-7898-F0FE549CC03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A33E55-8A81-EA01-9856-694F10995C61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CB83A2E-69D9-531B-A30D-E45E7E7EF57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D462A1-2641-1E56-63A3-03483E19745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D49FFC-67DD-F761-880D-27AF03A123F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D49FFC-67DD-F761-880D-27AF03A12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E8ECE-CCBA-9007-6842-B1ECAAA5CFE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723FDA-3DC5-3E32-7A86-A1D77B69A3AF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AEB892-8876-1B55-8B35-C48876B25A1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5E2EE17-A85C-500F-D12E-7D038ED2B2DC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0A91A7-2FBD-9E4B-BB07-BAC8BD2ADC8D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30107BF-8A25-756C-EC0B-4E43316459B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9E81C53-4D2B-6EB2-E43E-331DF4F91FC1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267CAF-1435-8347-BAF7-2EFD34BE3369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267CAF-1435-8347-BAF7-2EFD34BE3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D1BCEF-1C95-A7C3-2C9B-4021904398B0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E5EE16-2A28-7CAC-C929-A91D42310FA4}"/>
              </a:ext>
            </a:extLst>
          </p:cNvPr>
          <p:cNvSpPr txBox="1"/>
          <p:nvPr/>
        </p:nvSpPr>
        <p:spPr>
          <a:xfrm>
            <a:off x="4982789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C4861-3B17-951B-28DE-A2CF8DDD31F8}"/>
              </a:ext>
            </a:extLst>
          </p:cNvPr>
          <p:cNvSpPr txBox="1"/>
          <p:nvPr/>
        </p:nvSpPr>
        <p:spPr>
          <a:xfrm>
            <a:off x="1066800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082949-D4A8-2288-C35E-9926F9FCE869}"/>
              </a:ext>
            </a:extLst>
          </p:cNvPr>
          <p:cNvSpPr txBox="1"/>
          <p:nvPr/>
        </p:nvSpPr>
        <p:spPr>
          <a:xfrm>
            <a:off x="3131884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476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AA14-AAF4-3B1C-A5AD-37E2E5CD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6F9360B-5374-969B-859B-A417B0037F0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B0F03F-CDAE-E7BF-B4C7-E507B7899F4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379F0F-0714-376C-4095-709863D4F2C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8AE7D6-EA15-4000-0DE7-F570F4631A8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DDAF341-D029-8BB6-205C-AA98C0412F0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BE43F3-1CCD-FEA7-6C5E-9A0E9667AD46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291DE-FFE6-911F-9D0A-C2689BD219CD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3B11D3-0415-EE34-0D1F-795C7D9A8725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2BE0FD-9C37-D48E-467D-FCF36BC7052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F5522F-2A7E-D798-D97E-7DFA6281AF0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A0C1E6-E672-FB3B-938B-DD931A750F5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137C7E6-73EE-B3EE-8F6E-34E30D84F42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44523F1-B8C3-02A0-123F-ACEED35FAEA6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F057A88-F9FF-3482-9838-9D11C594C802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A5EE54B-E09B-DD2B-2A5A-53931161A5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01F3D27-7D55-8D14-A91A-CBCF9142CB4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2151F3A-A60B-0E0B-7D59-7A126CA950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EB9E5B-FBCB-3A40-6E23-F46DAE8B2C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72406-F5C7-784B-02EC-926686BA810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4E39D3D-C3BF-B05D-E374-ED2A6EAC5E4F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6BA78-853D-3B76-73DB-C826C8FA64B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9E3A54-3D2D-428E-C80F-95B59EA2580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B30E7-BA32-FDBB-9294-7C218DC89DB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A05DB5-E40F-1CE7-C5F2-131D6B5D692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244D47-1591-0AE5-5E72-63291E4313FF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C3DD6E44-6924-12AF-CD29-9759A1991E1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4955D7-CD3B-44F5-435D-6DCA572D0D52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11B2CA-3D2F-3090-9CAD-7659B4D96C5D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11B2CA-3D2F-3090-9CAD-7659B4D96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2223F4-82B7-9ED7-01D3-ABAC5983DF2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EDFD10-C63C-00A7-BF80-DB8F1A59CA56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C3F78D-DFEB-8AE0-65D7-E94E4863E8E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16D1F0-50DD-5492-FF43-71D5AE5A9930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A02701-FDC6-B6B1-A3E4-62B64C623475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95776E9F-B75F-1C6C-C530-42FD93ED9C6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D40804A-56D9-7A20-4619-7F2CF8506898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1C96C-7530-CDF3-3322-B5FA571BE254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1C96C-7530-CDF3-3322-B5FA571BE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2CB68F-A616-64CC-7FE4-78A8E812308B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6217723-EF44-9F04-A777-3DB403492C37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924C4F-458D-8826-E251-B131E8D97C16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FE68C-E986-4E23-09A4-F3FB090404E7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5973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A0FF-F859-EF76-1F0F-903E88AD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D2B2C8B-9CE2-1DFE-356D-3973946CB74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A352DE-13FF-E28E-E1CF-AFB98BD016A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3B6649-E38C-6D06-5309-D0DD46C3345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5E189C-F783-3ED4-5DDC-73CF0B17F3A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8C8D9E-80A8-117A-82AA-D591977FBB1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70C6BA-B3F7-E83B-6B2D-35A5F1B3B35E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A6A34-9FF8-7FCA-5491-C9779C73E07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A4082D-AB2F-9134-EEE5-A55E3C76114F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ADAFEC-2FB6-DF8A-B9CA-DABF568F702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1613CD-8FDE-84B4-2E7F-1B383DE50EE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455AFC-577E-92C5-E579-8DA43278716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7DBCC38-531A-8BF6-DCBE-BAF8DEB004C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83D683-DE6E-51E3-5CDF-FAF098A0D67F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62E8BF-CA6B-8942-809E-87A56DE3A2FC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18E81CF8-AD58-984A-3015-00FFC94B39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F183DED-3343-A199-7ED8-EB58766F23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43C6E00-CE06-F2DC-F899-85E5A3BBAA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85CB0-D186-5D79-80DE-C6C0398EEA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699ECC-0659-2061-8B74-9B9D7EA63B7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0E945AF-D10D-AE7E-B73E-F8F6205845C4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87775-BD71-6BDD-0E97-2B5B25D8B27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4A0016-5C1E-3028-384C-569BBE92C27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49DB04-FC0F-42C6-3385-4F9493C1A1D7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27A8FF-5675-A075-245E-D5381CC929D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823DDE-FB0B-6B1E-5F75-51EA8637764C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84F1C74-EF9B-E3B5-0D66-C2926EC67CC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9E42110-06AF-177B-BA95-59F948A38A6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667070-4E3B-38FF-A011-FADBCDCADFE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667070-4E3B-38FF-A011-FADBCDCAD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E181D7-8FEB-F912-3E5C-FC4E33A88425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3710F-3438-66A0-9712-C881AE8BDA04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EECFF0-7B2A-1142-349B-B3DAF0FA60D5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FE744A-D84E-4E98-A759-8356A0E5ACF1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02480E-E1E0-672E-B9AE-DA8D290DF76F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8B51675-8504-19CD-9A60-4C9D4902A82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F58A471-0E61-EEAC-3AF2-1C2A5019B78B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0E066D-0131-3166-6172-024CFECFE6F8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0E066D-0131-3166-6172-024CFECFE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F4DE33-AEE3-9366-5E0A-271B9FC6A412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6EEFBE2-4C82-C8C0-8985-D2D9A5AAE8F8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A19E2C-5A82-6CBA-F41A-DAEBB1E93CFC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D5288-D727-1410-45B0-06D587B575E9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EA8AFE-26E6-D68C-10CC-3F4C0EF16D1F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EA8AFE-26E6-D68C-10CC-3F4C0EF16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D883044-AC8A-DD0B-9139-0D364D3090B5}"/>
              </a:ext>
            </a:extLst>
          </p:cNvPr>
          <p:cNvSpPr txBox="1"/>
          <p:nvPr/>
        </p:nvSpPr>
        <p:spPr>
          <a:xfrm>
            <a:off x="4038600" y="20955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E81B54-E60B-1317-B7C2-42CC55F4B771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6D4A0E7-875D-C0B3-C7DA-3E55580C4452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964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C90B-A962-EC21-C347-240DD3B1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2E595CC-61D4-DAD1-B603-3750B16361A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98C872-E019-A174-4BCA-FA765704752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DFE9E9-B7E8-3780-6445-6E12A8D522D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40AD06-A58E-608B-FA34-3E10323EF3A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49229-C364-4717-9C0E-53AE5E13FB5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F6E96F-BB71-E506-2F91-06C890DADEB5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EAF2E8-3271-EBC2-3200-23DA68741FEB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2F80B5-3979-80F7-6D6C-1CCC753688FB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8BCB4E-0FF3-B7CD-BB3E-82B1D742331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AC213D-4790-E3CF-F6DF-10363859344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6DECC3-A536-C5FB-2764-0CA49AC3BA72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DB39E9C-CBB2-BD18-81CA-BB1FFB3E73E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1B7485-BC99-9E02-C23B-DC3E7BD08554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05CFD2-24E1-4FD4-6346-CA762E3778C0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0A97417-AA24-3EC4-0115-5F69AACFF4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0A1F28-78E9-25C2-7B71-56160D0C193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98F57C9-B8F4-AD7F-35BE-209E350B338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E380CD-E523-D480-697E-3AFAF9F8F4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248DB9-8299-4556-EB79-740DEC4622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6E7A608-9DFA-ED50-800A-B9E4B45C9C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D503A-CC81-5A13-7C00-CDC82FA2903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EC1015-A1AF-7E7F-EF83-19C449233F2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8BFAD-9008-FFD1-AFC3-7AF44E962D0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BAA1AC-6606-DFCC-4D88-B8031C38F23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B6D608-A632-6C1F-0E42-7867A435560C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F2A9EF5-C8A0-28B7-DB97-5F6DF1E5B07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224F3B-F033-7EF2-8EBE-F44C8900FFD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A4BD23-0456-DBE7-F29E-FD7E54E65FB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A4BD23-0456-DBE7-F29E-FD7E54E65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2951BE-3D70-F992-0132-C96922DBA42D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08ECB7-EF6F-4DA0-C0B2-7880C509C6AB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C2FF2D-92E7-05B0-D8E1-3905DBEFE836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5674DAC-4545-7550-CAC2-1ED1DEB741BC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4152EC-C625-5FA0-B418-37052497DA27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78A5E99-F6A1-EDEE-9115-527F786F429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B9E54CE-8B75-67F9-1163-C5EAE1A33FDA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A0010F-2AC2-C0F0-B497-01EF5CE0E1FA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A0010F-2AC2-C0F0-B497-01EF5CE0E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83C83B-1915-18A3-1AF9-4612098AA12E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AB78199-48CD-11F7-39D1-D9CF2EE8EE06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693E6B-7791-6568-CBB2-21B1E6FE6391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82FBB1-8A72-0816-07FF-C5D329BCDAE4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BC0C48-93AD-B786-F2AD-F94F4FC7D7FA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BC0C48-93AD-B786-F2AD-F94F4FC7D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5A0F6F4-F9F1-D03D-3DF3-5C549CAE00C8}"/>
              </a:ext>
            </a:extLst>
          </p:cNvPr>
          <p:cNvSpPr txBox="1"/>
          <p:nvPr/>
        </p:nvSpPr>
        <p:spPr>
          <a:xfrm>
            <a:off x="4088723" y="21650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167609-F086-AAB6-16BA-7506AE76DAE7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4BA83B1-5647-E277-14CD-FA93AB92A3CE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17B08F-4E6F-5764-2CF5-40FEBE867665}"/>
              </a:ext>
            </a:extLst>
          </p:cNvPr>
          <p:cNvSpPr/>
          <p:nvPr/>
        </p:nvSpPr>
        <p:spPr>
          <a:xfrm>
            <a:off x="6161840" y="831534"/>
            <a:ext cx="637276" cy="59601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228ABC-1F00-D253-AA77-BDBF235E2D7B}"/>
              </a:ext>
            </a:extLst>
          </p:cNvPr>
          <p:cNvCxnSpPr>
            <a:stCxn id="17" idx="6"/>
          </p:cNvCxnSpPr>
          <p:nvPr/>
        </p:nvCxnSpPr>
        <p:spPr>
          <a:xfrm flipV="1">
            <a:off x="6799116" y="1129541"/>
            <a:ext cx="516084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8423F8-E0B2-EAF3-76E8-99BCFABD5294}"/>
              </a:ext>
            </a:extLst>
          </p:cNvPr>
          <p:cNvSpPr txBox="1"/>
          <p:nvPr/>
        </p:nvSpPr>
        <p:spPr>
          <a:xfrm>
            <a:off x="7231673" y="939585"/>
            <a:ext cx="154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number</a:t>
            </a:r>
          </a:p>
        </p:txBody>
      </p:sp>
    </p:spTree>
    <p:extLst>
      <p:ext uri="{BB962C8B-B14F-4D97-AF65-F5344CB8AC3E}">
        <p14:creationId xmlns:p14="http://schemas.microsoft.com/office/powerpoint/2010/main" val="30258689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7CBF-92A0-925D-34DD-6338E1A0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5FAC7C1-72E3-2E18-3538-1BA8E7BFB6D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DE1CD5-0BA9-CE01-6EC1-A508526FC81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61AD50-3085-CC21-3A42-6BE04E164DC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AB9473-08BC-8B14-511D-BB96D13B8232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BE32E2-4370-2335-4CF3-961B1AD7152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BD8004-FC29-0EF8-8733-709C3DE2BB79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20DF65-447B-688E-A191-6DC0C7CEDF30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60A9AE-AD3C-0247-DEDC-EDE484157022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BAB43-75B7-E30E-63ED-7571DC28425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14A7C6-331E-96A7-C570-8A62C2C4670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4E73B9-F251-4CD0-3B8D-AF903EBA13E4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5105264-DF1C-C826-1D38-7978A91198D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608C85-C0C5-401D-E27F-6EA0F29B3AF2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5AE5E6-019C-A988-DB92-47E8CB5737E3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8361A9E-355B-D6FC-D0E2-C0AA4769AE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FB4C6F6-28C9-ED5C-FDF1-97828DE19B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23565F7-14C9-3F9F-9E5C-45999900067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2D0774-0873-C46C-0885-B3A8AD64B07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813135-B64E-DC27-9A02-9735BC373B4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9CEA735-E503-B22F-8288-EE1EB435A12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B8A8E1-2740-99FB-1AD2-33E6496E8DE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6FAE30-6895-4517-170F-326393DFB67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2AC227-4C4F-D10B-BAFC-04EE2BBEDC5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359CEC-2FA2-9ED5-E6FD-34AC3ECB764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B4E270-11CE-F463-97A2-3E5A59FE0944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3FAEEDD-A898-D9A3-5D55-BB59D0404A7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8DF1F54-7F71-2BD4-566A-ADDEEB430F7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192A85-FF79-E554-ECCE-2CD16586917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192A85-FF79-E554-ECCE-2CD165869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8A3C45-31A1-C57D-40EA-E59864974FF9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BD03B2-BDEA-0121-2CB3-1E0D5A42D3C9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A03BB0-AE86-2734-C41B-A78A62D5938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CF1DC3A-B752-F598-6BD7-20F6CCA356A3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DCC8D4-DD12-E2E1-ECE4-7D8C994F1EDB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EB9A50F-3466-C0E7-F69C-8083D496174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719145F-59A6-9151-138F-DEBC00CA2A0D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92AC39-D95E-E516-121B-57AF79928AE2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92AC39-D95E-E516-121B-57AF7992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DE52C6-D809-CDA7-0850-83E5F8B2DFA1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0D86F2-967D-7287-3062-E2FB0F07CCB2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2C70D7-C37F-A21D-AA07-73FF38A88D53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03E524-1A7A-5CAB-7EF3-2224E535324F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81714D-8084-5D8E-A3DE-29AB063CC943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094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81714D-8084-5D8E-A3DE-29AB063CC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094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2E31C36-8DBA-D438-2BE6-D7558EE18B41}"/>
              </a:ext>
            </a:extLst>
          </p:cNvPr>
          <p:cNvSpPr txBox="1"/>
          <p:nvPr/>
        </p:nvSpPr>
        <p:spPr>
          <a:xfrm>
            <a:off x="4088723" y="21650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A8E409-1F9E-73EB-6B64-4F73DAFF5A1D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DB9A373-B667-3C80-FE17-88DEA99B134F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976BD5-C841-98DF-D5A9-1B0B1CD97D90}"/>
              </a:ext>
            </a:extLst>
          </p:cNvPr>
          <p:cNvSpPr/>
          <p:nvPr/>
        </p:nvSpPr>
        <p:spPr>
          <a:xfrm>
            <a:off x="6161840" y="831534"/>
            <a:ext cx="637276" cy="59601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0B0259-97B7-6975-E130-267F601B3F34}"/>
              </a:ext>
            </a:extLst>
          </p:cNvPr>
          <p:cNvCxnSpPr>
            <a:stCxn id="17" idx="6"/>
          </p:cNvCxnSpPr>
          <p:nvPr/>
        </p:nvCxnSpPr>
        <p:spPr>
          <a:xfrm flipV="1">
            <a:off x="6799116" y="1129541"/>
            <a:ext cx="516084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10AF240-F928-AC83-9C4E-26D36047FA5F}"/>
              </a:ext>
            </a:extLst>
          </p:cNvPr>
          <p:cNvSpPr txBox="1"/>
          <p:nvPr/>
        </p:nvSpPr>
        <p:spPr>
          <a:xfrm>
            <a:off x="7231673" y="939585"/>
            <a:ext cx="154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number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0BE396-E430-C26E-F57F-C9FE67E061FC}"/>
              </a:ext>
            </a:extLst>
          </p:cNvPr>
          <p:cNvSpPr/>
          <p:nvPr/>
        </p:nvSpPr>
        <p:spPr>
          <a:xfrm>
            <a:off x="6153182" y="1416460"/>
            <a:ext cx="637276" cy="596015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0B5E8C-1BD9-93D8-48AF-0E42E79F004B}"/>
              </a:ext>
            </a:extLst>
          </p:cNvPr>
          <p:cNvCxnSpPr/>
          <p:nvPr/>
        </p:nvCxnSpPr>
        <p:spPr>
          <a:xfrm flipV="1">
            <a:off x="6799116" y="1714466"/>
            <a:ext cx="516084" cy="1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C3C4DEC-61C2-D36C-E06F-D2F67C987E6F}"/>
              </a:ext>
            </a:extLst>
          </p:cNvPr>
          <p:cNvSpPr txBox="1"/>
          <p:nvPr/>
        </p:nvSpPr>
        <p:spPr>
          <a:xfrm>
            <a:off x="7273641" y="1522320"/>
            <a:ext cx="1639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</a:rPr>
              <a:t>ACTIVATION </a:t>
            </a:r>
            <a:r>
              <a:rPr lang="en-US" dirty="0" err="1">
                <a:solidFill>
                  <a:srgbClr val="00CC00"/>
                </a:solidFill>
              </a:rPr>
              <a:t>ftn</a:t>
            </a:r>
            <a:endParaRPr lang="en-US" dirty="0">
              <a:solidFill>
                <a:srgbClr val="00CC00"/>
              </a:solidFill>
            </a:endParaRPr>
          </a:p>
          <a:p>
            <a:r>
              <a:rPr lang="en-US" dirty="0">
                <a:solidFill>
                  <a:srgbClr val="00CC00"/>
                </a:solidFill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4144200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EBC9-8AF8-D405-118C-6B793114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B10E6A2-B31F-4FC6-B4E4-46A41FDD12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F368FE-6DC2-4D19-6272-9CC17B8860B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EE4724-05ED-0C8F-9EA7-3C31DAD13ADA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CF23B4-F923-8B12-8918-D7A48747E42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BD76CD-FA65-989D-230B-1114023513E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64FD75-D4F0-EC77-7679-7BB96A62C5F6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1749D7-7841-33AE-006C-D94E0A27186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151F28F-D81B-BCC3-6A26-2924A1FE451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BBBE7F-8686-C7D9-59A1-53F6EEB781A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36A3694-6118-3CF6-F709-B396678A76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C21E1D-A4D2-F37A-0174-8F739404F5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D3675EF-CCBD-BE4B-B516-C4C05B31DEE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B8365F-BE4A-D2D8-7BB4-4C3DF9ACF08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DECF82-7217-2BBC-F2D7-31AAC8C32041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A19F49-54F7-93AA-9644-2611FBD38D5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29E4A71-FE69-A9EA-5C6F-B047B1A9BD9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29E4A71-FE69-A9EA-5C6F-B047B1A9B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FB752C-75D6-39C7-6BC9-85E960418CDF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B3FB3-B5F2-FD60-B589-22ADE34DFE5C}"/>
                  </a:ext>
                </a:extLst>
              </p:cNvPr>
              <p:cNvSpPr txBox="1"/>
              <p:nvPr/>
            </p:nvSpPr>
            <p:spPr>
              <a:xfrm>
                <a:off x="4598120" y="1010834"/>
                <a:ext cx="3652154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B3FB3-B5F2-FD60-B589-22ADE34DF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120" y="1010834"/>
                <a:ext cx="3652154" cy="345929"/>
              </a:xfrm>
              <a:prstGeom prst="rect">
                <a:avLst/>
              </a:prstGeom>
              <a:blipFill>
                <a:blip r:embed="rId11"/>
                <a:stretch>
                  <a:fillRect t="-3509" r="-100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6857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ACFE-896B-0B32-CA2E-9A1775BB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30FD447-73D3-04C3-B217-CCC2408EEE9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7A483F-6E63-FB60-8453-00E76AA5D1B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D20F25-D7CF-5ACD-7418-0A33C54A492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C19BF8-06CE-1CA0-B2AD-01FCD2E2937E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E7D614-AA64-7F13-CF1F-362B980DD01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8CB4B9-F3F9-EA56-2C12-309ECDCBB23C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3F6C31-D2C5-0602-0774-4F0884F41B6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ADCD234-B2B9-A26B-C9C6-816F9211EFB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0D344B2-CE1D-0D7B-7122-9A37109FEF70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BBC6397-0307-F5E6-F869-F9B930004C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960BC78-59E6-6D87-6772-5C7349BCBB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C58B29B-2C85-86F8-655D-C461DCF821F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302A1D-DC7A-C2E8-7CE4-6E46564CE7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F588D8B-B05F-0C10-F8C8-CBE3A155552E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8851919-B430-89DD-5E1A-5130198C225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6560D38-6B71-8DD5-2CBA-C83AFA171322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6560D38-6B71-8DD5-2CBA-C83AFA171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9ADA54-FDC4-7A00-6BAE-162A7166B73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DA75B2-C551-688D-DAEF-C3410A58E795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DA75B2-C551-688D-DAEF-C3410A58E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1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34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CD74-7E43-3B97-59CE-6FC34AB1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2C537115-CC73-92BE-D7DA-43AB74ED615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79DA349-FB11-6AA9-CF93-BB27C917DB0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3856521-6FDB-F9C4-3DE0-FE1C461284C9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78809BC-20EA-82CF-4636-A81276CBBEF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067BA3-4076-A984-1055-AB59E3C848B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8A6DD4-FC82-C3B4-4C3E-725B052E5DB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897762-D009-C4A7-70DE-DE17FC1E6B48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A97A1AA-793D-873E-6165-12C7E2F0838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922F0C-7579-A30D-D384-2C0A7435B99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2A00FB3-1F6F-0121-6BAE-E7CBCDEF62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EFA910-C703-6608-2CB2-22E847BA38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CAE2715-0FC8-5669-EA66-431EDBE4D5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A60B71-B0B9-41F6-A650-6068ED137C0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247626C-9F2A-AC03-88D2-21399416D1A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5EB52FC-DB03-E5A2-A04B-5C801E1E783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FBD46EF-8BA7-ABF6-CDC5-208B4A5CF2A1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FBD46EF-8BA7-ABF6-CDC5-208B4A5CF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37C55E-C707-AACF-9D36-1E2AA828ED6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A2B756-FBC9-16D1-336B-EE2EAAEDE62D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A2B756-FBC9-16D1-336B-EE2EAAEDE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2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0594E96F-D942-6F86-99D7-B6645B5AA22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C85593-8DB5-8007-E1A6-557C9CD21C8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43F9A9-1F38-E74C-D970-9140DE8B5A6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86878A-BD18-BB51-2508-03299C5D0BF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6078D3-BA44-1D01-382E-ACE951C7FA0B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B6270C6-248D-8217-2473-FB44791CF80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2E969E-E0CF-4873-6605-FBB68B89343D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0391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C2A9-1031-68A8-F079-927E80D5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02E42F1-AE98-950C-A9DD-EAF6D18A902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C2F144-DB8B-5445-C2AF-B23862E78D6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5AC29E-0082-D8F6-449C-EAA9904AB58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A7B200-A8CF-5633-680F-95D55F09C1E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E73861-1620-9E1F-06A8-653B3D9594A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BF439A-96D1-D811-BB20-CFE038A8084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C081F87-27A5-4F4D-5ECB-CF5615F79528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C1E85CD-F423-3C57-39BC-71329586369D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6301F8D-0936-97F3-094D-EF588C68166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C8BF16F-A6E2-817A-B289-13958B7BB6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525DEFC-CF63-76FA-380A-7EF4BE0C15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9C3870A-5D57-DE96-BE08-E36AE398DA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FA5A2-DDCD-E42A-CB4F-99E522CB2DA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23EDC5-4112-DFFE-1463-AB057A26AB1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4A9B84-5575-95EF-12AF-05167E23C47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B0BBE-D906-9FC5-8CFA-32A062808CE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B0BBE-D906-9FC5-8CFA-32A062808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694E96-8821-B304-237E-ECEC4F5ED448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7C0155-C4F8-7968-A29D-DB6E29596E74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7C0155-C4F8-7968-A29D-DB6E2959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2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CCCC962-F631-077B-6E72-F737DA757528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DE6B8D-2918-74FA-8BBD-79B7A536C21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A56E2B-1197-570B-30B9-72E1D062538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629285-1A39-9ACD-5A59-2BEC95A6A4F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901795-2525-BFB1-0E86-22ACAA654792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1463F25-CC0C-AF90-883A-09B2D976E9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36E298-6164-D5CB-BC29-DCDBE2D02D9A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25DDA-1F5B-B80C-5517-2B1B922C45D6}"/>
                  </a:ext>
                </a:extLst>
              </p:cNvPr>
              <p:cNvSpPr txBox="1"/>
              <p:nvPr/>
            </p:nvSpPr>
            <p:spPr>
              <a:xfrm>
                <a:off x="5029200" y="2328891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25DDA-1F5B-B80C-5517-2B1B922C4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328891"/>
                <a:ext cx="3720699" cy="358431"/>
              </a:xfrm>
              <a:prstGeom prst="rect">
                <a:avLst/>
              </a:prstGeom>
              <a:blipFill>
                <a:blip r:embed="rId14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1632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8810-F8C7-0322-5132-79B43A79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A4E07A8-407A-3A4D-6942-D9599D58B0E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F3A619-AD6F-0A5D-9A6D-5BDBA9418E7C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23FF15-508A-8BEC-DCCA-5730FA1A7F8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554279D-CF65-8AFE-53CB-93921DEE432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7737AA-3B46-0E84-9F54-A85C9FEFE97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D9EA667-6058-4BBC-623C-1B6A445FA5D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F7CD6FE-BDCD-4B70-CD07-05398DC1AC1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23A3CEE-BAD1-3A3C-A7ED-9A008FE913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9D2067-562E-675B-A325-78D05D267EE9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455EDE73-D9ED-CD6B-EACD-49D893BF9E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6F78EAF-A1D7-EAA6-A97D-040EA55D97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EBB7944-0C04-FE87-7C79-ED48E481035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3016DC-6509-728A-6161-BA1C3CC1AA1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DC3F38-9B10-13D4-C078-6F11506931AC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CD0A19E-4FCD-8E83-3CBF-01EEF082768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3F9E2F-8366-2200-9BFC-B94918FCF73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3F9E2F-8366-2200-9BFC-B94918FCF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56F176-BBD6-3947-5829-DFF31BA0F2DA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8FEDA5-3E60-EAE6-73E7-15464387463E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8FEDA5-3E60-EAE6-73E7-15464387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B77BE0B-09EE-E928-D082-229007A424C8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412533-C100-C616-CE04-692EBAC69E9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10C055-37F4-4DC3-0FDA-6A1D46CF6E72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5CBE2F-E167-EF02-5309-5626BBB0924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91172B-185C-9A54-24BA-F28E1CA9F3A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684CDA9-3FCC-BEC6-2809-5C952C15B0B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88F79-0BD4-D697-7726-E1CA9EC53875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A1730-C717-29CD-D774-087DB20D456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A1730-C717-29CD-D774-087DB20D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EF5ACD73-0099-B6D3-2052-84F9EF6082C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A77A13-733B-F8ED-3B0B-C4041C14AC0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5029C3-F970-EB46-1FC9-ED7E74603D0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BC499C-B30F-EEF8-F50F-92B80ABC08A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AC71C3-F115-0124-6715-8F061B903CB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620776-6275-AA2C-8605-C505BDD27F7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256FDF-565F-1969-36B3-47B8C9C735BA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628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B2C9-0697-ACE0-1A77-8F91EE6D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48E3294-0F1C-D53D-2E86-1F87E3705E1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211059-99EA-680C-CD51-3A8318343B0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3D96E0-3FAC-9117-9EA9-9D62A171DD6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121440-291A-E011-8150-495C120BE37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2F2B07-1E87-5721-6D4B-3FA97C3987B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0C78FBC-FDA9-43A9-A494-DFE665A9ED3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EA5144-18AF-1556-19D0-3348FA515A0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6680797-F041-2422-5C31-E6B5C852ED0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DD51B30-6F35-C549-B1DE-3C0FB6BF010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98D59C2B-2ED5-28BF-9C3B-4E952FACE8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7C54B4-EB83-E939-5C77-8D9E5B01EE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4506546-C9B4-5740-3B74-216853F940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6E912A-8865-6C50-A81B-7F01331EA3B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B087D3-8D6D-E728-5CF1-E482A510EE3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C233FDA-76E8-105C-99AE-48A5A66BA37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CA5920-EF57-DDAC-5248-B68651FA96E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CA5920-EF57-DDAC-5248-B68651FA9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6487A4-C0BA-B508-33DE-005D6A31C24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EE1CE-8C31-2CC6-A7F6-AA04DE0FAB6C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EE1CE-8C31-2CC6-A7F6-AA04DE0FA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F0ADFAF-BACB-BB93-A1C1-840E724D687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7C60BE-F2CF-E3D9-3342-90710786DDB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6462DB-CFFA-2A7D-45B5-18625590883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A7BF5C-45F3-6D9C-6383-15C2B95E0B20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E25676-5121-0464-A5AC-AED648904C85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8CE1B-CEC4-B51A-1246-370371BD74D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A132EB-2EEE-C0FC-A0EF-F2FF4B94FBB8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5EC137-C045-FFA3-4851-DB0DFB54B63C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5EC137-C045-FFA3-4851-DB0DFB54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A3E8D27-6386-4EA9-ADB2-9A3FBED2523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34EE9C-ACF1-08A3-1F34-B944E943A8C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15FF9C-D4F9-7B80-8C00-8B534A1986D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997048-E084-2B39-BE86-03870D5672F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BEDBCD-444F-EAC0-FC3F-515F2F217FD2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505335-3FA3-ACA5-FF22-6ADF09AAB24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4D6FF0-3A11-27D3-19C7-2C691C47D73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397AC7-ABE4-CF34-75C0-E60A11FD1ACA}"/>
                  </a:ext>
                </a:extLst>
              </p:cNvPr>
              <p:cNvSpPr txBox="1"/>
              <p:nvPr/>
            </p:nvSpPr>
            <p:spPr>
              <a:xfrm>
                <a:off x="4921450" y="331815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397AC7-ABE4-CF34-75C0-E60A11FD1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450" y="331815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1" t="-3390" r="-1800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5773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8DE3-BB12-6936-DF0B-ACEDC944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4939A86-7A07-AA7E-AA21-0AD38AA0900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C691B6-2130-C483-579E-79DD9B8065C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01C033-782D-06A4-7E8C-ED3F36A8D48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CE59B6-82EF-F416-6FE6-6D6543BFE0A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98A5B6-C0E5-5259-486E-2BA1E3F4EFD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031D0F-92DB-C7FC-B153-373554254AD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91C0EF-AC14-ED39-D37B-05F58084A90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65E2C19-E94A-0005-4AD9-3CA6778AC38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2E1AF55-6A24-3835-3688-CAC310B89B80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448BDF0-9B4D-2EEA-5ECC-B498241CDF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ECA0518-DA6F-8C3A-90BA-60B0914059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8CA7CD3-81FF-5E9D-26A6-07D9479E9CE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F6F41F-4327-BE9D-6618-996B66536C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CFAA1C-8AA2-7694-F34D-E62129D2247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2B59C29-F270-243D-D21F-70A13FCB5AB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B9EEEA-A6F2-7967-1159-EF5A048E9E6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B9EEEA-A6F2-7967-1159-EF5A048E9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DD4E82-B775-0863-A4C9-88C17CF3B73C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FAE7E-F972-A181-1335-A87B8D703956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FAE7E-F972-A181-1335-A87B8D703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63A90580-A042-2505-CA61-596F9418915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EAABCE-81C7-E428-E6EA-CCBD1EC6173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34B77E-F545-BA66-83D9-9771328D895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67C836-DC49-942B-E99C-D3341076966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768C6F-9FD4-8AEB-69D1-529A33830E0C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E414398-74EB-0040-D28B-F23C004B273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7102C4-CC16-2134-0341-5C1467B4BD1B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02B59-871E-98D7-6402-6A493F63745A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02B59-871E-98D7-6402-6A493F637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C44BCFC-4859-85A7-1FDB-71865936299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ADB758-6302-A92E-23A5-EC56E92745F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D83C87-F5E4-1E1A-4F97-F6629B33A54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FE0C80-8F6D-B09D-D9F7-E622FD3D174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32DC21-7347-F768-A003-43E45B6AD07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35E0FC-0804-DF3A-CC6A-054952BC4356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8A61DD-733A-4415-95BE-EB265E07FB4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C32F9-2134-6C82-9AB5-2C5D11E68856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C32F9-2134-6C82-9AB5-2C5D11E6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87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1850-FEA0-5FE7-6FAA-F20EDCCD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EB807EF-E0A9-6166-EFE8-0569E90F691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691A31-58C1-A75D-7C1E-1022392B8CC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B26D7E-6BC5-AEB8-4F91-5B5C576847D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2003C6-3ED1-A1B5-4003-A318D011AB4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6CEF66-8B1A-D388-90A3-E74AA9163A0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CF7EEE-D021-F146-F226-B4D0101ABF8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14CB72-4B54-73AA-A34F-9C1EB6AB341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07FB6A5-9B6F-7038-335C-F24DD8D4ABB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C289AF-692F-FBFA-17DE-D696F6505D12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E325A84-B4F9-0C86-D0AF-4D47F9EDE7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0D9EE28-BED6-9FEF-10CF-166EB676E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2BF8945-110F-2F2B-79E9-3B48B6B23A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04C1B7-C206-6F7C-C923-FD08C4A4287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53406A7-26EC-7812-E348-405569DE606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AC2F1C-24A3-9B96-58A7-6383950D680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7349E0-B01C-93C7-7148-5F03B461DDC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7349E0-B01C-93C7-7148-5F03B461D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8D58D9-1A80-EC03-C4BE-4D1C2331D981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AA4A5-3DA8-F8FA-8CE0-BDC808642E06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AA4A5-3DA8-F8FA-8CE0-BDC808642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C40B6F18-5DD1-6D59-F4E3-7C72E6932C7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693390-04D4-FAB2-5D3C-F75F96CDCE4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27BF44-408C-6C00-19A6-DC559A1548D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1C66C-05D9-FBDC-1DCB-604868913E6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259F5C-770C-985D-5C32-A387A0316A8A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B409E66-CC3B-AAED-A17A-A61588FA9B5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371929-E2A4-5104-7501-1423222A1759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5A0CD1-2F17-FD1E-095D-33F856C1671A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5A0CD1-2F17-FD1E-095D-33F856C16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C1EC7510-F1F5-7D01-98DA-081AFA4033A2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60B281-51A9-F35E-5F0E-4B8427B92DB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3A970-6ADB-D480-4513-C87DC429E88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3A6429-60F6-65A9-B989-ECB2E39CEE79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83ABEF-411D-96CD-C927-D27F0E04636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D23E67-3327-A6BF-29BB-686D2E92215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5ABFEF-95E2-9AB8-431C-16DF0DB0C29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02878-8269-7683-0C85-3409939181D5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02878-8269-7683-0C85-34099391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7BDABDE-FF69-ECEF-98CB-CCDB4D30CAEC}"/>
              </a:ext>
            </a:extLst>
          </p:cNvPr>
          <p:cNvSpPr/>
          <p:nvPr/>
        </p:nvSpPr>
        <p:spPr>
          <a:xfrm>
            <a:off x="4572000" y="57150"/>
            <a:ext cx="4191000" cy="17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9677C-31D7-88D8-D2EE-3454F57CD552}"/>
              </a:ext>
            </a:extLst>
          </p:cNvPr>
          <p:cNvSpPr txBox="1"/>
          <p:nvPr/>
        </p:nvSpPr>
        <p:spPr>
          <a:xfrm>
            <a:off x="5974381" y="2255380"/>
            <a:ext cx="189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LOOK SIMILAR???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BF3B0D-36C8-C187-8E61-A8C1605A7B7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22" r="1203"/>
          <a:stretch/>
        </p:blipFill>
        <p:spPr>
          <a:xfrm>
            <a:off x="5956300" y="2705103"/>
            <a:ext cx="2146300" cy="21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213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8D50-62E4-D4EA-A7A2-A83961AF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ED8EB26-BF82-CB83-7381-9484DE9455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8CAB42-CCD2-18D0-378B-0DA1788DA19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959055C-1CC9-5EBF-9441-186FD1A8B31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FF59AA-634C-D7FE-405C-13A31C974CF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57232A-4760-FD32-112A-67BF7CC352C0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7EFC94-B090-C16C-2B75-4BD22AD26CA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FCCD7B2-72D6-EFC5-018E-BF56F9007CB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D79400B-0DDF-9BDF-3C42-E331A9630FAF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788B3E-AD8D-926E-C073-0BF2B268E2D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E1D032A1-8C8D-1BE3-CD73-0B127DB3FE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A57D8AC-2013-FA0D-AC4A-7024B93492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470DF8C-8FDD-A01E-6F01-351516C8A9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5787D-54A8-ECC4-F0AE-E800A76E425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EDF2F9-3759-A5B1-E4D3-0449DB86E24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9C44E37-75B9-D881-3EA8-0697D9DEFC0D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916C535-1D4D-5E23-A9C1-F2892329756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916C535-1D4D-5E23-A9C1-F28923297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B21FA7-56C8-5D55-8F31-57F6837EB6DC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86062-9CB4-8C28-9C6A-0A817CA38039}"/>
                  </a:ext>
                </a:extLst>
              </p:cNvPr>
              <p:cNvSpPr txBox="1"/>
              <p:nvPr/>
            </p:nvSpPr>
            <p:spPr>
              <a:xfrm>
                <a:off x="4724399" y="2324154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86062-9CB4-8C28-9C6A-0A817CA38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2324154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F74EE9E-6AFD-3738-D06D-95D71EDF5F54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314E04-51A3-B4E1-CCBF-658EADEBAC0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D28451-B425-4DD0-F070-63602F99217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23079-3C20-3E04-A4CC-4E9568B72F4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AA4376-572D-7221-441B-B4F780050338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BFD90F7-7814-CD6F-2053-7DF0BF7B1D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F46019-68FF-836D-B0BE-711BF812543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F97E8-FE39-5976-79F6-DE89B7555D2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F97E8-FE39-5976-79F6-DE89B7555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5A04E41-693F-0AAD-74FB-F40DC5514D6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6210CF0-4391-930B-5359-B59E98A9950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07B91C-FD61-E25A-732F-325797C25CA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D6EFBD-3FAB-7681-F4E9-7D02197C4A6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E9136A-9D9D-7C97-E454-8F46AFFA81C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23D7EE-9B55-7DC4-1C20-F6D5D7D3ED79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8D68E8-11F8-133B-BA57-EF9BB41E65D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8A8A9C-75D4-FA57-5158-5F44F71892BD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8A8A9C-75D4-FA57-5158-5F44F7189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4954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2963-FAD2-77FC-416B-841B05D6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310F992-60AC-E8CC-DF90-0CBDA6C84B8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E35B97-D7D6-B812-39B8-40374934CA7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1DD4EC-7190-1CC9-9EBE-E79208C121A9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3FC4AF-BD23-7997-C0DC-CC4442C57DD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705EDF-0703-12E4-19BD-3011B9ABA46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A8A196-201D-4EB6-D6E9-3FC3B50863D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D58785-0F94-5043-6FF3-AD2975DC920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A81EF52-AF4A-63DC-3E5E-516A933C3B41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47DC0C-E43B-3147-5E0D-F7E69C784C5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0A14E78-F2F1-182D-D14D-8B559FA3D5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AFD113-1AD6-15AC-BF26-1280644323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34AAD32-2F59-CA57-C3E8-976992E0FD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716B9-1B26-741D-D861-22ACF1236FF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DC05E1-4236-4776-93D3-8A922035611A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EDBED4D-30A8-5EAD-FAAF-83D4B019CEB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4A85FA2-3F14-9DCB-C83D-356F51AF8C8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4A85FA2-3F14-9DCB-C83D-356F51AF8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E25E14-14AB-0F57-5235-D9C6E3C8FA37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754BF-FC5D-43AC-4127-A6260DFFA42C}"/>
                  </a:ext>
                </a:extLst>
              </p:cNvPr>
              <p:cNvSpPr txBox="1"/>
              <p:nvPr/>
            </p:nvSpPr>
            <p:spPr>
              <a:xfrm>
                <a:off x="4724398" y="2324154"/>
                <a:ext cx="3879524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754BF-FC5D-43AC-4127-A6260DFFA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2324154"/>
                <a:ext cx="3879524" cy="345929"/>
              </a:xfrm>
              <a:prstGeom prst="rect">
                <a:avLst/>
              </a:prstGeom>
              <a:blipFill>
                <a:blip r:embed="rId13"/>
                <a:stretch>
                  <a:fillRect t="-3509" r="-1258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32EF28A-62D9-DE6A-DF01-EDAAD4A2BEB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6CACD2-2B4E-DFAD-FC4D-C8E8215D95C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12AF49-6863-08B9-290A-6B067BC21E3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43FAA6-AD81-44EF-A23A-08625DAF500C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682A27-A665-C8D4-BE42-C6B6A05D1DF1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147B44F-D4EF-78C0-4A18-50A6AE104B0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F48AF1-F9CC-3C09-8655-073152E61BE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F7193F-CFE0-66FE-4D72-E034F474F877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F7193F-CFE0-66FE-4D72-E034F474F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F443EDB-946E-D504-E927-C27CFBFFCDA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FF323D-9BA3-9CB5-5CB3-9CA8D54BD32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817093-838C-5759-016D-1503A467261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4E96B8-BA03-EBF7-7E87-FCC9A2B3BE6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5D0123-3551-D6EA-81BC-A22AABA6B76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BD5D88-2A20-2EF3-84D4-CF2F29C1E330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3DF749-D714-04C0-3C65-884D1248446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CFD6BC-6815-93E4-A444-21496AC733A9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CFD6BC-6815-93E4-A444-21496AC73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2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5F211-6721-A862-F632-64298184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76921A71-5DAF-3447-6894-C19893CB7DA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79D890-A059-3384-BBBE-9A832D6E675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F556B2-A8B2-2D7E-0FAC-1968CF21285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3C546A-7A37-8157-34C5-34936FA1C54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6A6B6E-0A23-994D-7B1C-182E31DE3802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A0CF8F-C3D1-2885-D876-0DAA6D55FE2C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24A5F-16F5-4C18-E954-68ADC2A9AA9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3326334-22FD-880B-C99D-0843B6DE20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47A04F-5D4E-0705-8ABC-D366354C7EA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BA44DFC-23F3-79CE-CCE8-D0106B0C00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527E517-1FC6-1BC0-EAB9-31CC965035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E2C09FB-356E-8EDD-7A6F-97923BD6FE6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93A6B3-CD26-1743-89AA-CB37C514BD5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FCF4A90-FDA0-13D6-4087-EA248A62F3D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FCABB9B-ABB7-4288-1101-1A53FD5E11B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CB03D4-26CD-0A30-70B3-121917E43CE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CB03D4-26CD-0A30-70B3-121917E43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667EA9-C399-DBB5-DF89-0C7B2490C20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01C36-2F60-C29A-7482-6E2A7AB76523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01C36-2F60-C29A-7482-6E2A7AB76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14966D2C-961F-BF7D-E665-D0D2853567E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78CD2E-353C-9EC2-1274-BA8D662C50B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257A93-3700-2217-9213-B1652401ACFC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E6FC11-EFAE-CEBE-3CC9-B57991849F8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B4747-6510-7A91-0E41-82CDAE36BC94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A687B6A-C3DD-5375-D1FB-CD33CAFFEEC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E8DBE-A365-F9B1-315E-D6A472722647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DFFA19-9666-5775-E0D0-88E4395E39D5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DFFA19-9666-5775-E0D0-88E4395E3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9BD23A99-E529-7FB6-0B4D-98DDCAF565E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177755-9708-8565-6935-EC3FC2F57A7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1878CF-654F-E8A3-39DD-2E82EAE4BD5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89A720-EFA7-DC98-BF68-44F3324753B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7A3E93-5DB5-C2D6-060E-740A567BB270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E42F9B-DB9F-B60F-18CD-C5FD214B0E1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28DEC1-F0CD-3AFB-4BC5-27C5DEEF3C1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11EC1-73BB-CCCF-8B83-9D8434BBC536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11EC1-73BB-CCCF-8B83-9D8434BBC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975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457C-369C-B6FC-F2CE-5E0B7425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675D7DC-0A84-F9BE-0140-449A19FD164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00C88C-0727-F1F3-C869-41C900584D4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D77F07-D276-327E-D2B7-E421DD82BC5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A0E447-66FC-7755-CB54-C0F85FB61B6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10CAD5-499F-EC5D-F1D9-58366212F1C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2E817A-6EC6-226C-6E78-70927552748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0BFD67-7076-E7B3-E76A-686F99F8219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5ED9B7D-E9F7-8983-686C-0C1F1597FF8F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43DBDF-FFA8-9C83-833F-CA64CED6E8A7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E077F71-A4BC-8EF7-CC47-93F4476AF8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37A5C2B-004C-5B7F-2558-3E965E5531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1DD182A-EF09-4547-4857-E59C3FC158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A90C4-9BA2-5A24-A4EE-BC9D0C06FFF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5F7CB7-BDF3-06FE-E75C-21B888CF426B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31F61B1-3275-BEC9-28B3-EA9B9C450B9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1E64D7-E1DF-FB3E-30AA-AB1931C36DA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1E64D7-E1DF-FB3E-30AA-AB1931C36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6AD8C1-EC1C-51B8-DB61-E0E1CCA6EDF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5AAE1-0993-E8FA-794B-08673C699921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5AAE1-0993-E8FA-794B-08673C699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3744E03-469B-F86F-83A9-A5737687FD7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7A2116-6157-AB0A-76C6-493073CE354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E94EAD-E216-421F-C1A7-81E324C9EDBB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2450B7-64A5-FAA7-B0FD-9EF4E5E9328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2CFFF9-8998-820B-1830-EC4472820C8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8809B3D-F957-723A-C55F-5BB08DC310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D2943E-B9F4-C818-7596-2E17C75B595B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C4038-90EC-EB4D-E914-6B37BEFB7C78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C4038-90EC-EB4D-E914-6B37BEFB7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8768995C-9485-90C1-730B-DDC4C5E6252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D3FCB4-A891-5980-ACAB-9A63FE0FC93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49E8B8-BB13-542E-B447-D2A47C19060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7E689E-EC66-A873-ED8A-D392F0D359C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D3ED62-0E83-E52A-C138-E8EB5C7D1CFD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5E3F1F-A483-81D7-5F32-1E1615971FE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6B351B-1A49-D1AE-38BB-D57A1E19A76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8D25B3-44A1-89DD-14BC-3BEE76D55CBF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8D25B3-44A1-89DD-14BC-3BEE76D5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E1D6AA3-6B40-958C-B93A-36B5F90D4605}"/>
              </a:ext>
            </a:extLst>
          </p:cNvPr>
          <p:cNvGrpSpPr/>
          <p:nvPr/>
        </p:nvGrpSpPr>
        <p:grpSpPr>
          <a:xfrm>
            <a:off x="4692600" y="2644140"/>
            <a:ext cx="3507840" cy="602640"/>
            <a:chOff x="4692600" y="2644140"/>
            <a:chExt cx="350784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9973ED-B727-21AC-D4F0-7E453086B36F}"/>
                    </a:ext>
                  </a:extLst>
                </p14:cNvPr>
                <p14:cNvContentPartPr/>
                <p14:nvPr/>
              </p14:nvContentPartPr>
              <p14:xfrm>
                <a:off x="4731840" y="2692740"/>
                <a:ext cx="797760" cy="11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9973ED-B727-21AC-D4F0-7E453086B3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23200" y="2683740"/>
                  <a:ext cx="81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6E4645-09F2-9DED-AA2F-0E9C0A572C64}"/>
                    </a:ext>
                  </a:extLst>
                </p14:cNvPr>
                <p14:cNvContentPartPr/>
                <p14:nvPr/>
              </p14:nvContentPartPr>
              <p14:xfrm>
                <a:off x="5478480" y="2674380"/>
                <a:ext cx="6336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6E4645-09F2-9DED-AA2F-0E9C0A572C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9840" y="2665380"/>
                  <a:ext cx="81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FDCF3C-69C7-D75D-4476-8D2A31146B15}"/>
                    </a:ext>
                  </a:extLst>
                </p14:cNvPr>
                <p14:cNvContentPartPr/>
                <p14:nvPr/>
              </p14:nvContentPartPr>
              <p14:xfrm>
                <a:off x="4731840" y="2666460"/>
                <a:ext cx="1702080" cy="313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FDCF3C-69C7-D75D-4476-8D2A31146B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3200" y="2657460"/>
                  <a:ext cx="17197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B06D47-F586-037B-3C41-8C0995332E00}"/>
                    </a:ext>
                  </a:extLst>
                </p14:cNvPr>
                <p14:cNvContentPartPr/>
                <p14:nvPr/>
              </p14:nvContentPartPr>
              <p14:xfrm>
                <a:off x="6347160" y="2644140"/>
                <a:ext cx="86400" cy="78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B06D47-F586-037B-3C41-8C0995332E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38520" y="2635140"/>
                  <a:ext cx="104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3FA0DD-B201-6F67-0520-27B5ACC03A6C}"/>
                    </a:ext>
                  </a:extLst>
                </p14:cNvPr>
                <p14:cNvContentPartPr/>
                <p14:nvPr/>
              </p14:nvContentPartPr>
              <p14:xfrm>
                <a:off x="4716360" y="2656740"/>
                <a:ext cx="2582640" cy="47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3FA0DD-B201-6F67-0520-27B5ACC03A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7720" y="2648100"/>
                  <a:ext cx="26002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3A334B-995A-F8C8-3544-7998AFF1B88D}"/>
                    </a:ext>
                  </a:extLst>
                </p14:cNvPr>
                <p14:cNvContentPartPr/>
                <p14:nvPr/>
              </p14:nvContentPartPr>
              <p14:xfrm>
                <a:off x="7230960" y="2644140"/>
                <a:ext cx="74160" cy="6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3A334B-995A-F8C8-3544-7998AFF1B8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22320" y="2635140"/>
                  <a:ext cx="91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AA5AC8-79B1-3101-374B-F00F0075028D}"/>
                    </a:ext>
                  </a:extLst>
                </p14:cNvPr>
                <p14:cNvContentPartPr/>
                <p14:nvPr/>
              </p14:nvContentPartPr>
              <p14:xfrm>
                <a:off x="4692600" y="2659980"/>
                <a:ext cx="3481920" cy="586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AA5AC8-79B1-3101-374B-F00F007502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83960" y="2650980"/>
                  <a:ext cx="349956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D18B81-1923-AA57-4946-B8810495878E}"/>
                    </a:ext>
                  </a:extLst>
                </p14:cNvPr>
                <p14:cNvContentPartPr/>
                <p14:nvPr/>
              </p14:nvContentPartPr>
              <p14:xfrm>
                <a:off x="8137800" y="2644140"/>
                <a:ext cx="62640" cy="45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D18B81-1923-AA57-4946-B881049587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29160" y="2635140"/>
                  <a:ext cx="80280" cy="6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94130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E577-9741-FA70-C45D-0CFA67B7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59B8C57-411C-349F-9AB2-04F9C564163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7A8B54-6856-44FE-A2C5-0E2E023B2B1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E426DE-369F-8BD2-7EE2-1DF1CE2D67B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AA8D6DC-8C13-506F-93D8-8D175AEB131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D093DC-29E8-F450-1CA7-26A796B2863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909A46-4BD4-A912-85ED-A0BA53149B8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EA93C0-A21B-29C0-5FE9-A547A2C0665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4A3B1E8-8AC0-D09A-6CCB-3AA2FB96B4F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E3E7F8-0F99-A8EA-D070-FDC540C6F097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D4A2FC6-F1DF-9EF0-EAAA-B3C7E27596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A19EC28-1555-BC06-35D4-1C74EBBD798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4B49F5B-814C-8A43-27EF-5E4D67EBFBD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354858-18CD-A664-F6BE-33E38CBB2A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63AF0E6-E314-533D-E22E-3DD2BCECC9E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6A77FC6-59B4-2497-3EBD-3C509EB16DD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508F1BD-3CBA-ABF0-BF2F-21E3C486A143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508F1BD-3CBA-ABF0-BF2F-21E3C486A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9B2883-7C37-EECF-5DBC-EFFB84B253DD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DF80F-CD5B-3B07-6C42-BD6C8CE508AE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DF80F-CD5B-3B07-6C42-BD6C8CE50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0CBB078E-3194-AD70-664D-882638F21B1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2AA6BC-F53D-EF87-274C-4EFBD51035B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668A47-9A31-53BF-7F92-EED9572E602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812362-8F39-4A6A-8641-668378274E28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587325-3CD1-C2DF-DF2E-83D2AD5F4738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37D6A9F-3042-8BFA-0464-ECF5F1354B0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C5AAEF-D822-C712-C820-17C3C8BB98F0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2B9054-8316-65E2-8430-8CC4FAE3A16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2B9054-8316-65E2-8430-8CC4FAE3A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DB688CE-1CAC-B484-DF4A-FD45B98750B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F922F4-B6DF-BF00-B6BE-CCC725FEE08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F5D09E-4BD1-9A95-15F1-B5A5C487977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B86D5C-EDA2-6E8E-C5C5-5E74FC00684C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F67867-8091-5A5A-48ED-AC94502AB72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4BCE1E-83BF-B200-067C-BF9B6630DE80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8DB393-530B-0B02-D396-E51547407BF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C3ABCA-B287-2DD7-6680-2807274D4734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C3ABCA-B287-2DD7-6680-2807274D4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5813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6BF8-F199-D79E-4CDB-DC4BA315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E03B54B-3E3C-B547-D7EC-503467335AD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98BCAC-D4E6-B412-549F-AB22C00610F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750A0B-AFB7-53A3-5C10-391C485B541F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270AA0-9C02-2B15-CBF4-DDEAA4B532D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702D6C-8206-3C41-86C2-95E4220859C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2FF6B4-781C-B5FD-BE76-26BF3767A78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697EDF-1043-E795-AFAD-7008329842D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F34D06B-6AE2-615F-F7F6-DC96D455084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473B7C-B9B9-7B3F-9801-C7EEB6BE0B9C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195A4961-4D27-0E84-BCC6-1B57498BA3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9B4B87D-5372-773F-272C-36081F274F5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91A386A-E80E-4793-8AF6-05B2D34EB3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F3A2D-5F49-3E56-2216-CFA1A2F021C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9695FB-0AC9-D53B-BCAE-DDEA0961CA2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4A39F69-995B-134B-37E2-C2D94A2EA5E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2DBDB5-E80A-031E-4899-4272A9A4C09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2DBDB5-E80A-031E-4899-4272A9A4C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57F671-3D83-9B6D-7383-666B21846C3D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9D412-9591-C7C9-8E84-37E6891D9619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9D412-9591-C7C9-8E84-37E6891D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D6ADACAF-7859-673D-BCF4-97B92AE54E1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A3D306-F445-A593-0137-683B4FA2FA2C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C054AE-06EE-64A2-3C10-3387559BFE7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7AB1B9-2424-5160-F2A1-F8BD1EF87DB1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78DC60-4293-2951-97FA-DD7187FCA85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2022A-5DBA-E8DA-3FC7-AE1828A57B6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53DEEF-ED7C-FD30-0A35-00E489EEF79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C894F-3003-D165-4DBA-F646E6FC9EE9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C894F-3003-D165-4DBA-F646E6FC9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1166651F-0059-988F-DD0D-80806CF1D0C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9324B9-E46B-86B2-8AA6-CE35BBE1046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AFCC1C-1C9A-AAF4-EC27-45C43F032ED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CE493-2D87-6B97-A2CC-0C0923B9B2E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6019D9-B1DC-DF66-C985-F7CBCAB388F4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43B9F8-780B-087D-CFF6-C55E7F9CD5BA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86906F-2F16-CC54-3F5F-0318B06B9FC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52076C-1C90-F368-BAF8-913F68625B1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52076C-1C90-F368-BAF8-913F68625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58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90F6-D690-C20B-DF40-D7E7D4E5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6FA9AF8-5FD0-C4FB-4F6D-AB332FF3759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C8B97C-E0F1-EEB9-A10E-F3D3CB28D3D3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57C976-6920-46AB-4D6D-0C8034BB1AE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CCBEC5-7D0B-2ABC-F3FB-B6DE0A00915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2B3BA1-07BB-652E-3286-2180B461C6A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1A908E-45C2-CDBA-BEA9-AA4F5CFB9DF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17AD44-7F69-41F4-598D-64A567DE20B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313F593-B20C-533C-3B28-5A3831726D0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FBEAFCA-4DE9-C5FF-6DF4-F1E1E03F79D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2B936452-93D8-5BDC-B076-0AF7FAA613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2D9F933-0951-CC18-1DA3-803379A12E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CC42929-DC4F-9AD8-DAE5-94B9EB33C27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51D1D-205E-DAA9-5D5D-ADE7153262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5DD144E-3427-57EA-4963-E9BB43FA9DE2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009071-A8F6-73E9-90FD-6A00B52B96A6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C3D0D87-7FA0-99AA-2362-36DFADAFFDD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C3D0D87-7FA0-99AA-2362-36DFADAFF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BCEB2F-2545-1D20-4711-68F1C3083482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6A53A7-5D7B-3829-9B07-780321534226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6A53A7-5D7B-3829-9B07-78032153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E53AFD54-FDA5-1E51-A388-89CFC314956C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B0E45A-32B1-FC11-B59C-516530B4C9A9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D32AD3-9DE8-E3F2-87F7-55F320C0EF75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F1D62D-9C65-3FDF-337E-1A27C41EC88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7CA2EE-CE32-7112-B4A8-846541F85D8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5071E38-0D56-1243-E00E-02AD20B81B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91193E-A578-A655-14B2-05DB884951B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317C7-3A6C-88C2-1062-90BB63EED0D9}"/>
                  </a:ext>
                </a:extLst>
              </p:cNvPr>
              <p:cNvSpPr txBox="1"/>
              <p:nvPr/>
            </p:nvSpPr>
            <p:spPr>
              <a:xfrm>
                <a:off x="4572000" y="2315814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317C7-3A6C-88C2-1062-90BB63EED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315814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B1FD8BE5-D571-D148-88BD-14771F352FF7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E08DD8-3B24-38C5-EB14-7052BAE5FE0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6CA2E0-31F6-9885-9F3C-6C5FBDE54544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32FB2-570C-1F09-09E7-2DD24BB4B06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32B825-DD7B-87C3-DAD7-4292E709A67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C7F8CD-184D-FE66-16E4-45AC4BF5D276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769753-8632-CE0A-B1F5-54F8614A504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589729-3B07-567C-A34B-E67BE4533795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589729-3B07-567C-A34B-E67BE4533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6763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2E3E-A9A8-CAC8-D253-25A695CF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FE1A639-17D6-CA41-0263-2552DF3F5E8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65378A8-739B-E737-360B-9F2845667C60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2B328A-4C9B-F926-9197-D7A1EF6E1BF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8C661C-718C-7C3F-CF20-ABE3B236FAF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79885E-9FBA-D2D5-A380-2FF852447D7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D3FA6C-3EBF-A011-7E58-2B10DA838D02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2FBA3F-6A04-96B7-C8F9-21ACC6D93097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71653F0-4867-B63D-6EAA-A9D1195C832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370EDF-B3FB-87AB-561B-3A2BEA314C8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394C199-F5A5-F01A-E07F-281AA9BA8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2B7353C-D539-AC97-F99F-ECD2B85FA98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CCD8394-0041-6E95-38D2-24058691C12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76EBB-DF9D-57DD-355B-1A34AD01360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652636B-C22F-5F56-0668-4BC97E0CAB1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D317BD0-B001-784E-FB9D-14E7211EBB2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71DE5DE-33F5-2298-9027-A1DDBF19E73E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71DE5DE-33F5-2298-9027-A1DDBF19E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8B332D-79CB-1D16-1A1F-139FC3072C8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19CF08-40C0-CE75-C58D-CF50CA013CC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19CF08-40C0-CE75-C58D-CF50CA013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D8C977E-F790-69E4-7487-2953A77F574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80762F-2838-7132-1399-C6D8F14AC248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FA0927-4804-3074-3BC0-8A8B859DED91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7D385D-72C7-1DAB-585F-558A80C864EF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CFD7AD-C9D5-EB3C-D3C6-902BAAF7EA7C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D0B0495-781B-F18D-543C-330BD42ABAE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6C0521-69EB-835A-106C-7C147872E16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7F0DACA-FF59-11D1-04BD-3ACB7690DDD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6A48D3-6522-9461-930B-9E7252565DE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F8F8B0-EE84-1D17-05BF-D866AC66031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D08CDD-D40B-592D-688A-FB4065F4F27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4F368D-ED6C-EFF4-86D5-E694379125B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3D90DF-C711-CB3E-F4F7-96F55DF43448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225EE9-9601-4B42-F904-615BE6112EF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B41211-4608-C721-17A2-FAFB946B0BE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B41211-4608-C721-17A2-FAFB946B0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8F501-F1EC-A775-D21C-72F20D137EFA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058355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8F501-F1EC-A775-D21C-72F20D137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058355" cy="347596"/>
              </a:xfrm>
              <a:prstGeom prst="rect">
                <a:avLst/>
              </a:prstGeom>
              <a:blipFill>
                <a:blip r:embed="rId17"/>
                <a:stretch>
                  <a:fillRect l="-601" t="-3509" r="-180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2096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683E-2F1D-962A-B094-1D99ED0C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D81290A-16F2-30D9-CC05-6FF76C30D15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C45527-1B07-29B5-E1F3-0EE99AAB3CA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714333-ED98-6DA8-06D8-D79D2130BCE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729436-9172-76D7-641B-831BA5932F0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62A720-770C-43E5-D41F-6F830C2D5DA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FC278A-F472-4431-1820-E475158D87E8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8372FC-0CD5-ACF5-EDB6-66D4CB8AE37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B695630-B32D-1EB2-45BD-F34D7B3D1B04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870068-F637-E4AF-5690-7935AF59321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D077A3C8-4F5F-5DD6-BBC9-1420194BDE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202DF68-FC8A-28ED-480C-98409C1BB15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D314ABD-583E-5C7B-CAA4-EF1832FC38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68F45D-A14A-ABD6-355F-C7083A93A21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483F5F7-B7EA-3898-1C08-28F1772DFED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F9BD96D-BC0B-ED1E-E016-CD2F547DD5AB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BC7DB5-72AF-9139-DA07-EA6DB83B524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BC7DB5-72AF-9139-DA07-EA6DB83B5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8DB2B9-FBDF-9176-5C9F-91711256ED9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B5CAF-29F3-7697-FA50-4B2D697A569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B5CAF-29F3-7697-FA50-4B2D697A5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E851FC9-C969-34E7-156E-9C9687F19A2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B4A435-5850-FA9E-6118-E3D99383E57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01F7C9-C2CD-51D0-4E19-68355B8DF97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11C863-DF3B-BE1E-CDDB-BBF5C187F03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F82871-A579-ECC5-3BF2-BB5BD29FDEC3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5D3B70B-9CE2-A37C-ED36-19C4246E59A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8C8BE1-41D7-FA2D-B921-20273AB5C26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6288644-6E1C-0F6D-AA9E-C5B7B0D3E85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B7CBCE-68BA-FED2-AA2D-3A2F0D6136B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9B1CF0-5FBC-0953-9851-54A108B19A6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99D2EF-A9EF-4FC5-038D-12A177CE642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2399B9-B68B-1052-6B1E-25C34B107451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6E2B18-889A-402B-A440-F6741D65CC0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89BBE9-8FC7-4675-16F2-CF94186CB90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418E11-8B36-737B-4523-799FF6A9A083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418E11-8B36-737B-4523-799FF6A9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920AAE-D4AB-344D-B170-0111EFA04E81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920AAE-D4AB-344D-B170-0111EFA04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6463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37F0-C8A9-2E11-B0E0-A4F87D28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32865123-9552-1DDD-182C-5305286CDB7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013C78-0A5C-DE4A-EEBD-00396000F5D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0ACFCD-65A9-1D94-70B0-7EE20306C21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7B2A003-7423-4F2D-32EB-B3C709EF6A8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1392D1-20C7-E596-EA13-0F948D46B59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220B50-AA44-D0FB-AD35-C73A211C331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490C10-C299-7830-35FE-0EBED62FDE9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BF65054-A130-D180-2AF9-84E373A0827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B7DDED-4829-9209-B1CE-F84510BB2D82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DDB1AE6-BE83-A98D-6525-688D2D7B48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B462BB3-955E-1437-CB67-06F0FE8C19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12EE696-BFB2-C89E-C9AF-C471E6B8C7D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FA7968-7573-76DC-6262-9FDF76C5070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AB6B012-E8DE-65AF-107E-CDC2A0E01E6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13EEBE2-41B4-A95C-9D93-54888A7F601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B7DC73D-E446-E11E-BF7E-13582EA21605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B7DC73D-E446-E11E-BF7E-13582EA21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56D2F2-631A-CB7E-52AC-F45375FDF1B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8A9AC-2E40-873B-F108-AF14F06FC5A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8A9AC-2E40-873B-F108-AF14F06F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97B92133-D6CD-B534-C6E3-BBF7B396DBF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C8E4C3-5E18-8C5B-484B-660CF1AD6DC9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F515AA-1626-3150-CA6C-F4BF674D706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6B497F-F829-371E-7089-029F3ACB0C63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699D0B-DCE4-11B0-71A9-A5A7F188DC6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C3C46D1-693A-039B-3B68-995C1887959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C3B626-F7FD-2CE6-10C3-A46C539C852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4C1F793-9EAF-3EF8-934C-B70141B71AEF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7587B5-B4F4-AD51-5446-0B77D9CAF4F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464C4D-04F9-10B4-282D-771E17ADBD1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98E102-FC17-5253-AC8E-74236320ABF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36D444-C2D8-0830-BAF6-7E23126043E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223E8D-DB32-B630-D8FF-AC1DC753096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019832-185D-6411-BF92-7C2A167AFA27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EA3D65-F1C3-9448-CBEF-6F33DABFF604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EA3D65-F1C3-9448-CBEF-6F33DABFF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B7F48F-D7FE-D44E-F806-F56D4E9D8AEB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B7F48F-D7FE-D44E-F806-F56D4E9D8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B1694FE-2D14-DF49-5542-9AE028A4AFBF}"/>
              </a:ext>
            </a:extLst>
          </p:cNvPr>
          <p:cNvGrpSpPr/>
          <p:nvPr/>
        </p:nvGrpSpPr>
        <p:grpSpPr>
          <a:xfrm>
            <a:off x="4548840" y="2621100"/>
            <a:ext cx="3614760" cy="572400"/>
            <a:chOff x="4548840" y="2621100"/>
            <a:chExt cx="3614760" cy="5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9FAD0E-C5F6-FFBC-E999-8DC4104ABBFD}"/>
                    </a:ext>
                  </a:extLst>
                </p14:cNvPr>
                <p14:cNvContentPartPr/>
                <p14:nvPr/>
              </p14:nvContentPartPr>
              <p14:xfrm>
                <a:off x="4640280" y="2657100"/>
                <a:ext cx="868680" cy="126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9FAD0E-C5F6-FFBC-E999-8DC4104ABB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31640" y="2648100"/>
                  <a:ext cx="886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3E9B47-9870-D81E-C741-BCDCDAE1EE0D}"/>
                    </a:ext>
                  </a:extLst>
                </p14:cNvPr>
                <p14:cNvContentPartPr/>
                <p14:nvPr/>
              </p14:nvContentPartPr>
              <p14:xfrm>
                <a:off x="5417520" y="2636580"/>
                <a:ext cx="90000" cy="79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3E9B47-9870-D81E-C741-BCDCDAE1EE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8880" y="2627580"/>
                  <a:ext cx="107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AF9CAE6-1717-D324-C5B8-3090EE082D45}"/>
                    </a:ext>
                  </a:extLst>
                </p14:cNvPr>
                <p14:cNvContentPartPr/>
                <p14:nvPr/>
              </p14:nvContentPartPr>
              <p14:xfrm>
                <a:off x="4625160" y="2678340"/>
                <a:ext cx="1738080" cy="21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AF9CAE6-1717-D324-C5B8-3090EE082D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6520" y="2669700"/>
                  <a:ext cx="1755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501138-AAD0-BAA8-B91C-84422648C038}"/>
                    </a:ext>
                  </a:extLst>
                </p14:cNvPr>
                <p14:cNvContentPartPr/>
                <p14:nvPr/>
              </p14:nvContentPartPr>
              <p14:xfrm>
                <a:off x="6324360" y="2659260"/>
                <a:ext cx="71280" cy="5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501138-AAD0-BAA8-B91C-84422648C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15720" y="2650260"/>
                  <a:ext cx="88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D99473-37D6-A978-3BDD-F5508D9656BC}"/>
                    </a:ext>
                  </a:extLst>
                </p14:cNvPr>
                <p14:cNvContentPartPr/>
                <p14:nvPr/>
              </p14:nvContentPartPr>
              <p14:xfrm>
                <a:off x="4587000" y="2650620"/>
                <a:ext cx="2664360" cy="413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D99473-37D6-A978-3BDD-F5508D9656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78360" y="2641980"/>
                  <a:ext cx="2682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4FBC69-DC7F-E4A8-8D77-D9D78169DB9C}"/>
                    </a:ext>
                  </a:extLst>
                </p14:cNvPr>
                <p14:cNvContentPartPr/>
                <p14:nvPr/>
              </p14:nvContentPartPr>
              <p14:xfrm>
                <a:off x="7200600" y="2628300"/>
                <a:ext cx="72000" cy="72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4FBC69-DC7F-E4A8-8D77-D9D78169DB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91960" y="2619660"/>
                  <a:ext cx="8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508BDB-6996-68C8-7E0B-9BD042944509}"/>
                    </a:ext>
                  </a:extLst>
                </p14:cNvPr>
                <p14:cNvContentPartPr/>
                <p14:nvPr/>
              </p14:nvContentPartPr>
              <p14:xfrm>
                <a:off x="4548840" y="2647740"/>
                <a:ext cx="3614040" cy="545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508BDB-6996-68C8-7E0B-9BD0429445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40200" y="2639100"/>
                  <a:ext cx="36316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409DDE-3F0A-1C35-D290-89BDA1EB4A5A}"/>
                    </a:ext>
                  </a:extLst>
                </p14:cNvPr>
                <p14:cNvContentPartPr/>
                <p14:nvPr/>
              </p14:nvContentPartPr>
              <p14:xfrm>
                <a:off x="8099880" y="2621100"/>
                <a:ext cx="63720" cy="10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409DDE-3F0A-1C35-D290-89BDA1EB4A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91240" y="2612100"/>
                  <a:ext cx="81360" cy="11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796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7DEB-7C1B-B095-A8D8-B587C6FE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956181F-CC25-3978-E3CA-418DA6B4E2E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EC14CB-5D92-C247-85D1-3CE631EA611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8BF4B13-0315-A585-5A3F-47C45F944AE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21B72-4301-BBA3-C690-5D14514425D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35A2E-CCF9-6EE9-F787-C213831075F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019707-35B9-92B6-3306-9168B5B9145D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75D99C-6A2B-1B0B-C115-C44ED9AB9A44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F25EEC1-6102-19B8-B342-0ACDE9255831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511316A-2A26-BE72-43A1-43B24DDDFB7B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055BD7B-2020-EEEE-5D98-A097E823FE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98A1777-EF02-E15C-4FBD-1011205F9B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D25613F-6508-30F5-FB91-1EF572ADC1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8BE4F-F11B-F9B8-8AA0-25943041329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9FF622-721A-D8FF-5974-285636A7DB93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12E659-97B3-7B10-26F9-409995AC605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54D8A1-BC6C-5E6A-0600-93D1AF0F9B75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54D8A1-BC6C-5E6A-0600-93D1AF0F9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E1F0D7-D6EB-7302-F5AB-8254399E00D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B3892-E0ED-5687-5188-C5BD7F598FA8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B3892-E0ED-5687-5188-C5BD7F598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7D76082-0017-AA92-AE1D-6992E347068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AB029B-3FFA-6E45-10A0-3508BF53B4F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6E1576-663C-3DB3-FB12-C62DFAB02B1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FDE5B4-F73D-06EE-8944-95C81B7C641B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FAEC35-C126-3D16-6A17-C0328B38C07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3E01403-2DBE-3297-9587-8D548FF2FB7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B5F598-DF2F-591B-286D-858D14E3BFB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C4E424E-04B6-725C-BD8E-C6E3CCBF54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5293CF-8957-8334-46F6-FB360D2AA34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BAB738-2405-9D05-A48A-F07FAE6F430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1A17BF-90A9-4F7C-8327-044344ACD60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448943-06AB-51D5-95D9-9EDC0447DA2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A02F7F-B9A8-780F-09A8-A2A6832FFA4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1DDF59-3F7D-B20C-15AE-C77C711C102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1FB425-8812-99DB-CDFE-40CC5F747BB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1FB425-8812-99DB-CDFE-40CC5F74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B4FCBB-4DA4-43FA-F596-4493B1BCA080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B4FCBB-4DA4-43FA-F596-4493B1BCA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0614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F497-2527-C09D-D693-8826142C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4DD14FE-883A-4E90-282D-416E2EE0E6E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F1FBFB-7596-357B-14B2-A2FBDDBED3C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B86E349-77D6-7846-B441-B9A8776DA81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456D76-C0A1-216E-630F-C73048311BA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C8A315-F628-F2A8-3F80-2B452489E057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243422-667B-4F03-52E7-CD494A8E275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1034DD-EFB3-A111-42D1-D7A24509D21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62FDB59-4F5B-543C-83B5-05FC1EA0792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15BE98-58DB-BF83-8E31-3F47B2F2A5C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DB2C2E1-9A01-D90D-B307-0CB7B393C5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5DEFE95-251B-3935-4505-2076D6D55C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AA205B4-61A6-5428-ED43-CF5D378429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F98C48-882E-1C11-4FD3-B8A556D29A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D28E8D2-ACFA-5505-7F71-8DC75A487C2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D2243C4-4B16-9A88-35E4-F6CE64052ECB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04124F-C02F-03C6-D3D0-A4B35AC7A08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04124F-C02F-03C6-D3D0-A4B35AC7A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F55624-7D79-3EEC-0A65-5D7806403704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1A839-1304-0E35-453E-2C279D80D345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1A839-1304-0E35-453E-2C279D80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9B48C2D-7E88-87FF-AC20-BE29B6E8975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23C8D1-4410-E45A-53D0-FD56158B9F1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21292C-AD63-21D8-DB26-83C34B2C13A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548776-6298-1CFE-9B55-88A593916F0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9F2D14-95A5-35B9-CAD4-D751C25FAF1B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F1CF7F2-17EC-2613-8AE4-E4B5C30FDA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FA1519-E2E1-C260-C72A-C3BB993714F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ABD4299-2505-68DD-5050-B0EF83182F6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97426A-9D2F-8D96-C94B-ADD2F161FD9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3A52EB-BA65-37A8-43E7-63E96C1490B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8F1C7F-0DA7-DAFE-FC88-DDA29CABF129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DD8FD6-346F-46A4-0085-6C3BE9876B97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413B99-F01B-D5C0-520E-7981BBFE01E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75B397-9CEF-1F39-6CFC-754A2AC6D8F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FA476E-36D4-ACD6-6D02-F15A587454CC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FA476E-36D4-ACD6-6D02-F15A58745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90F231-AE1A-60B7-1463-9DF2BAE42958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90F231-AE1A-60B7-1463-9DF2BAE42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2976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C204-B7A9-BE96-AA69-CF65D263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49BE65B-B0E8-5817-E68B-7BDEBFEA1AB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1F09B3-A754-620C-398D-C23E3AB2B05C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9B7B08-0292-A615-49B7-2DA06323613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480E11-6448-4AC3-8440-2818903257C2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CEBD77-E08A-EDF3-C364-475A98A4332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16EC82-9DA1-1D82-5463-FDCC59493C4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4BC7E5-37A2-B16C-2D3B-E863F07DDC8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9F8C5E9-2B3D-2F98-8F9B-9CF90AFF5A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81070E-BE94-F8B8-A488-974EC9D7946B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E2492C4-8143-E6CD-A618-272D454DF0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F37CBBB-F1AE-C2FA-CC34-B51C969D72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0DF8C73-051A-68E7-D6F7-CE79108C856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B638D5-26D3-2B72-5E27-F70559F24C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9634367-2564-722C-AF5F-F0D796690C1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2C5209C-0A26-EBAB-0F37-591A8806DCE0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FC9E454-8B1A-DF94-8125-91B5B908AF3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FC9E454-8B1A-DF94-8125-91B5B908A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75EDB6-CE61-1B68-7ED9-364D0E70B39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B440E3-AD05-27BF-FFF9-0A955864CBC9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B440E3-AD05-27BF-FFF9-0A955864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EBF6713-77B0-9B01-F928-1D65640661D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93A337-6C54-4FFD-3019-0D33CF586400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9A8B89-75C2-9766-EE04-DC18920E01E3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5EC26C-B378-1948-F261-03CD7266941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EFB33E-070F-EFDB-F6FC-AC6B9A7BD566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7A44324-998A-D22A-92AE-6D48FF09AF0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D8B8F5-F455-D9FC-8D05-79CA5D1EB705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107CA37-B96E-9022-9E3B-4581C25A1E2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EE13D5-9426-8EDB-5C2F-B2FEFE5ED7A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39F730-DBCF-37CB-0E8E-B96E278D92C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26BC50-70BB-928D-4513-7040A712501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0F3BE3-92DE-62FD-D18F-A5ABB71D2114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ACB5FD-3E96-AD8E-7E9D-926631F8C9D3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A70DC3-8B48-5352-C558-3FF3A9413EC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89237E-45EF-C59A-8D64-0B62B163176B}"/>
                  </a:ext>
                </a:extLst>
              </p:cNvPr>
              <p:cNvSpPr txBox="1"/>
              <p:nvPr/>
            </p:nvSpPr>
            <p:spPr>
              <a:xfrm>
                <a:off x="4537160" y="2394007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89237E-45EF-C59A-8D64-0B62B1631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160" y="2394007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1" t="-3390" r="-1800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A5864-028A-5055-6163-67B46AB82FF4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A5864-028A-5055-6163-67B46AB82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4390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8E48-E0F0-93D5-29B3-79291A95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E3F7192-452E-053D-2546-AF651AEA4F3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45B51C-02B3-1212-CC2A-EE2B5E3BC05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802E92-A857-2C63-CC96-7040F9F3ED7F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B482F3-AA4B-2C6B-A29F-52EC57C715C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369D72-62A5-9D02-AABD-E46709B20D37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034387-D81C-8ADE-86A8-61A20084A6E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6BE796-DDBA-EB99-6B70-17683C5F162B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8791CFD-6964-1FCD-F5E5-BBB04EE9C00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865AA4-49F6-0DA3-5568-C24BE74C886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B4F6CBD-4774-C683-11ED-DC821A1FD1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5DF77EC-84A1-B456-8D92-0873F1A55CB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3024226-ECF7-9521-F733-08454924E5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ECC5F-F580-72AA-F19A-8E848833DA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B5E150D-290C-FE3D-8250-E4239B21117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2CF66E8-CD74-4548-3A65-25B9E45B9AA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5FA33-3841-2800-CDF7-3A214E8FB15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5FA33-3841-2800-CDF7-3A214E8FB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C1EBBC-2927-99E4-77B0-5491CB90AE9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4AB2E-421D-E4C5-682C-1EFF159868BF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4AB2E-421D-E4C5-682C-1EFF15986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F01AB91F-1CBA-F84C-C698-1FAE25F85E3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52F1CC-0F5A-259B-FC82-86B77B88B82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7A0247-CA01-9FCC-B8DA-3378B8DB888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0DD0B0-B63C-A5B7-4609-9C124BD24A8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4BD736-53AD-6438-E3EA-B8FF453940A1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5D3E53-5075-96ED-8D7D-5DCCA496DF2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92138A-3831-2CDB-F55E-2CBC90A755A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88FEB15-1A9B-D903-6579-F7E7B9C5B73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12E86D-DD58-C085-BB49-7E146E45DE7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F0BAF4-C9CA-65CF-2B69-B0A664B355F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F02718-F81D-41DB-8A83-3CE9A9CEBD7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6FA8B3-6E40-519B-A40E-7FB2CEDA6BDD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479AA5-1A95-B442-1ADD-54A098CACEAC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ACB6AC-E1D2-C23E-5E6B-2522755DBC7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D5A17-D0F1-E581-36D5-58E53F97198C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D5A17-D0F1-E581-36D5-58E53F971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D0A2DB-D803-B0F6-5E2A-5100F18F5A7E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072782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D0A2DB-D803-B0F6-5E2A-5100F18F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072782" cy="358431"/>
              </a:xfrm>
              <a:prstGeom prst="rect">
                <a:avLst/>
              </a:prstGeom>
              <a:blipFill>
                <a:blip r:embed="rId17"/>
                <a:stretch>
                  <a:fillRect l="-449" t="-3390" r="-1796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561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34CB-3223-5D11-A8C5-3BDDC7D1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60E81E0-2376-292B-49A8-FC96B7D098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B770EC-A5A5-D9A8-FC36-780E6FCF5260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FE0E4A-6416-0A01-6299-98A665B0AA2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79A618-FE3C-EF08-996E-664250964B5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F4A399-A982-B2D8-9FC4-6E6AD9487D2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FEE0F4-A4AB-CF2A-E369-66F7B32C02C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9E6E5B-9BB7-5641-47E3-5FF9B6DE35A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F1F3ADE-367A-2FA5-9FAD-771B57D897E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8B8E1D2-F72C-9DE1-359C-266F832B1F4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07F7105-E62C-7EC3-E631-E9F097F7A8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451986D-2D08-73AE-92C1-C8B3D5182A2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8580CBE-408D-4276-4D7D-56296944D31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EF3CD2-7772-E6B8-4974-11ED883A94D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F63956-8170-4856-B359-A111F7086BB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3FE4391-BEF0-7044-7396-6D9F4201DE4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A5F706-6EDC-49AC-45E8-55DD3F02F88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A5F706-6EDC-49AC-45E8-55DD3F02F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259D7A-622D-4481-8CD5-CF687920F87B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EC68C-C8CE-2565-0C87-3C5513237E16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EC68C-C8CE-2565-0C87-3C551323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E808BE3-9F1A-11C0-6C9B-969DC6DDA19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353D11-BF86-B49F-0A23-6DD9100097E8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666D72-526D-4D68-0F03-CE529FCDA89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52DA89-69FD-9DD1-B0A5-CDBDBF1E8BA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0B71C6-3F64-3A6F-F691-F8D935911E8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126BE67-F10B-AE76-BEDE-56457AAE04A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2D65D-E800-0C3A-9A0F-F70D834283E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08B2B27-EEC3-E3C4-33A6-F932C099764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72BB6A-59E5-F700-641C-DF064C3A192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9D08AE-B0E8-FFD7-1DD2-98D3551AA78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718B98-17FE-0EB9-8992-317E29461CA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B23C24-2588-36D9-8938-DBBAE843B18A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A2EB5B-A040-7A66-1EBC-8031D21E8F7F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14D78F6-AE38-7151-CFE5-EA610D0963CA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1A266C-495D-CF20-7DB8-B7E8AD1756F6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1A266C-495D-CF20-7DB8-B7E8AD175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2B96B-7D8B-1565-CDE2-792E708AF2EE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2B96B-7D8B-1565-CDE2-792E708AF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1069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8835-A575-6BDC-21A7-E758E621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5C01CFBF-4835-F744-CFA5-32F3210C57F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5E174D-2F3B-5CA7-97D4-56FC5D5EDF6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1D808A-7831-0433-3257-C1C1011DFBA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2B16F6-53EE-A08A-D3F2-08B4F7F6BA4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5F730A-8A1F-E37E-ED68-2B74D6C6143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6C3214-1FDE-4676-32E9-54E3390833E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A59EAC-8C5B-BF8F-F0E5-F9A790E9DA7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5481DE6-258D-4499-992E-6533BCC5028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9E5617-D2A9-3451-C21C-87F7EEFC5B8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133EB6B-FC1B-B810-CA06-639F6EE543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C7313C-33A2-4F89-18F8-D0B0F8ACA49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FE38998-C329-D678-DBC1-6A480E329A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D0389E-DDF9-BB01-1752-1E9C8421694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A49A900-5F93-6F56-314D-813F89EC1E4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F74EC2-E55B-A77B-38B9-B461DE4F22E2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137084-03C6-FDC5-123F-AB0D05258CC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137084-03C6-FDC5-123F-AB0D05258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C7FB66-D9E8-C9AA-5FC8-C8E6C03B307F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33724-F215-A181-88D3-8D03BEEF5B3A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33724-F215-A181-88D3-8D03BEEF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2F10197-CACA-C60F-C3A0-3E807780382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1936FA-3458-4AD6-AEE3-44ED98ED55F3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7EC669-09EC-0215-D24A-42D0937AE8C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ED39A-95AD-7751-1248-74F007614738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E6CAD8-C094-6A8C-C07A-057626ED2FF4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F22C6EF-270A-4C9F-4E72-C65CDD077D7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C774E3-569C-F1E2-1D9B-063CF09042A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29D1677-E645-AB24-46D3-9D8E349E9ECA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B5652C-945E-F7B2-D71A-3AE9A4FCC31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F70E4F-E71B-B742-F2B9-7B8EF488C9E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47AC50-F1BB-4BBE-D254-F5877DBE0E4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67EB2E-5C5F-92AF-C4ED-8DC8D5154012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1E8D9A-3225-A322-48E9-38412C63C9D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60799F-5DD2-CDB2-7215-CB0B08455149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D5A259-9E08-5CCD-A98F-D00E8035C7B3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D5A259-9E08-5CCD-A98F-D00E8035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AAF9EF-3D19-1708-2FD1-B58AD85AD665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AAF9EF-3D19-1708-2FD1-B58AD85AD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2241307-6AB5-A120-2530-C7DC6E30980E}"/>
                  </a:ext>
                </a:extLst>
              </p14:cNvPr>
              <p14:cNvContentPartPr/>
              <p14:nvPr/>
            </p14:nvContentPartPr>
            <p14:xfrm>
              <a:off x="4709040" y="2694180"/>
              <a:ext cx="1688760" cy="240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2241307-6AB5-A120-2530-C7DC6E3098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0400" y="2685540"/>
                <a:ext cx="17064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6BA63E3-4ADA-E9A2-1E53-9015B726211C}"/>
                  </a:ext>
                </a:extLst>
              </p14:cNvPr>
              <p14:cNvContentPartPr/>
              <p14:nvPr/>
            </p14:nvContentPartPr>
            <p14:xfrm>
              <a:off x="6353160" y="2680860"/>
              <a:ext cx="91080" cy="536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6BA63E3-4ADA-E9A2-1E53-9015B72621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44520" y="2672220"/>
                <a:ext cx="10872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16035D5-53E5-768F-D40D-C9F3B286E6C0}"/>
              </a:ext>
            </a:extLst>
          </p:cNvPr>
          <p:cNvGrpSpPr/>
          <p:nvPr/>
        </p:nvGrpSpPr>
        <p:grpSpPr>
          <a:xfrm>
            <a:off x="4640280" y="2651700"/>
            <a:ext cx="3545640" cy="557640"/>
            <a:chOff x="4640280" y="2651700"/>
            <a:chExt cx="3545640" cy="55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B480B5-D4DD-EB4F-F1D5-CFF4C23A6CB2}"/>
                    </a:ext>
                  </a:extLst>
                </p14:cNvPr>
                <p14:cNvContentPartPr/>
                <p14:nvPr/>
              </p14:nvContentPartPr>
              <p14:xfrm>
                <a:off x="4686000" y="2688420"/>
                <a:ext cx="811800" cy="6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B480B5-D4DD-EB4F-F1D5-CFF4C23A6C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77360" y="2679780"/>
                  <a:ext cx="829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D2B684-3132-8E86-A30B-7226A3B9AE1D}"/>
                    </a:ext>
                  </a:extLst>
                </p14:cNvPr>
                <p14:cNvContentPartPr/>
                <p14:nvPr/>
              </p14:nvContentPartPr>
              <p14:xfrm>
                <a:off x="5432640" y="2651700"/>
                <a:ext cx="115560" cy="7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D2B684-3132-8E86-A30B-7226A3B9AE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24000" y="2642700"/>
                  <a:ext cx="133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A51E3D-F1E8-FAA1-883F-28025B028F3E}"/>
                    </a:ext>
                  </a:extLst>
                </p14:cNvPr>
                <p14:cNvContentPartPr/>
                <p14:nvPr/>
              </p14:nvContentPartPr>
              <p14:xfrm>
                <a:off x="4655400" y="2679780"/>
                <a:ext cx="2622600" cy="45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A51E3D-F1E8-FAA1-883F-28025B028F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46760" y="2670780"/>
                  <a:ext cx="26402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0240C4-E195-1260-E829-4526F59753A8}"/>
                    </a:ext>
                  </a:extLst>
                </p14:cNvPr>
                <p14:cNvContentPartPr/>
                <p14:nvPr/>
              </p14:nvContentPartPr>
              <p14:xfrm>
                <a:off x="7238760" y="2659260"/>
                <a:ext cx="75240" cy="63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0240C4-E195-1260-E829-4526F59753A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30120" y="2650260"/>
                  <a:ext cx="92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5D0583-A34A-A2C1-FEB7-5A41357B1446}"/>
                    </a:ext>
                  </a:extLst>
                </p14:cNvPr>
                <p14:cNvContentPartPr/>
                <p14:nvPr/>
              </p14:nvContentPartPr>
              <p14:xfrm>
                <a:off x="4640280" y="2672220"/>
                <a:ext cx="3531240" cy="537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5D0583-A34A-A2C1-FEB7-5A41357B14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1640" y="2663220"/>
                  <a:ext cx="35488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38D84E-A677-4CBC-2ACF-DE7439B6BB24}"/>
                    </a:ext>
                  </a:extLst>
                </p14:cNvPr>
                <p14:cNvContentPartPr/>
                <p14:nvPr/>
              </p14:nvContentPartPr>
              <p14:xfrm>
                <a:off x="8115000" y="2666820"/>
                <a:ext cx="70920" cy="47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38D84E-A677-4CBC-2ACF-DE7439B6BB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06360" y="2657820"/>
                  <a:ext cx="88560" cy="6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31331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20A9-1826-5E74-600D-7F506346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904586B-FD37-5A64-3423-49F77596D69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27405D-E1A6-0F13-A199-BDE28C53261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C213BB-E672-7926-BF00-6DECD8BC22C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94B0FA-314A-6A59-BE4B-13905DF3706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9F547F-1F76-9376-6B52-B11A6543E78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0D8CA1-B424-345E-B970-A1C3FED0544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F4994F-6807-F160-EAC3-D1F4A9EB0DA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DF80EEA-C751-E7C5-581E-8AA9AD87918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D86DD7-0D56-4605-10F7-9A89FEA004F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CA65A07-318F-B41E-D4B3-0822D13A00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0490739-6053-5D82-A7A8-421A5D2246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96F6A99-4722-CF8E-9268-2C7EDB3782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194618-D1B3-7C4B-B628-0688C642709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594DFC5-F3BD-B0BC-BBE3-43D7737B67CC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41E08CC-7047-02B1-CD6A-9C207E69D98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9AD89FB-572A-AFAA-70D0-9632FC2E1EA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9AD89FB-572A-AFAA-70D0-9632FC2E1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183916-F95D-F010-ED30-C060A08FD11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B937D8-2D6E-D538-15DF-410CBEAE0D61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B937D8-2D6E-D538-15DF-410CBEAE0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193D933-D917-3D8E-BB23-461CD50973CD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9A97BD-49BB-5F83-16BB-0941EE30D64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9FA5A4-D2B1-557E-F2B5-B0F288955591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A2A03E-C71A-A087-A869-B8A4DAA6ECD4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FE60CA-AA87-030C-6FE1-936B30E9955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16A745B-1F8E-A4FB-E539-AABDD1DC74A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D2069-8DBC-C7F2-73C8-9A2D1662C1A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185804-6119-4E33-BBEE-5C416B0EBF4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F4357-1A5D-31BB-705E-EC724389C67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765B62-5262-9557-8CBE-F90482D9AE83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B9D537-E17C-9D95-6403-D1E0B46B086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EE1C2E-E764-226B-F8B1-892DAC7D813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2E40C1-68D7-64EE-9BF4-729448A1285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30C0F1-930C-335F-B0DB-31D54C3E0B1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D2BF09-7E82-3F30-54C8-8BF7EF0A8AFB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D2BF09-7E82-3F30-54C8-8BF7EF0A8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5D586-23B3-3F8B-3036-A379A4705A08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5D586-23B3-3F8B-3036-A379A4705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3364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950D-B03A-9C48-B949-386C0E29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F09DC9B-7ACE-8E3B-5BF5-621F9C066C4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5BF21D-E4DD-742E-211A-777DCFF7464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A51764-ED14-5CC2-D25F-BFF66F468B9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C76F3E-E4F9-CB69-CADD-086862C03CB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0A86E5-860F-27FC-815E-F41C830D94B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552E66-532B-4804-ED03-2D2C700EC13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E8458E8-D726-EEE1-32BE-7BF36C6CE6F2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FB474AD-69CA-E8A0-E805-00F183BF3F6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5B49EB-5AA9-677A-B295-76879DCEBFE3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683F231-6349-FE27-66C5-170B02997F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9F3F000-F6A6-BA7F-996F-0AEBF32C0A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C493599-FC86-3505-6CDB-E962C2F9C4D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F81B18-705B-353E-4C3E-B3234DFB029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73496C2-6939-F692-E51D-CDABAA686FA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054929-5C7E-F992-C5E7-62870E002C3D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8A97681-3E58-C707-6186-143965C72471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8A97681-3E58-C707-6186-143965C72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D7EAEA-38DF-73CF-9ABA-C5F3B238FC2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540BF-3ABF-CE1C-96AA-653661417614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540BF-3ABF-CE1C-96AA-653661417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8FA3590-7505-D7A3-A20E-3E111F750B6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1A9387-0492-18F3-1D69-F06863A5F51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5D4FE8-B505-4EAE-73A7-83A960508185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ACF4E2-9098-F80C-6B44-F5B898FFE79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ADFAB4-FCAE-9939-DD15-E4CAB1D1DC76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0CC733-1C54-B3DD-9631-40A1A7A2BB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7F9C58-2A3C-0446-CA14-749FDAE64DA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836BE1-B5B0-F954-4161-EFBFC8745BF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5A44D4-851F-8A6E-5315-9A0FC78E853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D03557-3F90-E9AF-5C35-5A1BFD1649E6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8FAE6C-476D-008E-2ED7-55C20A5DE872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611A0B-010B-2CDB-46E4-4C5CA49C082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8D512F-3FD3-9ED7-EFDE-42999178424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FDA39D-66B6-BF9F-6836-6B301F60042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A63555-1FB9-68C0-EE65-DF174E9F9A05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A63555-1FB9-68C0-EE65-DF174E9F9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A84C6-8EBF-AE35-C8A2-00880D9C0DA3}"/>
                  </a:ext>
                </a:extLst>
              </p:cNvPr>
              <p:cNvSpPr txBox="1"/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A84C6-8EBF-AE35-C8A2-00880D9C0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3952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91D2B-F319-50C3-F7F1-89047412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45FE4B5-8D7C-441C-DC93-86EFD3DE14C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B279B4-1812-DF02-33E0-2166ED90B68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911170-4109-C5FD-1E97-826B3B67158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B96BDB-9FCF-8726-EE28-501A3A9CC96E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29E0F0-C82C-62FE-6C27-38847ACE93E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EAE82E-5F34-E540-A831-5884C4F525B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5C069D-6821-ACDA-359D-0B6F5D28C0A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0D8FBCB-BD88-ADBB-4EEC-2C702806717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90874A-1C11-BB12-7904-FF76D5FE758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9899F013-44E2-271D-F199-B092F1E865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9BF71D2-1674-6147-D750-DDE3ABFF272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E31F923-56C1-5B14-949A-ECFBFB4F511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2D100-B7A5-9DC9-F578-ADB556B2F95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271B16B-CC95-AB75-47DE-CB5A4A494EDA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33C3C16-FF5A-11C1-57F2-93E9ACB01F7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9AB0EF-32DB-6D6D-BF77-7897E414BD7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9AB0EF-32DB-6D6D-BF77-7897E414B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A6EF4D-92EC-3D6C-2D52-E461BA8F8FC4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6D2E4-7459-38B2-5965-7265720E1E3E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6D2E4-7459-38B2-5965-7265720E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C0ED3326-80AD-6F21-B100-D455B6F3E90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04458A-11E6-51EF-9CD2-BEE36EAE342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451D6-D16D-E668-1164-FFA200B9319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340464-10EE-67C6-6295-41EF32042A2B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D4FFE-DD20-E50F-6507-F3781E1E3317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27E4C83-09B2-6672-9B5A-B369D537FBA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25452B-F0A6-F638-F854-6B5F5AA1B55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98A07D-5750-4322-C32A-CF6A714A94DD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98A07D-5750-4322-C32A-CF6A714A9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6806F0D-6473-965A-177C-CC8B40CC181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7E14ED-262A-5235-0738-386C1C48AB9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5CCB88-F7C2-DB4D-B571-6D1B1A0CB4F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6577F0-80E9-9FB2-D1D3-83712E7A545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CCA745-0AD4-12B6-C697-E0A3E03EE167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982D09-284A-9AEF-E136-F4C402939FCF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D2F581-B5BF-2995-B7BE-DCE337EC98E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7233BD-99D0-F29C-6F82-90E6F541A740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7233BD-99D0-F29C-6F82-90E6F541A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6660C6C7-5F3E-8C19-AC91-6BC9CCF2003A}"/>
              </a:ext>
            </a:extLst>
          </p:cNvPr>
          <p:cNvSpPr/>
          <p:nvPr/>
        </p:nvSpPr>
        <p:spPr>
          <a:xfrm>
            <a:off x="4572000" y="57150"/>
            <a:ext cx="4191000" cy="17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92758-46D5-D174-E71C-75E3B318BA00}"/>
              </a:ext>
            </a:extLst>
          </p:cNvPr>
          <p:cNvSpPr txBox="1"/>
          <p:nvPr/>
        </p:nvSpPr>
        <p:spPr>
          <a:xfrm>
            <a:off x="5974381" y="2255380"/>
            <a:ext cx="189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LOOK SIMILAR???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A57F25C-588E-3F75-DBEB-EB9E441FF2C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22" r="1203"/>
          <a:stretch/>
        </p:blipFill>
        <p:spPr>
          <a:xfrm>
            <a:off x="5956300" y="2705103"/>
            <a:ext cx="2146300" cy="21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102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1FDB-CBDD-16E1-F0BA-37FD4D3C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6EAF690-140D-3342-30DC-CD8F1C58536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0D8D2A-17F8-696F-61F6-B25676109FA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BB5FB6-4212-7E9E-2229-2637794FF28A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6952FF1-8659-7770-D7AB-CE94FBE653D3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681C1E9-8D22-78AE-4919-F85B68FDDE7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962D67-F5CA-43D5-926D-BFCBF4B8CCB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0EAA4A-D8AC-A2FB-A47B-782C844BE32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8065417-8191-D027-3EF0-E5245B138F8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FD2F2BB-2F75-C997-5507-B8823A18542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6CF60F5-4B40-599A-12D1-CE9A23EA8B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C007486-DC69-3D43-8247-D74B42AB17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8C49982-CAE3-E4C3-536E-34C8808BEB9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6E61FE-C461-CC7B-8829-220AB7BAF96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4D45771-84B7-4B87-195E-C2D3F1CEF62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58E846-7D3B-00F1-7F83-8139544906B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CDA7A6B-73FC-13D7-E634-18349605FA5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CDA7A6B-73FC-13D7-E634-18349605F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1CA02E-9A8E-883C-1ACD-10AC78D6D2D8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63E82D-24D5-72DA-C41C-F8C3F75D312B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63E82D-24D5-72DA-C41C-F8C3F75D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48D67AB-2A91-B4CE-2866-E1891B10A3B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752AB-A2DD-0477-15F4-5706342D59C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04FB61-D3DB-08B1-D138-573BABC8878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243F14-2A70-A386-5315-B698FFAD871D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A316DA-F977-1EB7-50AA-885AE49B3C5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88DCC34-EE1A-E5FC-36BE-A72AE14939C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B9A067-4C81-BDBE-B975-3FFB1DF5EC17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F4AF168-516D-E342-9DAD-84C32B9891E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8EEFA4-81FD-ABEC-34E5-1F24AB669D7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20C663-DF7C-7D0A-10B4-8D474DD5CEF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748E28-CC79-E0DB-6DEA-8AD6E47FD50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2BD43F-C236-BB93-B6A3-118E2B7BB35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C633DE-1B14-030E-FBC0-874B8ABE2AE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CF0E8E-4EBA-4924-E47B-A606207AE14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A3B5F-62A0-C5BB-0381-178BE8C52C19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A3B5F-62A0-C5BB-0381-178BE8C5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96257C-2588-5CE7-F632-622406DBB87F}"/>
                  </a:ext>
                </a:extLst>
              </p:cNvPr>
              <p:cNvSpPr txBox="1"/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96257C-2588-5CE7-F632-622406DBB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D51F814D-A2F4-0B25-021A-AB992B4717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9800" y="2166838"/>
            <a:ext cx="1983942" cy="20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636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5328-6FD9-A85C-3E51-BD2DC739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4951B00-9CC2-1FD5-5769-587A49CE3B5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BBF4DE-252D-EA2A-A42B-5B1F2EB2014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F91828-5198-BCF1-C975-EEC50C96415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8A1469-3B20-98D8-2F89-CB69C79DC04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16359F-4A79-618D-840F-77333CEE5E1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BDDFF5-B06E-ABF9-1AD3-36DDE57BCD8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DD8DE29-FE77-DF32-F836-BC07BB54B44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5930814-BEEC-7E91-4450-142E4E1A30B6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649D4D5-9E51-CE39-FEA7-1EA288BA9D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5BEDB75-B821-0F8D-7EF1-A15D848ED8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948ADC5-E993-A7AC-C7C8-6CF88E4B705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E40BAB-A4A1-3FBC-E0E4-92C9C28EBC6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217104-0777-5A03-6D16-FDDEC8C7693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7BCFE1-3AAD-9868-7298-249440FFCC1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43620FE-4329-6048-C521-BE64B41B548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43620FE-4329-6048-C521-BE64B41B5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0A4181-CB80-FCAB-8957-9425F1BD426A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E3A87-B17E-071E-5000-36BC7383A98E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E3A87-B17E-071E-5000-36BC7383A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8C9E4B9-8864-3657-6EF3-D4CB1AF9515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B1028E-5E4D-ACF1-7CB1-434FC5C72DD3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C82CC0-31DC-AD78-8DC2-7724A0C064B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E4CD91-39B6-04C5-35EF-44045009EEE1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7DFDD34-BDC8-B000-EDFA-7A6FDF6A9BB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5B3843-A067-53DB-1876-E0559383D67A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7BA0C2C-5257-C1BC-DF6E-84B96EEA1DB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8D1B2F-6F63-501D-1812-AF1023E8BA5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DBC082-6737-BED5-A92A-71177483FFE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E268F1-4671-1CA4-A2D1-47CD2335B9C1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490C4F-CBCA-42D6-271C-26763C0AE1B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7FBC97-0749-5560-96B1-ADECD818ECC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1B0AF0-11ED-F88E-756D-DFE9C35615C5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1B0AF0-11ED-F88E-756D-DFE9C3561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ADF2C8-7189-1E75-97C0-480ECEF65B52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ADF2C8-7189-1E75-97C0-480ECEF6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A04945-6AE1-60F8-5E51-5F6CB934D9D1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AD2AB1-D84B-26CD-CE42-D294195AEAC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82C3D1-5FC1-1BE9-0C6B-7A51B452B512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B05168D-9D24-1D8B-8D4F-E1C7681AFF54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AFC346-2CFE-C4AC-FACF-428E97F03698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03D33A8E-BC39-3BED-926E-A0786F79E47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C13AF7B-BFE1-65F5-A4E2-45BE14880087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4F2D54-C288-4C07-E0C1-B888889140C1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3BE54C-ACC2-EED8-D4E1-5AC980C45ADF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3BE54C-ACC2-EED8-D4E1-5AC980C4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B39001-5BAA-4EBF-19C7-F9F4DC9800D3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983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B39001-5BAA-4EBF-19C7-F9F4DC980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98314"/>
              </a:xfrm>
              <a:prstGeom prst="rect">
                <a:avLst/>
              </a:prstGeom>
              <a:blipFill>
                <a:blip r:embed="rId21"/>
                <a:stretch>
                  <a:fillRect l="-6329" t="-4545" r="-11392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3897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6F06-74AD-DB84-DED7-2FDD0D9B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80FA200-187E-C24A-1F27-FF1A6278FC9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265D6A-9ABB-E5C3-5BCB-B5189FD8767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FC9978-F88E-2983-C920-3167289447BB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56DE3E-FB7A-580D-B80D-454DA5B7B7C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8263F1-1BF8-56AC-D8A6-0AAE18BA13E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3D2AE5-BD29-F784-F5BE-CC66B3748A0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CA1832-5ABA-AF53-7A35-53363331D42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2DE42F1-BC7B-3543-C259-9ABC724661B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D69B880-DBF4-5417-AC94-98693BF937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EC7D215-30D2-C688-BFAA-DBBA7CBDBD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4D95854-7A1A-0FF9-FD38-7255C7DA93E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83335-5342-5540-34B9-C81EBEF068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89984A6-1AFD-1F0A-ACAC-4239D2C139E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15DD64D-C7F8-DD2D-D8C7-5139CE6840F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FCC374-6375-439A-B72A-639CC7A1A0B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FCC374-6375-439A-B72A-639CC7A1A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49958F-CA44-C767-3036-137FB0D5BB46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B7A28B-D5B7-41E3-7C52-7FE35C820151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B7A28B-D5B7-41E3-7C52-7FE35C820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7933A81-8F7D-D067-8FE9-D748EAB9289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C08A49-1FDE-53DC-117C-2CA2060E08B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8499A2-CBE0-16C9-1EA2-B1899263593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E14CBD-1F18-575D-196C-4B6086442CAC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7BEFA0-A54D-3C30-86B3-F5F50460CF0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3AC6D4-77F1-5B07-8502-9FCEE7A3167D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AAC98A8-833B-59C4-C2F6-4E4EF6FFEB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FB9C3F-1E46-C403-78E2-2820D9A6C90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B11667-A55E-E9CD-3F41-8546A44F3A1A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43BABA-F1A3-D818-3A14-A6E41864C52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7B6FC5-A40D-16DC-4F4C-ECECC36D4D2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DC73E6-3CFB-FD8E-B3CD-E68CADA0F84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B6E58F-D0FF-C55F-3059-FCDA3B4BEA68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B6E58F-D0FF-C55F-3059-FCDA3B4BE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75B421-904F-F926-8059-F9FBB0F79B02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75B421-904F-F926-8059-F9FBB0F79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15833B-DD96-C717-9462-68A25782DDD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84A326-C91F-5ED5-6D52-1DBB68E6FF6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C02C50-E90D-4B1A-89EC-0AE93DE1A3C3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A163D10-D289-A3F1-339F-3516F3A6CAC1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6BB5C3-F465-EF39-7ABD-0B3F15339A75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62ECD8F7-9C0F-46D5-DA6A-9B18602E645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790E0F5-4416-0F0F-135A-6224B720F3D9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26085A-45DB-76DA-54D6-26F259986D10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37E1024-3B7E-DDEB-D284-33ECA491C913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37E1024-3B7E-DDEB-D284-33ECA491C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8D05BF-E230-15FF-9187-793579281D14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8D05BF-E230-15FF-9187-79357928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5F167AB-0A9B-1A53-6D2A-1CD11E1736DC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5AB44D-14A3-352C-0C4D-0A1A7F31399E}"/>
                  </a:ext>
                </a:extLst>
              </p:cNvPr>
              <p:cNvSpPr txBox="1"/>
              <p:nvPr/>
            </p:nvSpPr>
            <p:spPr>
              <a:xfrm>
                <a:off x="3999294" y="4132236"/>
                <a:ext cx="1156342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=???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5AB44D-14A3-352C-0C4D-0A1A7F313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94" y="4132236"/>
                <a:ext cx="1156342" cy="384336"/>
              </a:xfrm>
              <a:prstGeom prst="rect">
                <a:avLst/>
              </a:prstGeom>
              <a:blipFill>
                <a:blip r:embed="rId22"/>
                <a:stretch>
                  <a:fillRect l="-2105" t="-4762" r="-4737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0391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76EF-3216-9774-86F0-4982DEF0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CC516522-83CD-4154-5CAE-2A36EACA6FC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DB4F20-0DDC-738D-32D8-752C4386A48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36ADA4-A94E-768E-044A-3CA22A42B552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2798BC-A20D-BC5E-76AD-8EB13C9FC58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599A5A-A2CE-2703-A319-E4C6672B5B80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66BAD3-679C-0A62-8DDB-63AA6DB8E03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7C6B74-C69D-6889-F19B-4B649D621BF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778917E-B71F-FBE5-FE27-2F259988652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2DE5CC4-A601-5A42-9CF2-2885A361D9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D96C891-B8B4-C1A4-9282-0CF26FB2A8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7EF9D70-B981-CC95-F5FA-10EE2A0EB5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FB98E6-20B5-ABFB-754A-FAB8C1A656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EFD5CC1-4DEF-2778-72E3-375710E5D9C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6D827CC-5993-19BE-27EF-92715FA67A68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DF5EAA-CF04-0739-DF0C-A888CE64F0A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DF5EAA-CF04-0739-DF0C-A888CE64F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26ACD3-E943-AF5F-4061-247E0A1302D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911DF4-24E2-8A4A-7DAB-AFB73CEAACB0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911DF4-24E2-8A4A-7DAB-AFB73CEAA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79EC703-5139-F1D5-F062-A012BEDE9324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FD3A93-826A-0C9E-4EBA-44624783BBBC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2CB9AD-A6BD-EE11-12E1-AD5BC71DCF5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8977C6-F58B-0777-88BD-B62AEE68A3F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4D83366-F09B-02BC-6F2A-B38030E4156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2C4927-8B34-B438-6D54-75538C0D70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01A7749-2270-958E-CAE0-38BE959E675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9662FA-A88A-F3AE-B987-01E4E0F5B1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31560D-430D-D7F7-6293-FB9738B5F2C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0A47E8-7EE7-DF7B-1522-6A30322D00A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F89005-70C9-018E-5B83-376723E8289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37428C-6F50-CA08-246F-BB593517B3F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C33A05-7F95-F3FD-DB25-9C2822F75016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C33A05-7F95-F3FD-DB25-9C2822F75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8ADA7-E76B-321D-BD9F-495E22D97F89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8ADA7-E76B-321D-BD9F-495E22D9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669545-4069-CDF4-DF3B-EE404CB9043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1D9F41-0D34-EDE8-B83F-C3E88067E65B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EAE01F-FCE2-D632-9818-9136A0E4A6C2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FC1E4E4-2209-A611-7B7D-44D8B828445D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664556-C45E-E459-2109-5818ACDE8BBC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7AE43-66B5-5B26-0FF7-6A3BC04A17C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022C86E2-4A86-8DA4-605C-6C47BD852377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01A906-599E-5A1E-47AD-FE1262BCEFA9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74607B-7D88-70E5-9EBE-B6FE623ED212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74607B-7D88-70E5-9EBE-B6FE623E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5624B-CDA0-D5C7-2F57-34F5CFCB2607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5624B-CDA0-D5C7-2F57-34F5CFCB2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9C11CF2-9EC7-8F29-A909-BA6D3B8F1908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AAE49D-B4CF-3CB2-3F6D-EA74C24FBD3D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042214" cy="3862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/>
                            <m:sup/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AAE49D-B4CF-3CB2-3F6D-EA74C24F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042214" cy="386260"/>
              </a:xfrm>
              <a:prstGeom prst="rect">
                <a:avLst/>
              </a:prstGeom>
              <a:blipFill>
                <a:blip r:embed="rId22"/>
                <a:stretch>
                  <a:fillRect l="-121" t="-4762" r="-1451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6947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E03A-06D4-6F55-D038-B181A6D3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F1530A1-ECFD-F551-A72D-20F5D5ABF70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DC4AC-9AB6-2B02-87E8-98E1D8B0B90F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8E0533-E269-A2B5-FAA0-2156C69D31E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7FC189-3756-E5A7-2E0E-C050AE67E86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8E89FD-01A5-3F2B-AFD2-72A1ABD7AE3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780294-8B94-8522-76E2-DE7EB6CC4E3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B847581-B8D2-18F0-C871-432F533F723B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AC68A47-BF69-88A3-CAF6-B966C6826C1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E1663A32-EB97-3DDD-EC8D-534BBA85B8A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F4834A8-4E07-7280-778B-53572EA8446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71EF163-231A-E308-E84E-CF12E2C2595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2EB0D6-4685-8DA7-4DFD-75422B8A651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E35B6A-949C-06B2-19F2-015D01F9927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5B52804-E6AA-A8D7-4E12-7AE44AB47920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D09F8EE-30F2-3930-65E6-7A46F28F372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D09F8EE-30F2-3930-65E6-7A46F28F3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2E23E-CB6A-E991-75CF-773FE98968B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1BE51-B6AE-200C-56D7-3C8D519A8F96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1BE51-B6AE-200C-56D7-3C8D519A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19F4F224-1398-5942-1875-A34E163EC40B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BAD93B-6FB8-77E1-DD7F-8A42EF2814FA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293FED-4E54-DF04-3114-18A49203196C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39E2E8-F923-AF4F-FB2E-A4FAB80FAB0F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A313B6E-5CD3-6B73-5E10-8EFA182D84D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1680AB-9C13-EF67-00C2-C1CD338ADA49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7588569-E91B-7100-EE13-9976013738E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636BBF-7795-9AE7-75AB-2764EAEE21A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10BE8C-6D51-636F-E22C-D84B26FFE8A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5482B5-2D81-D9A5-CAF7-D40AD9CB0C2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5B524B-E3FD-9C2F-3790-5D31A3A4850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BC77A9-D958-0D24-457F-D066C625055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A3CA6D-7D0D-C328-8FAB-BD289C3A0CC3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A3CA6D-7D0D-C328-8FAB-BD289C3A0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95D9EE-ECDC-02E9-9D64-6C39FDC2689E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95D9EE-ECDC-02E9-9D64-6C39FDC26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EAA671-3159-C42D-0E69-C54A2B5B7590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468947-ABB3-8930-5ADD-DEBB279F333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A0D391-822E-FB3C-207E-AAD1258945C6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B12CE19-862D-5811-8CCB-FCBEE5E405DB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A08E65-2FFF-DE25-2F2D-5E53F09AC14C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65D45EFC-476F-8AD3-5AD3-A1A4FDDADFC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6222D1CE-7D36-383D-5233-361A8811B195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E010E2-887B-0D80-CE3A-6BE89B3E492D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409D54-A295-CFAE-85E3-B916582609C6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409D54-A295-CFAE-85E3-B91658260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AA047E-2285-37A2-FC58-071DBCE777D5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AA047E-2285-37A2-FC58-071DBCE77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00D68B3-EE66-42C9-AAA8-28FC9AE39299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32E2C7-B3C2-BCCC-C6CA-AF70E568C453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983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/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32E2C7-B3C2-BCCC-C6CA-AF70E568C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98314"/>
              </a:xfrm>
              <a:prstGeom prst="rect">
                <a:avLst/>
              </a:prstGeom>
              <a:blipFill>
                <a:blip r:embed="rId22"/>
                <a:stretch>
                  <a:fillRect l="-113" t="-4615" r="-1353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371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A5F5-4D08-F31E-E10F-D58B5D6B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D9247CD-060A-76B7-0E34-E7C40D55B24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54AD54-6027-844B-6EFE-60ABE02B3C7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27FAA7-DCF0-CF52-4FCC-495652AAFFE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8AA347-4A0E-B225-07C1-FF6F79C5095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FD021F-6A45-AFD8-82E5-25CA4ADDE499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A74DDA-E5B9-97C5-3F89-14EE9D72B6ED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B462EC-0D45-1CD5-CBF2-520CB121CC5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8D53802-608E-8A77-C7C0-EFBC6E60D367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FD7E1F1-A2F3-49F7-EC46-3BB8D1B169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966E56E-23B8-1F09-24C9-9FC29A4B79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32E409D-BF20-12B3-1977-57819E178B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C8C4AA-5404-39B8-0766-E4CC19BE5F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B72588D-1202-39B4-C8FF-1D3DB3AA28C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32B33F5-0A7E-DA20-B1AC-9FE9A60A26E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AE6407-372B-73EC-04EB-37D2D1F02A5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AE6407-372B-73EC-04EB-37D2D1F02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106FC6-28B4-D13C-A0C8-383C74E91BD2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8D951-904B-5A39-BDC9-43186D361D96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8D951-904B-5A39-BDC9-43186D36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784F1B9-2744-9ADF-F4C9-B5D662D00ED9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540C74-6E12-D4E2-50C6-89FA404298F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1EDD6C-4D08-D89B-4B56-63CFF23264B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BDF88E-62AA-EC07-B6A9-D33FDF327E29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D2014-D737-FD1A-E4C6-4C5D89FF986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0247F-1F2C-32A5-2375-E60881AFE8F4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520448A-017A-215A-77DA-AE8C88EE0E56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25CB51-7D1A-35E1-36C4-8187EB4D8A0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9848AA-7F11-6DCF-0315-957B99706B6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856552-5AB3-1510-C4D7-A4947E83BBF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967E78-7AD6-E835-E510-673A2AD9667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12CB44-6F82-99D7-AAF9-BA9576B8BEA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FDA1D7-24EB-ED23-43F6-8ACFA785DEF7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FDA1D7-24EB-ED23-43F6-8ACFA785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CAF6C4-4361-CE35-C0C8-045179773774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CAF6C4-4361-CE35-C0C8-045179773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D9D59A-A832-750F-8C4D-88ED0C6AE77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CF77A8-BBEE-0B3E-33F5-8B6A2D92C945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CAD98E-4E61-C1EB-FB17-48E3B6BC5955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EB03D45-D79A-D174-4C7A-F80F5ED4935A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97DEA1-22B7-405A-2FEB-CFFA6DD9D068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B6AC580-8663-0D3F-BA40-57CC7399AAA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98F67FCC-C590-B142-10D5-3300FCD3682B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829EE4-7ED6-52DB-1F4D-863C06F6BAE4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9A166-BCF7-335E-C1A3-28F6AD27ECE7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9A166-BCF7-335E-C1A3-28F6AD27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FDFF5A-231E-0FD8-F6E4-2258669E0A60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FDFF5A-231E-0FD8-F6E4-2258669E0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8C6BDD0-A025-4DB5-F174-A5D290E08D17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FFC428-D421-00F4-2FAF-B1769229F9B3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FFC428-D421-00F4-2FAF-B1769229F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1886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F1B4-3389-6AF4-B7EF-9CB39129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6DA9E73-81E1-1B73-505F-9B38D4FA5A6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B09383-FF9A-3784-DDEA-F6E8925190AA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2FA4BD-AC48-44C4-17EF-5FCDEB776D7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F64E2D-F525-5B54-4EAB-88CAE38C1A9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91EC45-DC29-8011-4EF9-F5EE281A061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E60970-06BA-3648-83C6-E1C9DAA4990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CCDCA4-849B-AB3F-90BD-B544BC1744D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445DDD6-0746-DB9F-C291-5FD47E5D456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D2D5591-8FAA-2191-F5A4-F8002B9783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7F5A637-FA9A-DA60-4B90-30819F52CD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AC55AAF-F486-09A6-BF80-5704754D70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84044-99CE-3D68-016F-2C96230C3F7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88734A-358A-798F-7F15-8701BA4D4E5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650C9D-AE68-D89F-01D2-366E20F71BC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45F6A91-E5DD-157D-6678-781AD44FDF9E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45F6A91-E5DD-157D-6678-781AD44FD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F4481B-D38F-309E-3801-45E44C95E253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A5C54-CCA9-11A6-0550-3551BA644FA4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A5C54-CCA9-11A6-0550-3551BA644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18116C6-F418-C482-58DE-1D3FBC53C15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F02779-6756-8577-501E-94C6E298146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507405-6427-0DE8-49E9-FBD743CA1C3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ABE5B9-8AAD-A14F-5A24-60CE7883DBD3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A8874E5-9B09-A15B-7706-502C3C7B3B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6BD2A4-2190-F8F9-39C3-3F5F13D4C8A0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C4F6D9B-1FF8-FA52-2385-91DE6D4674E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B32FF8-B1EF-65F8-C739-C69567A7679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73AE9C-FD2F-EC01-4E40-678DBDE9D70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8607FC-42FB-4DA2-1BCC-25E11E1AD3C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24348-8C06-F0EF-A065-B38EC73FA4F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18850F-3C53-90AF-E092-50779B140BE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85D691-3B15-F1F2-C9A7-E0B5A18FAEE3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85D691-3B15-F1F2-C9A7-E0B5A18FA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A65308-8628-1CEB-12B8-4CE67322F513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A65308-8628-1CEB-12B8-4CE67322F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876548-B819-C216-6CCD-D5615F29124D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E1B711-9D67-6856-5176-2B99EBB3C42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F31A31-22CB-A72E-454D-BA7B4B384C7B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129623D-1E3C-5539-7DFA-B07B24594037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52485D-E1CE-8CB7-25BC-A1C2B2F51F7F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997EA7DA-C696-951A-9257-AE189331C78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AFDB4BD-6E31-F6F0-03C4-A9A019DC3E4F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C85F03-AE3A-A490-A7D9-217916B0307D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661DF3-9459-2379-C3C0-8B7CDE20CD4F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661DF3-9459-2379-C3C0-8B7CDE20C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335C43-B200-ACDF-2846-10C56D86FCAE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335C43-B200-ACDF-2846-10C56D86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3030D9F-4213-F1EF-79CC-75C6DD4D3CC0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25B8C3-3C27-87F9-1830-E62C4BCEFDEB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25B8C3-3C27-87F9-1830-E62C4BCEF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A87CD58-95DF-08A7-0D8C-A136AED796BE}"/>
              </a:ext>
            </a:extLst>
          </p:cNvPr>
          <p:cNvGrpSpPr/>
          <p:nvPr/>
        </p:nvGrpSpPr>
        <p:grpSpPr>
          <a:xfrm>
            <a:off x="3456231" y="4630898"/>
            <a:ext cx="4262760" cy="428040"/>
            <a:chOff x="3456231" y="4630898"/>
            <a:chExt cx="426276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ADC8B8-0D01-85E2-6A79-7768CBAF190C}"/>
                    </a:ext>
                  </a:extLst>
                </p14:cNvPr>
                <p14:cNvContentPartPr/>
                <p14:nvPr/>
              </p14:nvContentPartPr>
              <p14:xfrm>
                <a:off x="3472791" y="4665458"/>
                <a:ext cx="769680" cy="92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ADC8B8-0D01-85E2-6A79-7768CBAF19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64151" y="4656458"/>
                  <a:ext cx="787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15338A-71DB-AD4F-19A2-E380FA9593CA}"/>
                    </a:ext>
                  </a:extLst>
                </p14:cNvPr>
                <p14:cNvContentPartPr/>
                <p14:nvPr/>
              </p14:nvContentPartPr>
              <p14:xfrm>
                <a:off x="4185951" y="4639178"/>
                <a:ext cx="86400" cy="48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15338A-71DB-AD4F-19A2-E380FA9593C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76951" y="4630178"/>
                  <a:ext cx="104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01B025-6841-F59F-2D36-5889DCB846FB}"/>
                    </a:ext>
                  </a:extLst>
                </p14:cNvPr>
                <p14:cNvContentPartPr/>
                <p14:nvPr/>
              </p14:nvContentPartPr>
              <p14:xfrm>
                <a:off x="3472791" y="4661858"/>
                <a:ext cx="1962720" cy="230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01B025-6841-F59F-2D36-5889DCB846F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64151" y="4653218"/>
                  <a:ext cx="1980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99D316-39D1-4CA5-AABE-776871E25341}"/>
                    </a:ext>
                  </a:extLst>
                </p14:cNvPr>
                <p14:cNvContentPartPr/>
                <p14:nvPr/>
              </p14:nvContentPartPr>
              <p14:xfrm>
                <a:off x="5368911" y="4655738"/>
                <a:ext cx="78480" cy="57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99D316-39D1-4CA5-AABE-776871E253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59911" y="4646738"/>
                  <a:ext cx="96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5C3F96-67EE-8349-7B42-CA447145ABCF}"/>
                    </a:ext>
                  </a:extLst>
                </p14:cNvPr>
                <p14:cNvContentPartPr/>
                <p14:nvPr/>
              </p14:nvContentPartPr>
              <p14:xfrm>
                <a:off x="3456231" y="4642778"/>
                <a:ext cx="3119400" cy="349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5C3F96-67EE-8349-7B42-CA447145AB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47231" y="4634138"/>
                  <a:ext cx="3137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1D6D45-5F59-2C26-1199-DA89336F19DD}"/>
                    </a:ext>
                  </a:extLst>
                </p14:cNvPr>
                <p14:cNvContentPartPr/>
                <p14:nvPr/>
              </p14:nvContentPartPr>
              <p14:xfrm>
                <a:off x="6492831" y="4630898"/>
                <a:ext cx="100440" cy="52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1D6D45-5F59-2C26-1199-DA89336F19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84191" y="4621898"/>
                  <a:ext cx="11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C373E3-18E4-2C32-5210-A93125ACC89D}"/>
                    </a:ext>
                  </a:extLst>
                </p14:cNvPr>
                <p14:cNvContentPartPr/>
                <p14:nvPr/>
              </p14:nvContentPartPr>
              <p14:xfrm>
                <a:off x="3456231" y="4680938"/>
                <a:ext cx="4260600" cy="378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C373E3-18E4-2C32-5210-A93125ACC89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47231" y="4672298"/>
                  <a:ext cx="42782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E9C69B-CD78-C444-EF1E-98264825E90A}"/>
                    </a:ext>
                  </a:extLst>
                </p14:cNvPr>
                <p14:cNvContentPartPr/>
                <p14:nvPr/>
              </p14:nvContentPartPr>
              <p14:xfrm>
                <a:off x="7600191" y="4646378"/>
                <a:ext cx="118800" cy="77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E9C69B-CD78-C444-EF1E-98264825E90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91551" y="4637738"/>
                  <a:ext cx="136440" cy="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64314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011C-F650-C9BD-4BFA-A7B2F085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CC1D458B-EF86-F77F-0383-880C22585F8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D6B31B-17B6-2442-1BDA-B8C2CB5D965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752014-AA60-0489-76AC-F92FF2E2DB7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6D032C-F343-5AA6-DEFE-FD9F9005B30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1E83CB-7789-168D-1615-BBD2426B76B9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8255A2-A390-D3B4-4312-CCEF54238F0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CDA5D-AE88-E4B1-3A6C-C775973A64F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401118E-AC51-FDB1-8D92-9902E093ABF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0078CDE-30D1-59D1-3E0D-22D3B02C68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AE0BC30-1B2F-DBB0-787B-4A4BC63625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209460C-85E0-B9F3-EBBF-02FEA65C7F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ADA41D-2069-1298-CA36-7930C3E473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A422BB-DE20-57DA-AC0E-FC2974AB6AE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B7DAA09-6B83-7BB8-B3EB-0E5C08C2767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FFD8480-C117-F46D-2121-AA6538D028F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FFD8480-C117-F46D-2121-AA6538D0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2B083-060B-0B10-4C76-0C4A43B7B2C3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A34A57-102D-70BA-3C2F-D4223B2CE0C2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A34A57-102D-70BA-3C2F-D4223B2CE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52EB73E-F643-7D34-3F4E-2F48D762D9D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2897B1-63D2-0D0D-C1B1-928CD8D9ABE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26553D-39C9-B1AC-EE42-E9FA9887D97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17FE33-38AE-70D9-195E-96B4030CF6B2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D0E620F-CE9B-924E-5A53-061AF188941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CDAEEC-F7A5-0E96-D2E0-9CC91CE93F8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967391A-9FC9-66BC-7D0C-D6DD34F765A4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DD06A5-798E-6CCD-3A36-B93D0B8FCDD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51CED1-8291-DF2A-21E5-389CB144E1F8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A0ACE5-38DC-FECC-D39C-D9C47B28F564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62E0DA-F7B1-F4D5-255D-047D009AFE7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23AF98-7AA2-EAE4-8268-5214567B342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14A1F1-7145-57A3-70FD-E83D6A5FA641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14A1F1-7145-57A3-70FD-E83D6A5FA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194700-82C4-55DB-35A1-042154651114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194700-82C4-55DB-35A1-042154651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DD00E2-D8FF-D773-6AE5-9AB180A8FFF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6BA9BF-8F79-8D25-E022-89AE18EC88D2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93A0C4-7A3F-D39B-E0E4-F8ECDC13155E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1852DC8-84CC-F22D-EE8A-013431D16310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1661FD-8FD3-4FCD-9056-ED3924E62176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25BC616A-D8E4-1073-B18F-58433284E98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3860A5A-FA0B-1136-9352-CDEB8B9F7E28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032F26-86B5-AF5A-6719-3B740ED3018B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DC5A1BA-E4D3-DB09-4C0E-D2FDBA379780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DC5A1BA-E4D3-DB09-4C0E-D2FDBA379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82F1B5-A70F-AF86-3568-C9F0B0EBDB73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82F1B5-A70F-AF86-3568-C9F0B0EB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98B0EE6-6D15-7C78-AFA0-E09D55F8CE73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B61C1F-0F48-60A0-6882-5FA86A8FD59C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B61C1F-0F48-60A0-6882-5FA86A8FD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2334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23EF-2D43-A87E-48A4-47ACFB4F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FC4EE4E-3114-37AF-E5A7-4CCEDA9F4ED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C010F-D1F0-79AE-2D6B-879AC4F6FD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806D8-AE53-D2D2-E254-3C5FD39BBD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89F4B66-267D-0F52-454E-CBF0296F76C7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61C9D-6BED-C560-D6C1-4AA4290EE1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696AF-933D-5B0A-7EEC-35717EB817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2E340CF-53C5-DE4B-B69D-7DA084907602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26A1E51-9770-C653-B35D-77A021BB3B6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39BE43-80DB-2441-12C9-180EBB9D11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6D2E5A-BE1B-E142-E751-9129C912D7E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8B254B-10B6-1126-97C0-37E93182973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2D9AC4-DAF5-4B3B-7C5B-49828EA98A0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E1648A-22D3-39E3-CF41-07A98260486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D51544D-4949-DCCF-3D8C-2EC4109C61A1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B209C07-1424-528C-FFCD-0038682FB73B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344E32B-CE97-640C-A697-76B4A987178B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84F3746-1A3A-6434-41C6-F33FC359D5DC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CAB6CC1-004A-1B74-468A-26D4B1F795EC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AD79642-9431-C2A7-A2C9-5A0BF56DDC02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75A046F-959D-6524-84B3-7BA99AA6EC7D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4338743-13B8-4DEE-C174-C79D12545583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F3CAF24-7128-9DD2-9BC1-5408658D8708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AADF6A5-3899-48FB-B0A0-9E762F218AC4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1577774B-30C3-414D-48F9-DCAB60F8988B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EA202F5-9191-60BA-1B49-AEFF67F6D7F1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EDB4303-D219-78A2-0B94-BF770D2D0060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B75F473-8D5A-9415-E0AE-5A3F386D936B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342A4E0D-8354-C001-F70F-A6C5908F64A1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1156798-B1F3-0157-6855-2866CDD05EA1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360ECDF-52B1-3FBF-49E8-007D9FEE3F16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2FB1022-4B4A-4178-D5BA-C9D166B10F59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A8D8E00-99E2-5B4A-17BC-8C1F4EB95A71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E5CC5ED6-1F32-CBBD-4546-0AC46A696004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F572D5E-D0D8-6E35-D676-3A97299E211D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1532DCF-65DA-F64C-AE69-7761B3E182E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47CF6E2-5687-42AF-AB66-63549B320FC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47941A1-B47D-C404-DCED-BAD4C426CF93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E80E315-ABDE-3FF3-1B39-F64A529797C5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3F8CA2BC-9D75-5DB0-5D00-C5F1E6F7F7BD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1DE52CD4-47E9-C98D-6A04-1D9D30F6DD74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3D7A867-77AB-E0D1-1236-EADBDA10ED38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462061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F8D4-3668-3919-C799-5A06A9EE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6221262-30F0-90E9-982D-D3424CC8D32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78902-3B06-735A-E46B-6CDBD8178D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E00438-044F-E3F2-B788-F709465EDB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4C408C4-AAD8-5883-68FE-C40F93DB18D1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14775-FD5B-8AC5-0CF1-D0AFEAB63B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72C7F9-2AC0-5653-EE07-9D93787F01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FF35D84-C57A-B329-52B5-BB52B445B80E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76BD2A8-0886-BA99-75C9-C427DC4CDC2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403597-43A0-23C6-1E2D-E1A483F37E2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58AB24-1A13-0DD4-8CD9-9314028C039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C03987-C62F-49F0-9018-CC953CEDF74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6063A5-0BC0-E766-6754-88C8C699267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0E6139-E09F-64BB-81A8-FA99168CE61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CB52E37-F823-2BCB-1007-04B08C754AAD}"/>
              </a:ext>
            </a:extLst>
          </p:cNvPr>
          <p:cNvSpPr txBox="1"/>
          <p:nvPr/>
        </p:nvSpPr>
        <p:spPr>
          <a:xfrm>
            <a:off x="381000" y="415284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network has      units in layer    ,           units in layer           , then</a:t>
            </a:r>
          </a:p>
          <a:p>
            <a:r>
              <a:rPr lang="en-US" sz="2000" dirty="0"/>
              <a:t>will be of dimension                            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C86C9-0F81-5DBC-8E6C-7C35E9C4EB8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12" y="4316734"/>
            <a:ext cx="182881" cy="1866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DA6E00-9C03-EE4E-5E23-BCCA6746F15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2" y="4271010"/>
            <a:ext cx="104775" cy="219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B198C-CEED-A2E6-77C5-AAEBC00C8E2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41" y="4313682"/>
            <a:ext cx="440055" cy="1866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12B4E6-6352-C9A2-D8F7-2627E29DFB7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977" y="4272919"/>
            <a:ext cx="539115" cy="2209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6129C83-67C3-AC3E-436E-ED6A174D5E0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78" y="4206932"/>
            <a:ext cx="415290" cy="234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DAE94A-1824-C101-B491-E57A54820D9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82" y="4535043"/>
            <a:ext cx="1611630" cy="264795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D5945278-5700-1E2C-C916-04D6ECAA6170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263AB1E-BC8C-9879-C7E7-86E1129CE44D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0FB05EC-410B-E9B7-354D-B056B8713D49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5DA228E-E23E-5D6F-BEF7-6C822BD1C95A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A013864-2B0F-DA76-C146-C6DC83D301D4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6497DF7-A607-BF0F-9BFF-902F3D9F809F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7263709-2602-07D6-15DD-C7CF867B116A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89F33C5-F9F4-9158-D92F-B659ACBD73B9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4E5438D-2ED2-2858-56B0-FAD1DD9D46DA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8E1AFFE-5CE2-906E-371C-E0F1E9D51672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AA142AF-F2CC-7B7E-8E29-61A3EE958F24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ACD0DAF-2020-A485-27E5-DA1479ABE388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03CF8E7-C46C-60AB-AC48-FBD561DFAA10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0F1C911-933B-9507-7CD0-1C10FEC5F7AD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0497127-DA69-A7A0-51DC-D926A8636D06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89572A7-8AD0-3B6A-A1F0-1ECDD7EDC661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8EC67D6-399D-FFC5-5C85-DFE5BB03E995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8364F4C-9899-298A-BAFA-2C9671AA19E7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28E909BF-9468-7D58-18D4-1D8E8259C8D5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834B143-FDD3-D600-36AE-468CEF8F42A2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47C43AC-9217-4910-8298-709AEAFE7091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6807CB7-4615-954D-B7B2-EE2A2ACE5BF3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3CE8A15-36A1-7890-A49A-19FFBB6BB27D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79BE13C-082A-45CC-A0F5-624507C5A2C0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F60A7FA-81FD-E9E5-BE5C-B0801AAE318B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FE7440D6-2AB8-F872-4BFF-C4BB9DE34299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C08B0402-0967-3C4F-9952-51B2908A4A0D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FB5ED51-90FB-86D9-9343-46CFB53A721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588117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83E44C14-55CD-DB9F-1AFF-A90837815CC9}"/>
              </a:ext>
            </a:extLst>
          </p:cNvPr>
          <p:cNvSpPr/>
          <p:nvPr/>
        </p:nvSpPr>
        <p:spPr>
          <a:xfrm>
            <a:off x="914400" y="319011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E2AAF7-8593-25CC-0F2F-B2CC66BF6132}"/>
              </a:ext>
            </a:extLst>
          </p:cNvPr>
          <p:cNvSpPr/>
          <p:nvPr/>
        </p:nvSpPr>
        <p:spPr>
          <a:xfrm>
            <a:off x="914400" y="224314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D4C204B-F732-9A0F-705B-C9498360C4E8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1649330" y="1946890"/>
            <a:ext cx="1249381" cy="6604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2E8145-22D4-0B26-8C02-533FFDF85856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 flipV="1">
            <a:off x="1649330" y="1945369"/>
            <a:ext cx="1249381" cy="16089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9D178748-E9C9-0BD3-7FF4-D1A0CFE2EE53}"/>
              </a:ext>
            </a:extLst>
          </p:cNvPr>
          <p:cNvSpPr/>
          <p:nvPr/>
        </p:nvSpPr>
        <p:spPr>
          <a:xfrm>
            <a:off x="2898711" y="15811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BE9286E-08F8-7B1B-8F4A-0471908DFA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072" y="2500362"/>
            <a:ext cx="290748" cy="19631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5AF4234-873D-3665-4A32-833AE3222EB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392" y="3454259"/>
            <a:ext cx="298203" cy="196317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DD01A233-774C-4796-8D66-E0D080376D4A}"/>
              </a:ext>
            </a:extLst>
          </p:cNvPr>
          <p:cNvSpPr/>
          <p:nvPr/>
        </p:nvSpPr>
        <p:spPr>
          <a:xfrm>
            <a:off x="2898711" y="25281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CE93A9-DA3E-797D-039D-D863A37AC819}"/>
              </a:ext>
            </a:extLst>
          </p:cNvPr>
          <p:cNvCxnSpPr>
            <a:cxnSpLocks/>
            <a:stCxn id="32" idx="6"/>
            <a:endCxn id="45" idx="2"/>
          </p:cNvCxnSpPr>
          <p:nvPr/>
        </p:nvCxnSpPr>
        <p:spPr>
          <a:xfrm>
            <a:off x="1649330" y="2607364"/>
            <a:ext cx="1249381" cy="2849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FDF0D1C-FB93-3596-4A65-B728F545A4C1}"/>
              </a:ext>
            </a:extLst>
          </p:cNvPr>
          <p:cNvSpPr/>
          <p:nvPr/>
        </p:nvSpPr>
        <p:spPr>
          <a:xfrm>
            <a:off x="2898711" y="34750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DC954D-1EEF-AB69-3AD4-588FE2C1665F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1649330" y="2607364"/>
            <a:ext cx="1249381" cy="12319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5191DB42-399A-3AA0-88DC-22766C6A69EB}"/>
              </a:ext>
            </a:extLst>
          </p:cNvPr>
          <p:cNvSpPr/>
          <p:nvPr/>
        </p:nvSpPr>
        <p:spPr>
          <a:xfrm>
            <a:off x="5915119" y="251015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FB51260-D1AA-D825-BB93-5E4B137726B1}"/>
              </a:ext>
            </a:extLst>
          </p:cNvPr>
          <p:cNvCxnSpPr/>
          <p:nvPr/>
        </p:nvCxnSpPr>
        <p:spPr>
          <a:xfrm>
            <a:off x="6657669" y="2876115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D1C7F983-1F47-737F-F4A4-D5A4F474946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974" y="2657581"/>
            <a:ext cx="853026" cy="351709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638FD269-33FC-A8F6-4F97-59874576B68A}"/>
              </a:ext>
            </a:extLst>
          </p:cNvPr>
          <p:cNvSpPr/>
          <p:nvPr/>
        </p:nvSpPr>
        <p:spPr>
          <a:xfrm>
            <a:off x="4406915" y="216389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D9DAA5F-4919-0A8F-51EF-1A7CA4127DB5}"/>
              </a:ext>
            </a:extLst>
          </p:cNvPr>
          <p:cNvSpPr/>
          <p:nvPr/>
        </p:nvSpPr>
        <p:spPr>
          <a:xfrm>
            <a:off x="4406915" y="311086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358AB68-7E1B-3EFE-437F-9A1C4F26F882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3632164" y="1945368"/>
            <a:ext cx="774751" cy="58274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0479B61-2864-6CDC-B25F-F7922F2C6401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3624544" y="1947955"/>
            <a:ext cx="782371" cy="152712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19415F5-1951-2FA0-AADD-40EC0A582AF6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3641261" y="2528117"/>
            <a:ext cx="765654" cy="3460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26A7138-9C2A-CEFB-E5C1-9E78DCE9C3B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3633641" y="2891477"/>
            <a:ext cx="773274" cy="5836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6FADC3B-5242-293F-BD9A-82861C3A018F}"/>
              </a:ext>
            </a:extLst>
          </p:cNvPr>
          <p:cNvCxnSpPr>
            <a:cxnSpLocks/>
            <a:stCxn id="51" idx="6"/>
            <a:endCxn id="67" idx="2"/>
          </p:cNvCxnSpPr>
          <p:nvPr/>
        </p:nvCxnSpPr>
        <p:spPr>
          <a:xfrm flipV="1">
            <a:off x="3633641" y="2528117"/>
            <a:ext cx="773274" cy="13111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3827C80-B7AD-299C-965D-D849A9822846}"/>
              </a:ext>
            </a:extLst>
          </p:cNvPr>
          <p:cNvCxnSpPr>
            <a:cxnSpLocks/>
            <a:stCxn id="51" idx="6"/>
            <a:endCxn id="68" idx="2"/>
          </p:cNvCxnSpPr>
          <p:nvPr/>
        </p:nvCxnSpPr>
        <p:spPr>
          <a:xfrm flipV="1">
            <a:off x="3633641" y="3475084"/>
            <a:ext cx="773274" cy="3642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5EA2C5B-9931-9792-9618-9AEEAC9A950C}"/>
              </a:ext>
            </a:extLst>
          </p:cNvPr>
          <p:cNvCxnSpPr>
            <a:cxnSpLocks/>
            <a:stCxn id="67" idx="6"/>
            <a:endCxn id="60" idx="2"/>
          </p:cNvCxnSpPr>
          <p:nvPr/>
        </p:nvCxnSpPr>
        <p:spPr>
          <a:xfrm>
            <a:off x="5141845" y="2528117"/>
            <a:ext cx="773274" cy="3462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66540DB-70DF-4CE6-95A2-9C2BDB60064F}"/>
              </a:ext>
            </a:extLst>
          </p:cNvPr>
          <p:cNvCxnSpPr>
            <a:cxnSpLocks/>
            <a:stCxn id="68" idx="6"/>
            <a:endCxn id="60" idx="2"/>
          </p:cNvCxnSpPr>
          <p:nvPr/>
        </p:nvCxnSpPr>
        <p:spPr>
          <a:xfrm flipV="1">
            <a:off x="5141845" y="2874371"/>
            <a:ext cx="773274" cy="60071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D7D0E4F-A180-BF24-2A31-6012105AA9D1}"/>
              </a:ext>
            </a:extLst>
          </p:cNvPr>
          <p:cNvCxnSpPr>
            <a:cxnSpLocks/>
            <a:stCxn id="31" idx="6"/>
            <a:endCxn id="45" idx="2"/>
          </p:cNvCxnSpPr>
          <p:nvPr/>
        </p:nvCxnSpPr>
        <p:spPr>
          <a:xfrm flipV="1">
            <a:off x="1649330" y="2892336"/>
            <a:ext cx="1249381" cy="6619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90C7D09-349B-BE9D-26FD-A793044D098F}"/>
              </a:ext>
            </a:extLst>
          </p:cNvPr>
          <p:cNvCxnSpPr>
            <a:cxnSpLocks/>
            <a:stCxn id="31" idx="6"/>
            <a:endCxn id="51" idx="2"/>
          </p:cNvCxnSpPr>
          <p:nvPr/>
        </p:nvCxnSpPr>
        <p:spPr>
          <a:xfrm>
            <a:off x="1649330" y="3554331"/>
            <a:ext cx="1249381" cy="2849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8DA53E4-DCF5-F595-53BF-83C36FF76CFC}"/>
              </a:ext>
            </a:extLst>
          </p:cNvPr>
          <p:cNvSpPr txBox="1"/>
          <p:nvPr/>
        </p:nvSpPr>
        <p:spPr>
          <a:xfrm>
            <a:off x="1206515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Quiz – 4 </a:t>
            </a:r>
          </a:p>
        </p:txBody>
      </p:sp>
    </p:spTree>
    <p:extLst>
      <p:ext uri="{BB962C8B-B14F-4D97-AF65-F5344CB8AC3E}">
        <p14:creationId xmlns:p14="http://schemas.microsoft.com/office/powerpoint/2010/main" val="26824049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representation II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7601040" y="383616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91680" y="3826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1782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5257800" y="311450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             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8575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Forward propagation: </a:t>
            </a:r>
            <a:r>
              <a:rPr lang="en-US" sz="2400" b="1" dirty="0" err="1"/>
              <a:t>Vectorized</a:t>
            </a:r>
            <a:r>
              <a:rPr lang="en-US" sz="2400" b="1" dirty="0"/>
              <a:t> implementation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28287" y="952354"/>
            <a:ext cx="2634710" cy="1087310"/>
            <a:chOff x="656011" y="1657350"/>
            <a:chExt cx="6811590" cy="2811052"/>
          </a:xfrm>
        </p:grpSpPr>
        <p:sp>
          <p:nvSpPr>
            <p:cNvPr id="5" name="Oval 4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6"/>
              <a:endCxn id="8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8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21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7" idx="6"/>
              <a:endCxn id="13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3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6"/>
              <a:endCxn id="13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20" idx="6"/>
              <a:endCxn id="21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8" idx="6"/>
              <a:endCxn id="21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" idx="6"/>
              <a:endCxn id="21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6" name="Picture 2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7" name="Picture 2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9" name="Picture 2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30" name="Picture 2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31" name="Picture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56" name="Picture 5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27194"/>
            <a:ext cx="4520182" cy="2685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96760"/>
            <a:ext cx="960579" cy="117855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796762"/>
            <a:ext cx="1386840" cy="1068705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317501" y="2588198"/>
            <a:ext cx="4119913" cy="1018579"/>
            <a:chOff x="528287" y="2407064"/>
            <a:chExt cx="4874930" cy="1205244"/>
          </a:xfrm>
        </p:grpSpPr>
        <p:pic>
          <p:nvPicPr>
            <p:cNvPr id="51" name="Picture 5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407064"/>
              <a:ext cx="4872990" cy="339090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837608"/>
              <a:ext cx="4872990" cy="339090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287" y="3273218"/>
              <a:ext cx="4872990" cy="339090"/>
            </a:xfrm>
            <a:prstGeom prst="rect">
              <a:avLst/>
            </a:prstGeom>
          </p:spPr>
        </p:pic>
      </p:grpSp>
      <p:cxnSp>
        <p:nvCxnSpPr>
          <p:cNvPr id="58" name="Straight Connector 57"/>
          <p:cNvCxnSpPr/>
          <p:nvPr/>
        </p:nvCxnSpPr>
        <p:spPr>
          <a:xfrm>
            <a:off x="5029200" y="796760"/>
            <a:ext cx="76200" cy="3908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305685"/>
            <a:ext cx="1331595" cy="23431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2621946"/>
            <a:ext cx="1436370" cy="291465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6" y="3606777"/>
            <a:ext cx="1571625" cy="234315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5" y="3923038"/>
            <a:ext cx="2426970" cy="291465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174471"/>
            <a:ext cx="840105" cy="3390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/>
              <p14:cNvContentPartPr/>
              <p14:nvPr/>
            </p14:nvContentPartPr>
            <p14:xfrm>
              <a:off x="0" y="257400"/>
              <a:ext cx="8468640" cy="452880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-11160" y="249480"/>
                <a:ext cx="8488440" cy="45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94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982789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1219200" y="1276350"/>
            <a:ext cx="6354389" cy="2622371"/>
            <a:chOff x="656011" y="1657350"/>
            <a:chExt cx="6811590" cy="2811052"/>
          </a:xfrm>
        </p:grpSpPr>
        <p:sp>
          <p:nvSpPr>
            <p:cNvPr id="85" name="Oval 84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>
              <a:stCxn id="87" idx="6"/>
              <a:endCxn id="88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6" idx="6"/>
              <a:endCxn id="88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85" idx="6"/>
              <a:endCxn id="88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101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>
              <a:stCxn id="87" idx="6"/>
              <a:endCxn id="93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endCxn id="93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85" idx="6"/>
              <a:endCxn id="93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86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85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Arrow Connector 101"/>
            <p:cNvCxnSpPr>
              <a:stCxn id="100" idx="6"/>
              <a:endCxn id="101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88" idx="6"/>
              <a:endCxn id="101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93" idx="6"/>
              <a:endCxn id="101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10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106" name="Picture 10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107" name="Picture 10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108" name="Picture 10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109" name="Picture 10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10" name="Picture 10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111" name="Picture 11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112" name="TextBox 111"/>
          <p:cNvSpPr txBox="1"/>
          <p:nvPr/>
        </p:nvSpPr>
        <p:spPr>
          <a:xfrm>
            <a:off x="1066800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131884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62001" y="1057829"/>
            <a:ext cx="2425700" cy="3353503"/>
          </a:xfrm>
          <a:prstGeom prst="rect">
            <a:avLst/>
          </a:prstGeom>
          <a:solidFill>
            <a:srgbClr val="DBEEF4">
              <a:alpha val="94902"/>
            </a:srgb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learning its own features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Ink 1"/>
              <p14:cNvContentPartPr/>
              <p14:nvPr/>
            </p14:nvContentPartPr>
            <p14:xfrm>
              <a:off x="164160" y="844200"/>
              <a:ext cx="8840520" cy="4006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520" y="835200"/>
                <a:ext cx="8860320" cy="40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5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663163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99574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9574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9574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2883885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>
            <a:stCxn id="87" idx="6"/>
            <a:endCxn id="88" idx="2"/>
          </p:cNvCxnSpPr>
          <p:nvPr/>
        </p:nvCxnSpPr>
        <p:spPr>
          <a:xfrm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6"/>
            <a:endCxn id="88" idx="2"/>
          </p:cNvCxnSpPr>
          <p:nvPr/>
        </p:nvCxnSpPr>
        <p:spPr>
          <a:xfrm>
            <a:off x="1634504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5" idx="6"/>
            <a:endCxn id="88" idx="2"/>
          </p:cNvCxnSpPr>
          <p:nvPr/>
        </p:nvCxnSpPr>
        <p:spPr>
          <a:xfrm flipV="1"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01" idx="6"/>
            <a:endCxn id="45" idx="2"/>
          </p:cNvCxnSpPr>
          <p:nvPr/>
        </p:nvCxnSpPr>
        <p:spPr>
          <a:xfrm>
            <a:off x="5529632" y="1869169"/>
            <a:ext cx="803026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83885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87" idx="6"/>
            <a:endCxn id="93" idx="2"/>
          </p:cNvCxnSpPr>
          <p:nvPr/>
        </p:nvCxnSpPr>
        <p:spPr>
          <a:xfrm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2"/>
          </p:cNvCxnSpPr>
          <p:nvPr/>
        </p:nvCxnSpPr>
        <p:spPr>
          <a:xfrm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5" idx="6"/>
            <a:endCxn id="93" idx="2"/>
          </p:cNvCxnSpPr>
          <p:nvPr/>
        </p:nvCxnSpPr>
        <p:spPr>
          <a:xfrm>
            <a:off x="1634504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1634504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6"/>
          </p:cNvCxnSpPr>
          <p:nvPr/>
        </p:nvCxnSpPr>
        <p:spPr>
          <a:xfrm flipV="1"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6"/>
          </p:cNvCxnSpPr>
          <p:nvPr/>
        </p:nvCxnSpPr>
        <p:spPr>
          <a:xfrm flipV="1"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883885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794702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100" idx="6"/>
            <a:endCxn id="101" idx="2"/>
          </p:cNvCxnSpPr>
          <p:nvPr/>
        </p:nvCxnSpPr>
        <p:spPr>
          <a:xfrm>
            <a:off x="3618815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6"/>
            <a:endCxn id="101" idx="2"/>
          </p:cNvCxnSpPr>
          <p:nvPr/>
        </p:nvCxnSpPr>
        <p:spPr>
          <a:xfrm flipV="1">
            <a:off x="3618815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3" idx="6"/>
            <a:endCxn id="101" idx="2"/>
          </p:cNvCxnSpPr>
          <p:nvPr/>
        </p:nvCxnSpPr>
        <p:spPr>
          <a:xfrm flipV="1">
            <a:off x="3618815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4" y="2266950"/>
            <a:ext cx="853026" cy="351709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6" y="1381167"/>
            <a:ext cx="290748" cy="196317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2335064"/>
            <a:ext cx="298203" cy="19631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3282980"/>
            <a:ext cx="300688" cy="20128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717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812258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network architectures</a:t>
            </a:r>
          </a:p>
        </p:txBody>
      </p:sp>
      <p:sp>
        <p:nvSpPr>
          <p:cNvPr id="35" name="Oval 34"/>
          <p:cNvSpPr/>
          <p:nvPr/>
        </p:nvSpPr>
        <p:spPr>
          <a:xfrm>
            <a:off x="4785774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100" idx="6"/>
            <a:endCxn id="35" idx="2"/>
          </p:cNvCxnSpPr>
          <p:nvPr/>
        </p:nvCxnSpPr>
        <p:spPr>
          <a:xfrm>
            <a:off x="3618815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8" idx="6"/>
            <a:endCxn id="35" idx="2"/>
          </p:cNvCxnSpPr>
          <p:nvPr/>
        </p:nvCxnSpPr>
        <p:spPr>
          <a:xfrm>
            <a:off x="3618815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3" idx="6"/>
            <a:endCxn id="35" idx="2"/>
          </p:cNvCxnSpPr>
          <p:nvPr/>
        </p:nvCxnSpPr>
        <p:spPr>
          <a:xfrm flipV="1">
            <a:off x="3618815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2658" y="20383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35" idx="6"/>
            <a:endCxn id="45" idx="2"/>
          </p:cNvCxnSpPr>
          <p:nvPr/>
        </p:nvCxnSpPr>
        <p:spPr>
          <a:xfrm flipV="1">
            <a:off x="5520704" y="2402569"/>
            <a:ext cx="811954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6"/>
          </p:cNvCxnSpPr>
          <p:nvPr/>
        </p:nvCxnSpPr>
        <p:spPr>
          <a:xfrm>
            <a:off x="7067588" y="2402569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95586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1006920" y="672480"/>
              <a:ext cx="6297120" cy="4306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7560" y="664920"/>
                <a:ext cx="6316200" cy="43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27689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304408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843158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 example: XOR/XNOR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67" y="70481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,      are binary (0 or 1).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222885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91921"/>
            <a:ext cx="228600" cy="1504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76395" y="3115248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172778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43600" y="1272719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34818" y="3115248"/>
            <a:ext cx="223176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ross 55"/>
          <p:cNvSpPr/>
          <p:nvPr/>
        </p:nvSpPr>
        <p:spPr>
          <a:xfrm rot="2734294">
            <a:off x="618324" y="299519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2098022" y="159718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2124600" y="3030049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765" y="161831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73753" y="3602804"/>
            <a:ext cx="451047" cy="4594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667" y="1876897"/>
            <a:ext cx="451047" cy="459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820714" y="1310835"/>
            <a:ext cx="0" cy="24824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5398" y="3602804"/>
            <a:ext cx="277615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/>
          <p:cNvSpPr/>
          <p:nvPr/>
        </p:nvSpPr>
        <p:spPr>
          <a:xfrm rot="2734294">
            <a:off x="6935197" y="2131516"/>
            <a:ext cx="278084" cy="27808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953213" y="2467185"/>
            <a:ext cx="995725" cy="1007573"/>
            <a:chOff x="6214102" y="2477924"/>
            <a:chExt cx="995725" cy="1007573"/>
          </a:xfrm>
        </p:grpSpPr>
        <p:sp>
          <p:nvSpPr>
            <p:cNvPr id="21" name="Cross 20"/>
            <p:cNvSpPr/>
            <p:nvPr/>
          </p:nvSpPr>
          <p:spPr>
            <a:xfrm rot="2734294">
              <a:off x="6214103" y="306917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734294">
              <a:off x="6877612" y="3207412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6515400" y="2855457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6931743" y="285104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6726221" y="256706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6265721" y="247792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9736" y="1315617"/>
            <a:ext cx="1013544" cy="930616"/>
            <a:chOff x="4902760" y="1420012"/>
            <a:chExt cx="1013544" cy="930616"/>
          </a:xfrm>
        </p:grpSpPr>
        <p:sp>
          <p:nvSpPr>
            <p:cNvPr id="12" name="Cross 11"/>
            <p:cNvSpPr/>
            <p:nvPr/>
          </p:nvSpPr>
          <p:spPr>
            <a:xfrm rot="2734294">
              <a:off x="5352159" y="207254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/>
            <p:cNvSpPr/>
            <p:nvPr/>
          </p:nvSpPr>
          <p:spPr>
            <a:xfrm rot="2734294">
              <a:off x="5638220" y="1738555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5232653" y="1719764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ross 26"/>
            <p:cNvSpPr/>
            <p:nvPr/>
          </p:nvSpPr>
          <p:spPr>
            <a:xfrm rot="2734294">
              <a:off x="4902761" y="2000650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Cross 27"/>
            <p:cNvSpPr/>
            <p:nvPr/>
          </p:nvSpPr>
          <p:spPr>
            <a:xfrm rot="2734294">
              <a:off x="4956060" y="1420011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19550" y="2544531"/>
            <a:ext cx="1098242" cy="869639"/>
            <a:chOff x="4898477" y="2610899"/>
            <a:chExt cx="1098242" cy="869639"/>
          </a:xfrm>
        </p:grpSpPr>
        <p:sp>
          <p:nvSpPr>
            <p:cNvPr id="9" name="Oval 8"/>
            <p:cNvSpPr/>
            <p:nvPr/>
          </p:nvSpPr>
          <p:spPr>
            <a:xfrm>
              <a:off x="4905744" y="271252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49772" y="326857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573935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898477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55224" y="295693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784757" y="285094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342443" y="261089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12613" y="1335843"/>
            <a:ext cx="1098241" cy="1040696"/>
            <a:chOff x="6208539" y="1406673"/>
            <a:chExt cx="1098241" cy="1040696"/>
          </a:xfrm>
        </p:grpSpPr>
        <p:sp>
          <p:nvSpPr>
            <p:cNvPr id="77" name="Oval 76"/>
            <p:cNvSpPr/>
            <p:nvPr/>
          </p:nvSpPr>
          <p:spPr>
            <a:xfrm>
              <a:off x="6304672" y="1651598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559833" y="206435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990945" y="2235407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208539" y="1991861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665286" y="175270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094818" y="164672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652504" y="140667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72032" y="3638550"/>
            <a:ext cx="3009368" cy="1066800"/>
            <a:chOff x="572032" y="3638550"/>
            <a:chExt cx="2544238" cy="864870"/>
          </a:xfrm>
        </p:grpSpPr>
        <p:pic>
          <p:nvPicPr>
            <p:cNvPr id="88" name="Picture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2" y="3638550"/>
              <a:ext cx="1693545" cy="232410"/>
            </a:xfrm>
            <a:prstGeom prst="rect">
              <a:avLst/>
            </a:prstGeom>
          </p:spPr>
        </p:pic>
        <p:pic>
          <p:nvPicPr>
            <p:cNvPr id="90" name="Picture 8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441" y="3952875"/>
              <a:ext cx="1419225" cy="219075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535" y="4248150"/>
              <a:ext cx="2070735" cy="25527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/>
              <p14:cNvContentPartPr/>
              <p14:nvPr/>
            </p14:nvContentPartPr>
            <p14:xfrm>
              <a:off x="170640" y="922680"/>
              <a:ext cx="7368840" cy="38559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200" y="913320"/>
                <a:ext cx="7390800" cy="38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502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 example: AND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1533525" cy="2533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1276350"/>
            <a:ext cx="1699260" cy="234315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402272" y="3238405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02272" y="255935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02272" y="1880312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576822" y="281244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929272" y="2141484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929272" y="2812441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929272" y="2812441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49822" y="255126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9" y="2772423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445523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2082651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95196"/>
              </p:ext>
            </p:extLst>
          </p:nvPr>
        </p:nvGraphicFramePr>
        <p:xfrm>
          <a:off x="4648200" y="2794761"/>
          <a:ext cx="4191000" cy="15981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33" y="2903755"/>
            <a:ext cx="267462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80" y="2887183"/>
            <a:ext cx="274320" cy="180594"/>
          </a:xfrm>
          <a:prstGeom prst="rect">
            <a:avLst/>
          </a:prstGeom>
        </p:spPr>
      </p:pic>
      <p:cxnSp>
        <p:nvCxnSpPr>
          <p:cNvPr id="103" name="Straight Arrow Connector 102"/>
          <p:cNvCxnSpPr/>
          <p:nvPr/>
        </p:nvCxnSpPr>
        <p:spPr>
          <a:xfrm flipV="1">
            <a:off x="6629400" y="235928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4724400" y="2078457"/>
            <a:ext cx="4027987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6586728" y="438150"/>
            <a:ext cx="825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25" y="525633"/>
            <a:ext cx="298450" cy="17695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2667648"/>
            <a:ext cx="690562" cy="284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4976" y="319796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" name="Ink 3"/>
              <p14:cNvContentPartPr/>
              <p14:nvPr/>
            </p14:nvContentPartPr>
            <p14:xfrm>
              <a:off x="170640" y="829800"/>
              <a:ext cx="7526160" cy="410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0560" y="825480"/>
                <a:ext cx="7540920" cy="412164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98" y="2791106"/>
            <a:ext cx="737604" cy="304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/>
              <p14:cNvContentPartPr/>
              <p14:nvPr/>
            </p14:nvContentPartPr>
            <p14:xfrm>
              <a:off x="85320" y="436320"/>
              <a:ext cx="8940600" cy="4464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60" y="426240"/>
                <a:ext cx="8961840" cy="448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617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 OR function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015" y="281140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015" y="213236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55015" y="145331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829565" y="2385443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1182015" y="1714485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1182015" y="2385442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1182015" y="2385442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302565" y="2124270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47231"/>
            <a:ext cx="619125" cy="25527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2345424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3018524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1655652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24466"/>
              </p:ext>
            </p:extLst>
          </p:nvPr>
        </p:nvGraphicFramePr>
        <p:xfrm>
          <a:off x="4495800" y="1575561"/>
          <a:ext cx="4191000" cy="21716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35" y="1647217"/>
            <a:ext cx="378058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64" y="1630645"/>
            <a:ext cx="387752" cy="2552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96" y="1577868"/>
            <a:ext cx="875134" cy="36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8350" y="1677523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25" y="21492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6975" y="261621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" name="Ink 4"/>
              <p14:cNvContentPartPr/>
              <p14:nvPr/>
            </p14:nvContentPartPr>
            <p14:xfrm>
              <a:off x="1357200" y="2046240"/>
              <a:ext cx="7339680" cy="2067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8200" y="2037240"/>
                <a:ext cx="7360200" cy="20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35014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II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3263549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2064"/>
            <a:ext cx="1720215" cy="3093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2064"/>
            <a:ext cx="1453515" cy="306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7200" y="1047750"/>
            <a:ext cx="822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12001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55015" y="287538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5015" y="219633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7" idx="6"/>
          </p:cNvCxnSpPr>
          <p:nvPr/>
        </p:nvCxnSpPr>
        <p:spPr>
          <a:xfrm>
            <a:off x="2660600" y="277203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6"/>
            <a:endCxn id="17" idx="2"/>
          </p:cNvCxnSpPr>
          <p:nvPr/>
        </p:nvCxnSpPr>
        <p:spPr>
          <a:xfrm>
            <a:off x="1182015" y="2457511"/>
            <a:ext cx="951585" cy="314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17" idx="2"/>
          </p:cNvCxnSpPr>
          <p:nvPr/>
        </p:nvCxnSpPr>
        <p:spPr>
          <a:xfrm flipV="1">
            <a:off x="1182015" y="2772031"/>
            <a:ext cx="951585" cy="364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33600" y="251085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35" y="2633820"/>
            <a:ext cx="778565" cy="3210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3088450"/>
            <a:ext cx="222885" cy="1504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2398678"/>
            <a:ext cx="228600" cy="1503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48523"/>
              </p:ext>
            </p:extLst>
          </p:nvPr>
        </p:nvGraphicFramePr>
        <p:xfrm>
          <a:off x="4495800" y="1962150"/>
          <a:ext cx="3162300" cy="148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32" y="2120991"/>
            <a:ext cx="370367" cy="25007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038350"/>
            <a:ext cx="857331" cy="353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5" y="3975494"/>
            <a:ext cx="2827782" cy="306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95" y="3975494"/>
            <a:ext cx="3493008" cy="30632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>
            <a:off x="4191000" y="3790950"/>
            <a:ext cx="0" cy="1143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Ink 1"/>
              <p14:cNvContentPartPr/>
              <p14:nvPr/>
            </p14:nvContentPartPr>
            <p14:xfrm>
              <a:off x="292320" y="279000"/>
              <a:ext cx="8412120" cy="4728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3680" y="270000"/>
                <a:ext cx="8430840" cy="47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706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Putting it together: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30" y="393227"/>
            <a:ext cx="1703070" cy="2628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13598" y="903051"/>
            <a:ext cx="2521194" cy="1376504"/>
            <a:chOff x="402272" y="1880312"/>
            <a:chExt cx="3488691" cy="1880437"/>
          </a:xfrm>
        </p:grpSpPr>
        <p:sp>
          <p:nvSpPr>
            <p:cNvPr id="5" name="Oval 4"/>
            <p:cNvSpPr/>
            <p:nvPr/>
          </p:nvSpPr>
          <p:spPr>
            <a:xfrm>
              <a:off x="402272" y="3238405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02272" y="2559359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2272" y="1880312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12" idx="6"/>
            </p:cNvCxnSpPr>
            <p:nvPr/>
          </p:nvCxnSpPr>
          <p:spPr>
            <a:xfrm>
              <a:off x="2576822" y="2812442"/>
              <a:ext cx="527000" cy="1089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12" idx="2"/>
            </p:cNvCxnSpPr>
            <p:nvPr/>
          </p:nvCxnSpPr>
          <p:spPr>
            <a:xfrm>
              <a:off x="929272" y="2141484"/>
              <a:ext cx="1120550" cy="67095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12" idx="2"/>
            </p:cNvCxnSpPr>
            <p:nvPr/>
          </p:nvCxnSpPr>
          <p:spPr>
            <a:xfrm flipV="1">
              <a:off x="929272" y="2812441"/>
              <a:ext cx="1120550" cy="809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12" idx="2"/>
            </p:cNvCxnSpPr>
            <p:nvPr/>
          </p:nvCxnSpPr>
          <p:spPr>
            <a:xfrm flipV="1">
              <a:off x="929272" y="2812441"/>
              <a:ext cx="1120550" cy="68713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049822" y="2551269"/>
              <a:ext cx="527000" cy="52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29" y="2772423"/>
              <a:ext cx="222885" cy="15049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3445523"/>
              <a:ext cx="228600" cy="15049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2082651"/>
              <a:ext cx="228600" cy="15039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1" y="2667648"/>
              <a:ext cx="690562" cy="284724"/>
            </a:xfrm>
            <a:prstGeom prst="rect">
              <a:avLst/>
            </a:prstGeom>
          </p:spPr>
        </p:pic>
      </p:grpSp>
      <p:sp>
        <p:nvSpPr>
          <p:cNvPr id="19" name="Oval 18"/>
          <p:cNvSpPr/>
          <p:nvPr/>
        </p:nvSpPr>
        <p:spPr>
          <a:xfrm>
            <a:off x="3463803" y="191705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63803" y="141998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63803" y="922918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6" idx="6"/>
          </p:cNvCxnSpPr>
          <p:nvPr/>
        </p:nvCxnSpPr>
        <p:spPr>
          <a:xfrm>
            <a:off x="5035299" y="1605249"/>
            <a:ext cx="380850" cy="797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6"/>
            <a:endCxn id="26" idx="2"/>
          </p:cNvCxnSpPr>
          <p:nvPr/>
        </p:nvCxnSpPr>
        <p:spPr>
          <a:xfrm>
            <a:off x="3844653" y="1114099"/>
            <a:ext cx="809795" cy="491149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2"/>
          </p:cNvCxnSpPr>
          <p:nvPr/>
        </p:nvCxnSpPr>
        <p:spPr>
          <a:xfrm flipV="1">
            <a:off x="3844653" y="1605248"/>
            <a:ext cx="809795" cy="5922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6" idx="2"/>
          </p:cNvCxnSpPr>
          <p:nvPr/>
        </p:nvCxnSpPr>
        <p:spPr>
          <a:xfrm flipV="1">
            <a:off x="3844653" y="1605248"/>
            <a:ext cx="809795" cy="502993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54448" y="1414067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91" y="1575955"/>
            <a:ext cx="161074" cy="1101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2068673"/>
            <a:ext cx="165204" cy="1101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1071033"/>
            <a:ext cx="165204" cy="11009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44" y="1499258"/>
            <a:ext cx="499053" cy="20842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248400" y="188949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48400" y="139242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48400" y="895350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9" idx="6"/>
          </p:cNvCxnSpPr>
          <p:nvPr/>
        </p:nvCxnSpPr>
        <p:spPr>
          <a:xfrm>
            <a:off x="7819896" y="1577681"/>
            <a:ext cx="380850" cy="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9" idx="2"/>
          </p:cNvCxnSpPr>
          <p:nvPr/>
        </p:nvCxnSpPr>
        <p:spPr>
          <a:xfrm>
            <a:off x="6629250" y="1086531"/>
            <a:ext cx="809795" cy="491149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2"/>
          </p:cNvCxnSpPr>
          <p:nvPr/>
        </p:nvCxnSpPr>
        <p:spPr>
          <a:xfrm flipV="1">
            <a:off x="6629250" y="1577680"/>
            <a:ext cx="809795" cy="5922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9" idx="2"/>
          </p:cNvCxnSpPr>
          <p:nvPr/>
        </p:nvCxnSpPr>
        <p:spPr>
          <a:xfrm flipV="1">
            <a:off x="6629250" y="1577680"/>
            <a:ext cx="809795" cy="502993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9045" y="1386499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88" y="1548387"/>
            <a:ext cx="161074" cy="11016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2041105"/>
            <a:ext cx="165204" cy="11016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1043465"/>
            <a:ext cx="165204" cy="11009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41" y="1471690"/>
            <a:ext cx="499053" cy="20842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25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53" y="2389737"/>
            <a:ext cx="982980" cy="17678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89737"/>
            <a:ext cx="2328672" cy="20421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66" y="2355154"/>
            <a:ext cx="830580" cy="175260"/>
          </a:xfrm>
          <a:prstGeom prst="rect">
            <a:avLst/>
          </a:prstGeom>
          <a:ln>
            <a:noFill/>
          </a:ln>
        </p:spPr>
      </p:pic>
      <p:sp>
        <p:nvSpPr>
          <p:cNvPr id="54" name="Oval 53"/>
          <p:cNvSpPr/>
          <p:nvPr/>
        </p:nvSpPr>
        <p:spPr>
          <a:xfrm>
            <a:off x="469350" y="417549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69350" y="367842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69350" y="3181350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" y="3834386"/>
            <a:ext cx="179788" cy="12296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4327104"/>
            <a:ext cx="184397" cy="12296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3329465"/>
            <a:ext cx="184397" cy="122881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00033"/>
              </p:ext>
            </p:extLst>
          </p:nvPr>
        </p:nvGraphicFramePr>
        <p:xfrm>
          <a:off x="5743352" y="2949659"/>
          <a:ext cx="2867248" cy="16032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265"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" name="Picture 7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29" y="3146869"/>
            <a:ext cx="215063" cy="1452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706" y="3063280"/>
            <a:ext cx="597398" cy="24631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32" y="3146869"/>
            <a:ext cx="220578" cy="14521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46" y="3002825"/>
            <a:ext cx="351086" cy="32351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14" y="3004191"/>
            <a:ext cx="351086" cy="3235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6800" y="109094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" y="140464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935" y="1654963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8600" y="109928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4202" y="141298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2285" y="1663310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930" y="1055422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9982" y="1392274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8065" y="1642595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8" name="Ink 17"/>
              <p14:cNvContentPartPr/>
              <p14:nvPr/>
            </p14:nvContentPartPr>
            <p14:xfrm>
              <a:off x="349560" y="0"/>
              <a:ext cx="8326080" cy="48862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9840" y="-11160"/>
                <a:ext cx="8342640" cy="49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65652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789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838200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38200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38200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22511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6" idx="6"/>
            <a:endCxn id="7" idx="2"/>
          </p:cNvCxnSpPr>
          <p:nvPr/>
        </p:nvCxnSpPr>
        <p:spPr>
          <a:xfrm>
            <a:off x="1573130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7" idx="2"/>
          </p:cNvCxnSpPr>
          <p:nvPr/>
        </p:nvCxnSpPr>
        <p:spPr>
          <a:xfrm>
            <a:off x="1573130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6"/>
            <a:endCxn id="7" idx="2"/>
          </p:cNvCxnSpPr>
          <p:nvPr/>
        </p:nvCxnSpPr>
        <p:spPr>
          <a:xfrm flipV="1">
            <a:off x="1573130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0" idx="6"/>
            <a:endCxn id="34" idx="2"/>
          </p:cNvCxnSpPr>
          <p:nvPr/>
        </p:nvCxnSpPr>
        <p:spPr>
          <a:xfrm>
            <a:off x="5468258" y="1869169"/>
            <a:ext cx="803026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22511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6" idx="6"/>
            <a:endCxn id="12" idx="2"/>
          </p:cNvCxnSpPr>
          <p:nvPr/>
        </p:nvCxnSpPr>
        <p:spPr>
          <a:xfrm>
            <a:off x="1573130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2" idx="2"/>
          </p:cNvCxnSpPr>
          <p:nvPr/>
        </p:nvCxnSpPr>
        <p:spPr>
          <a:xfrm>
            <a:off x="1573130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6"/>
            <a:endCxn id="12" idx="2"/>
          </p:cNvCxnSpPr>
          <p:nvPr/>
        </p:nvCxnSpPr>
        <p:spPr>
          <a:xfrm>
            <a:off x="1573130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573130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6"/>
          </p:cNvCxnSpPr>
          <p:nvPr/>
        </p:nvCxnSpPr>
        <p:spPr>
          <a:xfrm flipV="1">
            <a:off x="1573130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6"/>
          </p:cNvCxnSpPr>
          <p:nvPr/>
        </p:nvCxnSpPr>
        <p:spPr>
          <a:xfrm flipV="1">
            <a:off x="1573130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22511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733328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9" idx="6"/>
            <a:endCxn id="20" idx="2"/>
          </p:cNvCxnSpPr>
          <p:nvPr/>
        </p:nvCxnSpPr>
        <p:spPr>
          <a:xfrm>
            <a:off x="3557441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6"/>
            <a:endCxn id="20" idx="2"/>
          </p:cNvCxnSpPr>
          <p:nvPr/>
        </p:nvCxnSpPr>
        <p:spPr>
          <a:xfrm flipV="1">
            <a:off x="3557441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20" idx="2"/>
          </p:cNvCxnSpPr>
          <p:nvPr/>
        </p:nvCxnSpPr>
        <p:spPr>
          <a:xfrm flipV="1">
            <a:off x="3557441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190750"/>
            <a:ext cx="853026" cy="35170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72" y="1381167"/>
            <a:ext cx="290748" cy="19631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2" y="2335064"/>
            <a:ext cx="298203" cy="19631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2" y="3282980"/>
            <a:ext cx="300688" cy="2012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5088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724400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19" idx="6"/>
            <a:endCxn id="30" idx="2"/>
          </p:cNvCxnSpPr>
          <p:nvPr/>
        </p:nvCxnSpPr>
        <p:spPr>
          <a:xfrm>
            <a:off x="3557441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6"/>
            <a:endCxn id="30" idx="2"/>
          </p:cNvCxnSpPr>
          <p:nvPr/>
        </p:nvCxnSpPr>
        <p:spPr>
          <a:xfrm>
            <a:off x="3557441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6"/>
            <a:endCxn id="30" idx="2"/>
          </p:cNvCxnSpPr>
          <p:nvPr/>
        </p:nvCxnSpPr>
        <p:spPr>
          <a:xfrm flipV="1">
            <a:off x="3557441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71284" y="19957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0" idx="6"/>
            <a:endCxn id="34" idx="2"/>
          </p:cNvCxnSpPr>
          <p:nvPr/>
        </p:nvCxnSpPr>
        <p:spPr>
          <a:xfrm flipV="1">
            <a:off x="5459330" y="2359932"/>
            <a:ext cx="811954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</p:cNvCxnSpPr>
          <p:nvPr/>
        </p:nvCxnSpPr>
        <p:spPr>
          <a:xfrm>
            <a:off x="7006214" y="2359932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34212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/>
              <p14:cNvContentPartPr/>
              <p14:nvPr/>
            </p14:nvContentPartPr>
            <p14:xfrm>
              <a:off x="3129840" y="4263480"/>
              <a:ext cx="3695400" cy="35100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19760" y="4253040"/>
                <a:ext cx="371124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46164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Handwritten digit classification</a:t>
            </a:r>
          </a:p>
        </p:txBody>
      </p:sp>
      <p:pic>
        <p:nvPicPr>
          <p:cNvPr id="38" name="Picture 2" descr="C:\Users\ang\Desktop\Noname.png"/>
          <p:cNvPicPr>
            <a:picLocks noChangeAspect="1" noChangeArrowheads="1"/>
          </p:cNvPicPr>
          <p:nvPr/>
        </p:nvPicPr>
        <p:blipFill>
          <a:blip r:embed="rId2" cstate="print"/>
          <a:srcRect l="629" t="3019" r="47083" b="33945"/>
          <a:stretch>
            <a:fillRect/>
          </a:stretch>
        </p:blipFill>
        <p:spPr bwMode="auto">
          <a:xfrm>
            <a:off x="1981200" y="792231"/>
            <a:ext cx="5096275" cy="383990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4866501"/>
            <a:ext cx="1744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[Courtesy of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Yann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LeCun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807920" y="1816920"/>
              <a:ext cx="4009320" cy="3269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5040" y="1807560"/>
                <a:ext cx="4023360" cy="328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91724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851693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63245" y="762233"/>
            <a:ext cx="7193279" cy="1374613"/>
            <a:chOff x="563880" y="941070"/>
            <a:chExt cx="8046720" cy="1537703"/>
          </a:xfrm>
        </p:grpSpPr>
        <p:pic>
          <p:nvPicPr>
            <p:cNvPr id="2" name="Picture 6" descr="http://t2.gstatic.com/images?q=tbn:ANd9GcTL9hSacq02lg06-d1mjwiBX5E3yNKEBXdBdyL2OuTvLG_4Wq1i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6934200" y="941070"/>
              <a:ext cx="1645919" cy="1097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16"/>
            <p:cNvPicPr>
              <a:picLocks noChangeAspect="1" noChangeArrowheads="1"/>
            </p:cNvPicPr>
            <p:nvPr/>
          </p:nvPicPr>
          <p:blipFill rotWithShape="1">
            <a:blip r:embed="rId7" cstate="print"/>
            <a:srcRect t="5752" b="5752"/>
            <a:stretch/>
          </p:blipFill>
          <p:spPr bwMode="auto">
            <a:xfrm>
              <a:off x="4800600" y="941070"/>
              <a:ext cx="1645919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4" name="Picture 8"/>
            <p:cNvPicPr>
              <a:picLocks noChangeAspect="1" noChangeArrowheads="1"/>
            </p:cNvPicPr>
            <p:nvPr/>
          </p:nvPicPr>
          <p:blipFill rotWithShape="1">
            <a:blip r:embed="rId8" cstate="print"/>
            <a:srcRect l="4106" t="18643" r="4106"/>
            <a:stretch/>
          </p:blipFill>
          <p:spPr bwMode="auto">
            <a:xfrm>
              <a:off x="2667000" y="941070"/>
              <a:ext cx="1645920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3074" name="Picture 2" descr="http://www.hsinjurylaw.com/upload/crossing-the-street.jpg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95" t="31780" r="23496" b="18221"/>
            <a:stretch/>
          </p:blipFill>
          <p:spPr bwMode="auto">
            <a:xfrm>
              <a:off x="563880" y="941070"/>
              <a:ext cx="1645920" cy="1097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563880" y="2031192"/>
              <a:ext cx="1676400" cy="447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Pedestrian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67000" y="2034771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Car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Motorcycle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342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Truck</a:t>
              </a:r>
            </a:p>
          </p:txBody>
        </p:sp>
      </p:grpSp>
      <p:grpSp>
        <p:nvGrpSpPr>
          <p:cNvPr id="3081" name="Group 3080"/>
          <p:cNvGrpSpPr/>
          <p:nvPr/>
        </p:nvGrpSpPr>
        <p:grpSpPr>
          <a:xfrm>
            <a:off x="2035629" y="2159264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4051449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4015085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4013756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4019550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4579173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/>
              <p14:cNvContentPartPr/>
              <p14:nvPr/>
            </p14:nvContentPartPr>
            <p14:xfrm>
              <a:off x="435240" y="1459440"/>
              <a:ext cx="6532560" cy="35769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6960" y="1449720"/>
                <a:ext cx="6552000" cy="359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77891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3081" name="Group 3080"/>
          <p:cNvGrpSpPr/>
          <p:nvPr/>
        </p:nvGrpSpPr>
        <p:grpSpPr>
          <a:xfrm>
            <a:off x="2035629" y="685075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2304643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2268279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2266950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2272744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2832367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3946" y="3232477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set: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3945" y="3943350"/>
            <a:ext cx="747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one of          ,	 ,             ,	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3325821"/>
            <a:ext cx="5766436" cy="1196649"/>
            <a:chOff x="609600" y="3325821"/>
            <a:chExt cx="5766436" cy="1196649"/>
          </a:xfrm>
        </p:grpSpPr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76" y="3325821"/>
              <a:ext cx="4175760" cy="29146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4024122"/>
              <a:ext cx="339090" cy="27622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0790" y="3790950"/>
              <a:ext cx="393192" cy="731520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1305" y="3790950"/>
              <a:ext cx="393192" cy="73152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408" y="3790950"/>
              <a:ext cx="393192" cy="73152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4608" y="3790950"/>
              <a:ext cx="393192" cy="731520"/>
            </a:xfrm>
            <a:prstGeom prst="rect">
              <a:avLst/>
            </a:prstGeom>
          </p:spPr>
        </p:pic>
      </p:grpSp>
      <p:sp>
        <p:nvSpPr>
          <p:cNvPr id="125" name="TextBox 124"/>
          <p:cNvSpPr txBox="1"/>
          <p:nvPr/>
        </p:nvSpPr>
        <p:spPr>
          <a:xfrm>
            <a:off x="1676400" y="4539942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pedestrian    car	motorcycle   truck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/>
              <p14:cNvContentPartPr/>
              <p14:nvPr/>
            </p14:nvContentPartPr>
            <p14:xfrm>
              <a:off x="271080" y="3204720"/>
              <a:ext cx="8526240" cy="1831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1360" y="3196080"/>
                <a:ext cx="8541720" cy="18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79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13" grpId="0"/>
      <p:bldP spid="1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j&#10;$&#10;&#10;\end{document}"/>
  <p:tag name="IGUANATEXSIZE" val="20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&#10;$&#10;&#10;\end{document}"/>
  <p:tag name="IGUANATEXSIZE" val="20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&#10;$&#10;&#10;\end{document}"/>
  <p:tag name="IGUANATEXSIZE" val="20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 \times (s_j + 1)&#10;$&#10;&#10;\end{document}"/>
  <p:tag name="IGUANATEXSIZE" val="20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{10}^{(2)} a_0^{(2)} + \Theta_{11}^{(2)} a_1^{(2)}&#10;+ \Theta_{12}^{(2)} a_2^{(2)}+ \Theta_{13}^{(2)} a_3^{(2)})&#10;$&#10;&#10;\end{document}"/>
  <p:tag name="IGUANATEXSIZE" val="20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begin{bmatrix}&#10;z^{(2)}_1\\z^{(2)}_2\\z^{(2)}_3&#10;\end{bmatrix}&#10;$&#10;&#10;\end{document}"/>
  <p:tag name="IGUANATEXSIZE" val="20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Theta^{(1)} x&#10;$&#10;&#10;\end{document}"/>
  <p:tag name="IGUANATEXSIZE" val="2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^{(2)} = g(z^{(2)})&#10;$&#10;&#10;\end{document}"/>
  <p:tag name="IGUANATEXSIZE" val="20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3)} = \Theta^{(2)} a^{(2)}&#10;$&#10;&#10;\end{document}"/>
  <p:tag name="IGUANATEXSIZE" val="20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^{(3)} = g(z^{(3)})&#10;$&#10;&#10;\end{document}"/>
  <p:tag name="IGUANATEXSIZE" val="20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0^{(2)} =1&#10;$&#10;&#10;\end{document}"/>
  <p:tag name="IGUANATEXSIZE" val="20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x_1 $ XOR $ x_2$&#10;&#10;\end{document}"/>
  <p:tag name="IGUANATEXSIZE" val="20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$ XNOR $ x_2$&#10;&#10;\end{document}"/>
  <p:tag name="IGUANATEXSIZE" val="2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 ($x_1 $ XOR $ x_2$)&#10;&#10;\end{document}"/>
  <p:tag name="IGUANATEXSIZE" val="20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 \in \{ 0, 1\}&#10;$&#10;&#10;\end{document}"/>
  <p:tag name="IGUANATEXSIZE" val="20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y = x_1 $ AND $ x_2$&#10;&#10;\end{document}"/>
  <p:tag name="IGUANATEXSIZE" val="20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g(z)&#10;$&#10;&#10;\end{document}"/>
  <p:tag name="IGUANATEXSIZE" val="24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28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28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10-20x_1)&#10;$&#10;&#10;\end{document}"/>
  <p:tag name="IGUANATEXSIZE" val="24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24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XNOR $ x_2$&#10;&#10;\end{document}"/>
  <p:tag name="IGUANATEXSIZE" val="24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16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16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16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4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4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&#10;$&#10;&#10;\end{document}"/>
  <p:tag name="IGUANATEXSIZE" val="24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1^{(2)}&#10;$&#10;&#10;\end{document}"/>
  <p:tag name="IGUANATEXSIZE" val="24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2^{(2)}&#10;$&#10;&#10;\end{document}"/>
  <p:tag name="IGUANATEXSIZE" val="24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(x^{(1)}, y^{(1)}), (x^{(2)}, y^{(2)}), \dots, (x^{(m)}, y^{(m)}) &#10;$&#10;&#10;\end{document}"/>
  <p:tag name="IGUANATEXSIZE" val="20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1\\0\\0\\0&#10;\end{smallmatrix} \right]&#10;$&#10;&#10;\end{document}"/>
  <p:tag name="IGUANATEXSIZE" val="24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1\\0\\0&#10;\end{smallmatrix} \right]&#10;$&#10;&#10;\end{document}"/>
  <p:tag name="IGUANATEXSIZE" val="24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1\\0&#10;\end{smallmatrix} \right]&#10;$&#10;&#10;\end{document}"/>
  <p:tag name="IGUANATEXSIZE" val="2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0\\1&#10;\end{smallmatrix} \right]&#10;$&#10;&#10;\end{document}"/>
  <p:tag name="IGUANATEXSIZE" val="24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3160</TotalTime>
  <Words>3152</Words>
  <Application>Microsoft Office PowerPoint</Application>
  <PresentationFormat>On-screen Show (16:9)</PresentationFormat>
  <Paragraphs>684</Paragraphs>
  <Slides>110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110</vt:i4>
      </vt:variant>
    </vt:vector>
  </HeadingPairs>
  <TitlesOfParts>
    <vt:vector size="118" baseType="lpstr">
      <vt:lpstr>Arial</vt:lpstr>
      <vt:lpstr>Calibri</vt:lpstr>
      <vt:lpstr>Cambria Math</vt:lpstr>
      <vt:lpstr>Times New Roman</vt:lpstr>
      <vt:lpstr>1_Lecture</vt:lpstr>
      <vt:lpstr>2_Office Theme</vt:lpstr>
      <vt:lpstr>3_Office Theme</vt:lpstr>
      <vt:lpstr>2_Lecture</vt:lpstr>
      <vt:lpstr>Non-linear hypotheses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Neurons and the brain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representation II</vt:lpstr>
      <vt:lpstr>PowerPoint Presentation</vt:lpstr>
      <vt:lpstr>PowerPoint Presentation</vt:lpstr>
      <vt:lpstr>PowerPoint Presentation</vt:lpstr>
      <vt:lpstr>Examples and intuitions I</vt:lpstr>
      <vt:lpstr>PowerPoint Presentation</vt:lpstr>
      <vt:lpstr>PowerPoint Presentation</vt:lpstr>
      <vt:lpstr>PowerPoint Presentation</vt:lpstr>
      <vt:lpstr>Examples and intuitions II</vt:lpstr>
      <vt:lpstr>PowerPoint Presentation</vt:lpstr>
      <vt:lpstr>PowerPoint Presentation</vt:lpstr>
      <vt:lpstr>PowerPoint Presentation</vt:lpstr>
      <vt:lpstr>PowerPoint Presentation</vt:lpstr>
      <vt:lpstr>Multi-class classification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Mr.Hafeez Anwar</cp:lastModifiedBy>
  <cp:revision>360</cp:revision>
  <dcterms:created xsi:type="dcterms:W3CDTF">2010-07-08T21:59:02Z</dcterms:created>
  <dcterms:modified xsi:type="dcterms:W3CDTF">2025-03-12T07:21:50Z</dcterms:modified>
</cp:coreProperties>
</file>