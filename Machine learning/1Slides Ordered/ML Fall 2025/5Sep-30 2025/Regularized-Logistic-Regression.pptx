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6" r:id="rId2"/>
    <p:sldId id="335" r:id="rId3"/>
  </p:sldIdLst>
  <p:sldSz cx="50292000" cy="2011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098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0" y="3292265"/>
            <a:ext cx="37719000" cy="7003627"/>
          </a:xfrm>
        </p:spPr>
        <p:txBody>
          <a:bodyPr anchor="b"/>
          <a:lstStyle>
            <a:lvl1pPr algn="ctr"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10565978"/>
            <a:ext cx="37719000" cy="4856902"/>
          </a:xfrm>
        </p:spPr>
        <p:txBody>
          <a:bodyPr/>
          <a:lstStyle>
            <a:lvl1pPr marL="0" indent="0" algn="ctr">
              <a:buNone/>
              <a:defRPr sz="7040"/>
            </a:lvl1pPr>
            <a:lvl2pPr marL="1341105" indent="0" algn="ctr">
              <a:buNone/>
              <a:defRPr sz="5867"/>
            </a:lvl2pPr>
            <a:lvl3pPr marL="2682210" indent="0" algn="ctr">
              <a:buNone/>
              <a:defRPr sz="5280"/>
            </a:lvl3pPr>
            <a:lvl4pPr marL="4023314" indent="0" algn="ctr">
              <a:buNone/>
              <a:defRPr sz="4693"/>
            </a:lvl4pPr>
            <a:lvl5pPr marL="5364419" indent="0" algn="ctr">
              <a:buNone/>
              <a:defRPr sz="4693"/>
            </a:lvl5pPr>
            <a:lvl6pPr marL="6705524" indent="0" algn="ctr">
              <a:buNone/>
              <a:defRPr sz="4693"/>
            </a:lvl6pPr>
            <a:lvl7pPr marL="8046629" indent="0" algn="ctr">
              <a:buNone/>
              <a:defRPr sz="4693"/>
            </a:lvl7pPr>
            <a:lvl8pPr marL="9387733" indent="0" algn="ctr">
              <a:buNone/>
              <a:defRPr sz="4693"/>
            </a:lvl8pPr>
            <a:lvl9pPr marL="10728838" indent="0" algn="ctr">
              <a:buNone/>
              <a:defRPr sz="4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4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1" y="5015233"/>
            <a:ext cx="43376850" cy="8368029"/>
          </a:xfrm>
        </p:spPr>
        <p:txBody>
          <a:bodyPr anchor="b"/>
          <a:lstStyle>
            <a:lvl1pPr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1" y="13462426"/>
            <a:ext cx="43376850" cy="4400549"/>
          </a:xfrm>
        </p:spPr>
        <p:txBody>
          <a:bodyPr/>
          <a:lstStyle>
            <a:lvl1pPr marL="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1pPr>
            <a:lvl2pPr marL="1341105" indent="0">
              <a:buNone/>
              <a:defRPr sz="5867">
                <a:solidFill>
                  <a:schemeClr val="tx1">
                    <a:tint val="82000"/>
                  </a:schemeClr>
                </a:solidFill>
              </a:defRPr>
            </a:lvl2pPr>
            <a:lvl3pPr marL="2682210" indent="0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3pPr>
            <a:lvl4pPr marL="4023314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4pPr>
            <a:lvl5pPr marL="5364419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5pPr>
            <a:lvl6pPr marL="6705524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6pPr>
            <a:lvl7pPr marL="8046629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7pPr>
            <a:lvl8pPr marL="9387733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8pPr>
            <a:lvl9pPr marL="10728838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2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5355167"/>
            <a:ext cx="213741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5355167"/>
            <a:ext cx="213741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2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1071035"/>
            <a:ext cx="43376850" cy="38883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28" y="4931411"/>
            <a:ext cx="21275871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28" y="7348220"/>
            <a:ext cx="21275871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5" y="4931411"/>
            <a:ext cx="21380651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5" y="7348220"/>
            <a:ext cx="21380651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4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0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341120"/>
            <a:ext cx="16220478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2896448"/>
            <a:ext cx="25460325" cy="14295967"/>
          </a:xfrm>
        </p:spPr>
        <p:txBody>
          <a:bodyPr/>
          <a:lstStyle>
            <a:lvl1pPr>
              <a:defRPr sz="9387"/>
            </a:lvl1pPr>
            <a:lvl2pPr>
              <a:defRPr sz="8213"/>
            </a:lvl2pPr>
            <a:lvl3pPr>
              <a:defRPr sz="7040"/>
            </a:lvl3pPr>
            <a:lvl4pPr>
              <a:defRPr sz="5867"/>
            </a:lvl4pPr>
            <a:lvl5pPr>
              <a:defRPr sz="5867"/>
            </a:lvl5pPr>
            <a:lvl6pPr>
              <a:defRPr sz="5867"/>
            </a:lvl6pPr>
            <a:lvl7pPr>
              <a:defRPr sz="5867"/>
            </a:lvl7pPr>
            <a:lvl8pPr>
              <a:defRPr sz="5867"/>
            </a:lvl8pPr>
            <a:lvl9pPr>
              <a:defRPr sz="5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6035040"/>
            <a:ext cx="16220478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6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341120"/>
            <a:ext cx="16220478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2896448"/>
            <a:ext cx="25460325" cy="14295967"/>
          </a:xfrm>
        </p:spPr>
        <p:txBody>
          <a:bodyPr anchor="t"/>
          <a:lstStyle>
            <a:lvl1pPr marL="0" indent="0">
              <a:buNone/>
              <a:defRPr sz="9387"/>
            </a:lvl1pPr>
            <a:lvl2pPr marL="1341105" indent="0">
              <a:buNone/>
              <a:defRPr sz="8213"/>
            </a:lvl2pPr>
            <a:lvl3pPr marL="2682210" indent="0">
              <a:buNone/>
              <a:defRPr sz="7040"/>
            </a:lvl3pPr>
            <a:lvl4pPr marL="4023314" indent="0">
              <a:buNone/>
              <a:defRPr sz="5867"/>
            </a:lvl4pPr>
            <a:lvl5pPr marL="5364419" indent="0">
              <a:buNone/>
              <a:defRPr sz="5867"/>
            </a:lvl5pPr>
            <a:lvl6pPr marL="6705524" indent="0">
              <a:buNone/>
              <a:defRPr sz="5867"/>
            </a:lvl6pPr>
            <a:lvl7pPr marL="8046629" indent="0">
              <a:buNone/>
              <a:defRPr sz="5867"/>
            </a:lvl7pPr>
            <a:lvl8pPr marL="9387733" indent="0">
              <a:buNone/>
              <a:defRPr sz="5867"/>
            </a:lvl8pPr>
            <a:lvl9pPr marL="10728838" indent="0">
              <a:buNone/>
              <a:defRPr sz="5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6035040"/>
            <a:ext cx="16220478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6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0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2" y="1071033"/>
            <a:ext cx="10844213" cy="170480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5" y="1071033"/>
            <a:ext cx="31903988" cy="170480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6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1071035"/>
            <a:ext cx="43376850" cy="3888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5355167"/>
            <a:ext cx="43376850" cy="1276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18645295"/>
            <a:ext cx="113157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AF41C-78D1-4F67-A094-2F19FC0CDBC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18645295"/>
            <a:ext cx="1697355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18645295"/>
            <a:ext cx="113157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9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82210" rtl="0" eaLnBrk="1" latinLnBrk="0" hangingPunct="1">
        <a:lnSpc>
          <a:spcPct val="90000"/>
        </a:lnSpc>
        <a:spcBef>
          <a:spcPct val="0"/>
        </a:spcBef>
        <a:buNone/>
        <a:defRPr sz="12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0552" indent="-670552" algn="l" defTabSz="2682210" rtl="0" eaLnBrk="1" latinLnBrk="0" hangingPunct="1">
        <a:lnSpc>
          <a:spcPct val="90000"/>
        </a:lnSpc>
        <a:spcBef>
          <a:spcPts val="2933"/>
        </a:spcBef>
        <a:buFont typeface="Arial" panose="020B0604020202020204" pitchFamily="34" charset="0"/>
        <a:buChar char="•"/>
        <a:defRPr sz="8213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7040" kern="1200">
          <a:solidFill>
            <a:schemeClr val="tx1"/>
          </a:solidFill>
          <a:latin typeface="+mn-lt"/>
          <a:ea typeface="+mn-ea"/>
          <a:cs typeface="+mn-cs"/>
        </a:defRPr>
      </a:lvl2pPr>
      <a:lvl3pPr marL="3352762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867" kern="1200">
          <a:solidFill>
            <a:schemeClr val="tx1"/>
          </a:solidFill>
          <a:latin typeface="+mn-lt"/>
          <a:ea typeface="+mn-ea"/>
          <a:cs typeface="+mn-cs"/>
        </a:defRPr>
      </a:lvl3pPr>
      <a:lvl4pPr marL="469386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603497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737607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71718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1005828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1399390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1pPr>
      <a:lvl2pPr marL="1341105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68221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3pPr>
      <a:lvl4pPr marL="402331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536441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670552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04662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9387733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0728838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7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0.png"/><Relationship Id="rId5" Type="http://schemas.openxmlformats.org/officeDocument/2006/relationships/image" Target="../media/image15.png"/><Relationship Id="rId15" Type="http://schemas.openxmlformats.org/officeDocument/2006/relationships/image" Target="../media/image14.png"/><Relationship Id="rId10" Type="http://schemas.openxmlformats.org/officeDocument/2006/relationships/image" Target="../media/image90.png"/><Relationship Id="rId4" Type="http://schemas.openxmlformats.org/officeDocument/2006/relationships/image" Target="../media/image3.png"/><Relationship Id="rId9" Type="http://schemas.openxmlformats.org/officeDocument/2006/relationships/image" Target="../media/image80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3B73-D86D-126F-21C0-E8ABF69E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728C-F04F-ED72-14BE-44F1E2C90F2E}"/>
              </a:ext>
            </a:extLst>
          </p:cNvPr>
          <p:cNvGraphicFramePr>
            <a:graphicFrameLocks noGrp="1"/>
          </p:cNvGraphicFramePr>
          <p:nvPr/>
        </p:nvGraphicFramePr>
        <p:xfrm>
          <a:off x="141249" y="10994915"/>
          <a:ext cx="4219386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BBBC4B-339D-847E-1916-FAA16A0CE647}"/>
              </a:ext>
            </a:extLst>
          </p:cNvPr>
          <p:cNvGraphicFramePr>
            <a:graphicFrameLocks noGrp="1"/>
          </p:cNvGraphicFramePr>
          <p:nvPr/>
        </p:nvGraphicFramePr>
        <p:xfrm>
          <a:off x="252811" y="7096270"/>
          <a:ext cx="4219386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7850C1-D9A9-8C7C-D3FF-93D574F330DC}"/>
                  </a:ext>
                </a:extLst>
              </p:cNvPr>
              <p:cNvSpPr txBox="1"/>
              <p:nvPr/>
            </p:nvSpPr>
            <p:spPr>
              <a:xfrm>
                <a:off x="2999628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7850C1-D9A9-8C7C-D3FF-93D574F33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28" y="5897399"/>
                <a:ext cx="937846" cy="1186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24AFEE-EF6B-7430-2506-88ABDF0A9DF4}"/>
                  </a:ext>
                </a:extLst>
              </p:cNvPr>
              <p:cNvSpPr txBox="1"/>
              <p:nvPr/>
            </p:nvSpPr>
            <p:spPr>
              <a:xfrm>
                <a:off x="866933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24AFEE-EF6B-7430-2506-88ABDF0A9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33" y="5897399"/>
                <a:ext cx="937846" cy="1186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CFA23B-BFED-83CE-BAE3-A5FC8E64B509}"/>
              </a:ext>
            </a:extLst>
          </p:cNvPr>
          <p:cNvGraphicFramePr>
            <a:graphicFrameLocks noGrp="1"/>
          </p:cNvGraphicFramePr>
          <p:nvPr/>
        </p:nvGraphicFramePr>
        <p:xfrm>
          <a:off x="4699465" y="10994915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B3DA5D-082E-E066-F862-8152D7BDB64B}"/>
              </a:ext>
            </a:extLst>
          </p:cNvPr>
          <p:cNvGraphicFramePr>
            <a:graphicFrameLocks noGrp="1"/>
          </p:cNvGraphicFramePr>
          <p:nvPr/>
        </p:nvGraphicFramePr>
        <p:xfrm>
          <a:off x="7083677" y="11022008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A87530-7964-6D54-96F8-08C668EFE7F3}"/>
                  </a:ext>
                </a:extLst>
              </p:cNvPr>
              <p:cNvSpPr txBox="1"/>
              <p:nvPr/>
            </p:nvSpPr>
            <p:spPr>
              <a:xfrm>
                <a:off x="7698751" y="9603871"/>
                <a:ext cx="879524" cy="841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399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A87530-7964-6D54-96F8-08C668EFE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751" y="9603871"/>
                <a:ext cx="879524" cy="841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9911F8-F1AF-271B-3518-9B9BDF44781B}"/>
                  </a:ext>
                </a:extLst>
              </p:cNvPr>
              <p:cNvSpPr txBox="1"/>
              <p:nvPr/>
            </p:nvSpPr>
            <p:spPr>
              <a:xfrm>
                <a:off x="10004425" y="8976991"/>
                <a:ext cx="3628878" cy="1694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9911F8-F1AF-271B-3518-9B9BDF447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425" y="8976991"/>
                <a:ext cx="3628878" cy="1694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B9795E-A509-064D-2B7A-88F441E8E8FD}"/>
              </a:ext>
            </a:extLst>
          </p:cNvPr>
          <p:cNvGraphicFramePr>
            <a:graphicFrameLocks noGrp="1"/>
          </p:cNvGraphicFramePr>
          <p:nvPr/>
        </p:nvGraphicFramePr>
        <p:xfrm>
          <a:off x="10504737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598BAA-185C-0184-9EE5-3CA3781F83C9}"/>
                  </a:ext>
                </a:extLst>
              </p:cNvPr>
              <p:cNvSpPr txBox="1"/>
              <p:nvPr/>
            </p:nvSpPr>
            <p:spPr>
              <a:xfrm>
                <a:off x="4792605" y="9559188"/>
                <a:ext cx="2128083" cy="926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598BAA-185C-0184-9EE5-3CA3781F8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605" y="9559188"/>
                <a:ext cx="2128083" cy="9261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6A0DFBC-AFC0-1AD8-D3B5-D9B12D66B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227403"/>
              </p:ext>
            </p:extLst>
          </p:nvPr>
        </p:nvGraphicFramePr>
        <p:xfrm>
          <a:off x="15865079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1EE88F0-4860-0842-9DE7-D026A5B5E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024787"/>
              </p:ext>
            </p:extLst>
          </p:nvPr>
        </p:nvGraphicFramePr>
        <p:xfrm>
          <a:off x="23829559" y="11022008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6FE64B-2A3B-EB10-E591-C6CCD4F58E16}"/>
                  </a:ext>
                </a:extLst>
              </p:cNvPr>
              <p:cNvSpPr txBox="1"/>
              <p:nvPr/>
            </p:nvSpPr>
            <p:spPr>
              <a:xfrm>
                <a:off x="14439558" y="9601200"/>
                <a:ext cx="5478183" cy="1018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5332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5332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5332" b="1" i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6FE64B-2A3B-EB10-E591-C6CCD4F58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558" y="9601200"/>
                <a:ext cx="5478183" cy="10184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9AC348-25E9-4743-5618-C303A946EB5C}"/>
                  </a:ext>
                </a:extLst>
              </p:cNvPr>
              <p:cNvSpPr txBox="1"/>
              <p:nvPr/>
            </p:nvSpPr>
            <p:spPr>
              <a:xfrm>
                <a:off x="21061104" y="9601200"/>
                <a:ext cx="7981694" cy="1018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5332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d>
                            <m:dPr>
                              <m:ctrlP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5332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5332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5332" b="1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9AC348-25E9-4743-5618-C303A946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104" y="9601200"/>
                <a:ext cx="7981694" cy="10184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ED4EEC1-61CC-327C-40EE-F2D3811A5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62409"/>
              </p:ext>
            </p:extLst>
          </p:nvPr>
        </p:nvGraphicFramePr>
        <p:xfrm>
          <a:off x="37156744" y="14020883"/>
          <a:ext cx="2628255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6C7EDB-1B0E-6FFB-D976-847B4AC43238}"/>
                  </a:ext>
                </a:extLst>
              </p:cNvPr>
              <p:cNvSpPr txBox="1"/>
              <p:nvPr/>
            </p:nvSpPr>
            <p:spPr>
              <a:xfrm>
                <a:off x="46667405" y="5085338"/>
                <a:ext cx="3336654" cy="1935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5332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5332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𝝀</m:t>
                              </m:r>
                            </m:num>
                            <m:den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sz="5332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6C7EDB-1B0E-6FFB-D976-847B4AC43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7405" y="5085338"/>
                <a:ext cx="3336654" cy="19359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6047B5-3B00-B368-09E7-88D3A226E8FF}"/>
                  </a:ext>
                </a:extLst>
              </p:cNvPr>
              <p:cNvSpPr txBox="1"/>
              <p:nvPr/>
            </p:nvSpPr>
            <p:spPr>
              <a:xfrm>
                <a:off x="11083716" y="7717488"/>
                <a:ext cx="2087686" cy="841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98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6047B5-3B00-B368-09E7-88D3A226E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716" y="7717488"/>
                <a:ext cx="2087686" cy="8413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C380267-7CC3-6C37-CDC4-80C33DF9D9FF}"/>
              </a:ext>
            </a:extLst>
          </p:cNvPr>
          <p:cNvSpPr txBox="1"/>
          <p:nvPr/>
        </p:nvSpPr>
        <p:spPr>
          <a:xfrm>
            <a:off x="5296084" y="609482"/>
            <a:ext cx="3686207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/>
              <a:t>Logistic Regression Regularized Loss Function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0F57077-A899-88BE-0726-055F624BA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31617"/>
              </p:ext>
            </p:extLst>
          </p:nvPr>
        </p:nvGraphicFramePr>
        <p:xfrm>
          <a:off x="32171100" y="11022008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F54074-F5EA-789B-F078-69C4E80EF151}"/>
                  </a:ext>
                </a:extLst>
              </p:cNvPr>
              <p:cNvSpPr txBox="1"/>
              <p:nvPr/>
            </p:nvSpPr>
            <p:spPr>
              <a:xfrm>
                <a:off x="30254934" y="7208246"/>
                <a:ext cx="6460586" cy="1018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5332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5332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5332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5332" b="1" i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nor/>
                            </m:rPr>
                            <a:rPr lang="en-US" sz="5332" b="1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F54074-F5EA-789B-F078-69C4E80EF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4934" y="7208246"/>
                <a:ext cx="6460586" cy="10184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3A0F54-B846-896E-C14F-1D696BD1D10D}"/>
                  </a:ext>
                </a:extLst>
              </p:cNvPr>
              <p:cNvSpPr txBox="1"/>
              <p:nvPr/>
            </p:nvSpPr>
            <p:spPr>
              <a:xfrm>
                <a:off x="29494380" y="8467749"/>
                <a:ext cx="7981694" cy="1018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5332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d>
                            <m:dPr>
                              <m:ctrlP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5332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5332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5332" b="1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5332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3A0F54-B846-896E-C14F-1D696BD1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380" y="8467749"/>
                <a:ext cx="7981694" cy="10184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6EDCCF-9141-8944-EFB1-67640103038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4799355" y="12051832"/>
            <a:ext cx="2357389" cy="30139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EFC859-3FB0-C597-A352-65747CB76AD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4799355" y="15065769"/>
            <a:ext cx="2357389" cy="30139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D884918-713F-2A7F-7A76-771F3B8C18B9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4799355" y="15065769"/>
            <a:ext cx="2357389" cy="10448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85BA827-B36E-EED5-09C7-D1A555B30B67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4799355" y="14253673"/>
            <a:ext cx="2357389" cy="81209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B0EC7C2-7E05-3317-666E-2B2C07AACDF0}"/>
              </a:ext>
            </a:extLst>
          </p:cNvPr>
          <p:cNvSpPr txBox="1"/>
          <p:nvPr/>
        </p:nvSpPr>
        <p:spPr>
          <a:xfrm>
            <a:off x="35465753" y="12501372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3D4199-CB73-BD29-BE84-37144E80D7D4}"/>
              </a:ext>
            </a:extLst>
          </p:cNvPr>
          <p:cNvSpPr txBox="1"/>
          <p:nvPr/>
        </p:nvSpPr>
        <p:spPr>
          <a:xfrm>
            <a:off x="35465753" y="13854672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57A5EB-7054-1AA4-1A3E-E492A9166695}"/>
              </a:ext>
            </a:extLst>
          </p:cNvPr>
          <p:cNvSpPr txBox="1"/>
          <p:nvPr/>
        </p:nvSpPr>
        <p:spPr>
          <a:xfrm>
            <a:off x="35465753" y="15109904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F7FB22-CBBB-C4E4-F32C-207F2D8676D1}"/>
              </a:ext>
            </a:extLst>
          </p:cNvPr>
          <p:cNvSpPr txBox="1"/>
          <p:nvPr/>
        </p:nvSpPr>
        <p:spPr>
          <a:xfrm>
            <a:off x="35465753" y="16110655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68A6491-D797-7D37-1FF1-23BBDDDC2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5734"/>
              </p:ext>
            </p:extLst>
          </p:nvPr>
        </p:nvGraphicFramePr>
        <p:xfrm>
          <a:off x="47021605" y="7358973"/>
          <a:ext cx="2628255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EFA005F-ACDB-36D7-EAA0-857488AAF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56907"/>
              </p:ext>
            </p:extLst>
          </p:nvPr>
        </p:nvGraphicFramePr>
        <p:xfrm>
          <a:off x="47021605" y="14063472"/>
          <a:ext cx="2628255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904F10-07D3-63A4-7082-93A0C236D126}"/>
              </a:ext>
            </a:extLst>
          </p:cNvPr>
          <p:cNvCxnSpPr>
            <a:endCxn id="45" idx="1"/>
          </p:cNvCxnSpPr>
          <p:nvPr/>
        </p:nvCxnSpPr>
        <p:spPr>
          <a:xfrm flipV="1">
            <a:off x="44437977" y="15108358"/>
            <a:ext cx="2583628" cy="123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028549B-5B2F-870A-E605-D11426A5D0EE}"/>
              </a:ext>
            </a:extLst>
          </p:cNvPr>
          <p:cNvSpPr txBox="1"/>
          <p:nvPr/>
        </p:nvSpPr>
        <p:spPr>
          <a:xfrm>
            <a:off x="45476341" y="14370555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C97E57-B467-0A59-51F5-80DB13271143}"/>
              </a:ext>
            </a:extLst>
          </p:cNvPr>
          <p:cNvCxnSpPr>
            <a:cxnSpLocks/>
          </p:cNvCxnSpPr>
          <p:nvPr/>
        </p:nvCxnSpPr>
        <p:spPr>
          <a:xfrm>
            <a:off x="48352046" y="9413739"/>
            <a:ext cx="0" cy="466344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2A05252-270F-8600-CDD1-00F4B156964F}"/>
              </a:ext>
            </a:extLst>
          </p:cNvPr>
          <p:cNvSpPr txBox="1"/>
          <p:nvPr/>
        </p:nvSpPr>
        <p:spPr>
          <a:xfrm>
            <a:off x="48487671" y="11709613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465F25E-E25D-06C8-8238-A75FD5F039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4679" y="2891923"/>
            <a:ext cx="29267096" cy="3108960"/>
          </a:xfrm>
          <a:prstGeom prst="rect">
            <a:avLst/>
          </a:prstGeom>
        </p:spPr>
      </p:pic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F1D37492-CBA0-CC5C-39AB-64A392628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36113"/>
              </p:ext>
            </p:extLst>
          </p:nvPr>
        </p:nvGraphicFramePr>
        <p:xfrm>
          <a:off x="42504465" y="14020012"/>
          <a:ext cx="2628255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CB4E8E7-3042-9EDE-0DE9-92ECF8B7DF4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9784999" y="15065769"/>
            <a:ext cx="274320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B83595-3C14-4D1E-1B32-EDD95F91BA0B}"/>
              </a:ext>
            </a:extLst>
          </p:cNvPr>
          <p:cNvSpPr txBox="1"/>
          <p:nvPr/>
        </p:nvSpPr>
        <p:spPr>
          <a:xfrm>
            <a:off x="39464779" y="14279654"/>
            <a:ext cx="3235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by m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13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BD94-FE64-4ACB-53C3-BCFEE596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D3C1DD-F1BC-2522-3652-7EE49E8C0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884594"/>
              </p:ext>
            </p:extLst>
          </p:nvPr>
        </p:nvGraphicFramePr>
        <p:xfrm>
          <a:off x="141249" y="10994915"/>
          <a:ext cx="4219386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904FF5-E1AE-FA69-DAD5-90FA06807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448219"/>
              </p:ext>
            </p:extLst>
          </p:nvPr>
        </p:nvGraphicFramePr>
        <p:xfrm>
          <a:off x="252811" y="7096270"/>
          <a:ext cx="4219386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6646-82B6-FA00-712F-12865B1BF9F7}"/>
                  </a:ext>
                </a:extLst>
              </p:cNvPr>
              <p:cNvSpPr txBox="1"/>
              <p:nvPr/>
            </p:nvSpPr>
            <p:spPr>
              <a:xfrm>
                <a:off x="2999628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6646-82B6-FA00-712F-12865B1BF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28" y="5897399"/>
                <a:ext cx="937846" cy="1186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1C777E-3141-3EF8-5212-FD0514A4A1BF}"/>
                  </a:ext>
                </a:extLst>
              </p:cNvPr>
              <p:cNvSpPr txBox="1"/>
              <p:nvPr/>
            </p:nvSpPr>
            <p:spPr>
              <a:xfrm>
                <a:off x="866933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1C777E-3141-3EF8-5212-FD0514A4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33" y="5897399"/>
                <a:ext cx="937846" cy="1186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F8A3AF-8259-79A8-34AC-D4E93FFD4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904068"/>
              </p:ext>
            </p:extLst>
          </p:nvPr>
        </p:nvGraphicFramePr>
        <p:xfrm>
          <a:off x="4699465" y="10994915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948B1D-384B-4064-AA24-64450009C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75594"/>
              </p:ext>
            </p:extLst>
          </p:nvPr>
        </p:nvGraphicFramePr>
        <p:xfrm>
          <a:off x="7083677" y="11022008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BAE88E-5075-CC62-9612-77CAC9D0305A}"/>
                  </a:ext>
                </a:extLst>
              </p:cNvPr>
              <p:cNvSpPr txBox="1"/>
              <p:nvPr/>
            </p:nvSpPr>
            <p:spPr>
              <a:xfrm>
                <a:off x="7698751" y="9603871"/>
                <a:ext cx="879524" cy="841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399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BAE88E-5075-CC62-9612-77CAC9D0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751" y="9603871"/>
                <a:ext cx="879524" cy="841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2AD130-5E89-37E6-865E-75F943466A32}"/>
                  </a:ext>
                </a:extLst>
              </p:cNvPr>
              <p:cNvSpPr txBox="1"/>
              <p:nvPr/>
            </p:nvSpPr>
            <p:spPr>
              <a:xfrm>
                <a:off x="10301546" y="8970803"/>
                <a:ext cx="3628878" cy="1694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2AD130-5E89-37E6-865E-75F94346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546" y="8970803"/>
                <a:ext cx="3628878" cy="1694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E018D8-3733-EA2A-63BC-21FDF73E3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332092"/>
              </p:ext>
            </p:extLst>
          </p:nvPr>
        </p:nvGraphicFramePr>
        <p:xfrm>
          <a:off x="10504737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6DF22-EA74-4166-6B85-47583D1029AD}"/>
                  </a:ext>
                </a:extLst>
              </p:cNvPr>
              <p:cNvSpPr txBox="1"/>
              <p:nvPr/>
            </p:nvSpPr>
            <p:spPr>
              <a:xfrm>
                <a:off x="4792605" y="9559188"/>
                <a:ext cx="2128083" cy="926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6DF22-EA74-4166-6B85-47583D10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605" y="9559188"/>
                <a:ext cx="2128083" cy="9261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0F0840-11FB-B992-A733-FA2DF870E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726273"/>
              </p:ext>
            </p:extLst>
          </p:nvPr>
        </p:nvGraphicFramePr>
        <p:xfrm>
          <a:off x="16409449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AAADCC-C1BE-B94E-5444-73422AB29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987323"/>
              </p:ext>
            </p:extLst>
          </p:nvPr>
        </p:nvGraphicFramePr>
        <p:xfrm>
          <a:off x="24112873" y="11022008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411C9-ADD6-8FE4-603E-F316AB00273A}"/>
                  </a:ext>
                </a:extLst>
              </p:cNvPr>
              <p:cNvSpPr txBox="1"/>
              <p:nvPr/>
            </p:nvSpPr>
            <p:spPr>
              <a:xfrm>
                <a:off x="15434527" y="6234294"/>
                <a:ext cx="4578076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411C9-ADD6-8FE4-603E-F316AB002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4527" y="6234294"/>
                <a:ext cx="4578076" cy="17902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F23016-D559-64F5-F462-803AA8EA7C20}"/>
                  </a:ext>
                </a:extLst>
              </p:cNvPr>
              <p:cNvSpPr txBox="1"/>
              <p:nvPr/>
            </p:nvSpPr>
            <p:spPr>
              <a:xfrm>
                <a:off x="23137962" y="6238142"/>
                <a:ext cx="4578076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F23016-D559-64F5-F462-803AA8EA7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7962" y="6238142"/>
                <a:ext cx="4578076" cy="17863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068D3C-A815-A1A2-34B0-6A922488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965240"/>
              </p:ext>
            </p:extLst>
          </p:nvPr>
        </p:nvGraphicFramePr>
        <p:xfrm>
          <a:off x="20480629" y="14156671"/>
          <a:ext cx="1719473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473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E663CA-9CE3-1A98-13E9-047497855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27773"/>
              </p:ext>
            </p:extLst>
          </p:nvPr>
        </p:nvGraphicFramePr>
        <p:xfrm>
          <a:off x="29154624" y="14156671"/>
          <a:ext cx="1629452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52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B0F74F-0B5F-0844-58E7-5524D71D6020}"/>
                  </a:ext>
                </a:extLst>
              </p:cNvPr>
              <p:cNvSpPr txBox="1"/>
              <p:nvPr/>
            </p:nvSpPr>
            <p:spPr>
              <a:xfrm>
                <a:off x="14856252" y="8489338"/>
                <a:ext cx="5632437" cy="2328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B0F74F-0B5F-0844-58E7-5524D71D6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252" y="8489338"/>
                <a:ext cx="5632437" cy="2328266"/>
              </a:xfrm>
              <a:prstGeom prst="rect">
                <a:avLst/>
              </a:prstGeom>
              <a:blipFill>
                <a:blip r:embed="rId9"/>
                <a:stretch>
                  <a:fillRect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EAB7E0-A459-E1C9-0A9B-D4BD13B7C474}"/>
                  </a:ext>
                </a:extLst>
              </p:cNvPr>
              <p:cNvSpPr txBox="1"/>
              <p:nvPr/>
            </p:nvSpPr>
            <p:spPr>
              <a:xfrm>
                <a:off x="21939855" y="8573334"/>
                <a:ext cx="7047934" cy="2328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5332" b="1" dirty="0"/>
                            <m:t>. </m:t>
                          </m:r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5332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EAB7E0-A459-E1C9-0A9B-D4BD13B7C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855" y="8573334"/>
                <a:ext cx="7047934" cy="23282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17C9041-1A0D-FE0B-F08B-C006F30A7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39189"/>
              </p:ext>
            </p:extLst>
          </p:nvPr>
        </p:nvGraphicFramePr>
        <p:xfrm>
          <a:off x="33197572" y="13084690"/>
          <a:ext cx="2628255" cy="417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02518-50AC-D6F9-C8FE-FC7875E6C6DA}"/>
                  </a:ext>
                </a:extLst>
              </p:cNvPr>
              <p:cNvSpPr txBox="1"/>
              <p:nvPr/>
            </p:nvSpPr>
            <p:spPr>
              <a:xfrm>
                <a:off x="31764566" y="9214156"/>
                <a:ext cx="5478184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02518-50AC-D6F9-C8FE-FC7875E6C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4566" y="9214156"/>
                <a:ext cx="5478184" cy="17902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684CB3-DE99-6ED4-738F-4F97EF8F919E}"/>
                  </a:ext>
                </a:extLst>
              </p:cNvPr>
              <p:cNvSpPr txBox="1"/>
              <p:nvPr/>
            </p:nvSpPr>
            <p:spPr>
              <a:xfrm>
                <a:off x="31769091" y="11298861"/>
                <a:ext cx="5478184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684CB3-DE99-6ED4-738F-4F97EF8F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9091" y="11298861"/>
                <a:ext cx="5478184" cy="17863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5B4D64E-C641-2FD5-D2C9-69F765533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660301"/>
              </p:ext>
            </p:extLst>
          </p:nvPr>
        </p:nvGraphicFramePr>
        <p:xfrm>
          <a:off x="42158163" y="13111783"/>
          <a:ext cx="2628255" cy="417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83743B-A0EA-F3EE-3A83-125B50102EA9}"/>
                  </a:ext>
                </a:extLst>
              </p:cNvPr>
              <p:cNvSpPr txBox="1"/>
              <p:nvPr/>
            </p:nvSpPr>
            <p:spPr>
              <a:xfrm>
                <a:off x="39884045" y="9132016"/>
                <a:ext cx="6993481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83743B-A0EA-F3EE-3A83-125B50102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4045" y="9132016"/>
                <a:ext cx="6993481" cy="17902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603258-92B9-5049-3FEF-E2BDF0126064}"/>
                  </a:ext>
                </a:extLst>
              </p:cNvPr>
              <p:cNvSpPr txBox="1"/>
              <p:nvPr/>
            </p:nvSpPr>
            <p:spPr>
              <a:xfrm>
                <a:off x="39014894" y="11174106"/>
                <a:ext cx="10232077" cy="1935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5332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f>
                            <m:fPr>
                              <m:ctrlPr>
                                <a:rPr lang="en-US" sz="5332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𝝀</m:t>
                              </m:r>
                            </m:num>
                            <m:den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603258-92B9-5049-3FEF-E2BDF0126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4894" y="11174106"/>
                <a:ext cx="10232077" cy="19359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EB608-4247-22BC-6DBE-769E4513FF77}"/>
                  </a:ext>
                </a:extLst>
              </p:cNvPr>
              <p:cNvSpPr txBox="1"/>
              <p:nvPr/>
            </p:nvSpPr>
            <p:spPr>
              <a:xfrm>
                <a:off x="11083716" y="7717488"/>
                <a:ext cx="2087686" cy="841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98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EB608-4247-22BC-6DBE-769E4513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716" y="7717488"/>
                <a:ext cx="2087686" cy="8413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9F212EE-C1E6-F0A4-F4C7-A2FB751B3C17}"/>
              </a:ext>
            </a:extLst>
          </p:cNvPr>
          <p:cNvSpPr txBox="1"/>
          <p:nvPr/>
        </p:nvSpPr>
        <p:spPr>
          <a:xfrm>
            <a:off x="1181249" y="609482"/>
            <a:ext cx="4842479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/>
              <a:t>Logistic Regression Regularized Gradient Descent workbook</a:t>
            </a:r>
          </a:p>
        </p:txBody>
      </p:sp>
    </p:spTree>
    <p:extLst>
      <p:ext uri="{BB962C8B-B14F-4D97-AF65-F5344CB8AC3E}">
        <p14:creationId xmlns:p14="http://schemas.microsoft.com/office/powerpoint/2010/main" val="10645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137</Words>
  <Application>Microsoft Office PowerPoint</Application>
  <PresentationFormat>Custom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6</cp:revision>
  <dcterms:created xsi:type="dcterms:W3CDTF">2025-02-20T07:36:12Z</dcterms:created>
  <dcterms:modified xsi:type="dcterms:W3CDTF">2025-03-05T09:53:01Z</dcterms:modified>
</cp:coreProperties>
</file>