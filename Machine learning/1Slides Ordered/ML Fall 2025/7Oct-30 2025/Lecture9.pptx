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6.xml" ContentType="application/vnd.openxmlformats-officedocument.theme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7.xml" ContentType="application/vnd.openxmlformats-officedocument.theme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theme/theme8.xml" ContentType="application/vnd.openxmlformats-officedocument.theme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2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notesSlides/notesSlide3.xml" ContentType="application/vnd.openxmlformats-officedocument.presentationml.notesSlide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ink/ink70.xml" ContentType="application/inkml+xml"/>
  <Override PartName="/ppt/notesSlides/notesSlide4.xml" ContentType="application/vnd.openxmlformats-officedocument.presentationml.notesSlide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ink/ink71.xml" ContentType="application/inkml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ink/ink72.xml" ContentType="application/inkml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ink/ink73.xml" ContentType="application/inkml+xml"/>
  <Override PartName="/ppt/notesSlides/notesSlide5.xml" ContentType="application/vnd.openxmlformats-officedocument.presentationml.notesSlide+xml"/>
  <Override PartName="/ppt/tags/tag420.xml" ContentType="application/vnd.openxmlformats-officedocument.presentationml.tags+xml"/>
  <Override PartName="/ppt/ink/ink74.xml" ContentType="application/inkml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ink/ink75.xml" ContentType="application/inkml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ink/ink76.xml" ContentType="application/inkml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notesSlides/notesSlide6.xml" ContentType="application/vnd.openxmlformats-officedocument.presentationml.notesSlide+xml"/>
  <Override PartName="/ppt/ink/ink77.xml" ContentType="application/inkml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708" r:id="rId2"/>
    <p:sldMasterId id="2147483722" r:id="rId3"/>
    <p:sldMasterId id="2147483735" r:id="rId4"/>
    <p:sldMasterId id="2147483748" r:id="rId5"/>
    <p:sldMasterId id="2147483761" r:id="rId6"/>
    <p:sldMasterId id="2147483774" r:id="rId7"/>
    <p:sldMasterId id="2147483787" r:id="rId8"/>
    <p:sldMasterId id="2147483800" r:id="rId9"/>
  </p:sldMasterIdLst>
  <p:notesMasterIdLst>
    <p:notesMasterId r:id="rId76"/>
  </p:notesMasterIdLst>
  <p:sldIdLst>
    <p:sldId id="367" r:id="rId10"/>
    <p:sldId id="460" r:id="rId11"/>
    <p:sldId id="461" r:id="rId12"/>
    <p:sldId id="465" r:id="rId13"/>
    <p:sldId id="466" r:id="rId14"/>
    <p:sldId id="467" r:id="rId15"/>
    <p:sldId id="505" r:id="rId16"/>
    <p:sldId id="506" r:id="rId17"/>
    <p:sldId id="507" r:id="rId18"/>
    <p:sldId id="508" r:id="rId19"/>
    <p:sldId id="509" r:id="rId20"/>
    <p:sldId id="510" r:id="rId21"/>
    <p:sldId id="511" r:id="rId22"/>
    <p:sldId id="513" r:id="rId23"/>
    <p:sldId id="512" r:id="rId24"/>
    <p:sldId id="515" r:id="rId25"/>
    <p:sldId id="518" r:id="rId26"/>
    <p:sldId id="517" r:id="rId27"/>
    <p:sldId id="516" r:id="rId28"/>
    <p:sldId id="519" r:id="rId29"/>
    <p:sldId id="520" r:id="rId30"/>
    <p:sldId id="521" r:id="rId31"/>
    <p:sldId id="522" r:id="rId32"/>
    <p:sldId id="523" r:id="rId33"/>
    <p:sldId id="524" r:id="rId34"/>
    <p:sldId id="525" r:id="rId35"/>
    <p:sldId id="527" r:id="rId36"/>
    <p:sldId id="528" r:id="rId37"/>
    <p:sldId id="529" r:id="rId38"/>
    <p:sldId id="530" r:id="rId39"/>
    <p:sldId id="531" r:id="rId40"/>
    <p:sldId id="533" r:id="rId41"/>
    <p:sldId id="532" r:id="rId42"/>
    <p:sldId id="469" r:id="rId43"/>
    <p:sldId id="491" r:id="rId44"/>
    <p:sldId id="492" r:id="rId45"/>
    <p:sldId id="534" r:id="rId46"/>
    <p:sldId id="536" r:id="rId47"/>
    <p:sldId id="537" r:id="rId48"/>
    <p:sldId id="538" r:id="rId49"/>
    <p:sldId id="540" r:id="rId50"/>
    <p:sldId id="539" r:id="rId51"/>
    <p:sldId id="541" r:id="rId52"/>
    <p:sldId id="542" r:id="rId53"/>
    <p:sldId id="543" r:id="rId54"/>
    <p:sldId id="544" r:id="rId55"/>
    <p:sldId id="545" r:id="rId56"/>
    <p:sldId id="546" r:id="rId57"/>
    <p:sldId id="547" r:id="rId58"/>
    <p:sldId id="548" r:id="rId59"/>
    <p:sldId id="549" r:id="rId60"/>
    <p:sldId id="550" r:id="rId61"/>
    <p:sldId id="551" r:id="rId62"/>
    <p:sldId id="535" r:id="rId63"/>
    <p:sldId id="495" r:id="rId64"/>
    <p:sldId id="482" r:id="rId65"/>
    <p:sldId id="478" r:id="rId66"/>
    <p:sldId id="483" r:id="rId67"/>
    <p:sldId id="484" r:id="rId68"/>
    <p:sldId id="496" r:id="rId69"/>
    <p:sldId id="497" r:id="rId70"/>
    <p:sldId id="498" r:id="rId71"/>
    <p:sldId id="499" r:id="rId72"/>
    <p:sldId id="500" r:id="rId73"/>
    <p:sldId id="489" r:id="rId74"/>
    <p:sldId id="490" r:id="rId75"/>
  </p:sldIdLst>
  <p:sldSz cx="9144000" cy="5143500" type="screen16x9"/>
  <p:notesSz cx="6858000" cy="9144000"/>
  <p:custDataLst>
    <p:tags r:id="rId7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FF33CC"/>
    <a:srgbClr val="0000FF"/>
    <a:srgbClr val="00FFFF"/>
    <a:srgbClr val="993366"/>
    <a:srgbClr val="CCFF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31" autoAdjust="0"/>
    <p:restoredTop sz="99822" autoAdjust="0"/>
  </p:normalViewPr>
  <p:slideViewPr>
    <p:cSldViewPr>
      <p:cViewPr varScale="1">
        <p:scale>
          <a:sx n="109" d="100"/>
          <a:sy n="109" d="100"/>
        </p:scale>
        <p:origin x="878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55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7.xml"/><Relationship Id="rId21" Type="http://schemas.openxmlformats.org/officeDocument/2006/relationships/slide" Target="slides/slide12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63" Type="http://schemas.openxmlformats.org/officeDocument/2006/relationships/slide" Target="slides/slide54.xml"/><Relationship Id="rId68" Type="http://schemas.openxmlformats.org/officeDocument/2006/relationships/slide" Target="slides/slide59.xml"/><Relationship Id="rId16" Type="http://schemas.openxmlformats.org/officeDocument/2006/relationships/slide" Target="slides/slide7.xml"/><Relationship Id="rId11" Type="http://schemas.openxmlformats.org/officeDocument/2006/relationships/slide" Target="slides/slide2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53" Type="http://schemas.openxmlformats.org/officeDocument/2006/relationships/slide" Target="slides/slide44.xml"/><Relationship Id="rId58" Type="http://schemas.openxmlformats.org/officeDocument/2006/relationships/slide" Target="slides/slide49.xml"/><Relationship Id="rId74" Type="http://schemas.openxmlformats.org/officeDocument/2006/relationships/slide" Target="slides/slide65.xml"/><Relationship Id="rId79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2.xml"/><Relationship Id="rId19" Type="http://schemas.openxmlformats.org/officeDocument/2006/relationships/slide" Target="slides/slide10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56" Type="http://schemas.openxmlformats.org/officeDocument/2006/relationships/slide" Target="slides/slide47.xml"/><Relationship Id="rId64" Type="http://schemas.openxmlformats.org/officeDocument/2006/relationships/slide" Target="slides/slide55.xml"/><Relationship Id="rId69" Type="http://schemas.openxmlformats.org/officeDocument/2006/relationships/slide" Target="slides/slide60.xml"/><Relationship Id="rId77" Type="http://schemas.openxmlformats.org/officeDocument/2006/relationships/tags" Target="tags/tag1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2.xml"/><Relationship Id="rId72" Type="http://schemas.openxmlformats.org/officeDocument/2006/relationships/slide" Target="slides/slide63.xml"/><Relationship Id="rId80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slide" Target="slides/slide50.xml"/><Relationship Id="rId67" Type="http://schemas.openxmlformats.org/officeDocument/2006/relationships/slide" Target="slides/slide58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62" Type="http://schemas.openxmlformats.org/officeDocument/2006/relationships/slide" Target="slides/slide53.xml"/><Relationship Id="rId70" Type="http://schemas.openxmlformats.org/officeDocument/2006/relationships/slide" Target="slides/slide61.xml"/><Relationship Id="rId75" Type="http://schemas.openxmlformats.org/officeDocument/2006/relationships/slide" Target="slides/slide66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slide" Target="slides/slide48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openxmlformats.org/officeDocument/2006/relationships/slide" Target="slides/slide51.xml"/><Relationship Id="rId65" Type="http://schemas.openxmlformats.org/officeDocument/2006/relationships/slide" Target="slides/slide56.xml"/><Relationship Id="rId73" Type="http://schemas.openxmlformats.org/officeDocument/2006/relationships/slide" Target="slides/slide64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9" Type="http://schemas.openxmlformats.org/officeDocument/2006/relationships/slide" Target="slides/slide30.xml"/><Relationship Id="rId34" Type="http://schemas.openxmlformats.org/officeDocument/2006/relationships/slide" Target="slides/slide25.xml"/><Relationship Id="rId50" Type="http://schemas.openxmlformats.org/officeDocument/2006/relationships/slide" Target="slides/slide41.xml"/><Relationship Id="rId55" Type="http://schemas.openxmlformats.org/officeDocument/2006/relationships/slide" Target="slides/slide46.xml"/><Relationship Id="rId76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2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24" Type="http://schemas.openxmlformats.org/officeDocument/2006/relationships/slide" Target="slides/slide15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66" Type="http://schemas.openxmlformats.org/officeDocument/2006/relationships/slide" Target="slides/slide5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6:32:24.3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13699 1 24575,'-2'300'0,"5"304"0,33-234 0,-18-236 0,1 175 0,-21 1251 0,3-857 0,8-527 0,1 8 0,-9-148 0,0-22 0,-1 0 0,0 0 0,-1 0 0,-3 14 0,4-24 0,-1-1 0,0 1 0,0-1 0,-1 0 0,1 1 0,-1-1 0,1 0 0,-1 0 0,0 0 0,0 0 0,-1 0 0,1 0 0,-1-1 0,1 1 0,-1-1 0,0 0 0,0 1 0,0-1 0,0 0 0,-4 1 0,-150 58 0,65-29 0,44-15 0,-1-2 0,-1-3 0,-60 8 0,50-12 0,-553 80 0,-69-15 0,-2-58 0,-1982-15 0,2266 28 0,79-2 0,-404 22 0,-501-21 0,847-29 0,-3041 2 0,3121 19 0,14 0 0,77-11 0,-27 1 0,-739-9 0,948-5 0,25 5 0,1 0 0,0-1 0,-1 1 0,1 0 0,0-1 0,0 1 0,-1 0 0,1-1 0,0 1 0,0 0 0,-1-1 0,1 1 0,0 0 0,0-1 0,0 1 0,0-1 0,0 1 0,0 0 0,0-1 0,-1 1 0,1-1 0,0 1 0,0 0 0,0-1 0,1 1 0,-1-1 0,0 1 0,0-1 0,0 1 0,0 0 0,1-1 0,2-4 0,0 0 0,0 0 0,1 1 0,0-1 0,0 1 0,5-4 0,-3 1 0,43-40 0,-19 20 0,-1-1 0,-2-2 0,30-41 0,-52 64 0,-1-1 0,0 0 0,0 1 0,0-1 0,-1 0 0,-1-1 0,1 1 0,-1-1 0,1-14 0,-3 23 0,0-1 0,-1 1 0,1 0 0,0 0 0,0 0 0,-1-1 0,1 1 0,0 0 0,0 0 0,-1 0 0,1 0 0,0 0 0,-1-1 0,1 1 0,0 0 0,-1 0 0,1 0 0,0 0 0,-1 0 0,1 0 0,0 0 0,-1 0 0,1 0 0,0 0 0,-1 1 0,1-1 0,0 0 0,0 0 0,-1 0 0,1 0 0,0 0 0,-1 0 0,1 1 0,0-1 0,0 0 0,-1 0 0,1 0 0,0 1 0,0-1 0,0 0 0,-1 0 0,1 1 0,0-1 0,0 0 0,0 1 0,0-1 0,-1 1 0,-13 12 0,-33 36 0,8-8 0,1 2 0,-35 51 0,45-63 0,24-28 0,0 0 0,0 1 0,0 0 0,0 0 0,1 0 0,0 1 0,0-1 0,0 1 0,-4 8 0,8-11 0,-1 0 0,0 0 0,0 0 0,1 0 0,-1 0 0,1 0 0,-1 0 0,1 0 0,0-1 0,0 1 0,0 0 0,0 0 0,0 0 0,0-1 0,0 1 0,3 2 0,31 32 0,-20-20 0,-2-2 0,3 3 0,0 2 0,-1 0 0,-1 0 0,-1 1 0,11 24 0,30 50-1365,-49-82-5461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6:33:39.9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23851,'0'7604'0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6:33:45.9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12304 1 24260,'-12303'0'0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6:33:49.4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0 304 24575,'6'-3'0,"1"1"0,-1-1 0,0 1 0,0-2 0,-1 1 0,1-1 0,-1 0 0,0 0 0,1 0 0,6-9 0,-1 3 0,38-36 0,58-71 0,-60 64 0,-32 30-1365,-14 15-5461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6:33:51.1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24575,'2'1'0,"1"-1"0,-1 1 0,0 0 0,0-1 0,1 1 0,-1 0 0,0 0 0,0 1 0,0-1 0,0 0 0,0 1 0,-1-1 0,1 1 0,0-1 0,-1 1 0,3 3 0,26 36 0,-18-23 0,3 4-195,1-1 0,1-1 0,1 0 0,1-2 0,1 0 0,35 25 0,-41-36-6631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06.432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112 0 24575,'-4'3'0,"0"-1"0,1 1 0,-1 0 0,0 1 0,1-1 0,0 1 0,0-1 0,0 1 0,1 0 0,-1 0 0,1 0 0,-3 7 0,2-6 0,-9 19 0,2 0 0,0 0 0,-7 31 0,10-32 0,5-13-85,-1-1 0,2 1-1,-1 0 1,1 0 0,1-1-1,0 1 1,0 0 0,1 0-1,0 0 1,1-1 0,0 1-1,0-1 1,1 1 0,1-1-1,6 15 1,-4-14-6741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07.744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23 0 24575,'-10'107'0,"5"-74"0,0 45 0,6-66-89,-5 24-1187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08.581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0.897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2 0 24575,'5'7'0,"1"0"0,-1 0 0,0 1 0,0-1 0,-1 1 0,0 0 0,-1 0 0,1 1 0,-2-1 0,1 1 0,-1 0 0,2 16 0,-1 11 0,-3 68 0,-1-54 0,0-35 30,0 1 0,-1 0 0,-4 18 0,5-28-165,-1 0 0,0 0 0,0-1 0,0 1 0,-1 0 0,1-1 0,-2 1 0,1-1 0,0 0 0,-9 9 0,3-6-6691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3.107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73 1 24575,'-2'4'0,"-1"-1"0,1 1 0,0 0 0,0 0 0,0 1 0,1-1 0,-1 0 0,1 1 0,0-1 0,-1 9 0,-6 22 0,-1-17 0,2 1 0,0-1 0,2 2 0,0-1 0,1 1 0,0 0 0,2-1 0,0 1 0,2 26 0,2-40-6,0 0 0,0-1 0,0 1-1,1-1 1,0 1 0,0-1 0,0 0 0,0 0-1,1-1 1,0 1 0,0-1 0,6 6 0,8 10-1279,-6-5-5541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4.170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19 1 24575,'0'6'0,"0"5"0,0 4 0,-3 3 0,-1 1 0,0 0 0,1 0 0,1 1 0,0-1 0,2-1 0,-1 1 0,1-1 0,0-3-8191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4.906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1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6.761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0 24575,'6'1'0,"-1"0"0,0 0 0,1 0 0,-1 1 0,0 0 0,1 0 0,-1 1 0,-1-1 0,1 1 0,0 0 0,0 0 0,-1 1 0,0-1 0,0 1 0,0 0 0,0 0 0,0 1 0,3 5 0,0 0 0,0 0 0,-1 0 0,0 1 0,0-1 0,-1 2 0,-1-1 0,5 17 0,-5-1 0,-2 0 0,0 1 0,-2-1 0,-6 50 0,5-69 10,-1 0 0,0-1 0,0 1 0,-1-1 0,0 1 0,-1-1 0,1 0 0,-1 0 0,-1 0 0,1-1 0,-6 7 0,-3 2-381,-1-1-1,0 0 1,-21 15 0,24-21-6455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06.432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112 0 24575,'-4'3'0,"0"-1"0,1 1 0,-1 0 0,0 1 0,1-1 0,0 1 0,0-1 0,0 1 0,1 0 0,-1 0 0,1 0 0,-3 7 0,2-6 0,-9 19 0,2 0 0,0 0 0,-7 31 0,10-32 0,5-13-85,-1-1 0,2 1-1,-1 0 1,1 0 0,1-1-1,0 1 1,0 0 0,1 0-1,0 0 1,1-1 0,0 1-1,0-1 1,1 1 0,1-1-1,6 15 1,-4-14-6741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07.744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23 0 24575,'-10'107'0,"5"-74"0,0 45 0,6-66-89,-5 24-1187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08.581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 0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0.897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2 0 24575,'5'7'0,"1"0"0,-1 0 0,0 1 0,0-1 0,-1 1 0,0 0 0,-1 0 0,1 1 0,-2-1 0,1 1 0,-1 0 0,2 16 0,-1 11 0,-3 68 0,-1-54 0,0-35 30,0 1 0,-1 0 0,-4 18 0,5-28-165,-1 0 0,0 0 0,0-1 0,0 1 0,-1 0 0,1-1 0,-2 1 0,1-1 0,0 0 0,-9 9 0,3-6-6691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3.107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73 1 24575,'-2'4'0,"-1"-1"0,1 1 0,0 0 0,0 0 0,0 1 0,1-1 0,-1 0 0,1 1 0,0-1 0,-1 9 0,-6 22 0,-1-17 0,2 1 0,0-1 0,2 2 0,0-1 0,1 1 0,0 0 0,2-1 0,0 1 0,2 26 0,2-40-6,0 0 0,0-1 0,0 1-1,1-1 1,0 1 0,0-1 0,0 0 0,0 0-1,1-1 1,0 1 0,0-1 0,6 6 0,8 10-1279,-6-5-5541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4.170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19 1 24575,'0'6'0,"0"5"0,0 4 0,-3 3 0,-1 1 0,0 0 0,1 0 0,1 1 0,0-1 0,2-1 0,-1 1 0,1-1 0,0-3-8191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4.906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1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6.761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0 24575,'6'1'0,"-1"0"0,0 0 0,1 0 0,-1 1 0,0 0 0,1 0 0,-1 1 0,-1-1 0,1 1 0,0 0 0,0 0 0,-1 1 0,0-1 0,0 1 0,0 0 0,0 0 0,0 1 0,3 5 0,0 0 0,0 0 0,-1 0 0,0 1 0,0-1 0,-1 2 0,-1-1 0,5 17 0,-5-1 0,-2 0 0,0 1 0,-2-1 0,-6 50 0,5-69 10,-1 0 0,0-1 0,0 1 0,-1-1 0,0 1 0,-1-1 0,1 0 0,-1 0 0,-1 0 0,1-1 0,-6 7 0,-3 2-381,-1-1-1,0 0 1,-21 15 0,24-21-6455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06.432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112 0 24575,'-4'3'0,"0"-1"0,1 1 0,-1 0 0,0 1 0,1-1 0,0 1 0,0-1 0,0 1 0,1 0 0,-1 0 0,1 0 0,-3 7 0,2-6 0,-9 19 0,2 0 0,0 0 0,-7 31 0,10-32 0,5-13-85,-1-1 0,2 1-1,-1 0 1,1 0 0,1-1-1,0 1 1,0 0 0,1 0-1,0 0 1,1-1 0,0 1-1,0-1 1,1 1 0,1-1-1,6 15 1,-4-14-6741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07.744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23 0 24575,'-10'107'0,"5"-74"0,0 45 0,6-66-89,-5 24-1187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08.581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 0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0.897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2 0 24575,'5'7'0,"1"0"0,-1 0 0,0 1 0,0-1 0,-1 1 0,0 0 0,-1 0 0,1 1 0,-2-1 0,1 1 0,-1 0 0,2 16 0,-1 11 0,-3 68 0,-1-54 0,0-35 30,0 1 0,-1 0 0,-4 18 0,5-28-165,-1 0 0,0 0 0,0-1 0,0 1 0,-1 0 0,1-1 0,-2 1 0,1-1 0,0 0 0,-9 9 0,3-6-6691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3.107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73 1 24575,'-2'4'0,"-1"-1"0,1 1 0,0 0 0,0 0 0,0 1 0,1-1 0,-1 0 0,1 1 0,0-1 0,-1 9 0,-6 22 0,-1-17 0,2 1 0,0-1 0,2 2 0,0-1 0,1 1 0,0 0 0,2-1 0,0 1 0,2 26 0,2-40-6,0 0 0,0-1 0,0 1-1,1-1 1,0 1 0,0-1 0,0 0 0,0 0-1,1-1 1,0 1 0,0-1 0,6 6 0,8 10-1279,-6-5-5541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4.170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19 1 24575,'0'6'0,"0"5"0,0 4 0,-3 3 0,-1 1 0,0 0 0,1 0 0,1 1 0,0-1 0,2-1 0,-1 1 0,1-1 0,0-3-8191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4.906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1 24575,'0'0'-8191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6.761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0 24575,'6'1'0,"-1"0"0,0 0 0,1 0 0,-1 1 0,0 0 0,1 0 0,-1 1 0,-1-1 0,1 1 0,0 0 0,0 0 0,-1 1 0,0-1 0,0 1 0,0 0 0,0 0 0,0 1 0,3 5 0,0 0 0,0 0 0,-1 0 0,0 1 0,0-1 0,-1 2 0,-1-1 0,5 17 0,-5-1 0,-2 0 0,0 1 0,-2-1 0,-6 50 0,5-69 10,-1 0 0,0-1 0,0 1 0,-1-1 0,0 1 0,-1-1 0,1 0 0,-1 0 0,-1 0 0,1-1 0,-6 7 0,-3 2-381,-1-1-1,0 0 1,-21 15 0,24-21-6455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06.432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112 0 24575,'-4'3'0,"0"-1"0,1 1 0,-1 0 0,0 1 0,1-1 0,0 1 0,0-1 0,0 1 0,1 0 0,-1 0 0,1 0 0,-3 7 0,2-6 0,-9 19 0,2 0 0,0 0 0,-7 31 0,10-32 0,5-13-85,-1-1 0,2 1-1,-1 0 1,1 0 0,1-1-1,0 1 1,0 0 0,1 0-1,0 0 1,1-1 0,0 1-1,0-1 1,1 1 0,1-1-1,6 15 1,-4-14-6741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07.744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23 0 24575,'-10'107'0,"5"-74"0,0 45 0,6-66-89,-5 24-1187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08.581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 0 24575,'0'0'-8191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0.897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2 0 24575,'5'7'0,"1"0"0,-1 0 0,0 1 0,0-1 0,-1 1 0,0 0 0,-1 0 0,1 1 0,-2-1 0,1 1 0,-1 0 0,2 16 0,-1 11 0,-3 68 0,-1-54 0,0-35 30,0 1 0,-1 0 0,-4 18 0,5-28-165,-1 0 0,0 0 0,0-1 0,0 1 0,-1 0 0,1-1 0,-2 1 0,1-1 0,0 0 0,-9 9 0,3-6-6691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3.107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73 1 24575,'-2'4'0,"-1"-1"0,1 1 0,0 0 0,0 0 0,0 1 0,1-1 0,-1 0 0,1 1 0,0-1 0,-1 9 0,-6 22 0,-1-17 0,2 1 0,0-1 0,2 2 0,0-1 0,1 1 0,0 0 0,2-1 0,0 1 0,2 26 0,2-40-6,0 0 0,0-1 0,0 1-1,1-1 1,0 1 0,0-1 0,0 0 0,0 0-1,1-1 1,0 1 0,0-1 0,6 6 0,8 10-1279,-6-5-5541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4.170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19 1 24575,'0'6'0,"0"5"0,0 4 0,-3 3 0,-1 1 0,0 0 0,1 0 0,1 1 0,0-1 0,2-1 0,-1 1 0,1-1 0,0-3-8191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4.906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1 24575,'0'0'-8191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6.761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0 24575,'6'1'0,"-1"0"0,0 0 0,1 0 0,-1 1 0,0 0 0,1 0 0,-1 1 0,-1-1 0,1 1 0,0 0 0,0 0 0,-1 1 0,0-1 0,0 1 0,0 0 0,0 0 0,0 1 0,3 5 0,0 0 0,0 0 0,-1 0 0,0 1 0,0-1 0,-1 2 0,-1-1 0,5 17 0,-5-1 0,-2 0 0,0 1 0,-2-1 0,-6 50 0,5-69 10,-1 0 0,0-1 0,0 1 0,-1-1 0,0 1 0,-1-1 0,1 0 0,-1 0 0,-1 0 0,1-1 0,-6 7 0,-3 2-381,-1-1-1,0 0 1,-21 15 0,24-21-6455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06.432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112 0 24575,'-4'3'0,"0"-1"0,1 1 0,-1 0 0,0 1 0,1-1 0,0 1 0,0-1 0,0 1 0,1 0 0,-1 0 0,1 0 0,-3 7 0,2-6 0,-9 19 0,2 0 0,0 0 0,-7 31 0,10-32 0,5-13-85,-1-1 0,2 1-1,-1 0 1,1 0 0,1-1-1,0 1 1,0 0 0,1 0-1,0 0 1,1-1 0,0 1-1,0-1 1,1 1 0,1-1-1,6 15 1,-4-14-6741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07.744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23 0 24575,'-10'107'0,"5"-74"0,0 45 0,6-66-89,-5 24-1187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08.581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 0 24575,'0'0'-8191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0.897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2 0 24575,'5'7'0,"1"0"0,-1 0 0,0 1 0,0-1 0,-1 1 0,0 0 0,-1 0 0,1 1 0,-2-1 0,1 1 0,-1 0 0,2 16 0,-1 11 0,-3 68 0,-1-54 0,0-35 30,0 1 0,-1 0 0,-4 18 0,5-28-165,-1 0 0,0 0 0,0-1 0,0 1 0,-1 0 0,1-1 0,-2 1 0,1-1 0,0 0 0,-9 9 0,3-6-6691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3.107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73 1 24575,'-2'4'0,"-1"-1"0,1 1 0,0 0 0,0 0 0,0 1 0,1-1 0,-1 0 0,1 1 0,0-1 0,-1 9 0,-6 22 0,-1-17 0,2 1 0,0-1 0,2 2 0,0-1 0,1 1 0,0 0 0,2-1 0,0 1 0,2 26 0,2-40-6,0 0 0,0-1 0,0 1-1,1-1 1,0 1 0,0-1 0,0 0 0,0 0-1,1-1 1,0 1 0,0-1 0,6 6 0,8 10-1279,-6-5-5541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4.170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19 1 24575,'0'6'0,"0"5"0,0 4 0,-3 3 0,-1 1 0,0 0 0,1 0 0,1 1 0,0-1 0,2-1 0,-1 1 0,1-1 0,0-3-8191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4.906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1 24575,'0'0'-8191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6.761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0 24575,'6'1'0,"-1"0"0,0 0 0,1 0 0,-1 1 0,0 0 0,1 0 0,-1 1 0,-1-1 0,1 1 0,0 0 0,0 0 0,-1 1 0,0-1 0,0 1 0,0 0 0,0 0 0,0 1 0,3 5 0,0 0 0,0 0 0,-1 0 0,0 1 0,0-1 0,-1 2 0,-1-1 0,5 17 0,-5-1 0,-2 0 0,0 1 0,-2-1 0,-6 50 0,5-69 10,-1 0 0,0-1 0,0 1 0,-1-1 0,0 1 0,-1-1 0,1 0 0,-1 0 0,-1 0 0,1-1 0,-6 7 0,-3 2-381,-1-1-1,0 0 1,-21 15 0,24-21-6455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06.432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112 0 24575,'-4'3'0,"0"-1"0,1 1 0,-1 0 0,0 1 0,1-1 0,0 1 0,0-1 0,0 1 0,1 0 0,-1 0 0,1 0 0,-3 7 0,2-6 0,-9 19 0,2 0 0,0 0 0,-7 31 0,10-32 0,5-13-85,-1-1 0,2 1-1,-1 0 1,1 0 0,1-1-1,0 1 1,0 0 0,1 0-1,0 0 1,1-1 0,0 1-1,0-1 1,1 1 0,1-1-1,6 15 1,-4-14-6741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07.744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23 0 24575,'-10'107'0,"5"-74"0,0 45 0,6-66-89,-5 24-1187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08.581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 0 24575,'0'0'-8191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0.897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2 0 24575,'5'7'0,"1"0"0,-1 0 0,0 1 0,0-1 0,-1 1 0,0 0 0,-1 0 0,1 1 0,-2-1 0,1 1 0,-1 0 0,2 16 0,-1 11 0,-3 68 0,-1-54 0,0-35 30,0 1 0,-1 0 0,-4 18 0,5-28-165,-1 0 0,0 0 0,0-1 0,0 1 0,-1 0 0,1-1 0,-2 1 0,1-1 0,0 0 0,-9 9 0,3-6-6691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3.107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73 1 24575,'-2'4'0,"-1"-1"0,1 1 0,0 0 0,0 0 0,0 1 0,1-1 0,-1 0 0,1 1 0,0-1 0,-1 9 0,-6 22 0,-1-17 0,2 1 0,0-1 0,2 2 0,0-1 0,1 1 0,0 0 0,2-1 0,0 1 0,2 26 0,2-40-6,0 0 0,0-1 0,0 1-1,1-1 1,0 1 0,0-1 0,0 0 0,0 0-1,1-1 1,0 1 0,0-1 0,6 6 0,8 10-1279,-6-5-5541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4.170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19 1 24575,'0'6'0,"0"5"0,0 4 0,-3 3 0,-1 1 0,0 0 0,1 0 0,1 1 0,0-1 0,2-1 0,-1 1 0,1-1 0,0-3-8191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4.906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1 24575,'0'0'-8191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6.761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0 24575,'6'1'0,"-1"0"0,0 0 0,1 0 0,-1 1 0,0 0 0,1 0 0,-1 1 0,-1-1 0,1 1 0,0 0 0,0 0 0,-1 1 0,0-1 0,0 1 0,0 0 0,0 0 0,0 1 0,3 5 0,0 0 0,0 0 0,-1 0 0,0 1 0,0-1 0,-1 2 0,-1-1 0,5 17 0,-5-1 0,-2 0 0,0 1 0,-2-1 0,-6 50 0,5-69 10,-1 0 0,0-1 0,0 1 0,-1-1 0,0 1 0,-1-1 0,1 0 0,-1 0 0,-1 0 0,1-1 0,-6 7 0,-3 2-381,-1-1-1,0 0 1,-21 15 0,24-21-6455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06.432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112 0 24575,'-4'3'0,"0"-1"0,1 1 0,-1 0 0,0 1 0,1-1 0,0 1 0,0-1 0,0 1 0,1 0 0,-1 0 0,1 0 0,-3 7 0,2-6 0,-9 19 0,2 0 0,0 0 0,-7 31 0,10-32 0,5-13-85,-1-1 0,2 1-1,-1 0 1,1 0 0,1-1-1,0 1 1,0 0 0,1 0-1,0 0 1,1-1 0,0 1-1,0-1 1,1 1 0,1-1-1,6 15 1,-4-14-6741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07.744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23 0 24575,'-10'107'0,"5"-74"0,0 45 0,6-66-89,-5 24-1187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08.581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 0 24575,'0'0'-8191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0.897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2 0 24575,'5'7'0,"1"0"0,-1 0 0,0 1 0,0-1 0,-1 1 0,0 0 0,-1 0 0,1 1 0,-2-1 0,1 1 0,-1 0 0,2 16 0,-1 11 0,-3 68 0,-1-54 0,0-35 30,0 1 0,-1 0 0,-4 18 0,5-28-165,-1 0 0,0 0 0,0-1 0,0 1 0,-1 0 0,1-1 0,-2 1 0,1-1 0,0 0 0,-9 9 0,3-6-6691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3.107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73 1 24575,'-2'4'0,"-1"-1"0,1 1 0,0 0 0,0 0 0,0 1 0,1-1 0,-1 0 0,1 1 0,0-1 0,-1 9 0,-6 22 0,-1-17 0,2 1 0,0-1 0,2 2 0,0-1 0,1 1 0,0 0 0,2-1 0,0 1 0,2 26 0,2-40-6,0 0 0,0-1 0,0 1-1,1-1 1,0 1 0,0-1 0,0 0 0,0 0-1,1-1 1,0 1 0,0-1 0,6 6 0,8 10-1279,-6-5-5541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4.170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19 1 24575,'0'6'0,"0"5"0,0 4 0,-3 3 0,-1 1 0,0 0 0,1 0 0,1 1 0,0-1 0,2-1 0,-1 1 0,1-1 0,0-3-8191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4.906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1 24575,'0'0'-8191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6.761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0 24575,'6'1'0,"-1"0"0,0 0 0,1 0 0,-1 1 0,0 0 0,1 0 0,-1 1 0,-1-1 0,1 1 0,0 0 0,0 0 0,-1 1 0,0-1 0,0 1 0,0 0 0,0 0 0,0 1 0,3 5 0,0 0 0,0 0 0,-1 0 0,0 1 0,0-1 0,-1 2 0,-1-1 0,5 17 0,-5-1 0,-2 0 0,0 1 0,-2-1 0,-6 50 0,5-69 10,-1 0 0,0-1 0,0 1 0,-1-1 0,0 1 0,-1-1 0,1 0 0,-1 0 0,-1 0 0,1-1 0,-6 7 0,-3 2-381,-1-1-1,0 0 1,-21 15 0,24-21-6455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06.432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112 0 24575,'-4'3'0,"0"-1"0,1 1 0,-1 0 0,0 1 0,1-1 0,0 1 0,0-1 0,0 1 0,1 0 0,-1 0 0,1 0 0,-3 7 0,2-6 0,-9 19 0,2 0 0,0 0 0,-7 31 0,10-32 0,5-13-85,-1-1 0,2 1-1,-1 0 1,1 0 0,1-1-1,0 1 1,0 0 0,1 0-1,0 0 1,1-1 0,0 1-1,0-1 1,1 1 0,1-1-1,6 15 1,-4-14-6741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07.744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23 0 24575,'-10'107'0,"5"-74"0,0 45 0,6-66-89,-5 24-1187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08.581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 0 24575,'0'0'-8191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0.897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2 0 24575,'5'7'0,"1"0"0,-1 0 0,0 1 0,0-1 0,-1 1 0,0 0 0,-1 0 0,1 1 0,-2-1 0,1 1 0,-1 0 0,2 16 0,-1 11 0,-3 68 0,-1-54 0,0-35 30,0 1 0,-1 0 0,-4 18 0,5-28-165,-1 0 0,0 0 0,0-1 0,0 1 0,-1 0 0,1-1 0,-2 1 0,1-1 0,0 0 0,-9 9 0,3-6-6691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3.107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73 1 24575,'-2'4'0,"-1"-1"0,1 1 0,0 0 0,0 0 0,0 1 0,1-1 0,-1 0 0,1 1 0,0-1 0,-1 9 0,-6 22 0,-1-17 0,2 1 0,0-1 0,2 2 0,0-1 0,1 1 0,0 0 0,2-1 0,0 1 0,2 26 0,2-40-6,0 0 0,0-1 0,0 1-1,1-1 1,0 1 0,0-1 0,0 0 0,0 0-1,1-1 1,0 1 0,0-1 0,6 6 0,8 10-1279,-6-5-5541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4.170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19 1 24575,'0'6'0,"0"5"0,0 4 0,-3 3 0,-1 1 0,0 0 0,1 0 0,1 1 0,0-1 0,2-1 0,-1 1 0,1-1 0,0-3-8191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4.906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1 24575,'0'0'-8191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8T09:57:16.761"/>
    </inkml:context>
    <inkml:brush xml:id="br0">
      <inkml:brushProperty name="width" value="0.05" units="cm"/>
      <inkml:brushProperty name="height" value="0.05" units="cm"/>
      <inkml:brushProperty name="color" value="#0000FF"/>
    </inkml:brush>
  </inkml:definitions>
  <inkml:trace contextRef="#ctx0" brushRef="#br0">0 0 24575,'6'1'0,"-1"0"0,0 0 0,1 0 0,-1 1 0,0 0 0,1 0 0,-1 1 0,-1-1 0,1 1 0,0 0 0,0 0 0,-1 1 0,0-1 0,0 1 0,0 0 0,0 0 0,0 1 0,3 5 0,0 0 0,0 0 0,-1 0 0,0 1 0,0-1 0,-1 2 0,-1-1 0,5 17 0,-5-1 0,-2 0 0,0 1 0,-2-1 0,-6 50 0,5-69 10,-1 0 0,0-1 0,0 1 0,-1-1 0,0 1 0,-1-1 0,1 0 0,-1 0 0,-1 0 0,1-1 0,-6 7 0,-3 2-381,-1-1-1,0 0 1,-21 15 0,24-21-6455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1-03T01:42:57.215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FF"/>
    </inkml:brush>
    <inkml:brush xml:id="br2">
      <inkml:brushProperty name="width" value="0.05292" units="cm"/>
      <inkml:brushProperty name="height" value="0.05292" units="cm"/>
      <inkml:brushProperty name="color" value="#FF0000"/>
    </inkml:brush>
    <inkml:brush xml:id="br3">
      <inkml:brushProperty name="width" value="0.05292" units="cm"/>
      <inkml:brushProperty name="height" value="0.05292" units="cm"/>
    </inkml:brush>
    <inkml:brush xml:id="br4">
      <inkml:brushProperty name="width" value="0.05292" units="cm"/>
      <inkml:brushProperty name="height" value="0.05292" units="cm"/>
      <inkml:brushProperty name="color" value="#00FF00"/>
    </inkml:brush>
  </inkml:definitions>
  <inkml:trace contextRef="#ctx0" brushRef="#br0">1270 10810 7975,'-20'0'1409,"20"0"737,0 0 801,0 0-993,-21 0-769,21 0 0,0 0-192,0 0-320,0 0-65,0 0-351,0 0-97,0 0-32,0 0 128,0 0-64,21 20 65,-1-20-33,18 0-32,23 0-96,-2 0-128,0 0 64,21 0 0,-21-20 64,20 20-224,-18 0 256,-2 0-288,-19-20 64,-21 20-192,21 0-33,-40 0-95,20 0 64,-20 0-129,0 0-287,0-20-450,0 20-255,0 0-1154,0 0-3074</inkml:trace>
  <inkml:trace contextRef="#ctx0" brushRef="#br0" timeOffset="383.02">1805 10611 11594,'0'0'769,"0"0"-961,0 0 2306,0 0-288,0 0-961,0 0-289,20 0 33,0 20-193,0-20-32,19 0-255,-19 0-33,20 20 64,-21-20-64,21 19 64,1-19-128,-3 21-32,3-21 0,-21 20 0,0-20 32,-2 19-64,-18-19-32,0 20 128,0 0 32,0-20-32,-18 20 64,-2 0 97,0-20 63,-1 20-160,21-1 32,-20 1-224,2 0 64,18-20-192,-20 20-225,20 0-383,-21 0-1282,1 0-3940</inkml:trace>
  <inkml:trace contextRef="#ctx0" brushRef="#br0" timeOffset="8607.49">10659 11366 288,'0'0'32,"0"0"224,0 0 705,0 0 320,0 0-320,0 0-256,0 0 736,0 0 513,0 0 224,0 0-512,0 0-481,-21 0-352,21 0-1,0 0-191,0 20-289,0-20-31,0 0 191,21 0-32,-1 0-191,20 0-129,-1 0-96,1 0 0,19 0-64,-19 0 0,19 0 0,2 0-32,-2 20-128,20-20-32,-19 0 32,-1 0-65,2 0 33,-3 0 64,-17-20 128,18 20 32,-19 0 96,-21-20 0,1 20-160,0 0-288,-20 0-993,0 0-2851</inkml:trace>
  <inkml:trace contextRef="#ctx0" brushRef="#br0" timeOffset="44623.55">2758 11446 4356,'0'-21'896,"0"21"-223,0 0 1858,0 0-770,0 0-1152,0 0-65,0 0 129,0 0 64,0 0-129,0 0-63,0 0 63,0 0-63,0 0-129,0 0-96,0 0-95,-20 0-65,20 0-64,-20 0-64,20 0 0,-20 0 0,1 0 32,-1 0 0,0 0 0,0 0-32,-19 0 0,19 0-32,-21 0 32,3 0-32,-3-19 0,21 19 32,0 0-64,1 0 64,-1 0-32,0 0 0,0 0-32,20 0 0,-20 0 0,20 0 0,0 0 32,-19 0 0,19 0 0,-20 0 32,20 0 0,0 0-32,-20 0 32,20 0-32,0 0-32,0 0 0,20 0 0,-20 0-96,0 0 32,0 19-32,0-19 64,0 0 0,-20 21 32,20-21 32,0 19-32,0 2-32,0-21 64,0 19 64,0 2-128,0-2 32,20 21 0,-20-20-289,0 20 65,0-21 32,0 21-32,0 0 127,0-1-63,0 1 192,0 0-64,20-1 32,-20 1 32,0 0-64,0 0 64,19 0 0,-19-1 32,20 1 0,-20 0 32,0-1-32,0 1-32,0 0 32,0-21-32,0 1-32,0 1 0,0 18 64,-20-19-96,20 20 32,0-20 32,0 19 0,0 1 32,0 0-32,0-20 0,0 19 32,0 1 0,20-20-32,-20 20 0,0-1 32,0 2-32,0-22 64,0 20-128,0 2 128,0-1-128,0-21 128,0 21-64,0-20 0,0 20 0,0-20 0,0-1 0,0 1 64,0 0 33,0 0-65,20 0 0,-20 0-32,0-1 32,0-19-32,0 20 32,0 1 0,0-2-32,0-19-32,0 20-32,-20 0-33,20-20-31,0 19 64,0 2 32,0-1 32,0-1 0,0 2 0,0-2 128,0 1 65,0-20-65,0 20 32,0 0-64,0-20 32,0 0-64,0 20-32,0-20-64,0 0 0,0 0 0,0 0 64,0 0 0,0 0-32,0 20 96,0-20 96,0 0 65,20 0-33,-20 20 0,0-20-64,0 0 32,0 0 65,0 0-65,20 0-64,0 0-96,-20 0-64,39 0-160,-19 0-257,21 0-223,-23 0-225,22 0-224,-19 0-1025,-1 0-2499</inkml:trace>
  <inkml:trace contextRef="#ctx0" brushRef="#br0" timeOffset="54520.11">8812 11961 64,'0'0'1121,"-18"0"480,18 0-320,0 0-384,0 0-256,0 0-481,0 0 224,0 0 97,0-19-385,0 19-96,0 0 32,0 0-224,0 0-1250,-21 0-415,21 0-642</inkml:trace>
  <inkml:trace contextRef="#ctx0" brushRef="#br0" timeOffset="57223.27">9607 12438 3843,'-20'0'1922,"0"0"-801,20 0-384,-20 0 480,20 0 288,0 0 1,0 0-385,-20 0-128,20 0-96,0 0-289,20 0-159,-20 0-161,20 0-192,0 0-64,0 0 32,19 0-64,2 0 32,17 0 0,22 0-32,0 21-32,19-21 32,1 0 32,17 20-32,-17-20 32,19 0-32,0 20 0,-19-20 0,-1 0 0,0 0 32,-20 0-64,-18 0-128,-3 0 64,-17 0 0,-2 19-225,1-19-63,-20 0-128,0 21-33,0-21 65,-20 19-257,19-19-1185,-19 20-3395</inkml:trace>
  <inkml:trace contextRef="#ctx0" brushRef="#br0" timeOffset="60402.45">3076 13750 3331,'0'0'1601,"0"0"1,-20 0 768,20 0-320,0 0-577,0 0-512,0 0-224,0 0-64,0 0-257,-20 0-96,20 0-32,0 0 65,0 0-129,0 0-64,20 0-128,-20 0-32,20 0 0,0 21 96,-1-21-64,21 0 0,0 0 0,19 0-64,20 0 32,0 0 0,2 0 0,18 0 32,-20 0-64,0 0 32,20 0 0,-19 0 0,0 0 32,-21 0-32,0 0 32,-19 0-64,1 0 32,-3 19-416,-17-19-1025,-21 0-1955,0 20-7974</inkml:trace>
  <inkml:trace contextRef="#ctx0" brushRef="#br0" timeOffset="61771.53">6172 13651 7847,'0'0'320,"0"-20"-288,0 20 289,0 0 736,0 0-385,0 0-512,-20 0-224,20 0 160,0 20-32,0-20 97,0 20 95,0-20 64,0 20 161,0 0-225,-19 19-192,19-18-32,0-2-64,0 21-128,0 0-257,0-20-95,0-1 31,0 2-31,0-2-257,0-19-320,19 20-2466</inkml:trace>
  <inkml:trace contextRef="#ctx0" brushRef="#br0" timeOffset="62217.55">6014 13849 896,'0'0'3780,"0"0"-1922,0 0-321,0-19 225,0 19-385,0 0-416,0 0-224,0 0-129,0-20-191,0 20-161,20-20-128,-20 1-64,19 19 32,1-21 0,-20 1 96,20-19 1,0 19 31,-20 0-64,20 0-128,-20 0 0,19 20-32,-19-19 0,20 19-32,-20-20-32,0 20 0,20 20 160,-20-20-128,0 19 32,20 1-64,-20 0-128,20-20-417,1 20-1281,-21-20-3715</inkml:trace>
  <inkml:trace contextRef="#ctx0" brushRef="#br0" timeOffset="63371.62">7959 13711 1825,'-20'0'1217,"20"0"-512,-20 0 416,0 0 353,20 0-417,-19 0-289,19 19-191,-20-19 352,20 0 128,-20 0 128,20 0-96,0 0 0,0 0-160,-20 0-225,20 0-127,0 0-97,0 0 1,0 0-97,0 0 33,20 0-161,-20 0-96,0 0 96,20 0 33,0 0-161,-1 0-96,-19 0 96,40 0-64,-20 0 64,19-19-96,22 19-64,-2-20 64,1 20-64,19 0 64,0-20-32,0 20-32,20 0 64,-19-20 0,0 20-32,19 0 0,-20 0 0,1 0 64,-1 0-160,1 0 160,-21 0-32,0 20-96,22-20 64,-22 0 128,-1 20 0,3-20 32,-2 0 193,-19 0-193,19 0-128,-19 0 96,-19 0-64,17 0 0,-18 0 0,1 20 0,-1-20-64,0 0 160,-1 0-95,1 0 31,0 19-32,20-19-64,-21 0 32,-19 0-128,20 0 96,-20 0-96,20 0-161,-20 0-255,0 0-33,0 0-127,0 0-97,0 0-576,0 0-1922,0 0-5157</inkml:trace>
  <inkml:trace contextRef="#ctx0" brushRef="#br0" timeOffset="64619.68">15244 13730 928,'-20'0'1057,"20"0"1826,0 0 32,0 0-737,-20 0-448,20 0-33,0 0-31,-18 0-321,18 0-352,0 0-256,0 0-193,-21 0-159,21 0-97,0 0-128,0 0 64,0 0-64,0 0 129,21 0-129,-3 0 32,2 0-64,0 0-32,21 0-96,18 0 0,1-19 0,19 19 0,0 0 0,21-20 0,-1 20-32,20 0 128,1-20-128,-1 20 192,-1 0-256,1 0 96,0 0 32,-19 0 0,-1 0-32,0 0 32,-20 0-128,-18 0 160,18 0-64,-39-20 0,-1 20 0,1 0-128,-20 0 64,-1 0 64,1 0-32,0 0 32,0 0-32,-20 0 128,20 20-448,-1-20-417,-19 0-1249,0 0-3651</inkml:trace>
  <inkml:trace contextRef="#ctx0" brushRef="#br0" timeOffset="69270.95">8773 11982 1665,'0'0'513,"0"0"992,0 0 577,0-21-1121,0 21-545,0 21 385,0-21 128,0 0-288,0 0-193,21 0 0,-21 0-223,0 0 63,0 0 32,0-21 449,0 21 0,0 0-225,-21 0 1,21 0 31,0 0 1,0 0-33,-20 0-159,20 0-161,0-19 0,-20 19 0,20 0 129,-20-19-65,20 19 0,-19 0 0,19 0-127,-20-21 159,0 21-224,0 0-128,0-19 448,0 19-288,-19 0 129,19 0-161,-1 0-64,1 0 0,2 0-96,-2 0 128,-21 0-320,21 19 512,1-19-224,-21 21 64,20-21-160,-19 19 0,19 0 192,0-19-288,0 21 96,0-1 0,1 0-32,-1-20 64,20 20-65,-20 0-31,0-1 128,20 1-64,-21 0 96,3-20 32,18 20-64,-20 0-256,20 0 512,0-1-256,-20 1 0,20 0-32,0 0 64,0 0-128,0 0 160,0-1-128,20 1 64,-20 1-32,0-2 64,0 1-32,20 0 0,-20-1 0,18 2 32,-18-1-32,21 19 32,-21-18 0,20-2-32,0 21 96,0-20 33,-1 0-65,21-1 128,-20 1 0,0 0-96,19 0 32,-19-20-64,20 20 0,-1-20 32,2 0 33,17 0-97,-17 0 0,-2 0-32,21 0 128,-20 0-192,19 0-32,-18-20 32,-3 0-33,23 20 129,-22-20-64,1-19 64,19 19-32,-39 0 65,20-20-65,-1 21 96,-19-21-96,-20 0 96,20 0-96,-20-19 64,0-1-32,0 0 64,-20 1 0,0 19 288,0 0 97,1 20 63,-21 1-191,0-1-161,1 0-192,-1 20-32,1-20-289,19 20-511,-1 0-450,1 0-1152,0 0-2434</inkml:trace>
  <inkml:trace contextRef="#ctx0" brushRef="#br0" timeOffset="74159.23">8812 13870 5413,'0'0'929,"0"0"1505,0 0-64,0 0-897,0 0-416,0 0-32,0 0-96,0 0-224,0 0-128,0 0-129,0 0-288,0 0-64,0 0-32,0 20 192,0-20-63,0 19-97,0-19-96,0 21 64,0-2-64,0 1 0,0 0 32,0-20-160,20 20-353,-20 0 417,0-20-320,0 0-1,0 0-1248,20 0-2211</inkml:trace>
  <inkml:trace contextRef="#ctx0" brushRef="#br0" timeOffset="74585.25">8713 13949 6950,'-19'20'1506,"19"-20"-834,0 0 1634,0 20-64,0-20-1249,0 0-544,0 0-97,0 0 97,0 0-257,0 0-64,19-20-64,-19 20 64,0 0 32,0-20-32,20 1-32,-20 19 65,0-21-1,20 2 0,-20 19 32,20-20-160,-20 20-64,0-21-32,21 21-96,-21 0-128,18 0-193,2-19 65,0 19 159,-20 0 97,21 19 128,-1-19 64,-2 0 64,3 21 65,-21-21-33,20 20-192,0-20-449,-20 19-3202</inkml:trace>
  <inkml:trace contextRef="#ctx0" brushRef="#br0" timeOffset="75429.31">16158 13849 1921,'0'0'1730,"0"0"-513,0 0 1281,0 0-159,20 0-994,-20 0 577,0 0 224,0 0-513,0 0-512,0 0-352,0 0-352,0 0-1,20 0-96,-20 21-224,0-21 0,0 20-96,0-1 32,0 2-160,0-2 32,0 1-160,0 0 96,0-20-128,0 0-193,0 20-448,0-20-1089,0 0-1601,0 0-6054</inkml:trace>
  <inkml:trace contextRef="#ctx0" brushRef="#br0" timeOffset="75775.33">16038 13909 6950,'-20'21'1249,"20"-21"609,0 0 1249,0 0-1217,0 0-1186,20 0-63,-20 0-161,0 0-287,20-21-129,-20 21-32,21-19 0,-1-1 32,0 20 0,-2-21 160,3 21 96,-1-19-63,-20 19-65,20-20-128,0 20 96,-20 0-128,19 0 64,-19 0 96,0 0-288,20 20 192,-20-20-256,20 19-352,-20-19-994,20 21-2433</inkml:trace>
  <inkml:trace contextRef="#ctx0" brushRef="#br0" timeOffset="88769.07">5597 12539 1057,'-20'0'1569,"20"0"-352,0 0-512,0 0 128,0 0-65,0 0 129,0 0 384,0-21 1,0 21-97,0 0 32,0 0-96,-21 0 32,21 0-288,0 0-96,-18 0-257,18 21-224,0-21-224,0 0-64,0 0 96,0 0 97,0 0 63,18 0-32,3 0-96,-1 0 64,0-21-160,19 21 97,1 0-161,0 0 64,-1 0-32,1 0-32,19 0 0,2 0-97,18 0-159,-20 0-256,1 0 31,19 21 1,-20-21-225,-19 0-224,19 0-320,-38 19-193,-1-19-447,0 0-2468</inkml:trace>
  <inkml:trace contextRef="#ctx0" brushRef="#br0" timeOffset="114236.53">6649 8743 2434,'-20'0'7079,"20"0"-6343,0 0 930,0 0 736,0 0-832,0 0-706,0 0-319,0 0-33,0 0-191,20 0 127,-20 0-64,0 0 65,19 0-33,1 0-31,20-20-161,-1 20 0,22 0-64,-2 0-128,20 0 64,1 0-96,-21 0 0,2 0-192,-2 0-288,-39 0-353,0 0-929,-2 20-2210</inkml:trace>
  <inkml:trace contextRef="#ctx0" brushRef="#br0" timeOffset="115015.57">6749 5961 11146,'0'0'481,"0"0"479,0 0 1475,18 0-866,2 0-224,1 0-416,-1 0-288,18 0-161,3 0-63,18 0-97,-19 0-128,20 0-96,-21 0-160,2 0-512,-21 0-866,-2 0-2081</inkml:trace>
  <inkml:trace contextRef="#ctx0" brushRef="#br0" timeOffset="115823.62">12128 5941 6502,'-20'0'4868,"20"-20"-4547,0 20 1376,20-19 97,-20 19-609,20 0 64,-20 0-320,19 0-192,1 0-193,0 0-95,21 0 63,-23 0-224,23 0-223,-1 0-65,-1 0-65,1 0-223,19 0-416,-19-20-1186,-20 20-2595</inkml:trace>
  <inkml:trace contextRef="#ctx0" brushRef="#br0" timeOffset="116746.67">12228 8783 3715,'-21'0'2755,"21"0"-769,-20 0 1088,20 0-639,-20 0-834,20 0-288,0 0-31,0 0-193,0 0-289,0 0-95,20 0 32,21 0-97,-21 0-159,39 0-33,-19 0-159,19-20-129,20 20-128,-19 0-32,-1 0 0,-18 0-128,-3 0-289,3-20-255,-21 20-417,-2 0-417,-18 0-1441,0 20-3363</inkml:trace>
  <inkml:trace contextRef="#ctx0" brushRef="#br0" timeOffset="117533.72">16813 5842 15150,'0'0'576,"0"0"289,0 0 769,0 0-801,19 0 63,21 0-31,1 0-288,-3 19-257,3-19-64,18 0-192,1 21 0,-21-21-128,1 0-608,0 0-706,-1 0-1088,-19 0-4100</inkml:trace>
  <inkml:trace contextRef="#ctx0" brushRef="#br0" timeOffset="132481.57">17925 11526 7078,'-20'0'1954,"20"0"-545,0 0 289,0 0-129,0 0-319,0 0-386,20-21-223,0 21-225,-1 0-127,21 0-33,-20 0-32,0 0 225,-1-19-321,1 19 64,0 0-64,-20 0-128,20 0 32,1 0 32,-3 0-96,-18 0 96,20 0-96,-20 0-32,0 0 128,0 0-32,0 0-128,0 19 192,0 2-128,0-21 32,0 19-32,0 21 96,21-20-64,-21 20 0,0-1-32,0 21-32,0-1 160,0 1-128,0 0-64,0-1-160,0 21 544,0-21-384,20 20 96,-20 1 0,0-21 0,0 21 0,0-20 0,0-21 0,0 1-192,0 20-64,0-1-97,0 1-63,0-1 96,0 1 127,0-21 193,-20 22 0,20-22 0,0 1 32,0-20-32,-21 20 161,21-1-97,0 1-32,0-20 0,21 20 64,-21-21-64,0 22 32,20-2-128,-20-19 0,20 20 0,-20-20-32,0 20 96,0-21-64,0 1 31,0 0 33,0-20 0,0 20 0,0 0 33,0-20 95,0 20 32,0-20 0,0 20-32,0-20 64,0 19 64,0-19 97,0 20-65,0-20-128,0 0-32,0 0 65,0 20-33,0-20 32,0 0 32,0 0-128,0 20-32,0-20 0,0 0 96,0 20-192,0-20 161,0 0-1,0 20 0,0-20 160,0 0 0,-20 0-95,20 0 31,-20 0-64,20 0-32,-41 0-96,23 0-128,-23 0-96,-18 0-705,-1 0-993,1 19-993,-1-19-6117</inkml:trace>
  <inkml:trace contextRef="#ctx0" brushRef="#br0" timeOffset="149896.57">18877 536 3331,'20'-19'1601,"-20"19"769,20-20-63,-20 20-898,0-21 32,0 21 1,0 0-353,-20-19-257,20 19-287,-20-20-193,1 20-192,19-20-160,-20 20-96,0 0-128,0 0-32,0 0-321,1 0-95,-1 20 351,0 0 1,0-1 128,20 2 128,0 18 32,0-19 64,20 20 0,0 0 64,0 0-96,-1 19 0,21-19-96,0 0 0,-21-1-32,1 1 96,0-20 64,0 19 64,-20-18 96,-20-1 96,0-1-64,0 1-31,-19-20-33,19 19-64,-20-19 128,1 0 32,19-19-63,0-1-1,0 20-32,20-19-288,0-1-64,20-21-257,20 22-191,-20-1-97,19 1-1569,1 19-4196</inkml:trace>
  <inkml:trace contextRef="#ctx0" brushRef="#br0" timeOffset="150474.6">19075 159 4612,'0'-20'5221,"0"20"-4549,21 0 1635,-21 0-1411,0 0-159,0 0 0,0 20-32,0 20-161,0-21-96,0 21-159,0 0-97,20 0-128,0-21-32,-20 22-32,20-22-192,-1 1-673,-19 0-1185,20-1-2947</inkml:trace>
  <inkml:trace contextRef="#ctx0" brushRef="#br0" timeOffset="150762.62">19235 238 10730,'0'-20'2178,"0"20"-1698,0 0 1186,0 0-1186,0 0-63,0 20-1,0 0-192,0 0-64,20 0 33,-20 0-1,19 0-64,21-20-32,-20 19 0,0-19-32,19 0-128,-19 0-224,1 0-481,-1 0-865,0 0-1601,-20 0-6181</inkml:trace>
  <inkml:trace contextRef="#ctx0" brushRef="#br0" timeOffset="150950.63">19373 258 9416,'0'0'-96,"0"0"1602,0 0 319,0 20-543,20 0-417,-20 0-481,0 19-256,0-19-352,0 20-833,20-20-1730,-20 19-5028</inkml:trace>
  <inkml:trace contextRef="#ctx0" brushRef="#br0" timeOffset="151195.64">19492 178 15406,'21'-19'-160,"-21"19"1057,20 19 128,0 2-577,0-2 161,-1 1-193,1 20-448,-20 0-192,20-1-577,-20 2-288,20 18-737,-40-19-1569,20-1-2915</inkml:trace>
  <inkml:trace contextRef="#ctx0" brushRef="#br0" timeOffset="151642.67">19354 994 16495,'19'-20'288,"-19"20"962,0 0-738,0 0-96,0 20 449,0-1-384,0-19-257,20 39-192,-20-18-32,0 19-384,20-21-641,-20 21-1474,0-20-2497</inkml:trace>
  <inkml:trace contextRef="#ctx0" brushRef="#br0" timeOffset="152941.74">20168 775 14253,'0'19'609,"-20"-19"1024,20 0 321,0 0-1121,20 0-32,-20 0 63,39 0-671,-19 0-97,21 0-160,-21-19-321,19 19-1056,-19 0-1826,0 0-7944</inkml:trace>
  <inkml:trace contextRef="#ctx0" brushRef="#br0" timeOffset="153084.75">20227 894 16591,'0'20'-224,"0"-20"1697,20 19-544,1-19-640,-1 0-225,-2 0-481,23 0-1537,-1 0-5861</inkml:trace>
  <inkml:trace contextRef="#ctx0" brushRef="#br0" timeOffset="153560.78">20802 735 15726,'0'0'-192,"-18"0"-96,18 0 384,0 20-96,-20 0 96,20-1 96,20 21-224,-20 1-320,39-2-353,-19-20 449,20 1 320,-1 1 128,-19-1 225,20-20 191,-1 0 65,-19 0-97,-20-20-159,20-1-97,-20-18-320,0 19-32,0 1 0,0-2-96,0 21-417,0-20 161,0 40 384,21-20 64,-21 40 96,20-1 97,-2 2 63,2 18-96,1 1-128,-1-21-96,0 1 32,-20 20 0,0-40 256,0 19 481,0-19 64,-20-20-64,0 20-449,-1-20-64,-17 0-544,-3 0-481,1 0-736,1-20-1698,-1-20-4132</inkml:trace>
  <inkml:trace contextRef="#ctx0" brushRef="#br0" timeOffset="154564.84">21260 258 512</inkml:trace>
  <inkml:trace contextRef="#ctx0" brushRef="#br0" timeOffset="154902.84">21300 178 3971,'-20'-19'1025,"20"19"929,0 0-288,0 0 127,0-20-447,0 20-610,0 0-319,0 0 287,0 20 385,0-20 32,-20 0-320,20 19-192,0 2-193,0-2 33,0 21-289,0-20-32,20 20-128,-20-1 64,0 2-192,20-2-128,-20-19-129,19-1-191,1 22-417,-20-22-961,20 1-1633,-20 0-5446</inkml:trace>
  <inkml:trace contextRef="#ctx0" brushRef="#br0" timeOffset="155617.9">21499 338 11114,'18'0'897,"-18"-20"1857,0 20-1120,0 0-481,0 0-320,0 20-321,20-1-319,-20 1-129,20 1-160,-20-2-417,0 1-736,21-20-1474,-21 20-2466</inkml:trace>
  <inkml:trace contextRef="#ctx0" brushRef="#br0" timeOffset="155782.91">21499 199 15630,'-21'-40'-384,"21"40"576,0-20-736,0 20-1827,0 0-415,0 0-6919</inkml:trace>
  <inkml:trace contextRef="#ctx0" brushRef="#br0" timeOffset="156005.91">21578 119 4228,'20'-20'7174,"-2"20"-5636,3 0 608,-21 20-1025,20 0-64,20 19-288,-21 1-545,1 0-96,0 0-192,0 19-32,-20 1-193,20-20-287,-20 20-289,-20-21-512,20-19-1378,-20 20-6726</inkml:trace>
  <inkml:trace contextRef="#ctx0" brushRef="#br0" timeOffset="156799.96">22153 854 13676,'0'-20'1954,"0"20"-544,0 0 1216,20 0-1601,-20 0-256,0 0 192,20 0-417,0 20-480,-1-20-32,21 0-128,-20 0-96,19 0-449,1 0-255,1 0-322,-3 0-479,-17 0-1666</inkml:trace>
  <inkml:trace contextRef="#ctx0" brushRef="#br0" timeOffset="162938.31">23086 815 480,'0'0'6630,"20"-21"-5413,-20 2 1346,0 19-641,0-20-257,20 20-223,-20-20-289,0 0-192,-20 20-577,20-20-288,-20 20-160,20 0-128,-40 0 128,21 20-32,-1-20 0,-20 20-33,1 20 97,19 0 0,0-1-160,0 1 32,20 19-128,0-18 96,20-22 95,0 20 97,19-18 97,-19-21-1,20 20 32,-1-20-32,1-20-64,-20-1 32,19 2 32,-19-20-32,-20-2-64,0 2 32,0 0 0,-20 18 64,20-18 64,-19 18-128,19 21-96,0-19-192,-20 38 192,20 2 96,20-2 0,-20 22-32,19-22-96,21 20-416,-20 2-385,19-2-352,2 0-417,-21-18-1249,18 19-3235</inkml:trace>
  <inkml:trace contextRef="#ctx0" brushRef="#br0" timeOffset="163335.34">23325 159 9737,'0'-40'897,"0"20"-1058,0 20 738,0-20-321,0 20-320,0 0 256,0 0 577,0 20-64,0 0-161,-20-20 97,20 40-193,0-21-127,0 2-129,0 18-96,20 1-32,-2-20-32,3 20-160,-21-21-321,20 22-544,0-22-736,0 1-834,-1-20-3074</inkml:trace>
  <inkml:trace contextRef="#ctx0" brushRef="#br0" timeOffset="163602.34">23443 218 6758,'0'-40'3203,"0"40"-3395,0 0 96,0 0-32,0 0 160,0 0 352,0 21-224,0-2-64,20 1-64,-20 20 64,20-20 32,0 0 1,0 0-97,0-20-96,19 19-161,-19-19-896,1 0-1409,17 0-2083</inkml:trace>
  <inkml:trace contextRef="#ctx0" brushRef="#br0" timeOffset="163804.34">23602 218 7655,'21'0'256,"-21"20"865,0 0-448,20 0-577,-20 20-32,0-20 32,0 19-96,18 1-929,-18-20-1794,0 0-3074</inkml:trace>
  <inkml:trace contextRef="#ctx0" brushRef="#br0" timeOffset="164049.37">23702 139 12299,'20'-20'-256,"0"20"416,-1 0 192,21 20-63,-20 0 511,19-1-159,-39 21-417,20 0-64,0 0-256,-20 0-192,20-1-160,-20 1-577,-20-20-1217,20 0-2211</inkml:trace>
  <inkml:trace contextRef="#ctx0" brushRef="#br0" timeOffset="164366.4">23722 974 18225,'20'-21'320,"-20"21"193,0 0 127,0 21-352,0-21 97,0 20-161,0-1-32,0 1-256,0-1-609,0 22-576,0-2-1153,19-19-3908</inkml:trace>
  <inkml:trace contextRef="#ctx0" brushRef="#br0" timeOffset="166443.51">20863 1570 2338,'-20'0'1345,"20"0"993,0 0 481,0 0-897,0 0 416,0 0-448,0 0-641,0 0-416,0 0-193,0 0 33,20 19-97,-20-19-127,20 0-129,19 0-224,1 0 32,-1 0-160,21 0 0,-1-19 96,2 19-352,-2 0-577,1-20-672,-21 20-1698,1 0-5477</inkml:trace>
  <inkml:trace contextRef="#ctx0" brushRef="#br0" timeOffset="167410.57">22868 1510 3235,'20'19'5957,"20"-19"-5893,-1 0 1025,21 0-608,19 0-65,20 0 897,1-19 97,19 19-417,19-20-353,-19 0-127,-19 20-161,-1 0-448,-20 0-1057,-39 0-1698,1 20-7463</inkml:trace>
  <inkml:trace contextRef="#ctx0" brushRef="#br0" timeOffset="171026.78">18123 6160 864,'0'-20'3299,"0"0"-128,0 0-384,0 0-545,0 0-576,-20 0-641,20 20-96,-20-19-385,20-1-320,-39 20-224,19 0-32,0 0-96,0 20-160,-19-20-32,19 39 31,0-19-63,20 20 256,0 0 32,0 0 32,20 20 96,0-1-128,-1 1-321,21-1-159,-20-19 256,19 19 224,-19-19 64,0 1 0,-20-3 32,-20-17 32,20-2 352,-39 2 129,-1-2-225,0-19-96,-19 0-64,19 0-64,1-19-32,-1-2-32,19 2 129,1-21-65,20 21-128,20-22-32,1 21 0,19 0-65,-20 0-287,19 1-417,1 19-256,-1 0-1441,-19 0-4517</inkml:trace>
  <inkml:trace contextRef="#ctx0" brushRef="#br0" timeOffset="171502.8">18361 5902 10794,'0'-20'1153,"20"-1"-993,-20 21 1409,0 0-864,0 0-609,0 0-96,-20 0 64,20 21 128,0-1-63,-19-1 191,-1 21 128,20-20-191,0 20-161,0-21 32,0 1-32,0 20 0,20-20-32,-1 0-32,1-20-128,-20 20-577,20-20-576,0 0-1025,0 0-2595</inkml:trace>
  <inkml:trace contextRef="#ctx0" brushRef="#br0" timeOffset="171763.81">18520 5921 10121,'0'0'961,"0"0"1057,-20 0-705,20 0-1057,-20 20 161,20 0 31,0 0-320,0 0-64,0-20 0,0 20 33,20-1 63,0-19-64,1 20 32,17-20-96,-18 0-224,1 0-609,-1 0-1185,0 0-1601,-20-20-4004</inkml:trace>
  <inkml:trace contextRef="#ctx0" brushRef="#br0" timeOffset="171949.83">18620 5941 6758,'0'0'5317,"0"20"-5509,0-20 608,0 40 641,0-20-672,0 19-1,0-19-224,0 20-128,0-20-160,0 19-801,20-39-1089,-20 21-2594</inkml:trace>
  <inkml:trace contextRef="#ctx0" brushRef="#br0" timeOffset="172267.84">18818 5921 12139,'0'0'2915,"0"0"-2947,0 0 768,20 0 65,-20 20-448,0 0-65,20 0-128,-20 20-96,0-1-64,19 1-64,-19-20 96,0 20-32,-19 0-128,-1-1-257,20-18-447,-20 18-1250,-20-19-2915</inkml:trace>
  <inkml:trace contextRef="#ctx0" brushRef="#br0" timeOffset="172765.87">18500 6736 8071,'0'-19'1890,"0"19"672,0 0-576,0-21-352,0 21-97,0 0-352,0 0-256,0 0 32,0 0-96,0 0-256,0 0-225,0 0-288,0 0 0,0 21 96,0-2 65,0 1-65,0 20-32,0-20-32,0 19-256,20 1-417,-20-20-928,21 20-1218,-21-21-3394</inkml:trace>
  <inkml:trace contextRef="#ctx0" brushRef="#br0" timeOffset="177959.17">16079 6200 3235,'20'0'1537,"0"-21"1314,-20 21-225,0 0-800,0 0-289,18 0-287,-18 0-161,0 0-257,0 0 1,0 0-96,0 0-64,0 0-97,-18 0-256,18 0-95,-20 0-65,0 0-128,-1 0 0,-19 0 32,1 0 0,-1 0-32,-19 21 128,19-21-128,-19 0 128,19 0-32,1 0-160,19 0 32,-21 19-64,21-19-320,20 0-161,-18 0-383,18 0-418,0 0-191,0 0-289,0 0-896,0 20-1090</inkml:trace>
  <inkml:trace contextRef="#ctx0" brushRef="#br0" timeOffset="178327.19">15702 6140 5060,'18'-20'1410,"-18"20"-1731,0 0 1218,0 0 737,0-20-449,0 20-448,-18 20-513,-22-20 32,19 0 353,-38 20 800,19 0-64,20-1-672,-19 2-225,19-21-31,0 19-33,20 1-160,0 1 0,20-21 33,0 19 95,0 1-192,-1-20-64,1 20-160,0-20 64,21 19-128,-23-19-96,2 21-353,-20-21-608,0 20-1826,0-20-8423</inkml:trace>
  <inkml:trace contextRef="#ctx0" brushRef="#br0" timeOffset="179372.25">16237 6517 8744,'20'-19'1729,"-20"19"-1376,0 0 1408,0 0-479,0 0-610,0 0-351,0 0-225,0 0 0,0 19 160,-20 1-64,20 0 161,0 0-97,0 21-96,-19-3-128,19 2 96,-20 20 0,0-20-32,0 19 0,-1 1 225,3-1-33,-2-19-64,0 20-256,-21-1 352,21 1-320,2 0 129,-23 19-97,21-20-32,0 1 0,1 19 0,-1-18 96,-20-23-96,40 23 32,-20-21 0,1 19 96,-1-19 128,0-1-32,0 1 33,-1 20-161,21-20-96,-18-1-64,-2 1 128,0 0-64,20 0-96,-21-21 64,21 21-33,0-20 65,-20 20 0,20-20 0,0 0 65,0-1-33,-18 1 32,18 1-64,0-21 0,0 19-64,0-19-97,18 0 129,-18 20-64,0-20 0,0 0 0,0 0-64,0 0-673,0 0 128,0 0-800,0 0-577,0 0-1569,0 0-4741</inkml:trace>
  <inkml:trace contextRef="#ctx0" brushRef="#br0" timeOffset="179877.28">15542 8047 8680,'20'0'993,"-20"0"-737,0 0 1121,0-19 225,0 19-225,0 0-224,0 0-96,0 0-256,0 19-257,0-19-127,0 20-97,0 0-32,0 20 97,0 0-385,0 0 96,0-1-96,0 21 64,0-21-32,0 21-32,0-20 32,0-21 32,0 22 0,0-22-32,0 1 96,20 0-32,-20 0 0,21 0 129,-3-20-65,2 0-32,1 0 0,-1 0 96,18 0-192,3-20-64,-21 0 64,19 0 0,1 0-32,0 20-64,-21-19-256,21 19-353,-20-20-1152,1 20-3236</inkml:trace>
  <inkml:trace contextRef="#ctx0" brushRef="#br0" timeOffset="182193.42">13260 6160 7559,'-20'-20'1057,"0"0"384,0 20 225,-19 0-962,19 0-415,-21 0-65,21 20-224,-19-20-32,39 20-64,-20-1-32,20 2 95,20-2 1,-20 22 97,21-22-98,17 21 1,-17 20-32,19-21 32,-22 21 32,3-21 0,-1 21-128,0-19-224,-20-3 160,-20-17 224,0 19 128,-1-21 288,-17-19 65,-3 20-33,3-20-384,-3-20-288,1 1 0,21-2 128,-21 2 0,40-21 32,0 21 288,0-2-224,20 1-32,19 20 64,1-20 64,-20 20-160,19-20-64,2 20-512,-1 0-962,-22 0-864,3 0-2915</inkml:trace>
  <inkml:trace contextRef="#ctx0" brushRef="#br0" timeOffset="182669.44">13477 5941 10570,'-39'0'384,"39"20"1442,-20 0-417,20 0-1025,0 0 97,0 19-97,0-19-192,0 20-96,20-20-96,1 19-288,-3-18-417,2-2-1216,0-19-1314,1 20-5253</inkml:trace>
  <inkml:trace contextRef="#ctx0" brushRef="#br0" timeOffset="183044.46">13596 5961 14765,'-20'0'833,"20"0"-705,20-20 929,1 20-480,-1 0-545,0 0 0,0 0-160,-1 20-417,1-20-223,-20 20 127,20 0 225,-20 0 31,0-1 65,0 1 288,-20-20 128,20 20 96,0 0-160,0-20 0,0 0 64,0 20-64,0-20 32,20 20-32,-20 0 1,20-20-66,-20 19 66,0-19-33,0 21 0,0-21 64,0 19 64,-20-19 64,20 0-32,-20 0-128,0 0-192,20 20-321,-19-20-1152,-1 0-3011</inkml:trace>
  <inkml:trace contextRef="#ctx0" brushRef="#br0" timeOffset="183347.48">13795 5861 12427,'0'21'160,"20"-21"545,0 20 865,-20-1-898,20 21 33,1-20-65,-3 0-351,2 19-161,0-19-96,-20 0 0,0 20 0,0-20-384,-20 0-705,0 20-385,2-21-351,-23 1-1410,21 1-6246</inkml:trace>
  <inkml:trace contextRef="#ctx0" brushRef="#br0" timeOffset="183607.5">13677 6517 15822,'0'40'1090,"0"-20"-450,0 21 962,0-3-834,19 2-607,-19 0-129,0 0-513,20 0-1729,-20-20-5381</inkml:trace>
  <inkml:trace contextRef="#ctx0" brushRef="#br0" timeOffset="184472.55">13279 9339 10249,'0'-40'4613,"-19"20"-4549,19 1 320,0-21 865,-20 20-576,20 0-289,-20 0-31,0 20-450,-1-20-63,3 20 64,-2 20 0,20 0 32,0 0 64,0 20-32,20-1 0,-2 1 32,23 0-64,-21-1 32,0-19-96,-1 20-64,1 0-161,-20-21-31,0 22 128,0-21 256,-20 0 128,-19-20 128,19 19-64,-21-19-32,23 0-96,-2-19-96,0 19 96,20-20-96,0-20-32,20 19 0,0 2-64,19-1-32,-19 0-160,0 20-481,0 0-672,-1 0-2051,1 0-6724</inkml:trace>
  <inkml:trace contextRef="#ctx0" brushRef="#br0" timeOffset="184732.56">13459 9061 12299,'-21'0'352,"21"0"-159,-20 20 1504,20-1-512,0 2-704,0 18-193,20-19-128,-20 20-128,21 0-32,-3-21-544,2 1-545,0 0-641,1 0-1281,-1-20-4772</inkml:trace>
  <inkml:trace contextRef="#ctx0" brushRef="#br0" timeOffset="185020.58">13558 9061 13612,'18'-20'641,"-18"20"-609,20 0 1345,1 20-960,-1-20-321,-20 20-96,20-1-32,-20 2-64,0-2 32,0 21 192,-20-20 64,20-20 128,-20 20-128,20 0 65,0-20-1,0 0-160,0 0-96,20 0 32,-20 20 32,20-20-32,0 0-64,-1 0-96,1 19-481,0-19-832,-20 20-1986</inkml:trace>
  <inkml:trace contextRef="#ctx0" brushRef="#br0" timeOffset="186109.64">13696 9279 5188,'0'0'993,"-19"0"769,19 0 929,0 0-1474,0 0-545,0 0 738,0 20-97,0-20-448,19 20-417,-19-20-128,0 20 97,0-20-257,0 0-128,0 20 0,0-20 0,0 0 32,-19 20-64,-1-20 0,-20 0 32,-1 19-64,23-19-32,-2 0-224,-21 0-449,41 0-1313,-20 0-2818</inkml:trace>
  <inkml:trace contextRef="#ctx0" brushRef="#br0" timeOffset="186440.66">13756 9041 12075,'0'-20'865,"0"20"-32,20 0 1889,-20 0-1601,19 20-288,1 0-192,0 0-353,-20-1-128,20 2-128,1 18-64,-21-19-160,0 20-128,0 0-129,0-21-31,0 21-193,-21-20-1185,1 0-2114,20 0-6918</inkml:trace>
  <inkml:trace contextRef="#ctx0" brushRef="#br0" timeOffset="186852.68">13538 9638 16239,'-21'0'1089,"21"0"-737,0 0 2018,21 0-1441,-1 0-416,18 0-257,-17 19-224,19 1-160,-20 0-192,-1-20-97,-19 20-191,0 0 63,-19 19 225,-1-19 256,-20 0 480,-1 0-95,23 0 223,-2-20 33,20 20-225,0-20-352,20 0 192,-2 19-256,23-19-160,-1 0-321,-1-19-512,-19 19-929,0 0-2626</inkml:trace>
  <inkml:trace contextRef="#ctx0" brushRef="#br0" timeOffset="189687.84">11592 9876 10153,'0'0'2979,"0"0"-3267,0 0 384,0 0 801,-20 0 96,0 0-417,-19 0-127,19 0-65,-39 0-64,-2 0-192,-18 0 161,-20 0-97,0 19-192,-21-19 32,21 0 0,0 21-32,0-21 32,20 19-96,0 1-385,18-20-95,2 0 320,39 20-65,0-20-543,0 0-322,20 0-960,20 0 577,-20 0-2050</inkml:trace>
  <inkml:trace contextRef="#ctx0" brushRef="#br0" timeOffset="189982.86">10659 9796 13132,'-39'0'-481,"-1"0"-1440,-1 20 1344,-18 0 673,19-20 64,-19 20-128,-1 0 32,21-1 257,-1 2 576,1-2 128,39 1-161,0 0-319,18 0 128,3 0-65,19 20-127,19-21-97,-19 1-288,39 1-32,-39-2-256,19 1-353,-18 0-1376,-21-20-2724</inkml:trace>
  <inkml:trace contextRef="#ctx0" brushRef="#br0" timeOffset="190820.91">7601 6299 4228,'0'0'640,"0"0"-576,0 0 385,0 0 191,20 0-352,-20 0-31,0 0 95,0 0-64,0 0-128,0 0-192,0 0-1825</inkml:trace>
  <inkml:trace contextRef="#ctx0" brushRef="#br0" timeOffset="191259.93">7721 6200 10505,'0'-21'1954,"0"2"-1954,0-1 64,-20 0 929,-1 0 289,3 20-161,18-20-705,-41 20-416,21 20-96,0 0 64,2 0-32,-3 0-32,21 20-32,21-1 31,-3 1 33,2 0 64,0 0-32,21-1-160,-2 21-384,-19-20-257,0-1-480,0 1-97,-20 1 481,0-3 577,-20-17 288,0-2 192,-21 2 32,3-21-32,-3 0-128,3 0 64,-23-21 65,41 2 31,-19-2 224,39-17 449,-20 17-64,40 1-1,0 0-575,19 0 223,1 0-128,-1 1-288,1 19-64,1 0-833,-23 0-1889,3 0-4389</inkml:trace>
  <inkml:trace contextRef="#ctx0" brushRef="#br0" timeOffset="191655.96">7880 5902 8936,'-20'19'1057,"20"1"-480,-20 0 608,20 20-545,-20-1-416,20 1-127,20 0-65,-20 0-129,20 0-511,0-21-481,-1 1-160,21-20-897,-20 21-2307</inkml:trace>
  <inkml:trace contextRef="#ctx0" brushRef="#br0" timeOffset="191959.97">7998 5981 12011,'41'-20'352,"-21"20"801,0 0 385,-2 0-1154,3 0-320,-21 20-64,0 0-128,0 0 0,0 19 32,-21-19 160,3 0 64,18 0 32,-20 0-64,20 0 32,0-20-32,0 0 33,20 0 31,-20 19 0,18-19-128,23 0-480,-21 0-1090,0 0-1633,-20-19-4965</inkml:trace>
  <inkml:trace contextRef="#ctx0" brushRef="#br0" timeOffset="192175.99">8178 5921 12139,'19'0'1954,"1"20"-1954,0-20 544,20 20 545,-21-20-448,1 20-385,0 20-224,-20-21 0,0 21-320,0 0-160,0 0-353,-20 0-544,0-21-1410,1 22-2946</inkml:trace>
  <inkml:trace contextRef="#ctx0" brushRef="#br0" timeOffset="192443">8097 6557 8263,'0'40'3908,"0"-19"-3556,21 17 1218,-21 2 288,0 0-1122,0 0-640,0 0-224,0-1-1089,0 1-2979</inkml:trace>
  <inkml:trace contextRef="#ctx0" brushRef="#br0" timeOffset="193705.07">7761 9121 4900,'0'-40'7495,"0"20"-7655,0 0 192,-20 0 865,20 20-353,-20-20-223,0 20-225,-1 0-128,21 0 0,-18 20 0,18 0 32,0 0 32,0 19-64,0 21-128,18-20-769,23 20-96,-21-21-96,0 21-449,19-21-95,-19 2 351,-20-2 289,0-19 769,0 20 769,-20-20 1441,0-20 896,-19 20-992,19-20-737,-21-20-288,23 20-161,-2-20-319,-1-20-97,21 20-96,0-19 32,21 18 33,-1 1-129,-2 1-64,23-1-128,-21 0-257,0 20-896,19 0-1185,-19-20-3684</inkml:trace>
  <inkml:trace contextRef="#ctx0" brushRef="#br0" timeOffset="193972.09">7959 8922 8936,'0'-40'3203,"-20"40"-3043,20 0 545,0 0 640,0 20-736,-20 0-257,20 20-160,0-1 128,20-19-95,-20 20-161,20-1-32,-20-18-64,21-2-353,-3 1-576,2 0-704,1-20-962,-1 0-6181</inkml:trace>
  <inkml:trace contextRef="#ctx0" brushRef="#br0" timeOffset="194218.1">8039 8882 14765,'20'0'65,"-20"0"-258,38 0 802,-17 20 64,-21 0-97,20-1-512,-20 2-64,0 18-64,0-19 96,0 0 32,-20 0 128,20 0-96,0-20 1,0 0-97,0 19 128,20-19 0,-20 0-96,20 0-641,0 0-800,-1 0-2371</inkml:trace>
  <inkml:trace contextRef="#ctx0" brushRef="#br0" timeOffset="194550.12">8178 8862 10602,'0'-20'1665,"0"20"-1729,19 0 1377,-19 20 289,40-20-833,-20 20-417,0 0-224,19 19 0,-19-18 64,0 18-64,0 1-31,-20-20-194,0 19-319,0-18-833,0 18-1282,-40-19-5316</inkml:trace>
  <inkml:trace contextRef="#ctx0" brushRef="#br0" timeOffset="195010.15">8039 9498 14349,'0'0'1441,"0"0"-1569,20 0 1730,0-20-289,-2 20-800,23 0-417,-21 0-64,0 0-64,-1 20 0,-19-20-161,20 19 97,-20 2 0,-20-1 128,20 0 96,-19 0 33,-1-1-161,0 2 128,0-2-224,20 1 544,-21-20-352,21 20-224,0-20 480,21 0 1,-1 0-33,0 0-320,19 0-32,-19-20-128,20 20-225,-20 0-383,-1 0-930,1 0-2658</inkml:trace>
  <inkml:trace contextRef="#ctx0" brushRef="#br0" timeOffset="-214022.41">8395 7451 6085,'20'0'2691,"-20"0"-1186,0 0 1218,0 0-641,0 0-865,0-20-256,0 20-192,0 0-97,-20-20 33,20 20-225,0 0-63,-19 0-193,19 0 64,-20-20-64,0 20 65,20 0-65,-20 0-32,0 0 0,1 0-64,-21-19 33,20 19-33,-19 0-64,-1-20 32,-19 20 0,19 0 0,-19 0 0,18 20-128,-18-20 96,-1 0 0,20 19-96,-19-19 128,0 0-96,18 20-64,-17-20 64,17 20 32,1-20-256,1 20 480,-1-20-192,-19 0-32,19 0-64,1 20 64,-1-20-96,-1 0 128,3 20 0,-3-20-64,2 19 129,-1-19-129,20 20 64,-20 1 32,21-21-160,-21 19 0,-1-19 128,23 21-64,-2-21 0,-21 19-32,21-19 128,-19 19-192,19 2 192,-20-1-192,21-20 128,-1 20 64,-20 0-192,20 0 192,-19-1-192,19 1 96,0 0 0,0 20 0,-19-20-96,19-1 192,0 21-128,-1-20-225,3 0 450,-2 0-97,-1 20-128,1-20 0,0-1 64,20 21-96,-18-20 128,-3 20-96,1-1 32,0-18-32,20 18 32,-20 1 0,20 0 0,-20-1 0,20 1-33,-19-20 33,19 19 0,-20 2 33,20-2-33,-20-19 0,20 20 0,0 0 0,0-21 96,0 21-192,0-20-1,0 20 226,0 0-97,0-21-96,0 21 96,20 0-64,-20-1 64,0 1-64,0 0 32,0 0 0,20-1 32,-20 1-64,0 0-1,0 0 66,19-20-1,-19 19-32,20 1 32,-20-20-96,20 0 96,-20 19 32,20-19 32,0 1-32,-20-2 32,21 1-32,-3 0-64,2-1 32,0 2 64,1-1-128,-1 0 96,-2 0-64,3-1-64,-1 2 128,20-2-64,-21 1-224,1 0 512,0-20-576,0 20 608,0 0-224,-1 0-256,1-20 192,0 19 0,0-19-224,0 20 480,-1-20-320,1 20 64,0-20 0,0 0-64,1 20 64,-3-20-64,-18 20 32,41-20 0,-21 0 96,0 20-128,-2-20 0,3 0 64,-1 19-32,-20-19 96,20 0-160,0 21 64,-1-21 0,1 19 0,-20-19 0,20 0 0,0 20 0,0-20 0,0 20 0,-1-20 32,1 0-64,0 20-224,1-20 480,-21 20-192,20-20-128,-2 0 64,2 0 32,1 20-64,-1-20 64,0 0-224,-2 0 448,3 0-224,-1 0 0,0 0 32,0 0-160,-1 0 128,21 0-64,-20 0 32,0 20-32,-1-20 128,21 0-224,-20 0 96,1 0 96,17 0-128,-18 0 32,21 0 128,-23 0-128,23 0 96,-21 0-96,0 0 96,19 0 96,-19 0-192,0-20-64,0 20-65,0 0-159,-1 0 480,-19 0-224,20 0 0,-20 0 96,0 0-96,0 0 64,20 0-64,-20 0 128,20 0-32,1 0 0,-21 0 0,18 0-192,2 0 96,-20 0-65,21 0-255,-21 0 544,20 0-128,-20 0-192,20 0 128,-20 0 128,18 0-128,-18 0 96,21-20-96,-1 20 0,-20 0 32,20 0-32,0 0 32,-1 0-32,1 0 64,0 0-32,0 0 128,19 0-128,-19 0 0,20 0 32,-1-20 64,1 20-128,1 0 64,-23 0 0,23 0 0,-1 0 0,-1 0 0,1 0 0,0 0 0,-1 0 0,1-20-32,-1 20 96,1 0-160,1-20-1,-23 20 65,23-20-64,-21 20 0,19-19-32,-19 19-32,20-21 32,-20 2 64,-1 19 32,1-20 0,0 0 32,0 20 0,19-20 32,-19 0 96,0 0-32,0 1 32,1-1-64,-3 0 128,2 0-192,1 0 64,-1 0-64,0 1 32,19-21 161,-19 20-257,0 0 160,0-21 0,0 22 64,-1-21 96,1 21-160,0-22 192,0 2-288,0-1 161,-1 0-97,-19 1-64,20-1 96,-20 0 32,20 1 0,-20 18 64,21-18 129,-21 19-65,0-20-32,0 20-32,20 1 0,-20-21-96,0 0-192,0 20 128,18-20 32,-18 21-64,20-21-96,-20 20 64,0-20 417,0 21-225,0-2 96,0-19-224,0 21 0,0-21 64,0 20-64,-20-19-32,20-2 64,0 2-64,-18-21-128,18 21 160,0-1 0,0 20-64,-20-20 64,20 21 32,-21-2 128,21 2-159,-20-21 63,0 20-32,1 0 32,-1-20 0,-20 21-96,1-22 64,-1 2-32,0-1-32,-19 0-64,-2-19 96,2 19-192,0 1 224,-1-1-224,1 20 192,-1-21-64,1 22-96,0 0-1,-2-21 97,2 19-320,-20 1-257,19 1-127,1-1-65,-2 0-544,-18 20 32,39 0-737,-19 0-5990</inkml:trace>
  <inkml:trace contextRef="#ctx0" brushRef="#br0" timeOffset="-211592.27">16893 2324 7142,'0'-38'577,"0"17"288,0-19 2017,-21 20-736,1 0-608,0 1 63,1-1-416,-1 0-608,-20 0-417,1 20-160,-1 20 32,20-20-96,0 20-96,-19 19-32,39 1-385,0 0 225,20 0 128,-1 19 64,21 1 96,0-1-161,-1 1-95,-19-1-225,20 1 225,-21-20 224,-19 0 128,0 0 192,-19-21 609,-21 21 32,0-40-160,-19 20-225,0-20-64,19-20-287,-1-1 95,23 2-96,-2 0-224,20-21-192,0 19-129,38 2 1,-17-21-257,19 21-128,19-2-416,-19 21-32,-1-20-320,-19 20-898,20 0-1953</inkml:trace>
  <inkml:trace contextRef="#ctx0" brushRef="#br0" timeOffset="-211253.25">17032 1947 14733,'0'-19'641,"0"19"704,0 0-1152,-20 0-226,20 0 258,0 39 31,-20-19-160,20 40-96,0-21 0,20 1-512,0 0-545,-20-21-865,19 1-961,1 0-1281</inkml:trace>
  <inkml:trace contextRef="#ctx0" brushRef="#br0" timeOffset="-210994.25">17131 2007 12780,'0'-20'2882,"0"20"-3298,0 0 896,19-20-480,1 20-32,0 20 0,0 0 0,-20-20 0,0 40-96,0-21 96,0 1 192,0 0 385,-20 0 63,20 0 97,0 0-225,0-20-351,0 19-161,0-19-289,20 0-159,0 0-449,-1 0-1313,1 0-3107</inkml:trace>
  <inkml:trace contextRef="#ctx0" brushRef="#br0" timeOffset="-210777.22">17310 1928 15726,'0'0'-480,"0"0"768,0 0-128,20 0-128,18 19 129,-17 1-65,19 20-128,-21-20-97,-19 39-383,0-19 128,0 0 223,0-1-223,-19 1-769,19 1-1441,-20-3-4869</inkml:trace>
  <inkml:trace contextRef="#ctx0" brushRef="#br0" timeOffset="-210301.2">17071 2782 10666,'0'0'6085,"0"0"-5957,0 0 865,20 0-896,0 0-33,19 19 32,-19 0-417,0 2 482,0-21-418,0 20 97,-20 0 128,0 20 128,0-21 160,-20 1 65,0 0 383,0 0-159,0-20-1,1 20-63,19-20-289,0 0-128,0 0-128,0 20 160,19-20-64,21 0-160,-20 0-256,0 19-193,19-19-352,-19 0-1249,1 0-3972</inkml:trace>
  <inkml:trace contextRef="#ctx0" brushRef="#br0" timeOffset="-209941.18">17786 2523 14637,'0'0'2114,"0"0"-608,0 0 544,0 0-1121,40 0 608,-20 0-352,19 0-352,21 0-385,-21 0-287,21 0-97,-21-20 0,-19 20-96,0 0-417,-20 0-832,21 0-801,-42 0-673,1 20-3458</inkml:trace>
  <inkml:trace contextRef="#ctx0" brushRef="#br0" timeOffset="-209769.17">17846 2682 16207,'19'20'961,"1"-1"352,0-19 1057,39 0-1313,-19 0-256,19 0-256,-19 0-289,19 0-256,-39 0-833,1 0-608,-21 0-2627</inkml:trace>
  <inkml:trace contextRef="#ctx0" brushRef="#br1" timeOffset="-204352.86">10043 8684 4996,'-20'19'769,"20"-19"0,0 20 1729,0-20-480,0 0 0,0 0-641,0 0-512,0 0-256,0 0-129,0 0 33,0 0 95,0 0 1,20 0-257,-20 0 32,0-20-127,20 1-33,-20 19 32,20-40-32,-20 19-64,21 2-63,-21-1 95,18-20-224,2 1 160,0 19-32,1-20-32,-1 0-64,-2 0 32,3 1 64,-1-1 0,0 20 0,0-20 64,-1 0 33,-19 1-65,20-1-160,0 0 544,0 20-352,0-19 97,0-1-65,-1 0 0,1 0-32,0 1 96,0 19-128,1-20 65,-21 0-33,18 21-64,-18-21-96,20 0 0,1 19 96,-21-17-192,20 17 160,-20-19-160,20 20 128,-2-19-32,3 19 64,-1-20-32,-20 20 0,20-19 32,-20 19 64,20 0-192,-20-20 128,19 21-32,1-21 32,-20 20 0,0 0-32,20-20 96,0 21-160,-20-2 96,20-18 33,-1 19-33,1-20 192,0 20-352,-20-19 160,20-1 0,0 20-128,-1 0 96,-19-19-32,0 19 0,20 0 160,-20 0-224,20 0 64,-20-20 96,21 21-96,-1-2 64,-20-17-32,18 17-32,2-19 64,1 20-96,-21 0 32,20 1 0,0-21 32,-20 20 0,19 0-32,-19 0 0,20 1 0,-20-1 0,20-1-64,0-18 32,0 19 0,0 1-192,-20-2 96,19-18-64,-19 18 31,0 2 129,0 19-32,0-20 96,20 0-32,-20 20 32,0 0-128,0-20 96,0 20-128,0 0 0,0 0-32,0 0 32,0 0-128,0-20-1,0 20 129,0 0 192,0 0-128,0 0 0,0-20 64,0 20-64,0 0 96,0 0 0,0 0-128,0 0 128,0 0-160,0 0-449,0 0 33,0 0 63,0 0 161,0 20 128,0-20 160,0 0-96,0 20 160,0 0-64,-20 0 0,1 0 96,19 20-128,-20-1 32,0 1 32,0 0-64,0 0 96,0-1-32,-19 21 0,19-20-128,-1-1 160,1 21-64,2-20 32,-2 19-64,-1-19-1,1 0 65,0 0-32,1-1 97,-1 1-98,0 0 33,0-20 65,0 19-162,1 1 194,-1-20-162,20 19 98,-20-18-130,0 19 97,20-1 97,-20 1-97,1-1-33,-1 1 66,0 0-33,-21-1 0,23 1 0,-2 0 0,0-1 64,-1 2-32,1-1-96,20-21 96,-18 21-32,-3-20-64,1 20 64,0-20 32,20 19-32,-20-19 32,1 20 96,-1-1-32,0-19-128,20 20 64,-20-20 64,20 0-64,-20-1-64,20 2 96,-20 18 96,20-19-96,-19 0 192,-1 20-127,0 0 63,0-21-96,-1 21 32,3 0-96,-2 0 32,-1-1-64,21 2 128,-20-22 128,0 21-63,20 0-1,-18-1 96,18-19 0,-21 20 33,1-20-97,20-1-256,0 2 96,-20-2-32,20 2 32,0-21 0,-20 19 32,20-19-96,-19 20 0,19-20-96,0 20-224,0-20-257,0 0-416,0-20-288,0 20-513,19-39-2594</inkml:trace>
  <inkml:trace contextRef="#ctx0" brushRef="#br1" timeOffset="-203652.82">10956 6200 7783,'-39'19'4997,"39"-19"-3460,-20 20 737,0-20-544,20 0-321,0 0-384,0 0-544,0 0-225,20 0 96,0-20-64,19 1-95,22-2-129,-23 2-96,23-21 192,-22 0-96,21 20-32,-40 0 64,19 1 64,-19-1 0,-20 0 65,20 20 31,-20 0-224,0 0-32,0 20-32,0-20 64,21 20 32,-21 19 64,0 1-64,18 0 32,-18-1-64,20-18 64,-20 18-128,0 1 64,20 0 64,-20-21-96,0 22 32,0-22 32,0 21-160,0-20-608,-20 0-706,20 0-608,0-1-1409,0 1-7367</inkml:trace>
  <inkml:trace contextRef="#ctx0" brushRef="#br1" timeOffset="-201568.7">9964 6895 3651,'-20'-20'6406,"20"20"-5637,0-20 1473,-20 20-352,20-19-161,-19 19-319,-1 0-225,0 0-641,0 0-63,0 0-353,1 0-96,-21 19-32,19 1-96,1 0 32,2 20 32,-2-20-64,-1 19 96,21 1-129,0 19 65,0-19 64,21 0-32,-1 20-32,18-21-32,3-19-192,-2 20 128,21-20-32,-1-20 128,1 0 96,-1 0-96,0 0 128,-19-20 128,19 0 64,-38 0-160,19-19 32,-20-1-64,-20 0 64,0 0 65,0 0-33,0 1-32,-40-21-32,-1 40 32,3-19 128,-3 19-96,-18 0-31,19 0-290,1 20-127,19 0-545,-20 0-320,40 0-1089,-20 0-2274,20 20-7526</inkml:trace>
  <inkml:trace contextRef="#ctx0" brushRef="#br1" timeOffset="-201193.68">9806 7014 448,'0'0'9257,"0"0"-8296,0 0 1281,0 0 32,0 0-1249,0 20-256,0-20-161,0 20-223,19 0 31,-19-20 0,0 19-95,20 2-225,-20-2 32,0-19-64,20 21 0,-20-21 0,20 0-64,0 0-64,-1 0 32,1 0 0,0 0 64,0 0-32,0 0-32,-20 0-96,19 0-96,1 0-513,0-21-801,-20 21-1376,20 0-3300</inkml:trace>
  <inkml:trace contextRef="#ctx0" brushRef="#br1" timeOffset="-201019.67">10083 7054 11370,'0'0'1570,"0"0"-930,0 0 513,0 20-352,0-1-352,21 2 127,-21 19-352,18-21-224,-18 1-128,20 0-480,0 0-1154,-20-20-2850</inkml:trace>
  <inkml:trace contextRef="#ctx0" brushRef="#br1" timeOffset="-200636.64">10221 6597 5028,'0'-20'3844,"0"20"-3652,0-20 1986,-18 20-128,18 0-512,0 0 31,0 0-704,0 20-257,0 0-63,0 1-193,0 17-192,0-17-63,0 19-194,18-21 129,-18 1-384,21 0-32,-1-20-353,0 0-352,-20 0-1121,20 0-2434</inkml:trace>
  <inkml:trace contextRef="#ctx0" brushRef="#br1" timeOffset="-200349.63">10262 6537 8776,'20'0'1153,"0"-20"897,-1 20 288,-19-19-1281,20 19-384,0 0-545,-20 19-32,20 1-32,-20 0 0,0 20 0,-20-19 32,20-2 0,0 0 32,0-19 33,-20 21 31,20-21-64,20 19-128,-20-19 96,20 0-32,-20 0-32,20 0-128,0 0-609,-1 0-512,-19 0-1025,20 0-1858</inkml:trace>
  <inkml:trace contextRef="#ctx0" brushRef="#br1" timeOffset="-199829.6">10500 6398 4067,'0'0'2499,"0"-19"-289,0 19 320,0 0-352,0 0-640,0 0-513,21 0-160,-21 19-33,18-19-191,-18 20-289,20 0-256,1 20 32,-1-20-63,-20 19-1,20 1 0,-20-20-64,-20 20-96,20 0-97,-20-21-31,-1 2-192,1 18-769,2-19-1634,-3 0-6982</inkml:trace>
  <inkml:trace contextRef="#ctx0" brushRef="#br1" timeOffset="-197758.48">10440 7154 6309,'0'0'4741,"0"0"-4164,0 0 1953,0 0-768,0 0-1378,0 0 96,0 0 225,0 19-353,0-19 97,0 20-65,0 0 1,0 0-289,0 0 64,0-1-224,0-19-96,0 20-353,0-20-576,20 0-769,-20 0-1761,0 0-4549</inkml:trace>
  <inkml:trace contextRef="#ctx0" brushRef="#br1" timeOffset="-197442.46">10521 7074 11370,'18'-20'1153,"-18"20"-288,20 0 1345,1 0-1473,-21 0-545,20 20-128,-20-20-64,20 19-160,-20-19-64,0 21 128,-20-2 128,20 2 32,-20-2 64,20 1 160,-21-20 257,21 20-97,0 0-224,0-20 1,21 0-33,-1 0-160,-20 0-192,20 0-737,-2 20-1249,-18-20-2499</inkml:trace>
  <inkml:trace contextRef="#ctx0" brushRef="#br2" timeOffset="-194449.29">10104 8803 2274,'-41'0'1793,"21"0"65,0-20 480,1 20-64,-1 0-95,20 0-354,-20 0-415,20 0-225,0 0-96,0 0-353,20 0-351,0 0-1,-1 0-96,21 0-127,1 0 31,17 0-32,22 0-160,-1 0-32,1 0 96,19 20-64,1-20 0,-1 0 96,0 0-96,0 0-128,1-20 192,-21 20 0,0 0-64,-19 0-96,-21 0-96,1 0 160,-40 0-128,20 0 31,-20 0 65,0 0-128,0 0 160,-20 20 0,0-20 0,0 0 0,1 0-32,-1-20 64,-20 20-96,20 0 96,-19 0-160,-1-20-96,-1 20-65,3 0 289,-23 0-224,2 0 160,-20 0-64,19 0 256,1 0-192,-20 0 96,18 0 0,-18 0-64,20 0 128,-21 0-32,21 0 32,0 0 64,-2 0 96,23 20-96,17-20-64,1 0 32,20 0-96,20 20 129,-20-20-33,39 0 96,1 0-96,19 0-32,22 0 0,-22 0 64,40-20-64,-20 20 32,2 0-64,18 0-64,-20 0 96,0 0-128,0 0-96,-18 0-96,18 0-160,0 0-225,-19 0 321,-21 0 127,1 0 129,-19 0 64,-3 0-96,-18 0 385,0 0-129,0 0-160,-18 0-64,-3 0 64,21 0 64,-20 0-288,20 0-33,0 0-704,0-20-1569,0 20-1922</inkml:trace>
  <inkml:trace contextRef="#ctx0" brushRef="#br2" timeOffset="-193951.26">10997 8505 12619,'-21'0'289,"21"0"-193,0 0 1569,0 0-223,21 19-353,-1 1-417,18 0-319,3 0-193,-2 0 160,1-1 33,20 21-161,-21-19 96,22-2-288,-23 1 96,3 0 0,-3 0-64,3 0 0,-21-20 96,-20 0-192,20 0 32,-20 0 96,-20 0-64,20 0 32,-20 0-96,20 20 160,-20-20-160,-1 0 64,-17 0 0,17 19-32,-19 1 0,1-20 32,-1 20 0,1 0-32,19 0 32,-20 0-96,20-20 128,20 19-128,-20-19 96,20 21-448,0-21 576,0 0-352,20 0-193,-20 0-287,0 0-610,0 0-1152,0 0-4100</inkml:trace>
  <inkml:trace contextRef="#ctx0" brushRef="#br2" timeOffset="-192739.19">10221 9160 6854,'0'-20'2691,"0"20"-1795,0-19 1571,-18 19-577,18 0-769,-20 0-641,20 0-352,-21 0-128,1 19 0,0 1-32,2 0 32,-3 20 0,1 0 0,0-21 0,20 21-32,0 20 0,0-21 64,20 1-32,0 0 32,19-21-32,1 22 32,19-21 0,-18 0 0,18-1 64,1-19 0,-1 0 65,1 0 127,-21-19 0,2-1-96,-1 0-32,-1-21 129,-19 22-161,-20-21 64,20 0-96,-20 1 96,-20-1-96,0 0 65,-1 1-65,3-1 608,-2 0-191,-21 20-193,21 0-320,-19 1 96,19 19-288,0 0-192,0 0-577,20 0-641,-19 19-480,19-19-1729,-20 20-5863</inkml:trace>
  <inkml:trace contextRef="#ctx0" brushRef="#br2" timeOffset="-192400.17">10242 9240 6342,'0'0'3010,"0"0"-2657,-21 0 1472,21 0 161,0 20-929,-18-20-288,18 19-64,0-19-257,0 20-160,0-20-159,0 20 95,18-20 128,3 20-128,-1-20-32,0 20-127,0-20-1,19 20 128,-19-20-288,0 0 160,0 0-577,0 0-512,-20 0-1153,19 0-1249,-19 0-5253</inkml:trace>
  <inkml:trace contextRef="#ctx0" brushRef="#br2" timeOffset="-192221.16">10480 9299 7527,'0'0'1441,"0"0"-96,0 0 1410,0 20-1090,0 0-736,0 0-224,-20 0-385,20-1-224,0 1-96,0 1-608,0-2-1026,20 1-1857,-20-20-7558</inkml:trace>
  <inkml:trace contextRef="#ctx0" brushRef="#br2" timeOffset="-191607.13">10778 8941 2562,'0'-19'3908,"0"19"-994,0 0-1216,0 0-513,0 0-64,-20 0-320,0 19-289,20 2-223,-19-2-129,19 1-64,0 0 0,-20 20-64,20-20-32,20-1-160,-20 2-224,19-2-417,-19 1-480,20-20-994,-20 0-3170</inkml:trace>
  <inkml:trace contextRef="#ctx0" brushRef="#br2" timeOffset="-191346.11">10798 9001 9480,'39'-20'-224,"-39"20"577,20 0 608,-20 0-994,0 0 66,0 20-98,0-20 97,0 20 65,0 0 95,0 0 384,-20 0-127,20-20-225,0 19 0,0-19 96,0 0-127,20 0-1,-20 0-160,20 0-384,0 21-1314,-20-21-3523</inkml:trace>
  <inkml:trace contextRef="#ctx0" brushRef="#br2" timeOffset="-191109.1">10897 8922 7238,'0'0'3267,"20"0"-3235,-20 0 1570,19 0-353,1 0-896,0 19-129,1 2-32,-1-2 0,-20 1-96,18 0 224,-18 0-223,0 20-1,0-21-32,0 2-321,0-2-735,-18 1-1154,-2 0-5830</inkml:trace>
  <inkml:trace contextRef="#ctx0" brushRef="#br2" timeOffset="-187726.91">10798 9498 9961,'0'-20'961,"0"20"-224,0 0 2145,0 0-1216,0 0-994,20 0-191,-1 0-257,-19 0-160,20 0-64,0 0-32,-20 0 32,20 20 0,-20-20-64,0 19 32,-20-19 160,20 21 64,-20-1 129,20-20-1,-20 20-128,20-20-128,0 20-32,0-20 32,20 0-64,-20 19-160,20-19-384,0 0-706,0 0-1184,-1-19-2498</inkml:trace>
  <inkml:trace contextRef="#ctx0" brushRef="#br2" timeOffset="-187437.89">10997 9478 6470,'20'0'6214,"-2"0"-5990,2 0 2402,1 0-1569,-21 0-929,20 0-96,0 20-64,-20-1 0,0 2 96,0-1-64,-20 0 128,0 0-31,20-20 31,-21 19 128,21-19-224,0 21 416,0-21-287,21 0 191,-21 0-96,20 0-96,19 0-352,-19 0 384,0 0-640,0 0-1154,0 0-3010</inkml:trace>
  <inkml:trace contextRef="#ctx0" brushRef="#br0" timeOffset="-173316.08">4625 9697 7783,'-20'20'961,"20"-20"1217,0 0-32,0 0-481,0 0-255,0 0-545,20 0-225,-2 0-159,23-20-321,-21 20 32,39-20 64,-19 20-256,19 0 417,1-20-321,-1 20-32,0 0-32,22 0-32,-2 0 0,0-19 64,0 19-64,-19-21-32,-21 21 0,2-19 32,-21 19-32,0 0 64,-2 0-352,-18 0-1,0 0-63,0 0-417,0 0-448,0 0-609,-18-20-832,-2 20 63,20 0-832</inkml:trace>
  <inkml:trace contextRef="#ctx0" brushRef="#br0" timeOffset="-172998.06">5378 9458 3267,'0'0'4260,"0"0"-2723,0 0-31,0 0-642,0 0 866,20 0-32,0 0-738,19 0-479,2 0-193,-1 0 0,-1 0-191,21 0 95,-21 0-160,1 20 0,-1-20 0,-19 20-32,0-20 0,0 0 32,0 19 32,-20-19-32,0 21 128,0-1 160,-20 0 97,0 0 159,0-1 1,0 21-193,-19-20-127,19 0-161,0 20-96,0-20-64,1 19-385,19 1-704,-20-20-1377,0 19-3684</inkml:trace>
  <inkml:trace contextRef="#ctx0" brushRef="#br1" timeOffset="-168444.8">13815 5803 4131,'0'0'1410,"0"0"63,0-20 161,0 20-321,0-21 224,-20 21-191,20-20-385,0 20-321,0-19-31,-19 19 63,19 0 1,-20-20-96,0 20-1,0-19-256,-19 19-31,-1-21-129,-1 21 0,3-20-32,-23 20-32,2 0-32,19 0-64,-19 0 32,-20 0-64,19 20 0,-19 1-32,-1 18 64,20 0 0,1-18-64,0 18 128,-1 0-128,19 2 128,-18 18-64,1-19 0,17-1 96,1 21-96,1 0 0,19-20 32,0 20-64,0-1 0,1 1 64,19-1-32,0 1-64,0 19 96,19-19 0,1-1-32,20-19-32,-1 20 160,21-20-128,-1-1 64,20 1 33,2 0-65,-2-1 0,20-19-161,21 20 33,-21-40 96,0 20 0,0-20-32,-20 0 32,21 0 0,-21-20-64,1 0 32,-1-20 32,-20 20-64,20-19 64,-18-21 96,-2 21 96,1-21 1,-21 1-1,1-2 160,-1-18-224,-39 0 32,0-1 65,0 0 31,-19 2-32,-21-3 449,20 2 31,-39 39-351,19-19-161,-19 19-96,19 0-64,-19 21-64,18-22-96,3 22-256,17 19-225,1-20-480,0 20-641,20 0-1633,0 0-9994</inkml:trace>
  <inkml:trace contextRef="#ctx0" brushRef="#br1" timeOffset="-167241.75">10539 6140 10345,'0'0'897,"0"-20"833,0 20 256,-18-20-353,18 20-223,-21-20-353,1 20-385,-20 0-223,1 0-257,-1 0-192,0 0 32,-19 20-64,0 0-32,-2 0 64,2 19-64,-1-18 32,1 18-32,0 1 192,-1 0-224,1 0 96,-2-1-32,2 21 64,19-1 0,-19 1-96,19-19 96,21 18-32,-21 0 0,20-19 96,0 20-224,-1-21 96,21 21 160,0-21-224,0 1 128,-18 20-64,18-20 0,18 0 96,-18 19-96,21-19-32,-1-1 64,0 1 64,20 0-32,-21-21 0,21 21-64,0-20 32,19 20 0,-18-21 0,18 1-64,-19 1 32,19-2-33,-19-19-63,19 21 160,-19-21-128,19 0 96,0 0-64,-19 0 64,19 0-32,2-21 32,-22 2-96,21-2 160,-20 1-128,-1 1 192,1-21-224,-1 0 160,22 20 32,-23-19-32,3-1-32,-21 0 32,19 1 33,-19-1-65,20 1 32,-20-1 32,-1 0-32,1-20 0,0 1 32,0 19-64,-20-20 160,0 1-64,20-1 225,-20 1 95,0 0-64,0-2-159,-20 21 127,0-19 0,0-1 161,-19 21-257,-1-21-96,-19 0-64,-1 0-160,1 21-32,-2-1 96,22 20-128,-1 0-128,1 20-513,-1 0-672,0 20-962,20 0-3266</inkml:trace>
  <inkml:trace contextRef="#ctx0" brushRef="#br2" timeOffset="-163280.51">13736 8882 6534,'0'-20'1665,"0"0"-608,0 0 705,-20 20-32,20-19-129,-20-1-736,1 20 32,-1-20-257,0 20-127,-21 0-97,3 0-95,-3 0-65,1 0-160,1 20-32,-1 0-128,-19-20 0,19 19 64,-19 1 32,-2 0-64,3 20 32,-1-20-64,-2 20 64,22-1-32,-1 1 96,0 19-64,1-19-32,19 0 32,-20 20-32,19-1 64,-17-19-128,17 19 96,21 1 64,-20-20-128,20 20 96,0 20 32,0-21-160,20 1 96,1-1-32,-1-19-32,39 20 64,-19-21 0,39 1 0,-20 0 0,22-20 32,18-1 32,-20 1-64,20-20 96,0 0 32,1 0 0,-1-20 32,0 1-128,0-1 256,0-20 289,1 20-32,-1-20-97,-20-19 0,-19 19-287,-1-39 31,-18 19-288,-3-39 96,3 18 0,-21-18 64,0 20-64,-40 0 288,0-1 288,-21 21 129,3-1-32,-23 0-257,2 21-96,-1-21-191,1 20-161,19 20 0,-19-19-65,18 19-255,23 0-673,-23 0-801,21 20-832,-18 20-2723</inkml:trace>
  <inkml:trace contextRef="#ctx0" brushRef="#br2" timeOffset="-161989.43">11254 9021 6342,'0'-20'1889,"20"0"-1248,-20 1 1377,0-2 288,0 2-544,0-1-641,0 20 64,0-20-224,0 0-257,0 20-287,-20-20-1,1 20-288,-1-20-32,0 1-32,-20-1 1,20 20 31,-19-20-32,-2 0-32,-17 0-32,17 20 96,-18 0-32,-1-20-96,-19 20 64,20 0-96,-2 20 64,3-20-32,-1 20 32,18 0 0,-18 0-32,-1 0-32,20-1 160,-19 1-128,0 0-64,-2 20 64,23-1-96,-23 1 128,22 0 0,-1 0-33,0 20 33,21-21-64,-1 1 128,0 20-224,20-21 224,0 1-128,0 0 64,20-1-32,-20 1-32,20 19 64,19-18-160,-19-1 128,20 19-32,-1-19-64,1-20 32,-1 20 32,22-1-32,-2-19 96,1 20-64,-1-20 32,1-1-65,19-19 65,-20 21 64,2-21-32,18 0 97,0 0-97,-20-21 96,21 2-64,-21-1 32,0 0-32,2 0-32,-2 0 64,-19 0 32,19-19 32,-19 19 160,1-20 33,-3 1 159,3-21-64,-3 20-63,-17-20 159,-1 21 65,0-21-97,0 20-95,-1-20-161,-19 1 0,0 19 289,0-19-97,-19-1-160,-1 20-64,0-19-64,-21-1-63,3 20-33,-3 0-64,3 1-97,-3 19-255,-18 0-96,19 20-385,-20 0-769,1 20-960,0 20-3012</inkml:trace>
  <inkml:trace contextRef="#ctx0" brushRef="#br0" timeOffset="-151255.82">6787 9339 12299,'-20'0'2082,"20"0"-1345,0 0-289,0 0 97,0 0 288,20 20-97,21-20-287,-21 0-257,39 0-96,-19 0-128,-1 0 128,1 0-160,0 0-224,-21 0-481,1 0-801,0 0-1088,-20 0-1890</inkml:trace>
  <inkml:trace contextRef="#ctx0" brushRef="#br0" timeOffset="-151003.81">6986 9260 9961,'-20'0'1826,"20"0"-1666,20 0-64,0 0 416,0 0 97,20-20-161,-21 20-352,21 0 33,1 0-1,-23 20 128,2-20 32,21 19-32,-41 1-95,20 0-65,-20 0 32,0 0 192,-20 0 65,0-1-33,-1 1-64,-17 1 0,18-2-192,-1 1-96,1 0-448,0-20-1570,20 19-3491</inkml:trace>
  <inkml:trace contextRef="#ctx0" brushRef="#br1" timeOffset="-126337.4">18877 2324 3042,'0'-19'4036,"0"19"-1634,0 0 705,0-19-1121,0 19-512,0 0-129,0 0-224,0-21-256,-19 21-353,19 0-512,-20 0 289,-20 0-642,20 0 353,-19 40 0,19 0-192,0 0 192,20 19-64,-20-20 64,20 41-32,20-21-32,0 1-32,20 0-256,19-1 63,0-19-159,1-20-1,-1 0 481,20 0-160,-18-40 224,18 20 0,-20-40 1,-19 19 95,0-37 192,-21 17 33,1-18-1,-20-1-64,0-19 65,-20 20-161,-19-1-32,-1 20 96,1 0 97,-21 2-257,1 17-160,19 1-224,1 0 96,19 20-961,20 20-577,-21 0-1249,21 1-2562</inkml:trace>
  <inkml:trace contextRef="#ctx0" brushRef="#br1" timeOffset="-125889.38">18897 2464 7879,'0'0'3235,"0"0"-512,0 0 31,0 0-1633,0 0-608,0 0-385,0 19-64,-20-19 0,20 40-64,0-20 32,0 0 32,0 0-64,0-20 96,20 19 0,0 1 64,0-20 1,1 0-161,17 0-417,-18 0 65,21 0-1378,-23-20-2466,23 20-8198</inkml:trace>
  <inkml:trace contextRef="#ctx0" brushRef="#br1" timeOffset="-125731.36">19156 2503 14093,'0'0'288,"0"0"1698,0 20-705,0-20-864,0 20 95,0 0-192,0 19-159,0 2-129,0-22-449,19 21-1088,-19-21-2115</inkml:trace>
  <inkml:trace contextRef="#ctx0" brushRef="#br1" timeOffset="-125342.34">19393 1908 9416,'-20'-21'1410,"20"21"1152,0 0-768,0 0-1250,0 0 353,0 21-256,0-1-449,0 19-96,0 1-64,20-20-96,-20 19-192,20-19-417,1 0-384,-1-20-448,0 0-1474,-20 0-6758</inkml:trace>
  <inkml:trace contextRef="#ctx0" brushRef="#br1" timeOffset="-125089.32">19513 1928 8776,'-21'-20'3491,"21"20"-3459,0 0 993,0 0-641,0 0 161,21 0 64,-21 0-321,20 0-224,-20 20-64,20-1-96,-20 1 128,0 0-32,-20 0 64,20 0 64,0-20 96,0 20-96,0-20-64,0 0-32,0 0 0,0 0-64,20 0-544,-20 0-609,20 0-2018,-20-20-5830</inkml:trace>
  <inkml:trace contextRef="#ctx0" brushRef="#br1" timeOffset="-124729.3">19592 1828 9609,'0'-19'352,"20"19"1890,-20 0-1057,20 0-288,0 0 160,0 0 32,-1 0-160,-19 19-320,20-19-97,0 19-192,0 2-160,0 19-160,-1-1 97,-19-19-194,0 20 226,0-20-258,0 0-63,0-1 96,-19 1-512,-1 0-545,0 0-1826,0-20-7239</inkml:trace>
  <inkml:trace contextRef="#ctx0" brushRef="#br1" timeOffset="-124144.27">19553 2662 13644,'0'0'1698,"0"20"-1410,20 0 1378,-20-1-641,0 2-417,0 19-383,0-21-161,19 0-128,-19 2-225,20-1-127,-20 0-161,0-20-928,0 0-1346,0 0-1697</inkml:trace>
  <inkml:trace contextRef="#ctx0" brushRef="#br1" timeOffset="-123878.25">19711 2682 12171,'20'0'737,"0"0"1569,0 0-320,-20 20-1250,39-20-255,-19 19-129,1-19-63,-1 21-674,-20-21 673,0 20-448,0 19 224,-20-20 0,20 2 97,-21-1-193,1 0 32,20-20 32,0 20 128,20-20-160,-20 20 64,21-20-160,-1 0-481,-2 0-1088,2 0-2820</inkml:trace>
  <inkml:trace contextRef="#ctx0" brushRef="#br1" timeOffset="-122465.18">20426 2305 10473,'0'-19'1314,"0"-2"928,0 1-64,-20-20-1153,1 40-737,19-20-192,-20 1-96,0 19-96,0 0-64,-1 19 0,3 1 0,18 0-1,0 20 1,0 0-64,18 0 32,3 0-32,-1 19-225,0 0 1,19 1 31,-19-21-415,0 21-482,0-20 129,-20 0 288,0 0 545,-20-21 416,0 0 321,0 2 511,-19-21-287,19 0-64,-21-21-129,23 2-224,-2 0 64,-1-21 33,21 19 223,0-18 1,0 19-161,0 1 32,21-2-224,17 1 65,-17 20-161,-1 0-160,20 0-513,-21-19-1281,1 19-2626</inkml:trace>
  <inkml:trace contextRef="#ctx0" brushRef="#br1" timeOffset="-121952.14">20744 1928 12940,'0'0'1153,"0"0"801,0 0-513,0 0-1281,0 0-96,-21 19 128,21 1 1,0 20-161,0-20 32,0 19-64,0 1 64,0 0-288,21-20-449,-21-1-416,20 1-737,0-20-1313,-2 0-6630</inkml:trace>
  <inkml:trace contextRef="#ctx0" brushRef="#br1" timeOffset="-121613.13">20823 1967 9032,'0'-20'4676,"0"20"-4868,20-19 1506,0 19-962,0 0-96,-1 0 128,1 0-95,0 0-193,0 19-160,-20 1-224,0-20 63,0 40-95,-20-20-64,20 0 159,-20-20 33,20 19 64,-20-19 0,20 20-32,20 0-192,0 0 223,0 0 33,0 0 96,-1-20 0,1 19 0,-20-19 225,0 20 511,-20 0 161,1-20-224,-1 20-225,-20-20-192,20 0-320,-19 0-576,19-20-1026,0 20-1761</inkml:trace>
  <inkml:trace contextRef="#ctx0" brushRef="#br1" timeOffset="-121282.11">21041 1928 8039,'20'0'1826,"1"0"2178,-21 0-2018,20 19-449,-20-19-544,38 20-256,-17 0-577,-1 0 64,0 0-320,-1 19 64,1-19-160,-20 20-129,0 0-63,0-21 64,-20 21-225,1 0-320,-21-19-576,-1 17-2467</inkml:trace>
  <inkml:trace contextRef="#ctx0" brushRef="#br1" timeOffset="-120812.08">20902 2762 12043,'0'0'2755,"0"0"-1474,0 0 801,0 0-1474,20 20 481,-20-1-224,0 0-416,0 22-33,0-21-224,0 20-288,0-21 0,0 21-801,0-20-1089,0 0-1761</inkml:trace>
  <inkml:trace contextRef="#ctx0" brushRef="#br3" timeOffset="-119485">21557 2662 14701,'-20'0'929,"20"0"-801,0 0 1698,0 0-1217,0 0-257,20 20 833,21-20-640,-2 0-289,1 0-32,-1 0 64,21 0-191,-40 0-130,19 0-351,-19 0-609,0-20-608,0 20-1314,-20-19-5573</inkml:trace>
  <inkml:trace contextRef="#ctx0" brushRef="#br3" timeOffset="-119282.99">21736 2483 13837,'0'20'32,"-20"0"2146,20 20-96,-19-1-961,19 2-321,0 18-383,0-19-385,0 19-513,0-19-736,0 0-1665,19-20-7304</inkml:trace>
  <inkml:trace contextRef="#ctx0" brushRef="#br2" timeOffset="-117400.88">22530 2324 9993,'0'-19'833,"-19"0"32,-1 19-1,20 0-607,-20 0-65,-21 19 769,23-19 32,-2 19-641,-21 21-256,21-19-96,1 38 0,19-20-32,0 41 96,0-21 0,39 1 64,2 0 32,-3-1-224,43-19 0,-22 0-32,20-20-32,2 0 32,-2-20 0,0 0 32,0 0-160,-19-20 64,-21-20 160,1-1 128,-20 3 96,-20-23 513,0 2 127,0-1-95,-40-19-353,0 20-31,-19 19 448,0 1-257,-22-1-95,22 19-289,19 2-288,1 19-161,19-19-351,-20 19-513,40 19-897,-20-19-1986,20 19-3907</inkml:trace>
  <inkml:trace contextRef="#ctx0" brushRef="#br2" timeOffset="-117082.88">22530 2483 10313,'0'0'1121,"0"0"1538,-19 0-1314,19 20-961,0-20 289,0 40 128,0-20-161,0 0-255,0 19-33,0 1 1,19-20-289,-19 0 96,20-1-32,0 2-32,0-21 32,0 0-320,-1 0-545,1-21-896,0 21-1346,20-19-4228</inkml:trace>
  <inkml:trace contextRef="#ctx0" brushRef="#br2" timeOffset="-116729.85">22730 2643 3010,'0'0'8168,"0"0"-8520,0-21 1665,0 21-480,18 0-129,2 0 97,-20 0-769,20 0-96,-20 21 64,21-21-256,-21 0-96,0 0-321,0 0-352,0 0 352,-21 0 385,21 0-833,0 0-769,0 0 289,-20 0 1280,20-21 321,0 21 0,0 0 32,0 0 545,0-20 352,0 20 224,0 0 320,0 0-448,0 0 64,0 20-224,0-20-416,0 21-321,0-21 160,0 19 32,0 1-63,0 0-129,0-1 0,20 2-160,1-1-641,-21 0-1569,20-1-2787</inkml:trace>
  <inkml:trace contextRef="#ctx0" brushRef="#br2" timeOffset="-116404.83">22530 2721 3715,'0'0'10250,"20"-19"-10346,-20 19 1761,20 0-608,0 0-288,-20 0 96,20-20-353,-1 20-288,1 0-224,0 0-192,0 0-352,-20 0-1090,20 20-2402,-20-20-7366</inkml:trace>
  <inkml:trace contextRef="#ctx0" brushRef="#br2" timeOffset="-115734.79">23046 1987 11018,'-19'-20'769,"19"20"1793,0 0-864,0 0-1474,0 0-192,0 20 256,0 0-128,0 20-128,0-1 0,0-19 32,19 20-64,-19-20-224,0-1-384,20 1-385,0 0-577,0 0-1825,-20-20-6438</inkml:trace>
  <inkml:trace contextRef="#ctx0" brushRef="#br2" timeOffset="-115466.77">23165 1987 12940,'40'0'-385,"-19"-20"1538,-3 20-416,2 20-256,1-20-321,-1 20-192,-20 0-160,0 0 63,-20-1 161,20 1 257,-21 0 31,1 0-96,2-20 0,18 20 1,0-20-193,0 0-32,0 0-32,18 20-257,2-20-383,1 0-1634,-1-20-3140</inkml:trace>
  <inkml:trace contextRef="#ctx0" brushRef="#br2" timeOffset="-115243.76">23325 1928 14029,'0'0'-256,"0"0"1345,18 0 288,-18 0-352,21 19-256,-1 1-129,0 0-448,0 0-96,-20 0-128,19 19-32,-19-19-192,0 20-417,0 0-384,-19-21-672,19 21-1666,0-20-3908</inkml:trace>
  <inkml:trace contextRef="#ctx0" brushRef="#br2" timeOffset="-114724.73">23264 2820 11723,'21'0'4964,"-21"0"-5316,0 0 993,20 21-449,-20-21-192,20 0-64,-20 20-161,0-20-287,0 20-33,0 0 481,-20 0 225,0 19 223,20-19 0,-21 0-127,21-20-193,0 20 0,21-20-128,-21 0-225,20 0-896,0 0-2722</inkml:trace>
  <inkml:trace contextRef="#ctx0" brushRef="#br2" timeOffset="-114399.71">23424 2861 11114,'0'-20'1537,"0"20"-95,19 0 1344,-19-21-1825,0 21-32,20 0-384,0 0-353,0 21-64,0-21-320,0 20 0,-1 0 32,-19 0-33,0 0 65,0-1 64,-19 1 128,19 0 0,-20 0-32,0-20 64,20 20-96,0-20 129,0 20-65,0-20-32,0 0 0,20 19-96,-20-19-225,20 0-191,-20 20-417,19-20-1153,-19 0-1890,20 0-7494</inkml:trace>
  <inkml:trace contextRef="#ctx0" brushRef="#br2" timeOffset="-113671.68">23821 2563 4420,'-20'0'11402,"20"0"-11177,0 0 1825,0 0-1186,0 0-896,0 0-352,0 0-1185,0 0-2659</inkml:trace>
  <inkml:trace contextRef="#ctx0" brushRef="#br2" timeOffset="-113202.64">24257 2364 12716,'40'-40'-513,"-40"21"2051,-20 0-514,0-22-351,-19 21 192,19 0-513,-21 20-352,23-20-96,-23 20-64,21 20 64,0 0 64,20 0 32,0 21 0,0-3 32,40 23-96,-19-22-64,17 20-96,-17 1-97,19-1-127,-20 1-161,-1-20 257,1 0 224,-20 0 160,0-2 256,0-17 353,-20-21 191,-19 20-351,19-20-289,-21 0-160,23-20-128,-23 20 64,1-21-256,22 2-225,-3 0 161,21-21 192,0 19-161,0 2 33,21 19-352,-3-20-481,2 0-865,0 20-4677</inkml:trace>
  <inkml:trace contextRef="#ctx0" brushRef="#br2" timeOffset="-112884.63">24457 2027 13068,'0'-20'320,"0"0"833,0 20-352,0 0-321,0 20 321,18 0-32,-18 0-225,0-1-351,0 21-161,0 0 0,0-20-32,20 19-513,-20 1-480,21-20-448,-21 20-1121,0-21-1763</inkml:trace>
  <inkml:trace contextRef="#ctx0" brushRef="#br2" timeOffset="-111904.57">24694 2066 11370,'-20'-19'1314,"1"-1"-1058,19 20 993,0 0-480,0 0-257,19-20 65,1 20-417,-20 20-192,20-20-32,0 0 0,-20 20-64,20-20 31,-20 19-127,0 1 96,0 0 32,0 0-224,19 0-1,-19 0 33,0-1 192,0 1-32,0-20-160,0 20 31,0 0 33,0-20-32,20 0 64,-20 20 160,0-20 352,-20 0 353,20 0 63,-19 0 193,-1 0-192,0 0-545,0 0-320,0 0-1057,1 0-2210,-1 0-5926</inkml:trace>
  <inkml:trace contextRef="#ctx0" brushRef="#br2" timeOffset="-111651.56">24773 1967 10794,'40'0'256,"-20"20"1634,1 0-1057,-3 0-161,2 19 129,0-19-128,-20 20-289,21 0-192,-1-1-96,-20 1-64,0 1-480,0-3-833,0 2-1090,-20-19-2593</inkml:trace>
  <inkml:trace contextRef="#ctx0" brushRef="#br2" timeOffset="-111218.53">24536 2721 12940,'20'0'3811,"-2"0"-3939,3 0 929,-1 0-385,0 0 225,0 21-257,19-21-384,-19 20-256,-20 0-128,20-20 63,-20 19 33,-20 0-256,0 2-225,-19-1 513,19 0 256,0 0 0,0 0 96,-1-20 448,21 19 129,0-19 0,21 20-193,-1-20-288,0 20-128,19-20-320,1 20-321,-20-20-672,19 0-2178</inkml:trace>
  <inkml:trace contextRef="#ctx0" brushRef="#br2" timeOffset="-108901.4">11135 8703 8744,'20'0'1665,"-20"0"-1248,0-19 704,0 19 544,0 0 65,-20 0-609,20-21-576,-19 21 31,19-19 1,-20 19-65,0-21-63,-21 2-33,23 19-224,-43 0-128,22-20-32,-21 20-32,-19 0-32,0 20 32,0-1 0,-2 2-32,22 19 0,-20-1 0,-1 21-96,21-1-320,-20 1-1,18 0 257,22-1 192,-21 20-96,41-19 64,-21 0 96,20-1 96,20 21-32,0-21 64,0 1-31,20 0-129,20 0 0,19-1-64,20 1 128,21-1-32,-1-19-96,0 0 96,0-1-160,0-18 96,1-2-96,-1 1-193,-19-20 161,0 0 96,-1-20 64,0 1-32,1-21 192,-21-20 193,0 1 159,-19-1 225,1 1-385,-2-21-95,-19 0-129,0 0 32,-20 21-64,20-20 32,-20 19 64,0 0-63,0 1 191,-20-1-32,0 1-160,0 19 1,-1-20-129,-17 1-64,-3-1-1,3 20-31,-23 0-64,-18 0 32,0 1 0,-2 39 32,2-20 96,0 20-64,0 20-96,0 0-545,19 20-95,21-21-321,-1 21 32,19-20-97,21 0-351,0 0-1506,0 0-7110</inkml:trace>
  <inkml:trace contextRef="#ctx0" brushRef="#br2" timeOffset="-107970.34">13955 8882 10473,'-21'-20'1986,"21"0"-1697,0 20 479,-20-20 161,0 1 352,2-1-63,-3 0-226,1 0-287,-20 0-64,1 0-65,-21 1-255,1 19-225,-2 0-64,-18 19-128,0 1 64,-20 0 32,20 20 0,-20-1-64,-1 21 160,1-1-224,20 21 160,-1-20-97,0 19 65,22 21-64,17-21 32,21 0-64,20 1 96,20-20-96,21 20-128,17-1 128,42-20-96,-1-19 192,20 0-96,1-1 160,18-18 0,-19-2 64,21 1-64,-21-20 128,19 0-96,-39 0 64,21-20 1,-41 1 63,20-2-128,-39-18 256,-1-1-96,2 0 33,-23-19 95,23-1 161,-41 1-97,19-22-224,-19 3-128,-20-2-64,0-19 0,-20 19 0,-39-19 161,19-1 63,-39 21-96,-1 19 352,-19 1 289,0 19-641,0 0-128,18 40-64,2-19-160,20 19-801,-1 19-416,21-19-289,-1 40-416,19-20-1601,1 20-9258</inkml:trace>
  <inkml:trace contextRef="#ctx0" brushRef="#br1" timeOffset="-105676.21">10440 6080 11691,'0'-20'96,"0"0"224,-19 1 1281,19 19-351,-20-20-1,0 0 0,0 20-416,-20 0-513,1 0-288,-22 20-32,-18 19-64,0 1 0,0 20-192,0 19 0,-1 1 95,0 0 33,1 19 32,20 0 0,-1 1-192,21 19 96,19-20 96,0 20-33,0 0 97,40-19 64,20-1 32,19 0-31,0-20-66,22-19-63,18-20 96,0-21 32,19-19 32,1 0 1,1-19-1,-21-21 96,20 0-128,-40-19 128,0-21 32,2 1 128,-22 0-31,-19-21-129,-1-19-96,-19 0-32,-20-20-224,-20 20-321,0-1 321,-19 1 384,-1 40 353,-19 20 256,-2-1 31,-18 39-63,20-18-321,-1 19-383,1 0-97,19 20-289,1 0-832,19 0-865,-20 0-2722</inkml:trace>
  <inkml:trace contextRef="#ctx0" brushRef="#br1" timeOffset="-104855.18">13677 5684 11306,'-20'-41'801,"20"21"1057,-20 0-1,-21 20-928,21-19-96,-39 19-192,1 0-161,-3 19-224,-18-19-127,0 20-161,0 0 64,-20 0-64,-1 20-65,20-1 33,1 2 32,0-2 64,0 21-64,18-1 32,2 21 161,-1-1-290,21 0 161,19 2-64,0 18-32,20 0 128,20 0-32,20-19-64,19 0-64,20-1-128,20 0 0,21-39 160,19 0 0,-1-1 32,22-39 64,-22 0 96,1-20 0,21-19 64,-22-21-32,2-19 65,-21 0 223,-20-20 289,0-2-257,-40 22-160,-38-21-95,-1-19-129,-40 20-96,-21-20 0,-18 20 0,-20 0 64,-20 19 384,0 20 161,0 0-289,18 41-352,-18-1-32,20 0-96,20 20-609,18 20-544,21 0-641,0 19-1313,2 1-8040</inkml:trace>
  <inkml:trace contextRef="#ctx0" brushRef="#br3" timeOffset="-102632.04">8316 8703 6245,'0'0'2659,"0"-19"-1602,0 19 352,0-21 609,0 21-448,-20 0-193,20-19-320,-19 19-384,-1-21 31,-20 21-351,1 0 63,-21 0-160,-19 0-288,-1 21 96,1-21-64,-21 40 0,0-21-64,21 21 64,0 0 0,0 19-96,0-19 32,-2 40 0,23-1 32,17-20-32,3 21 64,17 0-64,21-21 96,21 1-160,-21 0 96,38-21 32,3 21 0,17 0 64,3-1-64,-2 1-32,40-1 64,-20-19-96,20 0 64,-18-20-64,18-1 64,-20-19-32,21 0 32,-1 0 64,-20-19-64,20-21-32,-20 0 32,2 1 64,-2-21 192,-20 1-128,-19-1 224,19 20-95,-19-20 63,-20 0 0,1 21-128,-21-1 33,0-20 63,-41 21 64,21-21-160,0 1 33,-19-1-129,19 0 64,-20 0-96,1-19 64,-1 20-64,-1 19 321,-18 0-193,19 20-160,-19 1 32,0-2-128,-1 21-32,21 0-833,-1 0-96,-1 0 64,23 0-192,-2 21-865,0-2-2370</inkml:trace>
  <inkml:trace contextRef="#ctx0" brushRef="#br3" timeOffset="-97925.77">14093 8882 9160,'20'0'224,"-20"-20"-128,0 20 1346,0 0 191,0-20 161,0 20-577,0-20-288,-20 20-96,20-19 128,-19-1-32,-1 20-225,0-20-63,-21 0-32,3 0-289,-23 20 32,22-20-96,-21 20-31,-19-19-161,0 19-96,0 19 0,-20 1 32,18 20-321,-18 0 514,-1-1-161,1 1-97,0 19-31,20-19 96,0 20-32,0-1-32,18 1 32,2 0-32,19-1 64,20 21-32,1 0 32,19-21-32,19 21 96,21-1-160,1-19 96,17-1-96,22 1 96,19-20-96,-19 0 0,38-1 96,2-19 32,-1 0-64,0 0 0,1-20-96,-1-20 96,-1 0 32,1 0 32,1-19 64,-21-1-96,0 0 0,-20-20 0,-18 21 64,-2-21 160,-19 0-128,-1-19 256,-39 19-95,0-39-161,-19 19-96,-41-19-96,19 20 256,-38-1 96,20 1 161,-40 39-65,20 0-128,-2 40-224,22-20-160,19 40-737,22 0-1313,18 19-2370</inkml:trace>
  <inkml:trace contextRef="#ctx0" brushRef="#br3" timeOffset="-97340.74">15404 9558 13292,'-60'-20'2050,"40"20"-865,1 0 609,19 0-289,0-21-288,19 21-736,1 0-33,40 0-352,19 21-32,20-21 33,21 20 63,-2 0 64,21-20-160,1 20 32,-2-20-64,1 19 32,-19-19 64,18 0-160,-39 0 32,-19 0-192,-21 0-320,-18 0-161,-41 21-384,0-21-320,-20 0-257,-21 19-1249,2-19-1985,-21 0-3941</inkml:trace>
  <inkml:trace contextRef="#ctx0" brushRef="#br3" timeOffset="-96929.71">16237 9279 13452,'0'0'801,"-19"0"-737,-1 0 352,-20 0 289,-19 20-160,-2-20-97,-18 20-128,-20 0 289,0 0 160,0 0 192,-1-1-65,1 1-383,0 1-449,20-2-96,38 1 192,-17 0 0,37-1-160,21 2 96,21-1-96,17 0 353,3 0-161,18-1-32,1 2-128,-1 18-32,20-19 96,-19 20-96,20-1-96,-22-19-128,-17 20-545,-1 0-384,-21-21-1025,1 2-2659</inkml:trace>
  <inkml:trace contextRef="#ctx0" brushRef="#br4" timeOffset="-90192.33">16178 5961 11146,'-20'-40'1153,"-1"40"321,21-19 95,0 19-800,0 0-577,0 0-96,0 19 449,0 1 63,0 0-159,-18 40-257,18-1 0,-20 21-64,-21 20 0,1 38-96,1 1 64,-1 1 0,-19 38 0,-1-19-31,21 20 127,-1-20 128,1-1 64,19-39-127,0 1-193,-1-1 32,1-19-160,2-1 160,-3 1-192,1-21 64,20 1-32,-20-1 64,0-20-96,1 1 31,19-20-127,-20-20 160,20-20 32,0 0 0,-20 0-192,20-40 128,0 1 32,20-21-96,0-20 96,-1 1-32,1-21 0,0 1-193,21-20-31,-23 0 64,23 0 96,-21-1 32,18 1 96,-17 0 128,19 0 96,-1 39 64,1-19 1,0-1-65,-1 1 32,22 0-96,-23-21-96,3 21-96,-1-20-96,-22 19-160,3 1 32,-1 39 320,-20 1 256,0 39 32,0 0-31,0 20-97,0 0-224,0 20-352,0 20 191,-20 20 193,20 19-160,-21 21-32,3 19 128,-2 1 64,0-2 0,-21 21 32,-18 20-224,-1 0 544,21 0-320,-21-20 65,21-1-97,-1 2-64,1-21-32,-1-20 96,19 21-32,-17-41 0,17 1 64,1-1-96,0-19 32,20-1-32,-20-18 32,20-22-32,0 1 0,0-20-65,0 0-63,0-20-320,0-40 95,0 1-31,20-20 96,0-1-353,-20-19 225,41-20 31,-23-1-383,2 1 95,21-20 545,-3-1-225,23 21 129,-22-19 384,1 39 705,0 19 224,-1 0-288,-19 1-385,21 19-128,-23 1-320,2-1 64,-20 1-32,0 19-96,0 0-160,0 20 256,-20 0 64,2 60-256,-3 0 128,1 40 96,0 39 288,-19 0 64,-1 19 257,0 22 31,1 18-159,-1-39-65,-19 21 97,18-22-33,21-19-384,-19 1-160,19-20-32,20-21 96,-20 0 0,20-19-96,20-21-128,-20 2-289,0-22-95,20-19-97,-20 0-448,0 0-609,-20-19-1345,0-1-1889</inkml:trace>
  <inkml:trace contextRef="#ctx0" brushRef="#br4" timeOffset="-89767.3">15244 7809 15887,'0'-20'1089,"0"20"-1346,0 0 514,21-20 159,-1 20 161,0 0 351,-1 20-63,1 0-160,0 20-577,-20 19 64,20 20-64,-20 1 97,0 0-258,-20 39 162,20-20 191,0 0 96,0-19-127,0-20-225,20-20 160,0 0-32,19-21 224,-19 1-63,0 0 159,0-20-63,-1 0-1,21-20-64,1 0-352,-3 1 1,23-2 31,-22 2-225,1-2-63,-1 21-352,-19-19-65,0 19-416,0 0-384,-20 0-353,0 19-1121,0-19-3010</inkml:trace>
  <inkml:trace contextRef="#ctx0" brushRef="#br4" timeOffset="-88310.22">16475 7710 16399,'-20'-60'1634,"20"39"-1442,-20 21 352,20-19 65,-18 19-449,-3 0-192,21 0-192,-20 19 0,0 22 127,0-1-287,20-1 576,-19 41-224,19-21 32,0 1 32,0 0 64,39-1 0,1 1 65,19-20-129,2-21 0,18-19 96,0 0 224,-20-19-32,21-1-127,-21-20 63,-18 0 128,-3-19 1,-17-1-65,-21 20 192,-21-19-319,-17-1-1,-3 20-160,-18 1-64,19-1-192,-19 20-65,-1-1-383,21 21-385,-1 0-833,20 21-1409,20-1-3268</inkml:trace>
  <inkml:trace contextRef="#ctx0" brushRef="#br4" timeOffset="-87985.2">16455 7829 10505,'0'0'2723,"-20"0"-2178,20 0 1248,0 0-960,0 20-513,0-20-63,0 19-65,0 1-64,0 0-64,0 0 32,20-20 0,0 20 192,1-20-63,17 0-161,-17 0 160,19 0-288,-20-20-192,19 20-865,-19 0-1602,0 0-3587</inkml:trace>
  <inkml:trace contextRef="#ctx0" brushRef="#br4" timeOffset="-87826.19">16733 7868 13068,'-19'0'1473,"19"0"-480,0 0 1121,0 0-1249,0 20-352,0 0-193,0 0-128,0 0-160,0 19-544,19-18-898,-19-1-1793</inkml:trace>
  <inkml:trace contextRef="#ctx0" brushRef="#br4" timeOffset="-87430.18">17071 8147 6566,'0'20'9577,"0"-20"-9545,0 19 1249,0 2 192,0 18-1024,0-19-353,0 20-192,0-20-256,20-1-545,-20 1-256,20-20-289,-20 0-736,0 0-4324</inkml:trace>
  <inkml:trace contextRef="#ctx0" brushRef="#br4" timeOffset="-87076.15">17230 8147 11530,'19'0'1986,"-19"0"-256,0 0 480,20 0-1441,0 0-161,-20 20-223,21-20-257,-1 19-96,-2-19-96,2 21-128,-20-21 96,0 19-65,0 1 65,0 0 0,-20 0 288,2 0 129,-2-20 31,20 20-64,0-20-224,0 0 0,20 19-32,-2-19-384,2 0-224,1 0-674,-1 0-1696,0 0-6664</inkml:trace>
  <inkml:trace contextRef="#ctx0" brushRef="#br4" timeOffset="-86651.13">17071 7352 9352,'-20'-20'1666,"1"20"672,-1 20-576,20 0-257,0-1-512,0 21-256,0 0-609,0-1 32,0 2-32,0-22-160,20 2-64,-1-2-384,1 0-385,0 2-576,0-21-1186,-20 0-4516</inkml:trace>
  <inkml:trace contextRef="#ctx0" brushRef="#br4" timeOffset="-86291.1">17170 7411 13004,'20'0'-64,"0"0"576,0 0 1,-20 0-257,19 20-192,1-20-192,-20 20-224,0 0-161,0 0-63,0-20 383,0 19 193,0-19 0,0 20 64,0-20 449,0 21 160,20-21-129,1 19-224,-21-19-192,20 21-128,-20-21 65,18 19-33,-18-19-64,0 0 160,-18 19 224,-2-19 32,-1 0-31,1 21-97,0-21-160,1 0-128,19 20-641,-20-20-704,20 0-1442,0 0-4516</inkml:trace>
  <inkml:trace contextRef="#ctx0" brushRef="#br4" timeOffset="-86038.09">17330 7332 3042,'-20'0'10154,"40"0"-10058,-20 0 1858,18 0 64,2 20-1281,1 0-97,19 19-127,-21 1-225,1 0-64,0-1-224,-20 1 64,20-19-96,-20 17-128,-20-17-481,20 19-191,-20-20-1314,0 0-4357</inkml:trace>
  <inkml:trace contextRef="#ctx0" brushRef="#br3" timeOffset="-70750.22">18897 8922 13004,'0'-60'1217,"-20"40"-769,1 0 1,-21 1-257,20-1-192,0 20 32,-19 0-160,19 20 64,0 19-32,0 21 0,20 0-97,20-1 129,0 20-192,20 1-448,-21-20-1,41-1 417,-21 1 159,1-21 33,-20 2 64,1-2 96,-3 0 65,-18-18 95,-18-1 320,-23 0 97,21-20 160,-39 0-321,19 0-288,1 0-160,-1-20 0,0-21 0,21 22-32,-1-21 32,20 0-32,0 20-64,39 1-32,-19-1 0,40 0 0,-21 20-961,1-20-769,-1 20-1569</inkml:trace>
  <inkml:trace contextRef="#ctx0" brushRef="#br3" timeOffset="-70397.2">19235 8584 13356,'0'-20'1089,"0"0"-1057,0 20 385,0 0-1,-20 0-384,20 20 32,0 0 224,-20 19 129,20 22-33,0-22-192,-20 21-96,20-21 0,0-19-96,20 20-192,0-20-448,0 0-738,0-20-992,-1 0-2498</inkml:trace>
  <inkml:trace contextRef="#ctx0" brushRef="#br3" timeOffset="-70044.19">19334 8584 12203,'0'-20'1025,"20"20"-1057,-20 0 673,39 0 31,-19 20-127,1-20-289,19 20-160,-22-1-96,3-19-64,-1 21-64,-20-2 64,0-19-96,-20 21 128,-1-21 32,3 19 0,18-19 0,-20 20-96,20-20 32,0 20-1,20 0-31,-2-20 0,3 20 0,-1 0 0,0-20 32,0 19 96,-20 1 64,0-20 256,0 20 1,-20-20 127,-20 20-352,19-20-192,3 0-384,-22 20-673,19-20-2146,21 0-7271</inkml:trace>
  <inkml:trace contextRef="#ctx0" brushRef="#br3" timeOffset="-69813.16">19632 8623 7366,'20'-59'609,"-20"39"1633,20 0 449,-20 20-1058,19-19-480,1 19-608,0 19 95,0 1 65,-20 20-256,20-1-1,-1 1 0,1 20-287,-20-20-97,20 0-160,-20-1-641,0 21-576,-20-21-1346,0 1-2626</inkml:trace>
  <inkml:trace contextRef="#ctx0" brushRef="#br3" timeOffset="-69459.14">19314 9418 15054,'0'0'2754,"20"0"-2978,0 21 544,-1-21-288,1 0-96,21 19 64,-21 1-128,-20 0 0,0-1 64,0 22-32,0-21 256,-20 19 289,-1-18-193,1 18 256,0-19-191,1 0-161,19 0-64,0-20-192,19 20 128,1-20-320,41 0-353,-23 0-416,3-20-993,18 20-1377,-19-20-4613</inkml:trace>
  <inkml:trace contextRef="#ctx0" brushRef="#br3" timeOffset="-69221.13">20009 9260 15566,'0'0'2306,"20"0"-1953,0 0 1601,19-20-545,1 20-608,0 0-385,-1 0-352,1 0-160,1-20-705,-23 20-992,-18 20-1507,0-20-8455</inkml:trace>
  <inkml:trace contextRef="#ctx0" brushRef="#br3" timeOffset="-69080.13">20069 9379 13196,'19'39'1954,"21"-39"-1185,-20 0 960,39 0-1120,-19 0-545,-19 0-256,17 0-2018,-17 0-6246</inkml:trace>
  <inkml:trace contextRef="#ctx0" brushRef="#br4" timeOffset="-66523.97">21181 8922 16047,'0'-20'1217,"0"0"-1057,-20 20 224,-1-20-256,1 20-352,2 20 0,-23 0 0,1 0-96,1 39-225,-1 1 129,20-1 288,0 21 95,20 0 33,20-21 0,20 20 0,-1-38 0,21-2 129,19 0 63,1-18 320,0-21 225,-1 0-160,0-21-193,0-18-64,-18 0 321,-22-2-33,-19 2 33,0-21-97,-20 1 1,-40-1-161,1 1-288,-22-1-288,2 0-160,-1 21 96,1 18-321,0 21-448,19 0-704,0 0-1571,21 21-3522</inkml:trace>
  <inkml:trace contextRef="#ctx0" brushRef="#br4" timeOffset="-66206.96">21120 9121 11434,'0'0'609,"20"0"544,-20 0 833,0 19-1025,0 1-353,0 0-351,0 0-1,0 20-32,0-20-64,0-1 193,0-19-65,21 20 288,-1-20-223,0 0-33,19 0-320,1 0-64,-20-20-641,19 20-544,1 0-1121,-1 0-1826,-19 0-6757</inkml:trace>
  <inkml:trace contextRef="#ctx0" brushRef="#br4" timeOffset="-66040.95">21438 9260 10057,'-20'-20'3107,"20"0"-2466,0 20 640,0 0-609,0 0-319,0 0-353,0 20 352,0 0-32,20 19-31,-20-19-65,0 0-64,20 20-160,-20-21-705,20 1-1377,1-20-3203</inkml:trace>
  <inkml:trace contextRef="#ctx0" brushRef="#br4" timeOffset="-65563.92">21756 8464 7847,'0'0'2755,"-20"0"-1987,20 0 1442,-20 0-448,20 21-609,0-1-480,-19-1-1,19 1-319,0 20-225,0-1-96,0 1-64,19-19 0,1 18-545,0-19-352,0 0-224,0 0-384,19-20-1794,-19 0-6663</inkml:trace>
  <inkml:trace contextRef="#ctx0" brushRef="#br4" timeOffset="-65196.9">21895 8564 13901,'-20'-20'1729,"0"0"-1376,40 20 543,-20-19-383,41 19-353,-3 0 0,-17 0-32,19 19-128,-1 1-32,-19 0-32,-20-20 32,0 20-64,0 0-96,0-1-96,0-19 256,-20 21 32,20-21 0,0 0 0,0 19-32,0-19 0,20 0-193,0 21-159,0-2-128,-1-19 31,1 20 289,-20 0 192,0-20 64,0 20 384,-20-20 97,1 20-97,-1-20-191,0 0-193,0 20-96,-1-20-481,3 0-672,18 0-1538,0 0-4003</inkml:trace>
  <inkml:trace contextRef="#ctx0" brushRef="#br4" timeOffset="-64979.89">22133 8464 11050,'0'0'2466,"20"21"-2434,20-21 1922,-20 20-641,19-1-672,-19 21-513,0 0-96,0 0 32,-1 0-32,-19-1-192,-19 1-224,-1 0-385,0-21-961,0 21-1633,-19-20-5990</inkml:trace>
  <inkml:trace contextRef="#ctx0" brushRef="#br4" timeOffset="-64726.87">21934 9439 17040,'0'59'1473,"0"-40"-1377,-18 2 32,18 19-32,0-20-352,0-1-769,18 2-1665,-18-2-4517</inkml:trace>
  <inkml:trace contextRef="#ctx0" brushRef="#br4" timeOffset="-64474.86">22114 9398 15502,'39'0'609,"-19"0"-513,0 0 1185,0 20-800,-20 1-321,19-2-128,-19 1-64,0 19 0,-19-18-161,-1 19 1,0-20 224,20-1 32,-20-19 64,20 21 129,20-21 319,0 0 33,0 0-417,19 0-224,-19 0-545,0 0-448,0 0-2434</inkml:trace>
  <inkml:trace contextRef="#ctx0" brushRef="#br4" timeOffset="-64113.84">22610 9339 10954,'0'0'6886,"0"-20"-6725,0 20 255,0 0-32,19 0-960,-19 0-1474,20 0-4164</inkml:trace>
  <inkml:trace contextRef="#ctx0" brushRef="#br4" timeOffset="-63681.82">23384 8803 9513,'0'-80'896,"-20"60"-63,-1 1-448,-17-2-129,-3 42-192,3-2-64,17 21 32,1 0 64,40 19 192,1 1 161,17 0-225,3-1-128,-21-19-160,-2-1-353,3 1-95,19 0 224,-20 0-129,-1 0 289,1-1 288,-20 1 737,-20-20 256,-19-20 64,-1 20-192,-19-40-320,-2 20-481,2-40-32,39 20 33,0 0-33,20 1-32,20-1-288,0 0-224,0 0-193,19 0-1121,2 20-1248,-21-20-4069</inkml:trace>
  <inkml:trace contextRef="#ctx0" brushRef="#br4" timeOffset="-63341.79">23681 8564 13036,'0'-20'416,"0"0"-416,0 20 1217,0 0-672,0 0-545,0 0 32,0 0 160,-20 20 96,20 0 33,-18 0 159,18 0-63,0 20-193,0-21-128,18 2 0,-18-2 0,20 1 64,1 0-64,-1-20-160,0 0-480,-20 20-1602,19-20-4132</inkml:trace>
  <inkml:trace contextRef="#ctx0" brushRef="#br4" timeOffset="-63017.77">23900 8544 12748,'-20'-20'256,"20"20"1409,0 0-383,0 0-834,0 0-160,-20 0 1,20 20-1,0 0-96,0 0-32,20 0 32,-20-1 1,20 2-65,0-21-32,0 19-32,19 2-96,-19-21-513,0 0-896,1 0-1634,-3 0-4772</inkml:trace>
  <inkml:trace contextRef="#ctx0" brushRef="#br4" timeOffset="-62844.76">24019 8505 13516,'0'39'192,"21"-19"577,-21 0 576,0 0-928,0 20-353,0-21-545,-21 21-1280,21 0-2691</inkml:trace>
  <inkml:trace contextRef="#ctx0" brushRef="#br4" timeOffset="-62397.74">24078 8544 9577,'41'-20'384,"-41"20"2467,20 0-161,-2 20-1216,-18 0-610,21 0-415,-1 0-193,0-1-192,-20 21-64,20 0-64,-20 0-320,19 0-449,-38-1-192,19 1-384,-20-20-1442,-20 20-9191</inkml:trace>
  <inkml:trace contextRef="#ctx0" brushRef="#br4" timeOffset="-62007.72">23880 9339 17264,'20'0'1505,"-20"0"-1665,0 0 1281,0 20 385,0 0-770,0 19-544,0 1-95,-20 0-738,0 0-929,20 20-1312,0-20-2563</inkml:trace>
  <inkml:trace contextRef="#ctx0" brushRef="#br4" timeOffset="-61689.7">24635 9498 23254,'39'0'-97,"-39"0"-1728,20 0 1536,-20 0-479,-20-20-4677</inkml:trace>
  <inkml:trace contextRef="#ctx0" brushRef="#br0" timeOffset="-19255.27">9071 3120 3747,'-20'-21'2050,"20"21"448,0-20 1,-20 20-481,20 0 32,-20-20-449,20 20-448,-19-19-416,-1 19 0,0-20-481,0 20-128,-1 0-96,3 0-128,18 20-64,0-1-225,0 21 578,0 0-225,18-1 64,23 2-32,-1-1 32,-21-1-32,21 1-64,0 0-193,-21-1-63,1 1-32,0 0 191,-20-20 129,-20-1 129,0 1-1,1 1 64,-21-21 0,0 0 32,21 0 64,-1 0 1,0-21 63,0 1 32,20 1-352,0-1 32,0 0-160,20 0 64,0 0-32,0 20 0,-1-20-288,1 20-609,0-19-673,-20 19-2882</inkml:trace>
  <inkml:trace contextRef="#ctx0" brushRef="#br0" timeOffset="-18563.23">9249 2782 11018,'0'0'833,"0"0"896,-20 0 289,20 0-1281,0 0-417,0 0-96,-20 19-31,20 0-1,-19 22-32,19-21-64,0 20 0,0-1 32,0 1-160,19 0 0,1-21-192,0 21-609,0-19-832,1-2-1090,-3-19-1825</inkml:trace>
  <inkml:trace contextRef="#ctx0" brushRef="#br0" timeOffset="-17964.2">9389 2820 11562,'0'0'1634,"0"0"-641,0 0 961,0 0-1570,18 0-128,-18 21-31,21-21-161,-1 20-96,0-20-129,0 20-31,-20 0 160,0 0-32,0-1 96,-20 1 128,0 0 449,0 0 96,-1 0-129,21-20-288,-18 20-95,18-20-193,0 19-64,0-19-225,18 0-159,3 0-321,-1 0-384,0 0-1345,-20 0-2371</inkml:trace>
  <inkml:trace contextRef="#ctx0" brushRef="#br0" timeOffset="-17705.18">9527 2820 12716,'0'0'896,"0"0"482,0 0 191,20 0-896,0 21-97,0-1 1,0 0-353,-20 20 64,19-21-320,1 21 32,-20-20-288,0 20-801,0-1-1345,0-19-1474,-20 20-6246</inkml:trace>
  <inkml:trace contextRef="#ctx0" brushRef="#br0" timeOffset="-16653.12">9488 3517 11691,'0'0'384,"0"0"705,0 0 1057,0 0-1762,-20 0 33,20 19 31,0 1-288,0 20-160,0-20 0,0 0 0,20-1 0,0 2-32,-1-1 128,1-20 33,0 0 319,0-20 32,0-1 257,-1 2 0,1-1-321,-20 0-63,0-20 127,-20 20 289,1 1-193,-1 19-255,-20-20-225,20 20-128,1 0-161,-1 0-703,0 0-1347,0 20-3874</inkml:trace>
  <inkml:trace contextRef="#ctx0" brushRef="#br0" timeOffset="-15845.08">14311 2980 13805,'-59'-20'544,"-1"0"-544,21 20 0,-1 0-673,20 20-512,1 20 929,-1 0 128,40-1 224,19 2-64,1-2 32,-1 21 64,1-20-32,19-1-32,-19 1-32,-19-20-32,-1 20 32,-2-21 97,-18 1 1280,-18 0 224,-2-20-479,-21 0-290,2 0-479,-1 0-129,0-20-160,1 20-64,19-20-160,20 1-32,0-1-128,20 0-33,0 0-127,19 0-353,1 20 225,-1-20 127,-19 0-31,21 20-353,-41 0-1281,20-19-2114</inkml:trace>
  <inkml:trace contextRef="#ctx0" brushRef="#br0" timeOffset="-15512.06">14491 2782 14413,'-20'-20'32,"20"20"961,0 0-320,0 20-865,0-1 160,0 0 192,0 22 64,0-1-96,0-1-96,20 1-128,-1-20-192,-19 0-545,20 0-769,0-20-1376,0 0-3557</inkml:trace>
  <inkml:trace contextRef="#ctx0" brushRef="#br0" timeOffset="-15274.04">14629 2820 14093,'0'-19'224,"0"19"385,0 0-97,0 0-608,20 0 256,-20 0 96,20 19-31,-20 2-1,0-1-64,0 0 32,0 0 225,0 0 159,-20-20-95,20 19-129,0-19-256,0 20-128,0-20-64,20 0-321,0 0-768,19 0-1057,-19 0-3107</inkml:trace>
  <inkml:trace contextRef="#ctx0" brushRef="#br0" timeOffset="-15007.03">14827 2721 13068,'21'-19'705,"-21"19"1921,20 0-1505,0 19-576,-1 2-33,1-1-320,0 19 0,-20-20-192,20 22 161,-20-21-322,0 0-223,0 19-289,-20-19-704,20 20-1057,-20-20-3460</inkml:trace>
  <inkml:trace contextRef="#ctx0" brushRef="#br0" timeOffset="-13448.94">14728 2960 10313,'0'0'769,"0"-20"2338,0 20-929,-20 0-1089,20 0-160,0 0-224,20 0-449,-20 0-192,20 20 32,-20-20-96,21 20 32,-1-20 0,-20 20 0,0 0 0,0-20 64,0 20 64,-20-1 193,-1-19-161,1 20-32,0-20-96,1 20 32,19-20-320,-20 0-481,20 0-896,0 0-2211,0 0-8231</inkml:trace>
  <inkml:trace contextRef="#ctx0" brushRef="#br0" timeOffset="-13030.91">14728 3437 16111,'0'-20'1057,"0"20"160,0 0 481,-20 0-1250,20 0-96,-19 0-192,19 0-288,-20 20 64,0 20-32,20-20 32,0 19-128,20 2 96,-20-22-64,39 1 64,-19 0 160,21-20 32,-3 0 256,3-20 64,-1 0 97,-21-20 31,1 20 225,-20-19 0,-20 19 0,1-20-161,-21 20-31,-19 1-577,-2 19 0,2 0-737,-1 0-1153,21 39-1313,19-19-4580</inkml:trace>
  <inkml:trace contextRef="#ctx0" brushRef="#br2" timeOffset="10866.45">7522 3914 12619,'0'0'577,"0"0"-769,20 0 1601,-20 20-160,21-20-224,17 0-64,3 0-320,38 0-321,-20-20-224,21 20 0,-1 0-96,-20 0-32,2 0-64,-2 0-512,-19 0-449,-1 0-513,-19 0-1249,-20 0-2017</inkml:trace>
  <inkml:trace contextRef="#ctx0" brushRef="#br2" timeOffset="11689.5">12843 3934 12587,'-20'0'4100,"0"0"-3843,20 0 543,20 0-63,0 0-160,19 0 319,1 0-319,39 0-161,20 0-256,1 0-31,-1 0-65,0 0-32,0-20 0,-20 20-160,2 0-641,-42-20-961,-19 20-2370</inkml:trace>
  <inkml:trace contextRef="#ctx0" brushRef="#br2" timeOffset="22118.1">8992 2980 2434,'0'0'-865,"0"0"-352,0 0 1569,0 0 161,0-20 1184,0 0 641,-20 1-864,0-1-641,20 0-193,-20 0 193,-19 0 192,19-1-448,-1 2 223,-19 0-127,1-1 448,19 20-192,0-20-128,0 20-257,1 0 193,-1 0 64,20-21-289,0 21-224,0 0-159,0 21-194,20-21 290,-1 20 31,1 19 192,20 1 33,19 20 31,2-1-288,18 21 33,0 0-65,20-1 32,0 0-96,1 1 32,-1-21 1,-20 1-193,1-1 64,-21-18-64,0-2 32,-18-19 32,-1-1 0,-21-19-193,-19 21-383,20-21-321,-20 0-640,-20 0-1826</inkml:trace>
  <inkml:trace contextRef="#ctx0" brushRef="#br2" timeOffset="22442.1">9031 3894 15502,'0'0'1249,"0"0"-1409,20-19 993,-20-21 160,20 0-224,19-20 160,1-20-289,19 2-352,1-22-63,20 1-65,-1-20 64,1 19 96,-1 0-95,-20 1-129,20 20 64,-38-1-416,-1 41-129,-21-2-287,-19 2-546,20 19-735,-20 20-2436</inkml:trace>
  <inkml:trace contextRef="#ctx0" brushRef="#br2" timeOffset="23204.16">13894 2682 12972,'-18'-39'1409,"-3"39"513,21 0-609,0 0-896,0 0-321,21 19 640,-3 1 225,22 19-320,19 22-161,22-2-31,-2 1-97,0 19-64,0-19 97,20 20-289,1-22 96,-1 3-32,0-2-96,0 1-32,-18-20 0,-2-1-128,-20-19-32,-19 0-32,-1 0 64,-19-20-224,0 20-1,-20-20-63,0 0-193,-20-20-1377,-19 20-2338</inkml:trace>
  <inkml:trace contextRef="#ctx0" brushRef="#br2" timeOffset="23506.18">14232 3854 18929,'-20'0'961,"20"0"-480,0-19 544,20-21-641,0 0 97,19-19 608,1-41 32,19 21-353,22-40-447,-22 19-161,20-39-32,1 20-96,0-20-96,-22 20 32,-17-1 64,-2 41-160,1 19-32,-20 1-321,0 39-448,-20 0-320,0 20-641,0 0-640,0 20-1057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7T01:35:53.9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6708 6855 4932,'-20'0'1634,"20"0"-1,0 0 1,0 0 63,20 0-31,-20-19-289,0 19-416,20 0-288,-20 0-1,21 0-63,-3 0-64,2 0-97,21 0-320,-21-20 32,19 20-32,1 0-64,-20 0 1,19 0-1,1 0-96,0 0 64,-1 0-64,22 0 96,-23 0-64,23 0 0,-2 0 32,0 0-32,1 0 0,19 0 0,-20 0-32,22 0 64,-22 20-128,20-20-1,1 0 97,-1 0-64,-20-20 96,41 20-32,-21 0 32,1 0-32,19 0-64,1-20 128,-1 20-64,-20 0 0,0 0 0,20 0 0,-20 0-96,2 0 192,-2 20-128,0-20 64,20 0-32,1 0 0,-1 0 65,-20 0-130,1 0 130,0 0-130,-1 0 162,20 0-194,-20 0 162,0 0-130,20 0 65,-18 0 0,18 0 0,0 0 0,0 0 65,-19 20-33,19-20 0,-40 0-32,21 0 0,-1 0 0,-20 0-32,2 0 0,18 0 96,0 0-64,20 19-32,0-19 128,1 0-128,-1 0 64,-20 0-32,20 0 128,0 0 0,0 0 32,2 0 96,-22 0 1,0 0-65,0 0-64,-18 0 0,-22 0-128,1 20 32,-20-20-64,-1 0 0,-19 0 0,0 0-417,0 0-127,0 0-193,-19 0-576,-1-20-2307</inkml:trace>
  <inkml:trace contextRef="#ctx0" brushRef="#br0" timeOffset="17982.02">3294 10174 6470,'0'0'192,"0"0"-224,0 0 608,0 0 962,19 0 63,1 0-576,-20 0-544,20 0-129,1 0 161,-1-20-1,-2 20-192,2 0-127,1 0 127,19 0-32,-21 0-192,21 0 0,-20 0 32,19-20-32,1 20 1,0 0-33,19 0-32,-18-19-32,17 19 32,-17 0-32,18 0 32,1 0-32,-1 0 0,-19 0 0,19 0 0,0 0 32,22 0-32,-22 0 0,20 0 64,-19 0-32,19 0 32,-20 0 64,2 0-32,18 0 96,0 0 0,0 0-31,2 0-65,-2 0 64,0-21 96,20 21-128,-20 0-64,2 0 0,-2 0 64,0 0 1,0 0-33,-19 0-64,19 0 32,-20 0-32,20-20 0,2 20 64,-2 0 32,0 0 96,0-19 65,2 19-225,-2-20-96,-20 20 0,20 0 64,-19 0-32,-1 0 0,2 0-32,18 0 32,-20 0 32,20 0-64,-19 0 64,19 0 0,0 0-32,2 0 32,-2-20 0,0 20-32,0 0 32,-18 0-64,18 0 128,-20 0-128,20 0 64,-19 0 32,-1 0-320,22 0 544,-22 0-160,-1 0-64,23 0 192,-22 0 129,0 0-193,1 0 545,-1 0-449,2 0-192,-2 0 128,-19 20-256,19-20 32,-19 20 96,19-20-96,2 19 64,-3-19 64,1 0 161,-18 0-97,-1 20-288,-1-20 416,1 0-384,-20 0 64,-1-20-352,1 20-353,-40 0-1409,1-19-2915</inkml:trace>
  <inkml:trace contextRef="#ctx0" brushRef="#br0" timeOffset="22832.3">10897 10115 3651,'0'0'-32,"0"0"32,0 19 64,0-19 961,0 0 737,20 0-833,-20 0-737,19 0-128,-19 0 160,20 0 96,0-19-288,1 19 0,-1 0-32,-2 0 32,2 0-32,1 0 64,-1 0-64,19 0 0,1 19 0,0-19 0,19 0-96,2 0-128,18 0 0,-20 0-128,20 0 127,1 0 161,19 0 32,-20 0 64,21 0-64,-1 0 128,20 0 321,-19 0 287,19 0 1,-1-19 32,1 19-1,0 0-543,1 0-97,19 19-96,-1-19 64,2 0-32,18 0 0,2 0 160,-2 20 192,2-20 129,-22 0 95,21 0 97,-21 0-160,22 0-129,-22 0-192,22 0 193,-2 0-129,1 0 0,-21 0 33,-18 20 63,19-20-128,-40 0-128,1 0-32,-1 0 0,-20 0 97,0-20-33,-39 20-64,-1 0-64,-19 0-192,-20-20-1089,-20 20-3108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7T01:41:08.892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FF00"/>
    </inkml:brush>
    <inkml:brush xml:id="br3">
      <inkml:brushProperty name="width" value="0.05292" units="cm"/>
      <inkml:brushProperty name="height" value="0.05292" units="cm"/>
      <inkml:brushProperty name="color" value="#00FFFF"/>
    </inkml:brush>
  </inkml:definitions>
  <inkml:trace contextRef="#ctx0" brushRef="#br0">13677 3059 2754,'19'0'3203,"-19"0"-1922,0 0 545,0 0-224,0 0-65,0 0 129,0 0-289,0 0-512,0 0-161,20 0 1,-20 0-224,20 0-257,20 0-64,-21 0-128,21 0 0,-20 0 0,19 0-96,-19 0-64,0 0-192,1 0-193,-21 0-416,20 0-384,-20 0-513,0 0-736,0 0-1346</inkml:trace>
  <inkml:trace contextRef="#ctx0" brushRef="#br0" timeOffset="375.02">13855 2921 6886,'0'0'1185,"21"0"-993,-21-20 353,18 20 127,2 0 418,0 20 31,1-20-321,17 0-287,-17 19-33,19-19-256,-1 20 33,1-20 63,-20 20-160,19-20-128,-39 0 32,20 20 64,-20-20-32,20 0 1,-20 0-1,0 0-32,0 20 32,0-20 32,0 0 64,0 20-32,0-20 64,-20 19 33,20 1 95,-20 0-160,1 1-128,-21-2-64,20 1-64,-19-1-160,19 2-64,0-1-33,20-20-511,-20 20-1378,20 0-3300</inkml:trace>
  <inkml:trace contextRef="#ctx0" brushRef="#br0" timeOffset="9822.56">3374 3139 1217,'-21'0'1633,"21"0"-255,0 0 127,0 0 128,0 0-127,0 0-257,0 0 160,0 0-31,-20 0-225,20 0 0,0 0-64,0 0-192,0 0-193,0 0-159,0 0-33,0 0-159,0 0-193,0 0 32,20 0-64,-20 0-32,21 20 0,-21-20-64,20 19 33,-2-19-65,2 21 64,1-21-64,-21 20 32,20-20 32,0 20 0,-1 0 96,1-1-160,0 1 64,0 0 64,0-20-128,-1 20 160,-19 0-32,20-20-32,-20 20 193,20-20-33,-20 20-224,20-20 64,-20 19-64,20-19 96,-20 20-128,19-20-32,-19 0 160,0 20-160,20-20 160,-20 0-160,0 20 32,20-20 161,-20 20-194,20-20 162,-20 20-65,21-20 32,-21 19 64,20-19-256,-20 20 128,18-20 0,-18 0 32,20 21-96,-20-21 96,21 0-64,-21 19 64,20-19-96,-20 20 96,20 0-32,-20-20-32,19 19-32,1 2 64,-20-21 32,20 20 0,0-20-128,0 19 64,-1 1 32,-19-20 32,20 20-32,0-20 0,-20 20-64,20 0 32,0-20 64,-20 20-64,19-20 0,1 20 0,-20-20 0,20 19-32,0-19 96,-20 21-96,21-21 128,-3 19-128,-18-19 64,20 20 0,-20-20-32,21 0 65,-1 20-65,-20-20 64,0 20-64,20-20 32,-20 0-32,18 20 32,-18-20-64,21 20 128,-1-20-96,-20 0 0,20 19 0,0-19 0,-20 20 0,19-20 96,1 21-96,0-2-64,0-19 96,0 20-32,-1-20 32,-19 20-32,20-20 64,0 19-64,0-19 64,-20 21-64,21-2 0,-1-19 0,-2 20 32,-18-20 0,20 20-32,1-20 0,-1 20-32,0-20 64,-20 20-32,18-20 0,3 20 0,-1-20 0,-20 19 32,20 2-32,0-2 0,-1-19-96,1 21 160,0-2-64,0 1 32,0-20-64,-1 20 32,1 0 0,0 0 0,-20 0 32,20-1 0,1-19-32,-3 20 32,-18 0-64,20-20 64,-20 20-96,20-20 96,-20 20-32,0-20 32,21 0-32,-21 20-32,0-20 64,20 0-32,-20 0-32,0 0 0,0 19 96,0-19-64,0 0-96,0 0 64,0 0 32,0 0-96,0 0 64,0 0-32,0 0-64,0 0 64,18 0-97,-18 0-31,0 0 32,0 0 0,0 0 128,0 0 32,0 0 0,0 0 0,0 0 0,0 0 0,0 0-32,0 0 64,-18 0-128,18 0 96,0-19 0,-20 19 0,20 0 64,-21 0-224,1-20 160,20 20 32,-20 0-32,2-20 32,18 20 0,-21-20 0,1 20-64,0-20 128,0 20-32,1-20-128,-1 1 64,0 19 32,0-20-128,0 0 192,1 20-64,-1-20 32,0 0 0,0 0-32,-1 1 64,3-2-64,-2 2 160,0-2-160,-21 2 33,23-1-65,-2 0 0,-1 0 32,1 0 32,-20 0-128,21 1 96,-1-2 0,-20 2-32,20-1 0,-19 0 32,19 1-32,0-22-32,-19 22 64,19-1 0,0 0 64,-1 20-64,1-20 128,2 0-160,-3 0 32,1 1-32,0-2 0,0-18 0,1 19-32,-1 0 160,0 0-224,0 0 192,-19 0 0,19 1-64,0-1 32,0-1-96,0 2 64,1-1 0,-1 0-64,-21-20 160,21 1-160,-18 19-32,-3-20 32,21 0 64,-19 21 0,19-1 96,-20 0-128,20 0 0,1 0 0,-1 0 64,0 0-128,0 1 128,0 19-64,1-20-32,-1 0-96,0 0 160,-1-1-96,1 21-64,20-19-96,-18 19-224,18 0-289,-20-20-160,20 20-1281,0 0-2979,20 0-6214</inkml:trace>
  <inkml:trace contextRef="#ctx0" brushRef="#br0" timeOffset="12498.71">3374 3239 3427,'-21'0'993,"21"0"480,0-20-352,-20 20-128,20 0-32,0 0-64,0 0 0,0-20 256,0 20-64,0 0-64,0 0-192,0 0-321,0 0-352,0 0-128,0 0 96,0 20 161,0-20 159,0 20 0,20 0 65,-20-20-193,21 19 1,-1 1-97,-2 0 0,2 0-64,1 0-128,-1 20 0,0-21 32,-1 1 0,-19 0 32,20 0 129,0 20-129,0-21 96,-20 1-96,20 1 32,-20-2-64,19 1 32,-19 19-32,20-39 32,-20 21 225,20-1-225,-20-1 288,0 1-224,20-20 97,-20 20-97,20 0-128,-20 0 32,19 0-32,-19-20 32,0 20-64,20-1 32,-20 2 0,20-21 0,-20 19-32,20 1-32,-20-20 96,21 20-32,-21-20-32,20 20 32,-20-20 0,0 20 0,18-20 64,-18 20-96,0-20 64,20 19-64,-20 1-32,21-20 0,-21 21 0,20-21 128,-20 19-128,20-19 64,-20 20-32,0-20 96,19 20-96,-19-20 32,0 19-64,20 2 96,-20-21-96,20 19 64,-20-19-64,20 20 64,-20 0-32,20-20 32,-20 20 33,19-20-130,-19 20 130,0-20 31,20 20-96,-20-1 0,0-19 0,20 21 0,-20-2 32,20-19 32,-20 21-32,20-2 32,-20-19-64,0 20 0,19 0 64,-19-20-32,20 20-32,-20 0 160,0-20-128,20 20-32,-20-20 0,20 19-32,-20 1 32,0-20 32,21 20-64,-21-20 128,18 20-96,-18-20 64,0 20-64,20-20 32,-20 0-32,0 20-32,21-20 64,-21 0-32,0 19 0,0-19 0,20 0 0,-20 21 32,0-21 0,0 19-32,20-19-64,-20 20 128,18-20-32,-18 20-64,21-20 64,-21 19 0,20 2-64,-20-21 0,20 20 32,-20-20 32,20 19 32,-20-19-64,19 21 96,-19-2-160,20 2 0,-20-21 64,20 20 96,-20-1-128,20 1-32,-20-20 64,20 20 64,-20 0-32,0-20 33,19 20-1,-19 0-64,0-1 96,20-19-449,-20 20 642,0-20-418,20 20 97,-20-20-32,20 20 64,-20 0-32,21-20 0,-21 20 32,20 0-32,-20-20 64,0 19-32,18 2-32,-18-2 64,0-19-96,20 20 160,-20-20-128,0 21 32,21-2 0,-21-19 0,0 20-32,20-20 64,-20 20-64,20-1 64,-20-19-32,0 21-32,18-1 32,-18-20 32,21 19-32,-21 1 0,20-20-32,-20 19 64,0 2-96,20-1 64,-20 0-32,20-20 96,-20 19-96,19 1 160,-19 0-288,20 0 288,-20-20-192,0 20 32,20 0 64,-20-20 0,20 20-64,-20-1 64,20-19-64,-20 20 64,19 0-96,-19 0 64,0-20-32,20 21 32,-20-2-32,0 1 64,20-1-224,-20-19 64,0 20 0,20 1-32,-20-1-65,0-20 129,21 19-32,-21 1 32,0-20 32,0 19 64,18 2-64,-18-21 64,0 20 0,20-20 64,-20 19-128,0 1 0,0-20 128,20 20-192,-20-20 224,0 20-160,21-20 64,-21 20 0,20-20 64,-20 20-64,0-20 32,18 19-32,-18-19-32,0 0 64,21 0-128,-21 0 0,0 0 96,0 0 64,0 20-128,0-20 160,20 0-96,-20 0-32,0 0-32,0 0 160,0 0-224,0 0 128,0 0 0,0 0-320,0 0 255,0 0 33,0 0 96,0 0-31,0 0 63,-20 0-160,20 0 160,0 0-64,0 0 0,0 0-289,0 0 482,0 0-257,0 0 32,0-20-64,0 20 128,0 0-64,0 0 64,0 0-96,0 0 128,0 0-96,0 0 96,0 0-192,0 0 128,0 0 0,0 0-96,0 0 32,0 0 64,0 0-32,0 0 0,0 0 32,0 0 32,0 0-64,0 0 192,-21 0-288,21-19 192,0 19-96,0 0-32,0 0-32,-18 0 64,18-20-32,0 20 96,0-20-192,0 20 160,-20 0-32,20 0-32,0-20 64,0 20-160,0 0-225,0-20-800,0 20-1089,0 0-2306</inkml:trace>
  <inkml:trace contextRef="#ctx0" brushRef="#br1" timeOffset="15629.89">3493 4609 1473,'0'0'2082,"0"0"-385,0 0-287,0 21 191,0-21-63,0 0 95,0 0-351,-20 0-386,20 0-159,0 0-32,-20 0-161,20 0-255,0 0-193,0 0 32,0 19 0,0-19 96,0 0 0,0 0 33,0 0 95,0 0 0,20 0 1,-20 0-33,20 0-160,-20 0-32,19 0-64,1 0 32,20 0 64,-20 20 33,19-20-161,1 0 64,-1 0-32,1-20-32,21 20 0,-23 0 32,23 0-32,-22 0-128,21 0 160,-1 0-96,0 0 0,1 0 96,-21 0-96,22 20 64,18-20-32,-20 0 0,21 0 0,-21 0 64,2 0-96,-2 0 0,-19 0 0,19 20 0,-19-20-32,-1 0-32,1 0-32,19 0-97,-19 19 1,-1-19-96,1 0 192,1 0-96,-2 0 95,1-19 1,-1 19 128,-19 0-32,0 0 64,0 0-64,0 0 64,-20 0 0,0 0-64,0 0 32,0 0-32,0 0-96,0 0-32,0 0-160,0 0-65,0 0 161,0 0 64,0 0 128,-20 0 32,20 0 32,-20 0 96,20 0-64,-20 0-64,0 0 32,1-20-64,-1 20 32,0 0 0,0 0-64,-19 0 64,19 0-32,-1 0 32,1 0 0,-18 0 0,17 0 0,-19 0-32,20 0 64,-19 0-32,19 0 32,-20 0 0,1 20 0,-22-20 32,23 0-32,-3 0-32,-17 0 0,-3 0 0,22 0 0,-21 0 0,21 0 0,-1 0 96,-1 0-32,3 0-64,-3 0 0,21-20 0,-19 20 0,-1 0-32,-19 0 64,19 0 96,-19 0 257,-1 0-1,21 20-192,-2-20-192,3 0 0,-3 0 96,1 0-160,20 0 193,1 0-97,-1 0-32,0 0 96,0 0-32,20 0-64,-20 0-32,1 0 64,-1 0 0,20 0-128,-20 0 128,20 0 0,0 0-128,0 0-65,0 0 65,0 0-32,0 0-128,20 0-224,-20 0 31,0 0 225,20-20 64,-20 20-64,0 0-129,0 0 1,0 0-385,0 0-544,0 0-609,0 0 321,0 0-449,0 0-2018</inkml:trace>
  <inkml:trace contextRef="#ctx0" brushRef="#br1" timeOffset="17650">3412 4749 2562,'0'0'2370,"0"-20"-256,0 20-384,0 0-417,0-21 0,0 21 257,0 0-225,0 0-224,0 0-256,0 0-353,0 0-31,0 0-129,20 0-31,-20 21 95,21-1-160,-1-20 64,-20 19-159,20 2 63,-1-21-32,1 19 64,0 2-192,0-1 96,19-1-31,-19-19-1,20 20-64,-20 0-32,-1 0-32,21 0 64,-20 0-224,1-1 448,17-19-576,-18 20 256,1 0 96,19 0-64,-21 0 32,1-20 32,0 20 0,0 0-128,19-20 128,-19 19 128,0 2-96,0-21-64,0 19-32,-1-19 32,1 20 96,20 1-192,-19-21 64,-3 19 64,2 1 0,1-20-96,-1 20 0,0-1 96,-2-19-96,3 21 96,-1-21-32,0 20-32,0-20 65,-1 19-130,1-19 130,0 20-65,0-1 0,0-19 0,-1 21-33,1-1-31,0-20 161,0 20-97,-20-20 0,21 19 0,-1-19 0,-2 20 0,2-20 64,-20 20-32,21-20-32,-1 20-32,0-20 64,-20 20-32,18-20-64,3 0 128,-1 20-64,-20-20 32,20 20-64,0-20 32,-1 19-32,-19 1 128,20-20-192,0 20 128,0 0-32,0-20 0,-1 21 0,-19-21-64,20 19 128,0 1-160,-20-20-1,20 19 33,-20-19 32,21 20 32,-3-20 0,-18 21 0,20-1-32,-20-20 32,20 19 0,1-19 0,-21 20-32,20-1-64,-2-19 64,-18 21 0,21-1 32,-1-20 0,0 19 0,0 1 0,-20-20 32,19 20-64,1 0 32,0-20 32,-20 20-32,20-20 32,0 20-64,-20-1 32,19-19 32,-19 20-32,20-20 32,-20 0-64,0 0-64,0 0-352,-20 0-737,20 0-1410,-19-20-2722</inkml:trace>
  <inkml:trace contextRef="#ctx0" brushRef="#br1" timeOffset="18341.04">5101 5684 2049,'0'0'4293,"0"0"-3909,0 0 2146,0 0-320,0 0-896,0 0-193,0 19-32,0-19-160,20 20-289,-20-1-159,18 1-33,-18 21-224,21-22 193,-1 20-321,0-18-32,0-1 0,-1 19 0,1-19 0,0 0-64,0 0 32,-20 0 32,20-1-64,-1 1 0,1 0 192,-20-20-256,20 20 64,-20-20 64,20 20-64,-20-20 64,0 0 129,-20 0-65,20 0 32,-20 0 192,0 0 161,1 20-97,-21-20 96,20 20-63,-19-20-33,19 19-159,-20-19-193,19 21-32,-17-2-96,17-19-129,1 20-1024,0-20-961,2 21-2210</inkml:trace>
  <inkml:trace contextRef="#ctx0" brushRef="#br2" timeOffset="21277.21">3333 6160 1473,'0'0'6822,"20"0"-5604,-20 0 287,0 0 0,0-20-63,0 20-65,0 0-512,0 0-385,0 0-95,21 0 31,-21 0-32,20-20-223,-2 20 95,2-20-96,1 0-96,-1 0 64,19-19-64,-19 19 0,20-20 0,-20 0-96,-1 21 96,1-1 225,20-20-129,-20 20 64,-1-19 64,21 18-320,-20 1 224,1-19-63,17 20 95,-18-22-192,21 21 160,-21 0 0,19 1-64,-19-1 0,20 0-32,-21 0-63,21 0 31,-20 0-64,19 0 128,1 1-192,-20-1 96,1 0 64,17-1-96,-17 21 32,-1-19 32,18-1-96,-17 1 128,-1-1-64,20-1 32,-1 2 64,-19-1 64,20 0-96,-21 1-96,1-2 96,0 1 1,0 20-33,1-19-64,-1 19 0,-2-21 32,2 2-32,1 19 0,-1-20 0,0 0 64,-2 20-32,3-20 32,-1 20 0,0-20-32,0 20 96,-1-20-160,1 20 96,0-20-64,0 20 0,0-19 128,-1-1-512,1 20 928,0-20-416,0 20 65,1-20-33,-21 20-32,18-20 0,2 20-96,-20-20 64,20 20-96,-20-19 0,21-1 32,-1 20-32,-20 0-32,18-21 96,-18 21-32,0 0-64,21-19 64,-21 19 0,0 0-32,0 0 32,20 0 0,-20-21 64,0 21-192,0 0 160,0 0-128,20-19 64,-20 19 0,0 0 64,0 0-96,0 0 0,0 0 96,0 0-128,0 0-32,0 0-32,0 0-224,0 0 256,-20 0 64,20 0-128,-20 0 63,20 0-127,0 19-512,-21-19-418,21 0-383,0 0-673,-18 21-1185,-2-21-3652</inkml:trace>
  <inkml:trace contextRef="#ctx0" brushRef="#br2" timeOffset="21739.24">4783 4849 11627,'-20'0'1121,"20"0"1793,0 0-640,0 0-864,0 0-930,20 0-159,20-20-225,-1 20 0,1-21 32,-1 21-128,1-19-64,1-2 160,-3 21 0,-18-19-160,21 19 64,-41 0 0,18 0-64,-18 0 64,0 0 0,0 0-32,0 0-32,0 0 32,0 0-32,0 0 32,21 19-64,-21-19 64,0 21 32,0-2 0,0 2-32,0-1 64,0-1 0,-21 1-64,21 0 96,0 0-128,-18 0 96,18 0-96,0-1 192,0-19-385,0 20 193,18-20-64,-18 20-480,0-20-481,0 20-833,0-20-929,0 0-2466</inkml:trace>
  <inkml:trace contextRef="#ctx0" brushRef="#br2" timeOffset="22792.3">3512 6160 7943,'-19'0'993,"19"0"-545,-20 0 1698,20 0-224,0 0-544,0-20-289,0 20-385,0 0-255,20 0 95,-20 0 161,0 0-193,19 0 1,1 0-193,-20 0-96,40 0 1,-20 0 95,-1 0-32,21 0-64,0 0-128,-1 0-32,22 0-64,-3 0 33,3 0-33,-2 0 0,20 0 0,-19 0 32,-1 20-64,0-20 32,22 0 0,-2 0-33,-20 0 1,1 19 32,-1-19 32,2 0-64,-23 0 64,3 0-96,-3 0 161,3 0-130,-1 0 130,-1 0-65,-19 0-64,20 0 64,-21 0 0,1-19-32,0 19-32,0 0 96,-20 0-64,21 0 0,-21 0 32,0 0-32,18 0-32,-18 0 96,0-20-192,0 20-321,0 0-416,0 0-480,0 0-737,0 0-897,0 0-3106</inkml:trace>
  <inkml:trace contextRef="#ctx0" brushRef="#br2" timeOffset="23261.33">4803 6021 10537,'-20'0'2563,"20"-20"-2531,0 20 1089,0 0 545,0 0-802,20 0 257,-20 20-448,20-20-160,19 19-161,-19-19 64,20 20-95,-1 0-225,-19-20-96,21 20 128,-3-20-160,-18 20 128,21-20-96,-41 0 32,18 20 0,-18-20-32,0 0 0,0 0 64,0 0 0,0 0 32,0 20 0,0-20-32,0 0-32,-18 19 96,18-19 65,0 21 63,-20-21-96,20 19-64,-21 1 0,21-20 0,-20 21-32,0-2 0,2 1-32,-3-20 0,1 20-64,0-1-288,0 22-481,1-22-960,-1 1-1570,-20 20-9225</inkml:trace>
  <inkml:trace contextRef="#ctx0" brushRef="#br0" timeOffset="34973">4823 7411 8968,'-20'0'641,"-20"0"-129,19 0 833,-17 20-512,18-20-192,-21 20-353,23 0-160,-23 19 32,21-19 513,20 20 256,-20-19-385,20 17-319,20-17-129,0-1-96,1 0 96,-1 0-64,18 0 32,-17-20 32,19 0 0,-22 0 32,3-20 64,-1 20-64,-20-20 33,20 0-33,-20 0-32,0-1 0,0-17-32,0 17 64,0-19-128,-20 20 64,20 1 0,0-1 289,0 20 95,0 0-128,0 20 1,0-1-33,0 1 320,20 1-255,0 19-129,-1-21 32,1 0-224,20 2 0,-20-21 0,19 20-192,-19-20-416,0 20-481,1-20-801,-21 0-3075</inkml:trace>
  <inkml:trace contextRef="#ctx0" brushRef="#br0" timeOffset="36338.07">5040 7014 8968,'-18'-20'96,"18"20"1185,-21 0 577,21 20-513,0-20-31,0 20-289,0 20-257,0-21-255,0 21-225,0 0-192,0 0-64,21-20-224,-21 0-481,18-1-672,2 1-1506,21-20-5989</inkml:trace>
  <inkml:trace contextRef="#ctx0" brushRef="#br0" timeOffset="36626.08">5101 7093 11755,'20'0'0,"-2"-19"352,3 19 1185,-1 0-608,0 19-64,-20-19-577,20 21-224,-20-21 33,0 19 63,0 2 32,-20-2-128,20-19 64,-20 20 0,20-20 64,0 20-192,0-20 0,0 0 0,0 0 32,20 0-64,0 0-352,19 0-961,-19 0-1218,0 0-2337</inkml:trace>
  <inkml:trace contextRef="#ctx0" brushRef="#br0" timeOffset="36878.1">5299 7014 5765,'20'0'5317,"-20"0"-5253,19 20 1441,1-20 513,0 20-704,0 0-385,0-1-641,-20 2-160,21-2 0,-3 21-64,-18-20 32,0 0 0,0 20-96,0-21-64,-18 1-384,-3-20-897,21 20-2243</inkml:trace>
  <inkml:trace contextRef="#ctx0" brushRef="#br0" timeOffset="37239.11">5319 7670 15502,'0'20'224,"0"-20"769,0 20 993,0 19-865,0-19-576,0 0-353,0 20-192,19-20-224,-19-1-513,0 1-1505,20-20-4132</inkml:trace>
  <inkml:trace contextRef="#ctx0" brushRef="#br0" timeOffset="38480.18">6034 7491 13068,'0'0'2370,"0"0"-1729,0 0 512,19 0 96,1 0-160,20 0-288,-1-20-353,1 20-384,0 0-160,-1 0-512,-19 0-1026,0 0-2242,1 0-8712</inkml:trace>
  <inkml:trace contextRef="#ctx0" brushRef="#br0" timeOffset="38602.18">6113 7591 13837,'0'38'704,"20"-38"-960,19 0 64,1 0-32,1 0-737,-3 0-3716</inkml:trace>
  <inkml:trace contextRef="#ctx0" brushRef="#br0" timeOffset="39063.21">6927 7411 19474,'39'-39'512,"-39"19"161,-19 20 480,-1-20-736,-20 20-65,1 20-320,-1 0-96,-19-1 32,38 1-32,-19 20 32,20 0-64,20-1 0,0 1 31,20-19-31,0-2-96,0 0 0,19 2 160,2-21-64,-1-21 0,-1 21-32,1-19 64,-20-21 0,19 21 64,-39-2 32,20-18 32,-20 19-96,0-20 0,-20 20 64,20 20 0,-20 0 64,20 0 0,0 0 0,0 20 0,0 0 0,20 20-32,0-21-96,0 1 96,20 1-128,-21-2-256,21-19-289,-19 21-640,-1-21-801,-2 0-1121,-18 0-4676</inkml:trace>
  <inkml:trace contextRef="#ctx0" brushRef="#br0" timeOffset="39330.24">7184 6955 14669,'-18'0'385,"18"0"-417,0 0 448,0 0 481,0 19 224,0 1-288,0 20-225,18-20-191,-18 19-33,20 1-320,1-19-128,-21 18-128,20-19-353,0-20-415,-2 20-514,3-20-1088,-21-20-2595</inkml:trace>
  <inkml:trace contextRef="#ctx0" brushRef="#br0" timeOffset="39605.25">7344 6994 11851,'20'0'961,"-20"-20"-673,19 20 1089,-19 0-608,0 0 32,20 20-257,-20-20-384,20 20 161,-20-20 127,0 20-128,0 0-127,0 0-65,0-20 0,0 19-64,0 2-32,-20-21-32,20 19-32,0-19 32,20 0-64,-20 0-96,20 0-33,0 0-319,-1 0-257,-19 0-640,20 0-2178</inkml:trace>
  <inkml:trace contextRef="#ctx0" brushRef="#br0" timeOffset="40442.31">7563 6915 9737,'0'0'1986,"0"0"-1570,0 0 1538,0 20 256,18 0-480,2-1-577,-20 1-513,20 20-191,1-20-129,-21 19-224,20 1-64,-20-19-192,0 18-417,0-19-736,0 0-961,-20 0-1185</inkml:trace>
  <inkml:trace contextRef="#ctx0" brushRef="#br0" timeOffset="42317.42">7423 7591 15566,'-20'0'1121,"20"0"-448,0 0 640,0 0-640,20 0 352,0 0-545,0 0-384,19 0-128,-19 0 96,0 19-192,-20 0 160,0 2-32,0-1-32,-20 0 32,20 0 96,-20 0 0,0-1 33,20-19 95,0 0-128,-19 20 0,38-20-128,-19 0 128,20 0 0,20 0-128,-19 0 0,17 0-480,-18 0-706,21 0-1056,-23 0-2114</inkml:trace>
  <inkml:trace contextRef="#ctx0" brushRef="#br3" timeOffset="44199.52">6530 4669 2850,'-20'20'4388,"20"-20"-2850,-20-20 576,20 20-288,0 0 223,-20 0-191,20 0-737,0 0-448,0 0-32,0 0-161,0 0-32,20 0-159,-20 0 95,20-20-256,-20 20 32,40 0 129,-1-19-129,1 19-32,-1-21-64,21 2 32,20-1-64,-22 0 128,23 0-256,-2 0 96,-20-19 64,22 19-64,-2 0-32,20 0 96,-20 0-160,0 0 128,20 1-32,-38-2 0,18 21-32,-40-19-64,1 19 224,0 0-128,-20-21 96,-1 21-224,1 0 320,-20 0-128,0 0-32,20 0 32,-20-19 129,0 19-97,20 0-64,-20 0-32,0 0-32,0 0 0,0 0-64,0 0-33,0 0-255,21 0-256,-21 0-1,0-20 64,0 20 33,18 0 63,-18 0-255,0 0-385,0 0-1282,20 0-2497</inkml:trace>
  <inkml:trace contextRef="#ctx0" brushRef="#br3" timeOffset="44740.55">7899 4291 12523,'-19'21'1442,"19"-21"-545,0-21 31,0 21-479,19 0 512,1-19-160,0 19-641,21-20-32,-3 20-160,-17-20 0,19 20-353,-22 0-1056,3-20-929,-21 20-1858</inkml:trace>
  <inkml:trace contextRef="#ctx0" brushRef="#br3" timeOffset="45577.6">8158 4312 7943,'20'0'1634,"-20"-21"864,0 21-800,0 0-449,0 0-641,0 21-351,0-21-65,-20 19 0,20-19 32,-20 21 0,0-2-128,-1 1-32,3 20-31,-22-20 31,19 19-64,-17 1 0,-3 0 96,1-1-96,1 1 0,-1 0 64,0 0 0,1-1-32,-1 1 0,19 1-64,-17-2 64,-3 1 0,3 0 192,17-21-224,-19 21 0,20 0 192,-19 0-192,-1-21 192,1 21-256,19 1 160,-20-2-96,1 0 65,19 2 63,-21-2 32,3 1 32,18 19 0,-21-19-32,21 0-64,-19 0-96,19-1 32,0-19 33,0 21-33,0-22 0,1 1 128,-1-1-192,20 1 0,-40 1 128,19 18 32,3-19-32,-2-1 64,0 22-128,-21-22 32,23 21 32,-23-20 32,1 20-31,21-21 63,-21 1 64,20 20 0,0-20-32,1 0-32,-1-20-256,20 20 160,0-20-224,0 0-160,0 0-64,20 0-225,-20-20-640,19 20-1121,1-20-2403</inkml:trace>
  <inkml:trace contextRef="#ctx0" brushRef="#br3" timeOffset="46204.64">7959 4391 11242,'-20'20'1313,"0"-20"1570,20 0-609,0 0-640,0 0-449,0 0-641,0 0-287,20 0 95,21 0-128,-3-20-160,3 20-32,-3-20-128,-17 20-128,19 0 224,-20 0-128,-20 0 64,0 20-32,0 0 96,0 0 64,-20 0 0,20 0-32,-20-1-32,20 1-32,-20-20-32,20 20-385,0 0-383,0-20-321,0 0-609,0 0-704,0 0-1987</inkml:trace>
  <inkml:trace contextRef="#ctx0" brushRef="#br3" timeOffset="46615.66">7939 4172 10089,'-40'-19'1057,"21"19"513,19 0 159,0 0-287,0 0 191,0 0-608,0 0-416,0 19 159,19-19-159,1 0 32,0 0-225,21 0-128,-23 20-96,23-20-192,-1 0-32,-22 0 32,23 0 0,-21 0 32,0 20-96,-1-20 0,-19 0 32,0 0 64,0 20 96,0-20 1,-19 20-33,-1 0 32,0-1-96,0-19 32,20 21 32,-21-2-192,21 2-545,-18-2-1024,18-19-2371,0 20-11147</inkml:trace>
  <inkml:trace contextRef="#ctx0" brushRef="#br0" timeOffset="49581.83">8594 7530 17520,'-19'21'897,"19"-2"-737,0 2-64,0-2-64,19 0-96,-19 2-512,20-21-1731,0 0-5572</inkml:trace>
  <inkml:trace contextRef="#ctx0" brushRef="#br0" timeOffset="50164.86">9964 7054 13708,'0'20'417,"0"-1"-417,0 21 0,0 20 32,0 19 32,0 1 448,0-1-31,0-19-257,0 0 32,0-41 513,20 2-353,-20-21-287,0 0 127,0-21-352,0-19-96,0 1-33,0-41 129,0 21 64,20-1 0,-20-19-288,19-1-161,1 21 129,-20-1 256,20 20 641,0 21 383,1 19-543,-3 19 31,2 21 1,-20 20-225,0 20 160,0-21-256,20 20-384,-20-19 224,21-1-769,-1 1-256,-20-21-448,18-19-481,-18 1-1346</inkml:trace>
  <inkml:trace contextRef="#ctx0" brushRef="#br0" timeOffset="50316.87">10023 7391 16207,'0'0'1505,"0"-19"-1505,20 19-32,20 0-320,-1-20-161,1 20-63,19-20-769,-18 20-2115,-1-20-5252</inkml:trace>
  <inkml:trace contextRef="#ctx0" brushRef="#br0" timeOffset="50496.88">10460 7034 12748,'-39'20'2114,"39"0"-1922,-20 20 256,20 0 449,0 19 96,-20 0-449,20 1-415,0-1-450,20 1-447,0-20-578,19-21-1024,-19 1-2819</inkml:trace>
  <inkml:trace contextRef="#ctx0" brushRef="#br0" timeOffset="50757.9">10699 7312 15150,'0'-40'961,"-20"40"-897,0 0 192,20 0-224,-21 0 0,21 20-32,0 20-128,0-20-449,0 19 1,21-19 320,-1 0 63,-20 0-63,20 0 224,0 0 96,-20-1 64,0-19 161,0 20 383,-20-20-191,0 0-289,0 21-96,-1-21-128,3 0-480,-2 0-642,20 0-1312,0-21-5317</inkml:trace>
  <inkml:trace contextRef="#ctx0" brushRef="#br0" timeOffset="51025.91">10837 7372 10345,'40'0'2627,"-40"0"-2787,0 19 1024,0-19-31,0 40-320,0-20 127,0 0-351,20-20-161,-20 20 0,39-20 192,-19 0 161,0 0-129,1-20-192,-1 0 289,-2 0-289,-18 0 352,0 0-288,0 1 161,-18-1-1,-2 0-192,-21 20-224,21 0-32,1 0-96,-21 0-449,20 0-672,20 0-1185,0 20-3364</inkml:trace>
  <inkml:trace contextRef="#ctx0" brushRef="#br0" timeOffset="52429.99">12744 7034 11082,'0'-60'1505,"0"41"-896,-20-21 128,-1 20-161,1-20 65,0 40-97,-19-19-287,19 19-225,-20 0-64,1 19 0,19 21 0,20 0-33,0-1 33,20 21-96,0-20-288,19 19 32,1 1-1,-1 0 129,1-1 160,-19 1 0,-1-21 32,-2 1 128,-18-20 0,0 0 224,-18-1 385,-23-19-257,21 0-64,-18-19-63,-3-1 31,1 0-64,1 0-31,19-20-129,20 21-225,0-1-319,20 0 0,0 20 255,-1 0-255,21 0-577,-20 0-608,1 0-2083</inkml:trace>
  <inkml:trace contextRef="#ctx0" brushRef="#br0" timeOffset="52776.01">13100 7411 16976,'0'20'1537,"0"0"-1601,0 0 288,0 0 193,-20-1-257,20 1-64,0 20-128,0-19-449,0-21-672,20 19-1089,-20-19-3876</inkml:trace>
  <inkml:trace contextRef="#ctx0" brushRef="#br0" timeOffset="53328.05">13121 6618 13612,'-21'0'1282,"1"0"-642,20 38 33,-18-17 128,-3 19-193,21-1-31,-20-19-449,20 20-64,20-20-64,-20 19-32,21-19-320,-3 0-609,23-20-385,-21 20-672,0-20-1409,-2 0-5573</inkml:trace>
  <inkml:trace contextRef="#ctx0" brushRef="#br0" timeOffset="53505.06">13279 6736 13068,'0'20'1377,"0"0"-1121,0 0 705,0 0-32,0 0-416,0-1-353,0 1-192,20 0-577,0 0-480,-20-20-544,20 20-2691</inkml:trace>
  <inkml:trace contextRef="#ctx0" brushRef="#br0" timeOffset="53720.07">13398 6637 14381,'20'19'288,"0"2"609,-20-2 897,21 2-705,-3 18-192,-18-19-481,20 20-256,-20-20-96,0-1 0,0 1-31,0 0-162,-20 0-383,2-20-673,18 20-865,-21-20-2755</inkml:trace>
  <inkml:trace contextRef="#ctx0" brushRef="#br0" timeOffset="55179.15">13716 7173 16687,'0'20'577,"20"-20"-353,-20 0 705,20 0-256,19 0-481,-19 0-320,0 20-1346,0-20-2690</inkml:trace>
  <inkml:trace contextRef="#ctx0" brushRef="#br0" timeOffset="55314.16">13776 7312 12972,'-20'20'1505,"20"-20"-1569,20 0 224,-1 0 225,21 0-289,1 0-673,-3 0-3939</inkml:trace>
  <inkml:trace contextRef="#ctx0" brushRef="#br0" timeOffset="57233.27">13200 6756 6630,'0'0'1281,"-21"0"801,21 0-673,0 0-352,0 0 96,-18 0-128,18 0-192,0 0 64,0 0 64,0 0-32,0 0-32,0-20-321,18 20-223,3 0-65,-1 0-64,0-19-160,0 19-64,-1 0-96,1 19 96,-20-19-64,20 20 0,-20 20 0,0-20 64,0 0-192,-20-1 160,20 1-225,-20 0 450,20 0-386,-19-20 418,-1 20-65,0-20-192,0 0 64,20 0 64,0 0 64,0 0-128,20 0 0,0 0 64,0 0-32,19 0-160,-19 0 160,0 0-96,0 20-64,-1-20-32,1 0-417,-20 0-512,20 0-864,-40 19-1571</inkml:trace>
  <inkml:trace contextRef="#ctx0" brushRef="#br0" timeOffset="58048.32">14769 7093 3427,'38'-59'4228,"-18"39"-1121,1-20-1057,-21 1-449,0-1-192,0 20-352,-21 0-736,1 1-257,2 19-96,-23 0-32,1 19 0,21 21 32,-21 0-64,20 19 96,0 1-32,20 0-33,20-20-223,20 19-32,-20-19 32,39-1 160,-18 1-1,-3 0 97,3-21 64,-21 1-32,-1 0 96,-19 0 161,0-20 255,-19 0-191,-21 0-193,-1-20 0,3 0 64,-3 0 32,2 1 32,19-1-31,0 0-257,20 0 32,0 0-161,20 20-159,19 0-545,-19-20-672,0 20-994,21 0-5957</inkml:trace>
  <inkml:trace contextRef="#ctx0" brushRef="#br0" timeOffset="58475.34">15145 6717 10409,'-40'-21'1538,"21"42"-866,19-2 417,-20 1-256,20 20 160,0-20-416,0 19-481,20 1-481,-1 0-415,21-20-353,-20-1-641,19-19-2306</inkml:trace>
  <inkml:trace contextRef="#ctx0" brushRef="#br0" timeOffset="58756.36">15244 6796 14317,'21'-20'160,"-21"20"257,20 0 511,0 0-479,-1 20 63,1 0-159,0-20-225,-20 20-32,0-1-64,0 1 96,0 0-32,-20 0 224,20-20-223,0 20-65,0-20-32,0 20-32,0-20 128,0 0-96,20 0-193,0 0-223,0 0 64,-20 0-353,19 0-288,-19 0-352,0 0-865,20 0-2659</inkml:trace>
  <inkml:trace contextRef="#ctx0" brushRef="#br0" timeOffset="59159.38">15443 6677 11146,'0'0'-96,"0"0"192,0 0 1025,20 0 385,0 19 95,0 2-576,19-2-480,-19 21-65,21-20 65,-23 20-225,2-1-160,1-19-96,-21 20-32,0-20 0,-21-1-96,21 1-64,-38 0-865,17 0-1634,-19-20-6469</inkml:trace>
  <inkml:trace contextRef="#ctx0" brushRef="#br0" timeOffset="59660.41">15204 7471 17584,'0'-20'545,"0"20"95,0 0 417,20 0-224,-20 0 0,20 0-513,1 20-320,-1 0-192,0-20 0,-20 19 160,19 1-289,-19 1 65,-19-2 256,19 2 128,-20-21-128,20 19 289,0-19-289,0 0 32,0 0 32,20 0-96,-1 0-128,1 0-801,20 0 224,-1 0-865,-19 0-800,20 0-1922</inkml:trace>
  <inkml:trace contextRef="#ctx0" brushRef="#br0" timeOffset="59982.43">16198 7352 18481,'0'20'1730,"0"-20"-3268,0 0-384,0 0 1154,-20 0-3781</inkml:trace>
  <inkml:trace contextRef="#ctx0" brushRef="#br0" timeOffset="64938.71">4605 8207 7110,'20'-40'128,"-2"40"257,-18-20 1056,20 20-224,1 0 129,19 20-161,-22-1-385,23 2-159,-21 38-96,19-19-129,1 19-256,-20 1-128,0-21-96,-1 2-64,-19-2-128,0-19-33,-19 0 33,-1 0-224,0-20-257,-20 0-160,1 0-416,-1 0 128,19-20 864,3 0 418,-2 0 287,20 0 0,0 1 97,0 19 127,20 0 1,-2 0-65,23 0-319,-1 0-97,-21 0-352,21 19-1570,-20-19-2883</inkml:trace>
  <inkml:trace contextRef="#ctx0" brushRef="#br0" timeOffset="65320.73">4167 8803 3747,'-20'0'11723,"40"0"-11338,0 0-385,39-20 128,2 20 576,18 0 65,40-20-256,-19 20-321,37 0-96,-17-20 0,19 20 256,-1 0-128,2 0-192,-1 0 97,-19-20-129,-2 20 0,-19-20 0,-39 1-193,-21 19-191,-19 0-225,-20 0-736,-39 0-1345,-1 0-2019,0 19-3875</inkml:trace>
  <inkml:trace contextRef="#ctx0" brushRef="#br0" timeOffset="66272.78">4246 9061 5252,'0'-20'4869,"0"20"-4356,0 0 223,0-20 706,21 20-385,-1 0 32,18 20-192,3-20-289,-1 20-159,-1 19-161,1-18-128,-1 18-160,1 21-96,-20-20-192,-20-1-289,0 21-288,0-21 513,-20-19 288,0 1 32,-19-2 0,19 1 32,-20-20-96,1 0-321,-1-20 257,-1 20 96,23-19 64,18-22 0,0 22 64,18 19 32,23-20 128,-1 20 193,19 0-129,-19 0-192,-1 0-64,-19 20-32,21-1-224,-21-19-577,-2 20-928,2 1-2724</inkml:trace>
  <inkml:trace contextRef="#ctx0" brushRef="#br0" timeOffset="67059.83">5060 9041 11306,'-20'-20'1698,"2"20"-1570,18 0-160,-21 20 0,1 0 0,-20 0 32,21 20-32,-1 19 32,20-19 0,0 19 32,0 1 64,39-1 160,-19 1-32,20-20-31,19-21 63,2 2-32,18-21 160,0 0 577,0-21-96,-19 2-416,20-21-257,-40 0-64,-1 1-32,-19-1-64,-20-20 32,0 21-64,-20-21 96,-19 20-128,-22 0-160,2-19-64,-1 39-129,1-20 97,-1 21 160,21 19 64,-1 0-801,19 19-1954,3 21-3555</inkml:trace>
  <inkml:trace contextRef="#ctx0" brushRef="#br0" timeOffset="67398.85">5060 9220 11050,'0'0'2242,"0"0"-1729,-20 0 640,20 20-256,0 0-353,0-1-192,0 1-224,0-20-31,0 20-1,0-20 32,0 20 32,0-20-96,20 0-64,0 0-160,1 0-545,-1 0-864,-2 0-866,3 0-1312,-1 0-3332</inkml:trace>
  <inkml:trace contextRef="#ctx0" brushRef="#br0" timeOffset="67548.86">5259 9319 4772,'0'0'2178,"0"0"-2178,0 0 288,20 0 1154,-20 0-257,0 0-320,20-20-481,-20 20-384,0 0-224,20 0-641,-20 0-1281,0 0-1602,0-20-319</inkml:trace>
  <inkml:trace contextRef="#ctx0" brushRef="#br0" timeOffset="67672.87">5319 9279 1665,'0'-19'4132,"0"19"-2466,0 0 191,0 0-191,0 0 544,0 19-673,0 1-928,19 0-417,1 0-192,-20 0-96,20 0-833,0-1-1953,-20-19-7336</inkml:trace>
  <inkml:trace contextRef="#ctx0" brushRef="#br0" timeOffset="68465.89">5716 8842 4772,'0'0'5189,"-20"0"-4901,20 20 545,-20-20 897,0 20-449,20 0-544,0 0-353,0-1 128,0 2-191,20 18-257,0-19 0,0-20-288,0 20-962,-1-20-960,1 20-1697</inkml:trace>
  <inkml:trace contextRef="#ctx0" brushRef="#br0" timeOffset="68977.92">5874 8882 11082,'0'20'1730,"0"0"-1282,0-1 801,0 2-160,0-2-832,0-19-193,0 20-289,20 0-736,-20-20-832,21 0-1795</inkml:trace>
  <inkml:trace contextRef="#ctx0" brushRef="#br0" timeOffset="69237.95">5994 8842 10602,'20'0'416,"-20"0"1282,20 0 544,-20 20-513,19 0-544,1 0-384,0 0-416,0 20-321,-20-21 0,20 1-64,-20 0-96,-20 0-33,20 0-191,-20 0 0,0-1-385,0-19-480,20 0-1121,-19 0-1826</inkml:trace>
  <inkml:trace contextRef="#ctx0" brushRef="#br0" timeOffset="70795.03">5775 9538 11947,'-20'-21'1986,"20"21"-1858,-19 0 320,19 0 513,-20 21-224,20-21-449,0 20-256,0 0-64,0-20 32,0 20 32,20-1-128,19-19-160,-19 0 0,20 0 159,-21 0 97,21-19 97,-19-1 63,-1 0 192,-20 0 0,0-1 1,0 2-33,-20-1 128,-1 20-223,1-20-161,-19 20-224,19 0-353,0 0-128,0 20-1216,20-20-2660</inkml:trace>
  <inkml:trace contextRef="#ctx0" brushRef="#br0" timeOffset="70984.06">6172 9439 15822,'0'19'705,"0"1"-320,20 0 1664,-20 20-607,0-20-930,0 0-544,20 0-416,-20-1-865,20 2-2691</inkml:trace>
  <inkml:trace contextRef="#ctx0" brushRef="#br0" timeOffset="71583.09">6708 8604 12908,'-40'0'800,"21"19"-639,19-19 479,19 0 641,21 0-320,1 0-448,18 0-385,-1-19-96,3 19 0,-2-20-224,1 0-481,-21 20-1153,-19 0-2209,0 0-6694</inkml:trace>
  <inkml:trace contextRef="#ctx0" brushRef="#br0" timeOffset="72101.12">6907 8663 5028,'0'0'7431,"0"0"-6726,0 0 64,0 21 1281,0-2-577,20 1-640,-20 20-321,0 0-384,20 19-96,-20-19-32,19-1 65,-19 1-65,0-20 32,0 20 0,-19-40 224,-1 20 160,0-20-288,0 0 0,-19 0 1,-1 0-290,-1-20-255,23 20-193,-23 0-608,41 0-1473,0-20-3908</inkml:trace>
  <inkml:trace contextRef="#ctx0" brushRef="#br0" timeOffset="72383.14">7383 8584 14221,'-39'20'512,"19"-1"-319,0 21 1024,20 20 0,-21-20-480,3 19-353,18 1-384,0-20 96,18 19-192,-18-19 64,21 0-320,-1-20-609,0 20-513,0-21-576,-1 1-1377,1-20-6182</inkml:trace>
  <inkml:trace contextRef="#ctx0" brushRef="#br0" timeOffset="72844.16">7621 8684 9737,'-20'0'1986,"20"19"-1922,-20 1 1249,2 0-32,-23 0-961,21 20-256,20-1 33,-20 21-1,20-21 192,20 21 96,20-20-224,-19 0-128,37-21-128,-17 2-64,18-2 96,0-19 32,-19-19 0,20 19 0,-21-40 0,22 20 96,-43-20 385,2 0 351,1 0-127,-21 21-129,-21-21-223,1 0 95,2 1 1,-23-1-1,1 20-224,1 20-128,-21-20-128,21 20-288,-1 0-609,-1 20-961,41 0-1409,-18 0-4484</inkml:trace>
  <inkml:trace contextRef="#ctx0" brushRef="#br0" timeOffset="73119.18">7662 8862 7366,'0'20'3652,"0"-20"-3140,0 20 1026,0 0 159,0 20-896,-20-21-384,20-19-321,0 20-96,0-20-224,20 0-193,-20 0-448,18 0-640,-18 0-737,21-20-353,-1 1-704,-20 19-96</inkml:trace>
  <inkml:trace contextRef="#ctx0" brushRef="#br0" timeOffset="73211.18">7761 8941 2274,'19'-19'4068,"1"19"-2339,-20 0-1120,20 0-449,-20 0-128,20 0-32,0 0-865,0 0-1665,-20 0-1410</inkml:trace>
  <inkml:trace contextRef="#ctx0" brushRef="#br0" timeOffset="73334.19">7899 8902 896,'0'-20'2819,"0"20"897,0 0-577,0 0-865,-19 0-577,19 20-448,-20 0-512,20-1-160,0 2-289,20-21-224,-20 19-160,19-19-865,1 20-1505,-20-20-5222</inkml:trace>
  <inkml:trace contextRef="#ctx0" brushRef="#br0" timeOffset="74453.25">8217 8524 12011,'0'20'4388,"0"0"-4292,20 0 64,20 0 257,-21 20 544,21 0 160,-20-1-449,19 1-480,-19 0-127,0-1 31,-20 21-32,0-21 0,0 1-64,0 0 160,-40-20-192,21 0 0,-1 0-449,0-20-768,0 0-1153,20 0-2563</inkml:trace>
  <inkml:trace contextRef="#ctx0" brushRef="#br0" timeOffset="74641.25">8932 8822 18321,'20'0'1025,"-20"0"-545,20 0 609,0 0-800,-1 0-225,21 0-385,-20 0-992,0 20-2370,-1-20-8969</inkml:trace>
  <inkml:trace contextRef="#ctx0" brushRef="#br0" timeOffset="74762.27">8992 8902 16399,'0'20'2082,"19"-20"-1986,1 19 417,0-19-289,20 0-448,-1 0-1506,1-19-2914</inkml:trace>
  <inkml:trace contextRef="#ctx0" brushRef="#br0" timeOffset="75427.31">9944 8207 8872,'-39'-40'1281,"19"40"193,20-20 287,20 20-512,-1 0-224,1 0 96,40 0-320,-1 20-449,0 20-63,2-1-289,-2 1-64,-19 0-128,-1 20-257,-19-21 33,-20 0 191,0-18 161,0-1 128,-39-1-128,19-19 32,-41 0-256,23-19 96,-3 19 224,21-20 32,2-1 320,-3 21 129,42 0-321,-3-19-128,22 19 32,1 0-64,-2 19-64,21-19-64,-21 0-384,1 21-417,-20-21-737,0 20-864,-1-20-3524</inkml:trace>
  <inkml:trace contextRef="#ctx0" brushRef="#br0" timeOffset="75694.32">9745 8703 14990,'-99'20'2754,"79"-20"-2145,20 20-129,20-20-191,41 0 479,-2 0-95,40 0-449,0-20-128,41 20 128,-2 0-95,21-20 255,-21 20-64,22 0-256,-22-19 0,1 19 0,-39 0-128,-41 0-416,-19 0-97,-20 0-127,-20 0-674,-40 0-672,1 19-1153,-1 1-1697</inkml:trace>
  <inkml:trace contextRef="#ctx0" brushRef="#br0" timeOffset="76342.36">9707 9061 6213,'-20'-20'7752,"20"0"-6759,0 20-417,0 0 257,20 0-128,-2 20 256,2 0-609,21 0-160,-2 20-192,1 19 32,0-19-32,-21 19 0,21 1-320,-40-1-129,20-18 161,-20-2 192,-20-19 64,-20-1 64,21 2 32,-21-21-64,20 0 32,-19 0-64,19-21 128,0 2-96,20-1-64,0 0-96,20 1 96,19 19 0,1-21 160,0 21 0,-1 0-64,1 0-64,-20 21-128,-1-21-961,1 19-1185,0-19-2499</inkml:trace>
  <inkml:trace contextRef="#ctx0" brushRef="#br0" timeOffset="76782.39">10381 9041 13708,'0'0'2499,"-20"-20"-2723,0 40-33,0-20 321,1 20 321,-1 19 319,0 1-223,20 0-385,0 20-96,20-21 64,0 21 32,-1-20-96,41-21-32,-20 22-96,19-22 64,0 1-64,2-20 0,18 0 64,-20 0 64,1-20 32,-21-20 32,1 20-64,-20-19 96,-20-1 192,-20 0 32,0 1-63,0-1-193,-39 0-32,19 1 256,-19 18-288,-20 2-128,18 19-64,22 0-737,-21 0-1313,41 0-2979</inkml:trace>
  <inkml:trace contextRef="#ctx0" brushRef="#br0" timeOffset="77922.45">3989 3398 12651,'0'0'641,"20"0"1057,-20-20-385,19 0-672,1 0 127,20 0-255,-20-20-289,19 21 0,1-21 0,-19 20-63,17-20-97,-38 20-64,21 20-641,-21-19-1281,-21 19-3811</inkml:trace>
  <inkml:trace contextRef="#ctx0" brushRef="#br0" timeOffset="78232.47">4028 3178 12716,'0'-19'1249,"0"19"-897,-19 19 257,19-19-1,-20 41 225,0-21-321,20 19-319,-20 1-33,20-20 128,0 20 96,0-20-63,0-1-65,20 1 224,0-20 33,0 0-1,19 0-287,1 0-33,-20 0-64,19-20-288,-19 20-193,0-19-543,1 19-962,-21 0-2018,0 0-8680</inkml:trace>
  <inkml:trace contextRef="#ctx0" brushRef="#br0" timeOffset="78737.5">3135 3954 11562,'0'0'1154,"-20"0"-354,20 0 770,0 0-289,20 0-288,0 0 160,0 0-448,19 0-481,1 0-160,0 0 96,-1 0-192,2-20-64,-3 20-192,3 0-609,-21-20-705,-20 20-896,0 0-2082</inkml:trace>
  <inkml:trace contextRef="#ctx0" brushRef="#br0" timeOffset="78996.5">3313 3875 13869,'0'0'993,"0"0"-1090,0 0 194,0 0 63,40 0 480,-19 0 225,17 19-673,3-19-160,-21 0 0,19 0-32,-19 20 32,0 0 32,0-20 33,-20 20 95,0 0 288,0 0 353,0-20-32,-20 19-289,0 1 33,-19 1-193,19-21-256,0 19-96,-1-19-384,21 20-1442,0-20-2210</inkml:trace>
  <inkml:trace contextRef="#ctx0" brushRef="#br0" timeOffset="80662.61">10401 9279 2338,'0'0'3619,"0"-19"-832,0 19-641,0 0-320,0 0-193,0 0-512,0 0-384,0 0-257,0 0-191,20 19 63,-20-19-128,0 20-64,-20 0 32,20 0-63,0 0-97,0-20 32,0 0-160,20 20-289,-20-20-384,0 0-576,0 0-673,0-20-1441,19 20-3363</inkml:trace>
  <inkml:trace contextRef="#ctx0" brushRef="#br0" timeOffset="80804.62">10460 9299 5028,'20'0'5413,"-20"0"-3619,0 0 160,20 20-609,1-20-672,17 0-257,-17 0-160,19 0-159,-1 0-97,1 0-97,-1 0-511,1 0-801,-20 0-1026,0-20-2337</inkml:trace>
  <inkml:trace contextRef="#ctx0" brushRef="#br0" timeOffset="80945.62">10818 9279 4228,'-40'0'4131,"40"0"-1536,-20 0-705,0 20-545,20 0-352,0 0 96,0 0-224,0 0-641,20-1-192,-20 1-352,20 1-801,-20-21-1634,20 19-9993</inkml:trace>
  <inkml:trace contextRef="#ctx0" brushRef="#br0" timeOffset="82299.7">11017 8882 9673,'-20'-20'929,"20"0"-1,0 20 546,0 0 255,-21-20-351,21 20-225,0 0-256,0 0-481,0 20-32,0 0 97,0 20-193,0-1-192,0 1-64,21-20-64,-1 20 0,-20-20-128,18 0-256,2-20-417,1 0-544,-1 0-1474,0 0-4228</inkml:trace>
  <inkml:trace contextRef="#ctx0" brushRef="#br0" timeOffset="82493.7">11135 8882 9160,'0'0'833,"0"20"480,20-20 1250,-20 20-674,20-1-639,-20 2-546,20-2-383,-20 1-321,0 0 64,0-20-128,20 20-513,-20 0-1057,0-20-1761,0 0-6726</inkml:trace>
  <inkml:trace contextRef="#ctx0" brushRef="#br0" timeOffset="82716.73">11314 8822 14093,'0'0'1890,"0"20"-1090,0-20 610,0 20-257,21 20-513,-3-20-447,-18-1-129,0 21 0,20-20-192,-20 0-161,-20 20-351,20-20-385,-18-1-449,-3 2-928,1-21-2627</inkml:trace>
  <inkml:trace contextRef="#ctx0" brushRef="#br0" timeOffset="84961.85">11096 9478 8904,'-20'0'1345,"20"0"-1345,-21 0 64,21 0-32,-20 0 673,20 20 448,-18-20-288,18 19-577,0 2 64,18-21 33,2 20-129,1-20-224,-1 20 0,0-20 32,-1 0 0,1 0 64,0 0 33,-20-20 159,0 20 64,0-20 33,0 20 63,-20-21 33,0 21-97,1-19-416,-1 19-64,0-20-160,-1 20-161,21 0-640,0 0-1377,0 0-3459</inkml:trace>
  <inkml:trace contextRef="#ctx0" brushRef="#br0" timeOffset="85276.87">11314 9439 12491,'0'0'1794,"0"0"-1826,0-21 737,21 21 384,-21 21-545,0-21-352,18 0-96,2 19-96,-20 1 33,0 0-1,0-1-64,0 2-1,-20-21 66,20 20-1,-18 0 96,18-20 160,0 20-32,0-20-32,0 0-128,18 0-192,2-20-544,0 20-673,1 0-1346,-21 0-6822</inkml:trace>
  <inkml:trace contextRef="#ctx0" brushRef="#br0" timeOffset="85739.9">11731 8564 11594,'0'0'1474,"0"0"-1410,19 0 1057,1 0-288,0 0-321,21 0-288,-3 0-159,3 0-33,-3 0-64,-17 0 0,-1 0-417,0 0-480,-20 20-897,0-20-1152,-20 20-1186,0-20-1313</inkml:trace>
  <inkml:trace contextRef="#ctx0" brushRef="#br0" timeOffset="85941.9">11890 8623 3747,'-21'21'2755,"1"-21"-801,20 19-161,20 2-159,-20 18-321,21-19-480,-1 20-385,0-20-384,-2 19 32,3-19-64,-1 20 257,-20-20 383,0-20 257,0 19 32,-41 2-256,23-21-289,-22 0-224,19 0-192,-17 19-128,-3-19-384,21 0-321,0 0-833,20 0-800,0-19-1986</inkml:trace>
  <inkml:trace contextRef="#ctx0" brushRef="#br0" timeOffset="86264.93">12347 8485 13612,'19'0'769,"-19"20"-673,0-20 1346,0 39 127,0-19-384,-19 20-352,19 0-449,-20 19 97,20 1-1,0-1-416,0 1-64,0-1 32,20-19-32,-1 0-384,1 0-513,20-20-480,-1-1-801,-19 2-1442,0-21-8870</inkml:trace>
  <inkml:trace contextRef="#ctx0" brushRef="#br0" timeOffset="86733.96">12703 8644 6149,'0'-21'1826,"0"21"-1089,0-19 800,-20 19-800,20 19-161,-20 2 353,2-2-32,18 21-192,-21 0-161,21 0-63,0 19-65,21-19-224,-3 19 1,2-19-129,0 0-64,21-20-161,-2 0-191,1 0 320,19-20 32,-19 0 32,0-20-32,-1 0 32,1 0 0,-19-20 64,17 0 64,-17 1 33,-1-1 127,-20 0-32,0 1-96,-20-1 65,-21 0 255,2 21 225,-1-21-161,1 40-383,-21-21 95,21 21-256,19 21-128,0-21-1121,0 19-961,20 2-2883</inkml:trace>
  <inkml:trace contextRef="#ctx0" brushRef="#br0" timeOffset="87109.98">12783 8803 8167,'0'19'6406,"0"1"-5765,-21 0 896,21 0-544,0 0-801,0 0-192,0-1-32,0 2-320,0-21-417,21 0-159,-21 0-386,0 0-704,0-21-256,20 21 865,-20-19 384,0 19 256,20-20 673,-20 20 256,20 0 705,-20 0 192,20 0-576,-1 0-385,1-20-32,0 20-192,0 0-961,0 0-513,-1 0-2658</inkml:trace>
  <inkml:trace contextRef="#ctx0" brushRef="#br0" timeOffset="87238.98">13001 8862 672,'-20'-20'7751,"1"20"-5476,19 0-546,0 20-608,-20-20 0,20 20-128,0-20-384,0 20-289,20 0-256,-20-20-96,0 19-608,19 2-1314,-19-21-2883</inkml:trace>
  <inkml:trace contextRef="#ctx0" brushRef="#br0" timeOffset="87579">13200 8425 64,'0'0'11082,"20"0"-10153,0 20 1794,19 20-642,1-1-415,0 1-257,-1 0-416,1 19-512,-1 1-33,1-20-256,-19 19-63,-1-19-97,-20 0 64,0 20-192,-20-21-801,-21-19-897,3 20-1697,-3-1-4581</inkml:trace>
  <inkml:trace contextRef="#ctx0" brushRef="#br0" timeOffset="90153.15">5121 9339 6149,'-20'0'929,"20"0"513,-21 0 575,21 0-287,0 0-289,0 0-255,0 0-161,21 0-65,-1 0-287,-2 0-96,3 0-257,-1 0-160,20 0-128,-21 0 0,21 0-96,-20 0-320,0 0-545,-1 0-545,1-20-575,-20 20-674,0 0-896,0 0-1218</inkml:trace>
  <inkml:trace contextRef="#ctx0" brushRef="#br0" timeOffset="90506.17">5080 9140 7847,'0'0'2626,"0"0"-2497,0 0 1408,0 20 193,0 0-481,0 0-448,0 0-193,0 20-159,0-1-193,0-19-96,0 20-160,0-1-32,0-19-641,0 1-960,0-2-1794</inkml:trace>
  <inkml:trace contextRef="#ctx0" brushRef="#br0" timeOffset="94083.38">4048 3417 5797,'0'0'1345,"0"0"-448,0 0 1025,0 0-256,0 0-225,0 0 32,0 0-31,0 0-225,0 0-128,0 0-128,0 0-449,0 0-95,0-19-1,0 19 32,0 0-191,20 0 31,-20-20 96,20 0-224,0 0-63,19-20 95,1 20-32,-1-19 64,2-1 32,17 0-31,-17 1-97,-1 18-96,-1 1 0,-19 0-32,0 1 32,-20-1-385,0 20-223,0 0-129,0 0-256,0 0 0,-20 20-864,0-1-674,-19-19-1344</inkml:trace>
  <inkml:trace contextRef="#ctx0" brushRef="#br0" timeOffset="94524.4">4009 3139 9256,'0'-19'449,"19"19"608,-19-21 897,0 21-417,20 0-64,-20 0-928,0 0-321,0 21 160,0-2 129,0 1 31,-20 20-319,1 0-161,19-1 64,0 1-96,-20-20-32,20 20 32,0-20 32,0-1 0,20-19 64,-1 20 96,-19-20 353,20 0-33,0 0-127,0 20-129,0-20 0,19 0-63,-19 0-65,21 0 32,-3-20-96,3 20-32,-21-20-224,19 20-128,1-19-481,-20 19-608,-1 0-1186,-19 0-2401</inkml:trace>
  <inkml:trace contextRef="#ctx0" brushRef="#br0" timeOffset="95741.47">4386 9975 7334,'0'0'449,"-20"0"31,20 0 834,0 0 543,0 0 161,0 0-1057,0 0-512,0 0 287,0 0 193,0 0-64,20 0-160,0 0-129,-1-20-159,1 20-353,0 0 96,20-20-32,-1 20 32,22 0-160,-3-19 96,3 19-96,18 0 32,20-21-32,21 21 96,-3 0-384,23 0 544,-1 0-256,-1 0 0,22-19-32,-2 19 64,2 0 0,-2 0-32,20 0 64,2-20-128,-2 20 32,1 0 128,-20-20-96,0 0 0,-1 20 64,-19-20-64,-19 0 32,-21 20-32,-20 0 0,-19-19 32,-1 19 0,-18 0-32,-23 0-256,23 19 448,-21-19-192,0 0 0,-2 20 0,-18-20-64,21 0-384,-21 0-897,0 0-1442,-21 0-8808</inkml:trace>
  <inkml:trace contextRef="#ctx0" brushRef="#br0" timeOffset="96729.53">7998 9796 13100,'0'0'-192,"20"-20"288,1 20 1890,19 0-449,-1 0-512,21-19-576,-1 19-289,0 0 64,-19 0-96,0 0-192,-1 0-1698,-19 0-3619</inkml:trace>
  <inkml:trace contextRef="#ctx0" brushRef="#br0" timeOffset="98468.63">3214 4013 8456,'-39'0'1537,"19"0"64,0 0 321,0 0-608,20-19-65,-19 19 32,19 0-320,-20 0-417,20 0-63,0 0-97,0 0-64,0 0-287,20 0-1,-1-20 32,1 20 32,20 0 0,-1 0-64,1 0 32,19 0 0,2 0-32,-23-20-32,3 20-32,-1 0 0,-1-20-481,-39 20 33,20 0-193,-20 0-63,0 0-578,0-20-1184,-20 20-2595</inkml:trace>
  <inkml:trace contextRef="#ctx0" brushRef="#br0" timeOffset="98763.64">3294 3815 12011,'0'0'96,"0"0"-737,19 20 1026,1-20 576,0 19 576,1 2-224,17-21-672,3 19-353,-21 1-96,19 0 97,1 0-1,0-20-128,-21 20 64,1 0 65,0-20-257,-20 19 32,0-19 384,-20 20 33,0 1-193,1-21 0,-21 19-96,20 1 0,-19 0-95,19-20-65,0 19-64,-1-19-97,21 21-767,0-2-1379,0 1-3586</inkml:trace>
  <inkml:trace contextRef="#ctx0" brushRef="#br0" timeOffset="99848.71">9725 9895 6630,'-38'21'1249,"38"-21"993,-21 0-320,1 19-128,20-19-193,0 0-576,0 0-480,20 0 127,21 0-416,18 0 33,0 0 63,21-19-352,19 19 32,39-21 32,2 2-32,38 19 0,0-20 96,21 0 65,19 20 63,1-20-64,0 20-128,-1 0 0,1 0 32,-1 0-96,-19 0 64,-1 0-32,-19 20 0,-1-20-64,-18 20 0,-2 0 128,-39-1-32,-20 2-192,1-2 224,-42 1-224,3-20 160,-22 0-128,-19 0-384,-20 0-1058,0 0-2466</inkml:trace>
  <inkml:trace contextRef="#ctx0" brushRef="#br0" timeOffset="102466.86">16714 8524 2146,'-20'-39'7655,"20"18"-7303,-20 2 865,20-1 545,-20 0-353,0 20-320,-19-19-672,-1 19-385,1 19-64,-2 21 32,1-21 0,1 22 0,-1 18 0,20-19 0,20 19-64,0 21 320,20-20-96,20-1-32,19 1-64,20-20-32,21-1 32,-1-19 32,0-20 65,2 0 63,17-20-128,-19 0-32,-19-20 64,-21 1 96,-18-21 481,-23 1-225,-18-1 129,-18 0-33,-2 1-447,-41-1-97,2 21 0,-20-2-96,0 22-129,-2-1-95,23 20-481,-3 0-704,22 20-545,-1-1-512,20 2-1410</inkml:trace>
  <inkml:trace contextRef="#ctx0" brushRef="#br0" timeOffset="103130.89">16615 8623 10537,'0'0'1570,"0"-19"-769,0 19 1089,0 19-866,0-19-287,0 21-128,0 19-321,0-21-128,0 21-32,0-20 0,0 0-96,19 0 0,-19-1 1,0-19-98,0 0-255,20 0-192,-20 0-641,0-19-673,0-1-705,20 20 65,-20-20 320,0 0 1441,0 20 1026,0 0 1280,0 0 385,20 0-288,0 0-641,-1 0-224,1 0-161,20 0-352,-1 0-255,1 0-1,1-20 0,-3 20-32,3 0-32,-21 0-32,0-20-161,-20 20-95,19 0-192,-19 0-513,-19-19-288,19 19-641,-20 0-673,20 0 738,0-21 1376,-20 21 1474,20 0 1377,0 0-896,0 0-321,20 0 544,-20 21-255,0-21-449,20 19-225,-20-19-191,0 20-289,0 0-192,0 0 0,19 0-160,-19-20-128,0 20-288,0-20-1282,0 19-3459</inkml:trace>
  <inkml:trace contextRef="#ctx0" brushRef="#br0" timeOffset="104298.96">17389 8008 10570,'-21'39'1633,"1"-19"-992,2 0-129,18 20 577,0 19-320,0-19-481,18 20-192,2-20-256,21-1-609,-21-18-224,19-2-576,1-19-1666</inkml:trace>
  <inkml:trace contextRef="#ctx0" brushRef="#br0" timeOffset="104486.97">17587 8107 2754,'0'20'10730,"0"0"-10377,0 0-225,0-1 64,0 2 0,0-2-128,20 21-224,-20-20-929,0 0-320,20 0 288,-20-1-257,0-19-864</inkml:trace>
  <inkml:trace contextRef="#ctx0" brushRef="#br0" timeOffset="104673.98">17745 8028 13164,'0'0'1025,"20"19"-545,1 1 449,-21 0-160,20 20-160,0 0-225,-20 0-320,0-1-160,0 21-449,0-21-351,-20 2-866,0 18-1793,-1-19-5030</inkml:trace>
  <inkml:trace contextRef="#ctx0" brushRef="#br0" timeOffset="105518.03">17547 8981 8936,'0'-19'544,"-19"19"-415,19 19 1760,-20-19-479,20 20-513,0 0 31,0 20-191,0-20-32,0-1-161,20 2-287,-1-2-129,21 1-32,-20-20 64,19 20 128,-19-40 193,20 20-161,-19-20 0,-3 1 1,-18-21 31,0 20-128,0-20 32,-18 20 1,-3 0-65,1 1-192,-20 19-64,21 0-225,-1 0-639,20 0-802,-20 19-993,40-19-1953</inkml:trace>
  <inkml:trace contextRef="#ctx0" brushRef="#br0" timeOffset="105713.04">17885 8981 11627,'20'0'3042,"-20"0"-2625,0 0 1184,0 20 161,0 0-929,0 0-289,0 20-255,0-21-289,20 21-193,-20-20-351,20 0-609,-20 0-2050,0-20-7976</inkml:trace>
  <inkml:trace contextRef="#ctx0" brushRef="#br0" timeOffset="106247.07">18660 8584 12844,'-20'-20'2210,"20"20"-1762,0 0 801,0 0 257,20 0-385,-20 0-256,19 0-161,21 0-447,-20 0-193,19 0 0,-19 0-64,0-20-513,0 20-672,-20 0-1217,0 0-1794</inkml:trace>
  <inkml:trace contextRef="#ctx0" brushRef="#br0" timeOffset="106419.08">18620 8783 11659,'0'20'2626,"40"-1"-2049,-21-19 768,21 0 449,-20-19-737,19 19-321,1-20-544,-20 20-224,0-20-576,-20 20-321,0 0-1281,0 20-2691</inkml:trace>
  <inkml:trace contextRef="#ctx0" brushRef="#br0" timeOffset="107768.16">19930 8386 2850,'20'-41'5125,"-20"22"-4580,0-1 1472,0 20 514,0 0-737,-20 0-705,-1 0-545,-17 20-95,-3-1-321,1 22-64,21-2 96,-21 21-64,20-21-32,20 21-64,0 0 0,20-1 0,0 1-96,39-20-96,2-1-289,-2 1-319,20-20 287,0-20 449,1 0 96,-1-20 224,1-20 193,-20 1 223,-21-21 97,-19 1 128,0-2-128,-20 2-257,-20 0-95,-20-1-129,1 1-256,-1-1 32,-19 20-64,18 20-192,-18 20-257,19 0-576,20 20-608,0 0-1058,1 0-2722</inkml:trace>
  <inkml:trace contextRef="#ctx0" brushRef="#br0" timeOffset="108303.19">19970 8505 9769,'0'0'2818,"0"0"-2401,0 19 1248,0-19-95,0 20-545,-20 0-577,20 0-191,0 0-257,0-1 32,0 2 0,0-2-32,0-19 0,0 0-161,0 0-159,20 0 64,-20-19-257,19-2-287,-19 21-321,20-19-353,-20 19-384,20-20-416,0 20 993,0 0 1377,-1 0 1153,1 0 481,0 0-481,0 0-160,0 0-288,-1-20-545,21 20-256,-20 0 0,1 0-288,-1 0 32,-2-20 256,-18 20 32,0-20 224,0 20 545,0 0-65,0 0-319,-18 0-161,-2 20 128,20-20 33,0 20-161,0 0-192,0 0-96,0-1-160,20 2-385,-2-2-832,-18-19-2691</inkml:trace>
  <inkml:trace contextRef="#ctx0" brushRef="#br0" timeOffset="108677.21">20585 8803 14798,'0'19'256,"0"-19"-448,0 0 416,0 20 737,-20 0-513,20 0-128,0 0-63,0 0-161,20-1 160,-1-19 160,1 21-31,0-21-97,0 0-32,1 0 161,-3-21-33,2 2 129,-20-1 63,0 0-95,0 0-97,-38 0-128,17 0-160,-19 20-192,1 0-577,19 0-1152,20 0-2051,-20 0-10762</inkml:trace>
  <inkml:trace contextRef="#ctx0" brushRef="#br0" timeOffset="108973.23">20784 8842 15470,'-20'-20'833,"40"20"-929,-2 0 1473,3 20-640,-1-20-385,20 0-224,-21 20-96,1 0-32,-20 0 64,0 0-192,-20-1 128,1 2 160,19-21-31,-20 19 159,20 1-96,0-20-224,0 0 128,0 0 0,39 20-64,-19-20-64,0-20-416,20 20-353,-21 0-480,1-20-1506,0 20-9224</inkml:trace>
  <inkml:trace contextRef="#ctx0" brushRef="#br0" timeOffset="109587.26">20624 7868 7623,'-20'-19'2786,"20"19"-1665,0 19 1090,-19-19 223,19 20-673,0 20-639,0-20-546,0 19-288,0-18-63,0 18-193,0 1 0,19-20-160,1 0-289,0 0-223,0 0-482,1-20-799,-3 19-962,2-19-3491</inkml:trace>
  <inkml:trace contextRef="#ctx0" brushRef="#br0" timeOffset="109760.27">20802 7948 14253,'0'20'1249,"0"-20"-1089,0 19 961,0 2-192,0-1-512,21-1-321,-21 1-96,20 0-673,-20 0-160,20 0-480,-20-20-1025,0 20-2371</inkml:trace>
  <inkml:trace contextRef="#ctx0" brushRef="#br0" timeOffset="109976.29">21001 7829 13933,'20'20'993,"-20"-1"320,20 21 833,21 0-609,-21-20-416,-2 40-512,2-41-481,1 41-96,-21-20-320,0-20-577,-21 20-1249,1-1-1986,-18 1-10281</inkml:trace>
  <inkml:trace contextRef="#ctx0" brushRef="#br0" timeOffset="111779.39">16933 9578 12780,'0'0'2082,"0"0"-1570,18 0 705,-18-20 161,41 20-386,-1 0-319,-1 0-513,21 0-64,19 0 97,0-20-258,0 20 65,1-21-416,19 21-961,-19-19-1986,20-1-5990</inkml:trace>
  <inkml:trace contextRef="#ctx0" brushRef="#br0" timeOffset="112170.4">19909 9379 11530,'61'0'1410,"-22"0"-1602,21 0 352,-1 0 1377,0 19-127,22-19-866,-2 0-416,0-19-160,-19 19 0,-1 0-160,0-20-1538,-39 20-10217</inkml:trace>
  <inkml:trace contextRef="#ctx0" brushRef="#br0" timeOffset="114065.52">16813 9638 5733,'-40'0'1698,"20"0"-97,20 0 513,0 0 128,-20 0-288,20 0-769,20 0-640,0 0-257,0 0-64,39-21-128,-18 21 32,38 0-96,-19 0 32,39-19-96,-20 19 96,21-20 65,-1 0-1,0 20 32,-20-20-128,0-1-32,0 21 32,-38-19-128,-21 19-192,0-20-97,-40 20-191,-21 0 287,3 20 97,-23-20 224,-18 19 0,0 2 64,19-21-64,-20 20-64,1 0 64,20-20-32,-21 20-32,21-20 64,0 19-32,19-19 0,-1 0 32,3 21 32,18-21-64,20 0 65,0 0-65,20 0 0,0-21 64,-2 21 0,23 0-64,-1 0 0,19-19 0,0 19 0,21 0 0,-21 0 0,41-20 0,-21 20 0,-19 0 0,-1-20 0,-19 20 0,-1 0-289,-39 0 97,0 0-96,-20 0-577,1 0-1345,-41 0-2082</inkml:trace>
  <inkml:trace contextRef="#ctx0" brushRef="#br0" timeOffset="115104.58">19771 9478 13516,'-40'0'0,"40"0"-704,20 20 576,0-20 544,-1 0 0,21 0-416,19 0-288,2 0-32,-2-20 256,20 20 128,-19 0-64,19 0 32,0 0 256,-18-20 705,18 20 224,-20 0-480,1 0 32,-21 0-225,1 0-96,1 0-480,-23 0 417,-18 0-321,0 20 0,-18-20 96,-3 0-160,-39 0-192,-19 0-289,0 20-95,-20-20 224,20 0 127,-21-20 193,1 20 64,0 0 32,0-20 161,18 20 159,22 0-320,19 0 32,1 0-96,39 0-96,20 0 32,19 0 0,1 20-32,39-20-289,0 0-95,1 0 128,19-20 127,-19 20 97,20 0 128,-21 0 96,20 0 321,-20-19 288,-19 19-65,-1 0-159,0 0-193,-39-21-96,-20 21-416,-38 0-577,-23 21-640,-18-21-1314,-20 0-192,-20 19 1570,19-19 160,-19 0 832,20 20 3108,-1-20 961,42 0-2243,37 0-1153,21 0-640,41 0 352,18 0 160,20 0-32,20 0-512,20 0-929,21 0 1024,-21 0 642,19 0 704,-18 0-513,-21-20-448,-20 20-416,-39 0-5029</inkml:trace>
  <inkml:trace contextRef="#ctx0" brushRef="#br1" timeOffset="119442.83">3313 5405 4836,'0'0'705,"0"0"-705,0 0 0,0 0 96,0 0 32,-19 0 256,19 0-95,0 0 319,0 0 1122,0 0-33,19 0-447,-19 0-354,0 0-191,0 0-256,20 0-129,-20-21-64,20 21-128,1-19-64,-1 19-64,18-20 0,-17 1 96,-1-1 32,0-1 225,-1 21 63,1-19-31,0 19-65,-20-20 0,20 20-96,-20-20 33,20 20-129,-20-19-64,19 19-96,-19 0 0,20-21-128,-20 21-225,0 0-127,20 0 31,-20-20 1,0 20 31,0 0-159,0 0-673,0 0-929,-20 0-3844</inkml:trace>
  <inkml:trace contextRef="#ctx0" brushRef="#br1" timeOffset="119760.84">3552 5147 7879,'0'0'737,"0"0"-385,0 0 1217,20 0-63,-20 0-545,20-21-449,-1 21-416,-19 0-32,20-19 33,0 19 95,-20 0-64,20 0-32,-20 0 96,0 0 0,0 0 161,20 0-65,-20 19 0,0-19-64,0 0 1,19 21-33,-19-21-64,0 19-32,0 1 0,0 1-32,0-2-64,-19-19-288,19 20-545,0 0-1281,19-20-2338</inkml:trace>
  <inkml:trace contextRef="#ctx0" brushRef="#br1" timeOffset="120862.9">3849 4272 1377,'0'-20'1986,"0"0"-353,0 20 129,0 0-64,0 0-641,0 0-321,0 0-191,0 0-161,0 0-320,0 0 96,0 20 97,0-20 159,0 20 128,-20-1-63,20 2-97,0-2-160,-18 21 97,18-20-161,0 0-96,-20 0-64,20 0 32,0-20-32,0 20-128,0-20-321,0 19-415,0-19-1058,0 0-3043</inkml:trace>
  <inkml:trace contextRef="#ctx0" brushRef="#br1" timeOffset="121267.93">3691 4391 6534,'0'0'1185,"0"0"-929,0 0 993,0 20-128,0-20-160,0 0-192,0 0-353,0 20-95,19-20 319,-19 20 1,0-20-193,0 20 97,20-20-33,0 19-127,-20-19-161,20 0 0,1 0 96,-1 0 65,-20 0-33,18 0-128,2 0 97,-20 0-129,21 0 0,-21 0-160,20-19-32,-20 19-64,20 0 0,-20-20-160,19 20-257,-19 0-384,20 0-960,-20 0-2692</inkml:trace>
  <inkml:trace contextRef="#ctx0" brushRef="#br2" timeOffset="125934.2">4068 6458 64</inkml:trace>
  <inkml:trace contextRef="#ctx0" brushRef="#br2" timeOffset="126229.21">4068 6458 576,'0'-40'2979,"0"40"-289,0 0-512,0 0-832,0 0-225,0 0-128,0 0-32,0 0-97,0 0-191,0 0-160,0 0-193,0 0 96,0 20 33,0-20-129,0 20-128,20 0 0,-20 19-96,0-19 1,0 20 31,0-20 0,20 20-32,-20-21-64,0 2 32,0-2-128,19-19-32,-19 21-513,0-21-672,0 0-961,0 0-2723</inkml:trace>
  <inkml:trace contextRef="#ctx0" brushRef="#br2" timeOffset="126669.24">3949 6597 10281,'0'21'1922,"0"-21"-1762,0 0 225,0 0 736,0 0 160,0 0-320,0 0-673,0 0-224,20 0 64,-20-21 160,0 21-95,20-20-97,-20 20-96,20-20 0,-20 0-96,19 0 0,1 1-1,-20-1 33,20 0 32,-20 0 32,20 0 32,-20 0-32,0 20-32,20 0 32,-20 0 0,0 0-32,0 0 96,19 0 97,-19 0-65,20 0 32,0 20-64,-20-20-96,20 20-321,1-20-607,-3 20-1218,-18-20-2499</inkml:trace>
  <inkml:trace contextRef="#ctx0" brushRef="#br2" timeOffset="127384.28">3473 5564 1697,'-20'-20'1602,"20"20"-193,0 0 449,0 0 256,0 0-160,0 0-417,0 0-352,0 0-256,0 0-256,0 0-97,20 0 289,0 20-96,-20 0-385,39-20-288,-19 19-32,0 1 64,0 0-160,19-20-352,-19 20-353,-20-20-512,20 0-961,-20 0-1634,0 0-5220</inkml:trace>
  <inkml:trace contextRef="#ctx0" brushRef="#br2" timeOffset="127722.3">3631 5544 5957,'0'0'1474,"0"0"-129,0 0-641,0 0 129,0 20 769,20-20-673,-20 20-513,20-20-288,-20 19-32,20-19-32,-20 20 0,19 0 65,-19-20-33,20 20 0,0-20 32,-20 21-64,0-21 0,20 19 192,-20-19 417,-20 0 192,20 0-257,-20 20-255,0-20 63,1 0-160,-1 19 64,0-19-255,0 20-97,-19 1-257,19-1-992,0-1-3075</inkml:trace>
  <inkml:trace contextRef="#ctx0" brushRef="#br0" timeOffset="150442.6">5696 13333 8872,'0'0'2274,"0"0"-1249,0 0 1025,0-20-288,0 20-577,0-19-288,-20 19-257,20-21-287,-20 1 127,1 20-352,-1-19-160,0 19-64,0 0-288,-19 19 63,19 1-159,-21 1 416,3 18-321,17 0 546,1 21-193,0-20 0,20 20 32,-20-20 96,20-1-160,20 1 64,-20-20 0,20 0 64,0 0 128,1-1 32,17-19-64,-17 0-128,-1 0 128,0-19-160,-2-1 32,-18-20 32,21 20-96,-21-19 64,20-1-64,-20 0-64,0-19 96,0 19-64,0 20 128,0-20 0,0 20-32,0 20 65,0 0 159,0 20 32,0-1-96,0 22-64,20-22-32,-20 41-32,20-40-31,-1 20 31,21 0-32,-20-21-64,0 1-32,19-20-193,-19 20-319,20-20-353,-21 0-897,-19 0-1953</inkml:trace>
  <inkml:trace contextRef="#ctx0" brushRef="#br0" timeOffset="150896.63">5874 12936 7975,'0'-20'1281,"0"-1"-960,0 21 639,0-19 386,-20 19-33,20-20-448,0 20-289,0 0 1,-19 0-161,19 0-288,0 0 353,0 20-1,0-1-95,0 2-65,19 19-224,-19-20 64,0 19-160,0-19 32,20 0-32,-20 20-320,20-20-481,1-20-544,-21 19-641,20-19-2018</inkml:trace>
  <inkml:trace contextRef="#ctx0" brushRef="#br0" timeOffset="151193.64">5973 12916 6245,'21'-21'1314,"-21"21"800,20-19 224,0 19-865,-1 0-512,-19 0-384,20 19-385,-20 2 32,20-1-64,-20 0-96,0 0 161,0-1 63,0 1 128,0 0 129,-20 0-1,0-20-223,20 20-193,0-20-96,0 0 32,20 0-96,0 0-641,0 0-416,0 0-320,-1 0-1186,1 0-5060</inkml:trace>
  <inkml:trace contextRef="#ctx0" brushRef="#br0" timeOffset="151466.66">6212 12837 9673,'0'0'736,"0"0"-575,0 0 1888,0 0-223,20 19-705,1-19-640,-3 20-289,2-1 128,0 2-96,1-1-128,-1 0-63,-20 19-162,18-19-447,-18 20-833,0-20-1730,-18 0-5253</inkml:trace>
  <inkml:trace contextRef="#ctx0" brushRef="#br0" timeOffset="151929.68">6311 13611 5701,'21'20'7975,"-21"-20"-7430,0 20 224,0 0 1120,-21 0-864,21 0-704,0 19-225,0-18-96,21-2-128,-21 1-449,20 0-736,-2-1-1890,-18-19-9449</inkml:trace>
  <inkml:trace contextRef="#ctx0" brushRef="#br0" timeOffset="152808.74">7105 13313 14157,'-20'0'1377,"1"20"-864,19-20 480,0 0-64,0 0 63,0 0-191,0 0-480,39 20-257,-19-20-96,1 19-193,17-19-575,3 21-962,-1-21-1922,-22 0-9576</inkml:trace>
  <inkml:trace contextRef="#ctx0" brushRef="#br0" timeOffset="152959.74">7146 13453 16335,'-21'39'384,"21"-19"-95,0 0 639,21-20-255,17 0-192,3 0-674,-1 0-800,-22 0-1313,23 0-4132</inkml:trace>
  <inkml:trace contextRef="#ctx0" brushRef="#br0" timeOffset="153616.78">8059 13393 10281,'20'0'2274,"-20"-21"-1633,-20 21 1121,20-19-545,-20 19-641,-21 0-415,23 0-194,-23 0-159,1 0 128,1 40 64,-1-20 0,0 20 32,21-1 96,-1 21-96,20-20-32,0-21 64,0 21-31,39-20 223,-19 0 32,20-20-128,19 0 160,-19-20-31,1 0-225,-23 0 192,2 0-64,1 1 32,-21-21 33,0 20-1,0 0-96,0-20-32,-21 21 225,21 19 63,-20 0-96,20 0-192,0 0 0,0 39 65,20-19-321,1 0 63,-1 0-255,18 0-352,3 0-353,-1-20-481,-1 19-864,-19-19-2915</inkml:trace>
  <inkml:trace contextRef="#ctx0" brushRef="#br0" timeOffset="153926.79">8277 12876 12299,'0'0'961,"0"0"-993,0 0 384,0-20 1410,0 20-417,0 0-864,0 0-129,0 0 353,0 20-129,0-1-159,0 22-481,0-21 320,0 19-224,0 1-128,0-20-192,19 20-33,-19-20-63,20-20-385,0 0-896,0 0-2115,-20 0-7623</inkml:trace>
  <inkml:trace contextRef="#ctx0" brushRef="#br0" timeOffset="154193.81">8415 12895 11883,'20'0'736,"1"0"33,-1 0 608,-2 0-416,-18 0-512,20 0-289,-20 21-64,0-1 224,0 0 129,0 19 31,0-19 1,0-20-65,-20 20-96,20 0-95,0-20-129,0 0-96,0 0 0,0 20-64,0-20-193,20 0-511,1 0-482,19 0-960,-21 0-1377,1 0-4485</inkml:trace>
  <inkml:trace contextRef="#ctx0" brushRef="#br0" timeOffset="154417.81">8654 12817 11370,'0'-21'2306,"0"1"-2177,-20 20 992,20 20 576,20-20-640,0 21-288,-20-1 32,39-1-161,-19 20-223,0-18-289,0 19-64,1-1-160,-3 1-224,-18 0-417,0 0-32,0-1-192,-18-19-929,-3 0-3299</inkml:trace>
  <inkml:trace contextRef="#ctx0" brushRef="#br0" timeOffset="155563.87">8514 13552 11242,'0'20'1377,"-20"-20"97,20 0 512,0 0-353,0 0-672,20 0-288,1 0-225,-1 0 129,0 0-353,19 20-160,-19-20-64,0 19-128,0-19-224,-20 20-97,0 0 161,0 20 288,-40-20 64,20 19-128,-19 1 256,19-20 0,0 0-160,20-1 0,0 2-32,0-21 32,20 20-320,0-20-833,19 0-993,1-20-2274</inkml:trace>
  <inkml:trace contextRef="#ctx0" brushRef="#br0" timeOffset="157375">5538 14069 7078,'-20'19'545,"0"-19"-321,-1 0 705,1 20 352,2-20 64,-3 0-128,1 0-224,0 0-160,0 0 64,20 0 64,0 0-192,-20 0-545,20 0-96,20 0-64,-20 0 128,20-20-192,0 20 32,21 0 64,-23 0 0,23 0-160,-1 0 64,-1-19 0,21 19-128,-21 0 0,1 0 96,-1 0 0,21 0 64,-1 0-32,20 0 0,-18-20 0,18 20 0,0 0-32,20-20 64,0 20-64,-18-20 64,18 20-64,-20-20 32,20 20-64,-19 0 64,-1 0-32,20 0 64,-19 0-32,0 0 0,-1 0-32,20 0 32,-20 0 32,20 0-64,-20 0 0,2 0 32,-2 0 0,0 0 64,20 0-96,-20 20 64,2-20-64,-2 0 32,0 0 32,0 0-32,0 0 32,-18 0-32,18 0-32,-20 0 32,1 20-256,-1-20 480,1 0-192,-1 0-32,2 0 32,-2 0-96,0-20 64,-19 20-32,19 0 0,-19 0-192,-20 0-193,0 0-191,-1 0-513,-19 0-1506,0-20-8455</inkml:trace>
  <inkml:trace contextRef="#ctx0" brushRef="#br0" timeOffset="160360.17">5022 13333 10634,'38'0'1441,"-38"0"-993,20 0 161,-20 0 352,21 0 0,-21 0-128,0 0 63,0 0-223,0 0-160,0 0-97,-21 0-128,21-20-192,-20 20-32,0 0-32,2-19-32,-3 19 193,-19-21-225,-19 21 96,19-20 32,-39 1-64,0 19 96,0-20-224,-2 0 64,-18 0-417,-21 0 385,21-19-160,-19 19 160,-21 0 32,19 0 32,-19-20 64,-19 20 0,18 1-128,-18-21 160,19 20-64,-20-20-224,20 1-321,1-2 97,-2 2 128,1 19 160,1-20-161,19 0 65,-1 21 288,1-1-64,-1 0 0,-18 0 160,39 20-32,-20-20-31,40 20-65,0-19-32,18 19 128,2 0-64,-1 0 0,21 0 64,-1 0-64,0 0 32,21 0-32,-21 19 32,19-19-96,1 0-32,20 0-32,-18 20 160,18-20 193,0 0 63,0-20 96,0 20 1,-20-19-449,20 19 96,0-40-64,-21 20 0,21-21-64,0-18 0,-20 19 32,20-39 0,-20 0-256,20-1 63,0-19 33,0-1 288,0 1-224,20-20 0,-20 20 0,20-40 192,-20 19-192,0-18 0,0-22-128,0 21-481,0-20-160,0 0 0,0 20-127,0-20 31,0 1 288,0 18 225,0-19 223,0 20 161,0 0 96,0-1 32,0 21 65,0-20 127,0 20-256,0-20 0,0 20 0,0 19 0,0-19 64,0 20-128,0-1 96,0 1 0,0 39 96,0-19 32,0 19 289,0 21 63,21-1-288,-1 0-128,-2 20 96,2-20-63,21 1 63,18 19 224,1 0 1,-1-20-33,20 21-32,2-1-31,37 0-161,-19 20-32,20-20-128,21 20 0,18 0 0,22 0-32,-22 0-64,-39 0-161,1 20 193,-21-20 32,-40 0-128,20 20-192,-39-20 0,19 0 63,-19 0 97,1 0-32,-3 20 0,23-20-97,-22 0-31,21-20 224,-1 20 96,0-20 32,1 20 32,19-20-32,-38 20 96,18 0-32,-19 0-32,-1 0 0,1 0 96,-20 0 385,-1-20 159,1 20-127,0 0-257,-20-21-96,20 21 97,-20 0 31,20-19-384,-20 19 352,19 0-352,-19 0 64,20 0-96,-20 0-449,0 0-223,20 0-353,-20 0-513,0 0-1377,0 0-6790</inkml:trace>
  <inkml:trace contextRef="#ctx0" brushRef="#br0" timeOffset="160706.19">3394 7471 14733,'18'0'513,"2"0"-705,21 0 192,-2 20 96,1-20 480,19 19 161,1 1-449,19 1-288,-18-2 32,-2 2 64,0-21-31,-19 19 31,0 0 32,-1-19 192,-19 0 96,0 21-191,-20-21 31,-20 20 96,0 0-128,-19 20-63,-21-21-65,1 21 32,-2 0-32,-18-1 96,39-19 160,-19 20-63,19-20-257,21 0-64,-21-1-705,20 22-2466,20-22-10218</inkml:trace>
  <inkml:trace contextRef="#ctx0" brushRef="#br0" timeOffset="182509.43">6192 3854 1313,'20'-19'1441,"-20"19"-352,20 0-576,-20 0-257,0 0-160,0 0 64,21 0 417,-21 0 320,0 0 160,0 0 0,0 0-353,-21 0-255,21 0-65,0 0-160,-20 0 32,20 0-95,-20 0-1,0 0-32,0 0-96,-19 0 0,-1 0 0,-19 0-96,-2 0-128,-18 19-33,20-19 193,-20 0-224,-1 0 96,21 0 128,-20 21-32,18-21-96,2 0 96,-1 0 0,21 0 64,-1 0 32,20 19-96,1-19-129,-1 0-607,20 20 63,0-20 225,0 0 127,0 20 321,0-20 224,20 0-64,-1 20-32,-19 0-128,0-20 32,20 39 64,-20-19 32,0 20-32,0 0 0,0 19 129,0 1-97,0-1 96,0 2-128,20 18-32,-20 0-64,0 20-128,20-19 96,-20 20 96,0-1 192,20 0 544,-20 21 1058,0-1-513,19 20 33,1 20-354,-20 1-159,20-2-64,-20 1 64,20 0-193,0-20-287,1-20-129,-3 0-96,2-19 32,1-1 32,-1 1-192,-20-21 0,20 0-64,-20 1-64,0-21-32,0 21-385,0-40-928,-20-1-1955</inkml:trace>
  <inkml:trace contextRef="#ctx0" brushRef="#br0" timeOffset="183431.49">6253 3934 8776,'-21'-40'-288,"21"40"512,0-19-192,0-2 64,0 21 577,0 0 608,21-19-32,-21 19-673,18 0 129,-18 19 96,20-19-353,21 0-159,-3 0-193,3 21-96,-1-21 0,-1 0-32,1 19-161,-1-19-159,-19 20-160,20 20-65,-20 0 1,-1-1 287,-19 21 225,20 19 0,-20 1 64,20-1 0,-20 21 0,0-1-32,0-20 32,20 20-32,-20-18 32,0 18 0,0-19 32,0-1 128,0 21 64,0-1 769,-20 0 128,20 20-832,-20 1-129,20-1 192,-20 0-288,20-20-64,0 20 577,-19-19-33,19-1-512,0 21 64,0-21 1,0 20-1,0 0 320,-20-19 32,20 19-95,0 0-129,0-20-64,0-19-160,-20-21 0,20 1 0,-20-20-32,0-1-32,20 1-64,-19-20-64,19 0 32,-20-20-65,0 19 65,0-19 64,20 0 96,-20 0-64,1 0-128,-1 0-160,-20 0 159,19 0 193,-17 0 0,-3 20-64,3-20 96,-23 0-32,2 0 0,-1 0 0,1 0 32,-2 21 32,23-21-64,-3 19 0,2-19 0,19 21-128,0-21-256,0 0-865,20 0-2403</inkml:trace>
  <inkml:trace contextRef="#ctx0" brushRef="#br0" timeOffset="183649.5">5894 6955 12299,'0'-20'609,"0"20"-1026,0 0-768,21 0-1153,-21 0-1762</inkml:trace>
  <inkml:trace contextRef="#ctx0" brushRef="#br0" timeOffset="183780.51">5994 7054 5349,'0'20'2242,"0"-20"-2274,0 19-1922,0-19-2979</inkml:trace>
  <inkml:trace contextRef="#ctx0" brushRef="#br0" timeOffset="183906.51">6034 7154 9801,'0'39'480,"0"-19"-928,0-20-2243,0 20-1697</inkml:trace>
  <inkml:trace contextRef="#ctx0" brushRef="#br0" timeOffset="184010.52">6113 7253 8391,'20'0'481</inkml:trace>
  <inkml:trace contextRef="#ctx0" brushRef="#br0" timeOffset="196788.25">9130 4987 3651,'0'0'10025,"0"0"-9832,0 20-225,0-20 512,20 20 33,-20 0 159,20 0 129,0 20-192,-1-21-385,1 21-96,0 1-128,0-2 96,-20 0-128,21 2 32,-21-22-32,0 1-64,0-1-128,0-19-353,0 21-576,0-21-1153,0 0-1858</inkml:trace>
  <inkml:trace contextRef="#ctx0" brushRef="#br0" timeOffset="197206.27">8992 5384 5893,'0'0'5285,"-20"0"-5029,20 0-96,0 0 257,0 0 672,0 0 64,0 0-576,20 0-417,-20-19 0,0 19 32,0-20-96,0 1-96,0-1-96,-20-20 96,20 0 0,0 0 32,0 1 32,0-1-32,0 0-32,20 20-32,-20-20 96,0 20 160,0 1 225,0-1-353,0 0 512,0 20-415,19-20 63,-19 20-128,0 0-128,20 20 96,0-20-32,0 20 64,19-20-128,1 20 192,0-20-448,-1 0 96,22 0-384,-23 0-513,-17 0-1025,-1 0-3492</inkml:trace>
  <inkml:trace contextRef="#ctx0" brushRef="#br0" timeOffset="199376.4">6192 5623 1121,'-20'0'2594,"0"-20"-192,20 20-288,-19 0-416,19 0-705,0 0-288,-20-19-65,20 19 33,0 0-161,-20-20-127,20 20-33,-20-20-64,0 20-96,-19-20 1,-2 20-193,-17 0 0,-3 0-32,2 0 0,0 20 64,-1 0-64,1 19-1,-2-19 1,23 20-32,-23 0-96,22-1 96,-1 2 96,0 18-64,21 1 32,-1-1-32,0 1 32,0 19 0,20 0-32,0-19 32,20 20 0,20-1 0,-1-19-32,21-1 32,-1-19 0,2 21 32,18-23 0,0 2 64,0-19 64,20-21-128,-20 0 0,2 0 0,-2-21-64,0-19-160,0 2 96,-18-23 64,-23 2 96,3-21 160,-21 0 97,0-19-129,-20 0-32,-20-1-32,-20 1 289,1 19 640,-42 2-97,22 18-319,-40 0 0,20 20-225,-2 1-256,22 19-320,0 20-609,19 0-1601,0 20-2915</inkml:trace>
  <inkml:trace contextRef="#ctx0" brushRef="#br0" timeOffset="201267.51">6093 4132 1473,'-59'0'5253,"19"-19"-4100,19-1 32,-17 20-96,-3-20-160,1 20 416,1-19-160,-1 19-960,1 0-257,-21 19-32,21 21 31,-21 0 33,21-1-32,-1 21 32,-19 19-32,18 1 32,21 19 64,0 0 65,20 0-97,0 1-32,20-20-64,20 0-129,-1-1-255,22-19 32,18-20 287,0-21 322,20-19 191,0 0 32,0-40-63,21 1-33,-21-41 64,20 1-63,-39 0-385,-20-41 576,-21 21-256,-19-1-160,0-19-160,-40-1-128,-20 21 288,-19 20 833,0 20-32,-40 18-256,-2 22-449,22-1-288,-21 20-385,21 20-1184,0 19-3620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0-17T01:44:51.448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9428 2027 2850,'0'0'769,"-21"0"544,21 0-864,0 0 95,0 0 994,0 0-161,0 0-480,0 0-289,21 0-319,-21 0-97,0 0 32,0 0 0,0 0 129,20 20 95,-20-20-96,20 0-63,0 0-65,0 0-64,19 0 0,-19-20-128,20 20 32,-1 0-64,-19 0 0,21 0 32,-3 0-32,3 0 64,18-20-64,-19 20 0,-1 0 32,1 0-32,19 0 0,-19 0 0,19 0 0,2 0 0,-23 0 0,23 0 32,-2 0-32,1 0 0,-1 0 0,2 0 0,-23 0 32,23 20-64,18-20 32,-20 0 0,20 0-64,-19 0 0,-1 0-32,2 0 64,-2 0 0,0 0 32,21 0 0,-21 0-32,20 0 0,-18 0-128,18 0 0,-20 0 0,1 0-161,19 20 129,-20-20 0,1 0-64,-1 0-33,20 0 161,-18 0 64,-2 0 0,1 0 64,-1 0 0,20 19 0,-18-19 0,-2 0-64,20 0-32,-19 0-32,19 0 64,-20 0 32,2 0 32,18 0 0,-19 0 0,-1 0 0,0 0 0,1 0 32,-1 0-32,2 0-32,18 0 64,-20 0-32,20 0 96,-19-19-64,-1 19 64,2 19-96,-2-19-64,1 0-96,-1 0-225,20 0-351,-18 0 287,-3 0 289,22 0 224,-1 0 417,1 0 415,-1 0 418,0 0-866,0-19-352,2 19-64,18 0-32,-20 0 0,21 0 0,-1 0 64,0 0-32,0-20 129,21 20 639,-21 0 161,0 0 32,0 0 64,-20 0-192,0-20-577,-18 20-224,-2 0-64,-19 0-192,19 0-128,-19 0-1,19 0-63,-18 0 0,-3 0-129,23 0-223,-41 0-1154,-2-20-2498</inkml:trace>
  <inkml:trace contextRef="#ctx0" brushRef="#br0" timeOffset="23599.34">456 3219 6758,'-41'0'1441,"21"0"-288,20 0 769,0 0 256,0 0-480,0 0-513,0 0-224,0 0-128,20 0-353,1 0-128,-1-20-95,19 20-129,-19 0-64,20 0-32,-1 0 0,-19 0-256,20 0 512,-1 0-224,1 0-128,-20 0-224,19 0-289,-39 0-480,20 0-352,-20 0-513,0 0-736,0 0-2756</inkml:trace>
  <inkml:trace contextRef="#ctx0" brushRef="#br0" timeOffset="23923.36">673 3120 7110,'0'-21'1826,"0"1"-1185,0 20 608,20 0-160,-20 0-288,20 0-257,0 0-352,0 0-128,-20 0 128,39 0 321,-19 0-33,1 20-191,-1-20-33,-2 21-160,23-2 0,-21 1-64,0-20 32,-1 19-32,1-19 96,-20 21 353,20-21 159,-20 20 33,-20-20-96,20 20-225,-20 0 96,1-1-159,-1-19 63,0 20-192,-1 0-128,1-20-64,2 20-96,-23 0-833,21 0-1025,20 0-1697,-20-20-8393</inkml:trace>
  <inkml:trace contextRef="#ctx0" brushRef="#br0" timeOffset="28358.62">15522 3676 1793,'-19'0'1121,"19"0"-608,0 0 191,0 0 353,0 0-320,0 0-64,0 0 160,19 0-65,-19 0-159,0 0 256,0 0 160,0 0 288,0 0 64,0 0-320,-19 0-160,19 0-64,0 0-193,0 0-191,0 0-97,0 0 1,0 0-161,19 0 0,-19 20 160,20-20-31,20 0-257,-19 0-32,38 0 0,-19 0 0,19 0 32,20 0-64,0 0-32,20 0-128,20 0-97,1 0 129,-1 0 32,21 0-32,-2-20 96,1 20 0,19 0 32,-18 0 0,-21 20-96,-19-20-257,-1 0 129,-40 0 192,20 0-192,-19 0-160,-21 0 95,21 0 1,-39 0-385,-3 0-2305</inkml:trace>
  <inkml:trace contextRef="#ctx0" brushRef="#br0" timeOffset="29845.7">16654 4054 8648,'0'19'1377,"0"-19"-1249,0 20 289,0 0 159,0 20 65,0-21 127,0 21-415,0 0-225,0-1-96,0-18-64,20 19-256,-20-21-321,0 1-64,20 0-159,-20-20-1026,0 0-2562</inkml:trace>
  <inkml:trace contextRef="#ctx0" brushRef="#br0" timeOffset="30169.72">16455 4312 4099,'0'0'865,"0"-21"641,0 21 95,0 0 65,0 0-609,20-19-321,-20 19-223,21-20-97,-21 0 65,20 0-257,-20-20-192,18 21 64,3-2 160,-21-18-160,20 19-32,-20 1-96,20-2 225,-20 21 31,20-20-128,-20 20-32,19 0 64,1 0 32,0 0 161,0 20-97,0-20-64,19 21-64,-19-2-32,20-19-320,-1 20-1282,2 0-3907</inkml:trace>
  <inkml:trace contextRef="#ctx0" brushRef="#br0" timeOffset="33566.92">2936 4829 1345,'-20'0'2402,"20"0"-320,0 0 96,0 0-416,0 0-161,0 0-255,0 0-193,0 0-321,0 0-319,0 0-1,0 0-191,0 0-225,20 0-32,-20 0-32,20 0-32,21 0 64,-23 0-32,23 0-32,18 0 32,1 0-32,-1-21 0,1 21 32,20 0-32,19-19 0,-20 19 0,20 0 0,0-21 0,21 21 0,-21 0 0,20 0-32,19 0 32,-18 0 32,-1 0-32,0 0 0,1 0 0,18 21 32,-19-2 32,21-19 0,-2 21 64,1-1-64,1-20 64,-2 19 33,1-19 127,19 0-64,-18 0-96,20 0-96,-2 0 225,0 0-193,1 0 128,-21 0-32,22 20-64,-2-20 0,2 20-32,-2-20 64,-18 20 64,-2-20-31,-38 20-65,0-20 64,-1 0-96,-20 0-64,-20 0 0,1 0-32,-21 0 96,-19 0-320,-20 0-289,0 0-672,-40-20-1698,1 20-8199</inkml:trace>
  <inkml:trace contextRef="#ctx0" brushRef="#br0" timeOffset="45900.62">792 7868 9737,'-20'20'736,"20"-20"-511,-19 0 639,19 0 770,0 0 64,-20 0-545,20 0-769,0 0-128,0 0 225,20 0-129,-1 0 257,1 0-257,0 0 0,21 0-256,-23 0 33,23 0-33,-1 0-32,-1 0 0,1 0 0,-1 0 128,1 0-224,0 0-64,-21 0 128,21-20-256,-20 20-225,1 0-384,-1 0-127,-20 0-386,0 0-415,0 0-1154,0 0-5285</inkml:trace>
  <inkml:trace contextRef="#ctx0" brushRef="#br0" timeOffset="46261.64">1169 7710 11755,'-39'0'608,"39"0"-384,0 0 33,0 0 672,0 0 544,0 0-576,0 0-321,0 0-319,20 0-97,-1 0 32,21 20-32,1-20-32,-3 19 96,3-19-31,-1 20-193,-1-20 64,1 20 64,-1-20 64,1 0-32,-20 20-160,0-20 64,-1 20 0,-19-20 289,0 20-257,0-1 128,-19 1-32,-1-20 96,0 20-160,0 0-64,-19 0-160,19-20 160,-20 20-96,20-1-288,1-19-1153,-1 21-1282,0-1-3619</inkml:trace>
  <inkml:trace contextRef="#ctx0" brushRef="#br0" timeOffset="50629.89">6927 7233 4356,'-20'-20'1921,"20"0"258,0 0-514,0 20-31,0-19-577,0 19-193,0 0-255,0 0-449,0 0-32,0 19 129,0 1 63,0 20-32,20-1-96,-20 21-96,0-1 0,0 1-31,0 19-33,0-18 0,0-2-32,0 1 0,0-1-32,0 1-32,-20-21-1,20 21 65,0-20 0,0 20 0,0-41 0,0 21-32,0 0 32,0-20 32,0 0 0,0-1-32,0-19 33,0 21 31,-20-21-32,20 0 64,0 0-96,0 0 32,0 19 0,0-19-64,0 0 0,0 0-32,0 0 64,20 0 0,-20 0-32,20 0 0,0 0 64,-1 20 0,1-20 32,0 0 0,0 0 0,20 0 64,-21 20-32,21-20-96,1 0 0,-3 20 32,23-20 32,-22 0 32,21 0 32,-1 20-96,0-20-32,-19 0-32,39 0-64,-18 0-64,18 0 0,-20 0 128,21 0 0,-1 0 64,1 0-32,-1 0 32,0 0 64,1 0-64,-1 0 0,0 20-32,21-20-32,-21 0 32,1 0 32,20 0-32,-1-20 0,-20 20 0,20 0 0,0 0 0,0 0 0,1 0 0,-1 0 0,-20 0 0,20-20 32,0 20-64,-19 0 64,19 0-64,0 0 64,-18-20-96,18 20 128,0 0-96,-20 0 64,0 0-64,0 0 32,2 0-64,-2 0 64,0 0-32,0 0-32,-19-20 64,20 20 0,-22 0 0,22 0 0,0 0 0,-21 0 0,20 0 32,-18 0-32,-2 0 0,20 0-32,-19 0 32,-1 0 0,-19 0-96,19-20 0,2 20 32,-23 0-64,3 0 128,-3-19-129,3 19-31,-1 0 96,-1 0 0,-19-21 32,20 21 32,-20 0 32,-1 0 0,-19 0 192,20 0 1,-20-19-97,20 19-64,-20 0-32,0 0-64,0-20 64,21 20-96,-21-20 64,20 20 32,-20-20-32,18 20-32,2 0-32,1 0-32,-1 0 96,0 0 0,-1 0 0,1 0 0,0 0 0,0 0 0,0 0 0,-20 0 64,19 0-64,-19 0 0,0 0-64,20 0 160,-20 0-64,0 0 0,0 0 32,20 0-32,-20-20 32,0 20-32,0 0 32,0 0 0,0-20-32,0 20-32,0-20 0,0 20 0,0-19 0,0-1 0,0-1 32,0-18 0,0 19 0,-20-20-32,20 20 0,0-19 0,-20-1 0,20 0 0,-19 1 0,19-1-32,0-1 32,0 3-32,0-23 32,0 2-32,0 19 32,0-19 0,0 19 0,0 0 0,0 20 0,0-19 0,0 19 0,0 0 0,-20 0 32,20 1 32,0-2 32,0 2-96,0 19 0,-20-21-64,20 21 32,-20 0-32,20 0 32,-20 0 32,1-19-96,-21 19-192,-1 0 160,3 0 64,-42 0-33,20 0-127,-39-20 64,20 20-32,-41 0-96,1-20-97,-19 0 129,-2 20 192,-18-20 0,-22 20 64,2-20 0,-20 20-32,-1 0 32,-19 0-32,19 0-64,-19 0-160,-1 0 191,0 0-31,2 0 128,-1 0 193,-1 20 447,21-20 1,-1 20-193,21-20-127,-2 20-65,22-20-32,19 0-32,19 20-63,2-20-161,19 0 64,18 0-64,23 0 0,-1 0 0,39 0-161,-1-20-351,21 20-865,0 0-1506,21-20-6886</inkml:trace>
  <inkml:trace contextRef="#ctx0" brushRef="#br0" timeOffset="51148.92">9190 6855 12139,'-20'0'448,"0"0"-127,20 0 447,0 0 354,0-19 223,20-1-384,0 0-353,19-40 1,22 20-129,-2-19-159,-19-1-257,39 0 96,0 1 160,0-20-32,20 19 1,-18 1-65,18 18-128,-40-18-64,0 39-96,-19-20-128,1 20-193,-23-20-415,-18 21-770,0 19-512,0-20-865,0 0-2722</inkml:trace>
  <inkml:trace contextRef="#ctx0" brushRef="#br0" timeOffset="51415.94">9845 5941 9288,'-39'0'1474,"39"0"-193,0 0-705,19-20-191,1 20 319,20 0 129,19 0-224,-19 0-161,39 0 161,-20 0 96,2 0-65,18 0-191,-20 20-161,-19-20-64,0 20-224,-40 0 0,0 0 0,0 0 128,-40-1-160,20 1 32,-19 0 64,-1 0-64,-1 0-96,23 0-641,18-20-224,-20 20-352,20-1-577,0-19-2530</inkml:trace>
  <inkml:trace contextRef="#ctx0" brushRef="#br0" timeOffset="52367.99">11135 5484 10121,'0'0'769,"0"20"-513,0 0 801,20 20 96,0 19-736,-20 21-353,40-21-32,-20 1 0,-1-21 0,1 2 320,-20-41 321,20 19 256,-20-19 480,0-19-672,-20-22-513,0 2-96,1 0-64,-1-2 32,-20-17-160,40 17 32,-20 1-288,20 1 127,20 19-31,0 0 128,20 0 0,-1 20 32,-19 0 64,21-20-96,-3 20 96,3 0-96,-3 20-705,3-20-704,-21 0-898,0 0-3618</inkml:trace>
  <inkml:trace contextRef="#ctx0" brushRef="#br0" timeOffset="53479.05">11731 5703 10505,'39'-19'5029,"-39"19"-4837,0-21 385,-20 1-225,20 20-416,-39 0 160,19 0-64,0 20-64,-19 1 0,19 18 64,0 0 64,0-18-96,20 18 0,20-19 0,0-1 0,0 2 0,19-21 96,1 0 161,-1-21 31,1 2-32,1-1 0,-23 1 33,-18-22-193,20 21-96,-20 20-32,0-19 32,0 19-288,0 0-129,-20 0 161,20 19-128,0 1-129,0 1-192,0-21 1,0 20 351,20-1 161,1-19 192,-21 20-32,20-20 256,-20 0 129,20 0 255,-20-20-255,0 20-225,0-19-64,18-1-64,-18-1-64,0 1-96,21 20-33,-21-19 129,0 19 64,20-20 32,-20 20 129,20 0-1,-20 0-96,20 20-64,0-20 0,19 19 0,-19 1-64,0-20-257,0 21-351,-1-21 95,1 20 545,-20-20 32,0 0 64,20 0 160,-20 0 1,0 0-97,0 19 0,0-19-128,21 0 32,-21 0 32,0 20-64,20-20 32,-20 0 0,18 0 32,2 0 128,1 0 97,-1-20-1,0-19-32,-20-2-32,19 2 97,-19-21 127,20 1-320,-20-1-96,-20 0-96,20 1-512,-39-1 576,19 21 96,-1 18-96,1 21-193,2 21 33,18 18 128,0 0 96,0 22 64,0-22-63,18 21-65,23-20 32,-21 19-32,19-18-64,-19-2-481,20 0-288,-1-18-32,-19-1-96,20-20-320,-20 0-1377,-1-20-513,1-1 384,-20 1 1282,20 1 512,-20 19 1858,0-20 4291,0 20-2209,0 0-1634,0 0-544,-20 0-513,20 0 417,0 20 192,0-1-289,0 1-287,20 1-161,0-1-224,1-1-96,17-19-1,3 20 161,-3-20 64,-17-20 161,-1 1 383,0-1 481,-20-1-96,0 1-192,0-19-289,-40 20-352,19-2-224,-17 1-128,-3 20-545,21 0-1024,2 0-1731,18 0-8551</inkml:trace>
  <inkml:trace contextRef="#ctx0" brushRef="#br0" timeOffset="53869.08">12882 5723 9513,'60'60'3203,"-40"-21"-2851,-20-19 961,0-1-32,0-19-320,0 21-224,0-21-257,19 0 161,-19-21-257,0 2-384,0-20 0,20 19-224,0-21 64,-20 22-64,20-1 192,1 1-32,-21 19 128,18 0 64,-18 0-32,0 19 64,20 1 0,-20 19-128,0-18 32,0-1-160,0-1 64,21 1 64,-21-20-96,20 0 32,0 0 32,-2-20 0,3 1 0,19 19 64,-20-20-64,19-1 449,1 21 255,-20 0-223,-1 0-353,1 0-64,-20 21 448,20-1-287,-20-1-97,0 1-160,0-1-833,-20 2-1441,20-21-4036</inkml:trace>
  <inkml:trace contextRef="#ctx0" brushRef="#br0" timeOffset="54490.11">14431 5147 8263,'20'19'865,"-20"1"0,20 1 576,-20 18 705,20-19-128,-20 20-544,0-1-834,19 0-416,-19 2-63,0-2-161,0 1 64,0 0-513,20 0-480,-20-21-640,20 1-193,-20 0-544,20-20-801,0 0-3875</inkml:trace>
  <inkml:trace contextRef="#ctx0" brushRef="#br0" timeOffset="54748.13">14868 5326 11530,'20'0'1570,"-20"19"-962,0 20 65,0 2 32,0-2 128,0-19-225,19 20-352,1-20 1,0-20 159,20 20 417,-21-20 64,21 0-385,-20-20-63,0 0 127,-1-20-95,-19 20 63,-19-19-128,-1-2-319,0 22-65,-20-1-289,21 1-223,-21 19-609,40 0-513,-20 19-1184,20 1-2115</inkml:trace>
  <inkml:trace contextRef="#ctx0" brushRef="#br0" timeOffset="54951.14">15344 5405 8616,'20'0'8071,"-20"0"-7526,0 0 512,0 20-96,20-20-128,-20 0-193,20 20-416,-1-1-224,21 1 96,-20 0-320,0 0-416,19 0-674,-19-20-639,0 20-1315,1-20-5444</inkml:trace>
  <inkml:trace contextRef="#ctx0" brushRef="#br0" timeOffset="55101.15">15603 5405 12043,'-21'0'2498,"1"0"-2370,0 20 321,-19 0 288,19-1-1,0 21-448,0-20-448,20 0-961,-20 0-160,20 0 64,0-1-1378,0-19-5124</inkml:trace>
  <inkml:trace contextRef="#ctx0" brushRef="#br0" timeOffset="55326.16">15801 5285 15790,'19'21'513,"1"-21"160,-20 20 287,20-1 65,-20 20 225,0 2-514,20-2-543,-20 1-129,0 0-64,20 0-225,-20-21-736,19 21-576,-19-20-577,20-20-1313,-20 0-9193</inkml:trace>
  <inkml:trace contextRef="#ctx0" brushRef="#br0" timeOffset="55578.17">16198 5326 4804,'0'19'5509,"20"1"-3587,-20-1 416,0 22-512,0-21-353,0 19-640,0-19-384,0 20-353,0-20 0,0 0-192,0-20-513,0 0-544,0 0 32,19 0 0,-19-20-897,0 20-1954,0-20-5220</inkml:trace>
  <inkml:trace contextRef="#ctx0" brushRef="#br0" timeOffset="56580.23">17269 5425 10217,'-20'-20'1890,"20"20"-2050,0 0-64,0 20 448,0 0 128,20 19 289,-20 1-481,0-20-160,0 20 128,20-21 737,-20 1-64,0 0-129,0-20 321,0-20 288,0 20-896,0-39-225,0 19 32,0-20-160,0 20-448,21-20-321,-1 21 193,-2-1 319,-18 20 129,20 0 32,1 0 32,-21 20 32,0-1 96,20 1-96,-20 0 0,0 0 0,20 0-32,-20-20 64,0 0 128,0 0 65,0 0-33,0-20-64,0 0 0,0 20-64,19 0-96,-19-20-64,20 20 64,0 20 64,0-20 128,19 20-128,-19-20 32,-20 20-160,20 0 192,0 0-96,-20-20-128,20 19-609,-20-19-416,19 20-833,1-20-1633,0 0-4421</inkml:trace>
  <inkml:trace contextRef="#ctx0" brushRef="#br0" timeOffset="56898.25">17786 5504 9513,'0'0'2210,"0"-20"-1185,0 40 320,-21-20-512,1 20-129,20 0-223,0 20-385,0-21-192,0 21-257,20-20-31,1-20 64,19 21-33,-20-21 129,-1-21 192,1 21 32,0-20 32,0 0-32,-20-19 32,0 19 128,0 0-64,-20 0-63,20 20 127,0-20 256,-20 20-160,20 0-160,0 20 97,0 0 63,20 0 0,0 0-64,0-1-224,19-19-160,-19 20-160,0-20-513,0 0-609,-1 0-1120,-19 0-2499</inkml:trace>
  <inkml:trace contextRef="#ctx0" brushRef="#br0" timeOffset="57093.25">18103 5087 13516,'0'20'1025,"0"20"-897,0-1 257,0 21 63,20 0-63,-20-1-161,21 21-288,-3-21-1314,2-19-287,-20 0 608,0-1-320,0-19-2179,0-20-3457</inkml:trace>
  <inkml:trace contextRef="#ctx0" brushRef="#br0" timeOffset="57237.27">18044 5544 2049,'-20'-60'11724,"20"60"-9610,0-20-577,20 1-608,19 19-449,1-20-255,-1 20-193,2 0 32,-1 0-192,-1 0-769,1 0-929,-40 0-1633,20 0-6471</inkml:trace>
  <inkml:trace contextRef="#ctx0" brushRef="#br0" timeOffset="57445.28">18342 5564 9801,'19'39'2082,"-19"-19"-929,0 0 64,20-20-128,-20 20 545,20-40-257,-20 20-704,0-20-577,20-19-96,-20 19-225,0-20-383,0 0 63,20 20 257,-20 1-256,19-1 31,1 20 353,0 0 128,0-20-64,1 20-32,-3 20-545,2-20-1857,0 20-3941</inkml:trace>
  <inkml:trace contextRef="#ctx0" brushRef="#br0" timeOffset="57563.28">18640 5464 12395,'0'0'609,"0"0"-609,20 20 384,-20 0-416,19 0-384,-19 0-1698,20 0-6663</inkml:trace>
  <inkml:trace contextRef="#ctx0" brushRef="#br0" timeOffset="57741.3">18699 5345 13292,'0'-60'2050,"-20"60"-609,20 0-416,0 0-672,20 0-481,-20 0-193,20 21-896,0-1-1409,0-1-1410,-20 1-3780</inkml:trace>
  <inkml:trace contextRef="#ctx0" brushRef="#br0" timeOffset="57872.31">18818 5425 3875,'40'39'3427,"-21"-19"-3170,1 0 1857,20 0 96,-19 0-1089,17 0-865,3-20-544,-3 20-1378,-17-20-3106</inkml:trace>
  <inkml:trace contextRef="#ctx0" brushRef="#br0" timeOffset="58016.31">19156 5445 10217,'-40'19'4324,"20"1"-3427,-19 20 1601,-2 0-287,1-1-994,1 1-1089,19 1-480,0-2-1827,0-20-2401</inkml:trace>
  <inkml:trace contextRef="#ctx0" brushRef="#br0" timeOffset="58650.35">20545 5027 11050,'-20'-20'512,"0"20"-287,20 20 223,-19 0 801,-1 20 32,20 20-191,0 0-354,0-1-544,20 20-96,-1 1 1,21-21-65,-20 1-64,19-20-257,-19-1-543,20-19-834,-19-20-1505</inkml:trace>
  <inkml:trace contextRef="#ctx0" brushRef="#br0" timeOffset="59661.41">20922 5087 11370,'0'79'289,"20"1"-386,0-20-191,0 18-449,-1-17 225,1-2 512,0-19 192,0-20 96,-20 0 737,21-20 1314,-21-20-1058,0 0-1057,0-20 96,0 0 33,0 1-225,20 19-96,-20-1-96,18 2-449,2 19 193,1 19 160,-1 2 64,0-1 96,-1 19 0,1 1-32,-20-20 32,0 20-32,0-20-225,-20-1-287,1-19-33,-1 20-127,20-20-802,-20 0-2754</inkml:trace>
  <inkml:trace contextRef="#ctx0" brushRef="#br0" timeOffset="60085.43">21280 5504 14381,'20'20'961,"-1"-20"-929,1-20 545,0 20 768,0 0-256,0-20-705,-1 0-416,1 1-288,-20 19 224,0-20-160,0 0-193,-20 20-223,1 0 383,-1 0 289,0 20 32,0-20 32,20 39 64,0-19-31,0 0-1,20 0-96,20 0-96,-1 0-193,22 0 97,-23-20 96,3 0-32,-21 0-160,-2-20 127,3 0-127,-21 0 192,0 0 96,0 0 32,-21 0 32,21 1 385,0-1 319,0 0-159,21 20-129,-1-21-31,0 21-1,19 0 161,1-19-225,0 19-256,-1-20-128,1 20-64,-40 0-608,20 0-834,-20-19-1665,-20 19-7431</inkml:trace>
  <inkml:trace contextRef="#ctx0" brushRef="#br0" timeOffset="60267.44">21716 5207 11434,'0'19'1794,"20"21"-993,-20-21 384,20 41-256,-20-21-321,0 2-383,0 18-225,20-19-289,-20 0-415,20-20-65,-1-1-320,1-19-385,0 0-672,0 0-1217,0-19-1826</inkml:trace>
  <inkml:trace contextRef="#ctx0" brushRef="#br0" timeOffset="60583.46">21975 5504 3843,'20'-40'2274,"0"40"-1889,-20 0 191,0 0 1506,0 0 320,0 20-1345,0 20-480,0-20-257,18 0 65,-18 0-33,21-1-192,-1 1-32,0-20 96,0 0-63,-1 0-33,-19-20-96,20 20-160,-20-19-257,0-1-255,0 20-97,20-20 0,-20 20-352,0 0-64,0 0 673,20 20 704,0-20 641,-20 20 384,19-20 64,-19 0 97,20 0 287,0 0 65,-20-20-417,20 0-256,-20 0-384,0-20-545,-20 20-448,20 1-865,0-1-1442,-20 20-3363</inkml:trace>
  <inkml:trace contextRef="#ctx0" brushRef="#br0" timeOffset="60808.47">22550 5564 18065,'0'0'544,"0"0"-1505,0-20 1249,0 20-191,20 0-1058,-20 0-2851</inkml:trace>
  <inkml:trace contextRef="#ctx0" brushRef="#br0" timeOffset="61391.51">23463 5246 12716,'-39'-20'96,"19"20"-96,-20 0 512,19 20 257,-17 19 0,38 21-417,0-21-320,0 22-192,38-22 160,-17-19 128,19 0 288,-1 0 289,21-20 416,-1 20 160,-19-20-64,19 0-224,-39-20-160,1-20-352,-21 0-225,-21 1-64,-17-2-256,-3 2-64,-18 0-801,-1 18-801,1 2-2306</inkml:trace>
  <inkml:trace contextRef="#ctx0" brushRef="#br0" timeOffset="62156.55">21359 6260 15214,'-20'-21'160,"0"21"-96,-19 0 288,19 0-31,0 21 127,20 18-256,0-19-192,20 20-32,0-20 96,0-1 129,19 1-65,-19-20-32,20 0 64,-21 0-32,1-20-64,0 1 0,-20-22-224,20 22 416,-20-21-224,0 21-128,0-2-96,0 1-192,0 20 95,0 0 65,0 0 64,0 20 128,0 20 32,0-20 96,21 0 32,-21-1 96,18 2 33,-18-1 127,20-20 96,0 0-127,-20 0-161,21-20-192,-21-1 32,20 21 0,-20-19-32,18 19 32,3-20-192,-21 20-128,20 0 512,0 0-192,-20 20-192,20-20-641,-20 0-384,19 19-961,-19 2-1474,20-21-6213</inkml:trace>
  <inkml:trace contextRef="#ctx0" brushRef="#br0" timeOffset="62509.57">21875 6319 320,'0'-20'3908,"-20"0"-1474,20 20 577,-20 20-385,0 0-1249,20-1-960,0 2-129,0-1-192,20-1 96,0 1 129,20 0 31,-1-20-32,22-20-63,-23 0-65,-17 1 0,19-22-96,-40 22 32,0-40 128,0 18 33,0-18-33,-20 19-288,0-20 64,-1 40-32,3-19-32,-22 39 64,19 20 96,21-1 224,-20 21 353,40 0 32,1 19-353,-1 1 65,39 0-129,-19-21-192,19 21 0,1-20 64,-21-20-384,1 0-481,-1 0-896,-19-20-2211</inkml:trace>
  <inkml:trace contextRef="#ctx0" brushRef="#br0" timeOffset="63080.6">22908 6080 2626,'0'-20'9609,"0"20"-8840,0 0 736,0 0 353,20 20-577,-20 0-352,0 20-352,19-1-385,-19 1 32,20 1-256,-20-2 0,20-19-384,-20-1-545,0 22-385,20-41-1184,-20 19-3107</inkml:trace>
  <inkml:trace contextRef="#ctx0" brushRef="#br0" timeOffset="63354.62">23106 5941 13965,'39'-20'448,"-19"20"1474,20 0-32,-19 20-289,17 20-448,3-20-352,-21 19-417,19 1-287,-19 0 31,0 0-96,0 0-128,-20 20-65,19-21-191,-19 21-96,0-21-385,-19-19-737,-1 0-1697,0 0-8424</inkml:trace>
  <inkml:trace contextRef="#ctx0" brushRef="#br0" timeOffset="69300.95">13835 8345 288,'20'0'1890,"-20"0"31,0 0-415,21 0-65,-21 0 1,18 0-257,2 0-353,0 0-191,21 0-257,-2-19-127,-19 19-1,39 0 128,-19 0-63,19-20-129,-19 20-32,19 0-64,2 0 0,-3 0-64,3 0 32,-2 0 32,20 0-64,1 0 64,0 0-32,-1 0 33,0-20-1,20 20-96,0 0 0,-20 0 0,22 0-32,-22 0-97,-20 0-63,20 0 128,2 0 0,-2 0 64,0 0 0,-20 0 64,21 0-32,-1 0 32,-20 0-64,22 20 0,-22-20-32,0 0 32,1 0 0,19 0-32,0 0-96,-18 20 0,18-20 96,0 0 32,0 0 0,0 19 0,2-19 0,-22 0-256,20 0-65,-19 0 193,-1 0-64,20 0-128,-18 20 32,-3-20 127,3 0-223,-2 0-321,0 0 33,1 0 319,19 0 193,-20 0 96,2 0 64,18 0-32,0 0 32,1 0 0,20 0 160,-21 0 97,0 0-193,0 0-32,0 0-32,-19 0 0,19-20 128,1 20 192,-20 0-128,19 0 97,0 0 255,0 0 1,2 0-129,18 0-96,0 0-31,-20 0-1,21 0-128,-1 0 192,0 0 289,0 0 0,-20-19 31,20 19-159,1 0 63,-1 0-127,-20-20-97,2 20-128,18 0-64,-20 0-224,0-20 128,-19 20-96,-1 0 128,-18 0-96,-23 0 0,2 0 64,-20 0-64,-20-20-736,-19 20-1442,-21-20-3396</inkml:trace>
  <inkml:trace contextRef="#ctx0" brushRef="#br0" timeOffset="70842.05">8476 9498 3875,'0'0'2050,"-20"0"-1858,20 0-32,0 0 994,20 0 895,-20 0-575,18 0-321,23-20-448,-1 20-225,19 0-64,1-20-159,19 20-33,0 0-192,21-19-32,-1 19 0,20 0 0,1 0 32,18 0-32,21 0 0,-1 0 0,-18 0 32,18 0-32,2 0 32,-2 0 32,2-21-64,-22 21 0,21 0 0,20 0-32,-1 0-32,0 0-32,21-20 96,-20 20 0,20 0 0,-21 0 64,0 0 192,-18 0 353,-2 0 320,0 0-321,-18-19 1,20 19 96,-22 0-385,1 0-128,-19 0-192,-21 0-64,20 0 96,-40 19-32,0-19-128,-20 0 0,2 0-64,-41 20-161,-2-20-512,-18 0-1825,-18 0-4901</inkml:trace>
  <inkml:trace contextRef="#ctx0" brushRef="#br0" timeOffset="72091.12">21181 8623 160,'0'0'8296,"0"0"-6663,0 0-31,0 0 31,20-19-224,19 19-223,1-20-354,-1 20-319,21-20-321,19 0-96,-38 20-128,17 0 64,-17-20-640,-41 20-994,18 0-1633,-36 0-5830</inkml:trace>
  <inkml:trace contextRef="#ctx0" brushRef="#br0" timeOffset="72392.14">21201 8623 5829,'0'0'-32,"19"21"64,-19-2 801,20 2 1089,0-2-33,-20 21-351,20 0-449,-20 19-416,0 1 31,0 0-31,-20-1-33,20 1-31,0-20 64,0 19-129,0-19-31,0-20-129,20 19 32,0-19-95,19-20-161,1 20-128,-20-20 64,19 0-192,1 0-32,-19 0-225,17-20-31,-18 20-128,-20-20-417,21 20-705,-21 0-1441,20-19-6021</inkml:trace>
  <inkml:trace contextRef="#ctx0" brushRef="#br0" timeOffset="72660.15">21736 8981 11114,'0'-19'833,"20"19"-289,0 0 673,0 0-576,-1 0-417,21 0-224,-20 0-704,21 0-1314,-3 0-1570,-17 0-3330</inkml:trace>
  <inkml:trace contextRef="#ctx0" brushRef="#br0" timeOffset="73107.18">22371 8703 9064,'79'-19'1025,"-58"-2"-64,-1 21-96,0 0-321,-20 0-63,-20 0-385,0 21-32,-21-2 480,3 21 481,-3-20-192,21 20-480,-19-1-161,19-19-96,20 20-32,0-20 32,20-1 0,19 2-32,-19-2-64,21-19-64,-3 0-32,3 0 64,-21 0-64,-20 0-32,0 0 0,0 0-353,-20 0-31,-1 0 319,-17 20 161,18 0 96,-1 0 33,1 0 31,20 0 32,0-1-64,20 2 192,1-21 97,17 19-1,3-19-64,-21 0-128,19 20-192,-19-20-512,0 0-2531,-20 0-5349</inkml:trace>
  <inkml:trace contextRef="#ctx0" brushRef="#br0" timeOffset="73295.19">22748 9121 15470,'20'39'737,"-20"-19"32,0 0 191,0 0-127,-20 0-737,2 19-96,-3-19-192,1 0-609,0 0-384,0 0-961,0-20-2434</inkml:trace>
  <inkml:trace contextRef="#ctx0" brushRef="#br0" timeOffset="73879.22">23244 8803 6726,'20'0'3908,"1"0"-3332,-1 0 994,-20 0 319,20-20-768,-20 20-832,0 0-385,0 20 160,-40-20-64,19 19 0,-38 21 0,19 0 0,1-1-64,19 1 0,0 0-65,20-20 65,0 0 64,20 0 32,0-1 32,19-19-64,1 0 0,-1 0-32,-19 0-32,21 0 64,-21 0 0,-20 0-32,0 0-64,0 0-64,-20 0-32,-21 0 32,3 21 128,-3-2 96,21 1 160,20 0-32,0 0 161,0 0-1,40 0-96,-19 0-96,17-20-32,3 19 33,-21-19-129,-2 0-32,3 0-449,-21 0-992,20 0-1218,-20 0-4323</inkml:trace>
  <inkml:trace contextRef="#ctx0" brushRef="#br0" timeOffset="74413.25">23602 8663 12203,'-20'0'609,"0"-19"-705,20 19 128,0-21 544,0 21 417,20 0-256,0 0-353,1 0-192,17 0 65,-18 0 223,1 21-64,19-21-95,-21 0-65,1 19-160,0-19-96,0 0 0,0 21-32,-20-21 0,19 19 32,-19-19 0,0 20 32,0 0 0,0 0-32,0 0 64,-19 0-32,19 19 32,0 1 32,-20 0 32,20 0 1,0-1-65,0 1-64,0 19 0,0-19 0,0 20 0,0 0 0,0-21-32,0 1-33,20 19 162,-20-39-65,0 20 64,0-20 32,19 0 64,1-1 160,-20 2 257,20-21-1,0 20-63,-20-20 96,0 0-481,-20-20-64,0 20-96,-19 0 0,-1-21-96,-19 21-481,-2 0-1377,3 0-2530</inkml:trace>
  <inkml:trace contextRef="#ctx0" brushRef="#br0" timeOffset="78284.47">17330 2543 2274,'-20'20'1345,"20"0"-1441,0-20 224,0 0 352,0 0 930,-21 0 223,21 0-576,0-20-256,0 0 416,0 0 257,0 0-225,0-19-609,0 19-415,0-20-193,0 0-32,0 0-32,0 2 32,0-23 32,0 2 160,0-1 0,0 20 32,-20-19 417,20 39 384,0 0 0,0 0-353,0 20-287,0 0-161,20 0-320,1 20 160,17-20 0,23 20-128,-2-20-64,20 0-225,1 0 225,-1 0 160,1 0-64,-20 0-448,-1 0-481,-19 0-64,-21 0-448,1 0-1250,-20 0-5028</inkml:trace>
  <inkml:trace contextRef="#ctx0" brushRef="#br0" timeOffset="78717.5">17111 2464 8680,'-20'-20'352,"20"0"-192,0 20 385,0 0 255,0 0 290,20 0 191,-20 20-673,20 19-416,-1-19 129,-19 20 127,20-20-63,0 19-161,0-19 32,0 1 128,-20-21 257,39 0 352,-19 0-32,1-21-417,17 1-383,3-19-33,-1-1-128,-1 0-64,1 1-705,-1 19-1345,-19 0-3491</inkml:trace>
  <inkml:trace contextRef="#ctx0" brushRef="#br0" timeOffset="92807.3">14947 8326 1217,'0'0'1057,"0"0"32,20 0 544,-20 0-31,20 0-97,-1 0-576,1 0-384,0 0-161,20 0-128,-1 0 32,1 0-95,-1 0 63,22 0 0,-21 0-64,19 0-32,0 0 1,1 0 127,-1-20-160,2 20-160,-2 0 64,-1 0-32,-17 0 0,18 0 0,1 0 32,-1 0-32,2 0 32,-3 0-32,21 0 0,-18 0 32,-22 0 0,21 0 0,-1 0-32,-19 0-32,19 0 32,-18 0-32,-3 0 0,23 0-32,-22 0 64,21 0 0,-21 0 32,21 0 0,-21 0 64,22 0 32,-21 0-128,-1 0 0,21 0-32,-21 0-128,1 0 32,19 20 0,-39-20-64,20 0-1,-1 0 33,-19 19 0,21-19-64,-3 0 0,-17 0 224,19 0 0,-1 0 0,1 0 0,-1 0 96,1 0-96,0 0-32,-1 20 32,1-20 0,-1 0 0,2 0 0,-1 0 0,-1 0 0,1 0 0,0 0-64,-1 0 0,1 0 64,-1 0 0,21 0 0,-21 21 32,22-21 64,-23 0 160,23 0 32,-2 0-95,-19 0-33,19 19 0,-19-19-160,19 0 32,-18 0-64,18 0 0,-19 0-32,19 0 64,1 0 0,-21 0 0,42 0 64,-23 0 0,1 0 96,22 0 320,-22 0-31,20 0-193,-19 0-96,20 20-128,-22-20-32,23 0 0,-22 0-32,0 0 32,1 0 0,19-20-32,-20 20 64,22 0 0,-22-19-32,20 19 0,0 0 32,-19 0-32,20 0 32,-1 0 64,-19-21 161,19 21 351,0 0 257,-18 0-288,-2 0-449,-19 0-96,-1-20 32,-19 20-96,0-19-321,-20 19-1696,0-20-6888</inkml:trace>
  <inkml:trace contextRef="#ctx0" brushRef="#br0" timeOffset="98117.61">733 10869 4388,'-20'0'2978,"0"0"-1472,20 0-641,0 0 224,0 0 160,0 0 0,0 0-512,0 0-449,0 0 257,0 0 127,0 0-95,20 0-257,0 0-96,0 0-96,19 0 33,2 0-97,17 0-64,-17 0 0,18-20-225,1 20-351,-21 0-417,1-19-545,-1 19-672,-19 0-1697</inkml:trace>
  <inkml:trace contextRef="#ctx0" brushRef="#br0" timeOffset="98434.63">1110 10631 9673,'-59'20'320,"59"-20"-352,-20 0-96,20 0 832,20 0 289,-1 0-224,1 0-288,0 0-129,20 19-96,-1-19 64,1 21-63,1-1-129,-3-20-32,3 19-96,-2 1 64,-19 0 128,0-20 161,0 20 95,0-20 417,-20 20 32,0 0-353,-20-1-95,0-19-257,0 20-224,0 0 96,-19 20 0,19-20-128,-21 0-609,3-1-1281,-3 21-3939</inkml:trace>
  <inkml:trace contextRef="#ctx0" brushRef="#br0" timeOffset="101682.81">6986 10393 3523,'-20'0'1473,"20"0"897,0 0-1793,0 19 512,0 1 192,0 0-416,0 20-320,0 0-97,0 20 129,0-21-97,0 41-96,0-21-191,0 1-33,0 19-32,0-19-32,20-1 0,-20 21 0,0-40-64,0 19 32,0-19-32,0 0 0,0-21 0,0 21 64,0-20-96,0 0 64,0 0-32,0-1 1,0-19-1,0 0 0,0 21 128,0-21 0,20 0-128,0 0 0,0 0-32,0-21 0,19 21 64,-19 0-128,39 0 64,-18 0-32,17 0 32,3 0-64,-2 0-64,1 0 64,-1 0 0,20 0 32,-38 0 32,38 21 0,-20-21 0,1 19 0,-1-19 0,1 0 0,-1 21-97,2-21 65,18 0 32,0 0 0,0 0 129,0 0-65,20 0 128,1 0 192,19 0-256,-20 0-96,0 0-32,21 0 0,-1 0 0,0 0 0,1-21-32,-1 21 32,-1 0 0,-19 0 0,21 0-32,-1 0-32,0-19 64,1 19-64,18 0 64,-19 0 0,1-21 32,19 21-32,-21-19 0,-19 19 32,20 0-64,1 0 32,-21 0 0,0 0 0,-20 0-64,2 0-32,-2 0-32,-20 0-32,1 0 64,-21 0 96,22 19-32,-23-19 32,-17 0 0,19 0 0,-22 21 32,3-21-32,-21 0 64,20 0 64,-20-21 64,0 21 0,0 0-160,0 0-32,-20 0 0,20-19 64,0 19-64,0 0 0,-21-20 64,21 0 0,0 0 97,0 0-33,0 0-96,0-19 96,0 19-96,0-20 0,0 1-32,0-21 0,0 0 32,0 0-96,0 1 32,0-21-64,0 1-64,0 0-97,0-1-223,0 1 160,0-1 224,0 40 63,0-19 33,0 19 0,0 0 33,0 20 127,-18-19-64,18 18-32,-20 21-96,0-19 0,20-1-32,-21 20 32,1 0-64,2 0 96,-3 0-64,1 20 31,0-20 33,0 0 0,-19 19 0,-1-19 0,1 21-32,-21-21-64,-19 20-64,0-20 64,-21 0 32,-19 0 64,0 0-32,-21 0 32,2 0 0,-22 0-64,2 0 0,-20 0 0,-2 0 64,-18 0 0,-1 0 0,1 0 32,-1 0-32,-19 0 0,1 0 0,18 0 0,-19 0 0,-1 19 0,1-19 0,19 0 64,1 0 224,19 20 193,-1-20-33,2 20-32,39-20-191,21 20-193,-2 0-128,21 0-545,20-1-1089,-1 2-2754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1-03T01:57:09.197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1667 6060 9160,'0'0'2146,"0"0"-1537,-21 0 992,21 0 289,0 0-1025,0 0-737,21-20 32,-21 20-32,18 0-96,2 0 0,1 0-32,-1 0 32,0 0-64,-2 20 64,3-20-64,-1 20-64,-20-20-96,0 20 64,0 0 64,0 0 0,0-20 32,0 20 0,0-1 0,-20-19 32,20 21-64,0-2-32,0-19 64,20 20-193,0-20-159,0 21 96,-1-21 128,1 19 128,0 1 64,-20 0 192,0-20 545,0 19-225,0 2-128,-20-1 97,-19-20-225,19 19-64,-20-19-224,19 0-384,-17 0-673,18 0-1762,-1 0-7046</inkml:trace>
  <inkml:trace contextRef="#ctx0" brushRef="#br0" timeOffset="1529.08">3453 6080 10570,'20'0'992,"0"0"-1024,-1 0 449,1 0 544,0-20-481,0 20-192,0 0-288,-1-20 0,1 20-544,-20 0-865,0 0-1378,0 0-4068</inkml:trace>
  <inkml:trace contextRef="#ctx0" brushRef="#br0" timeOffset="1903.1">3453 6080 4644,'0'20'865,"0"-20"-1025,0 0 1056,-21 20 1058,21 0-1249,0 0-225,21-20 385,-21 19-224,0 2-257,0-2-128,20-19 129,-20 20 255,20-20-255,-1 0-257,1 21-32,0-21-32,0 0-32,-20 0-64,20 19 32,-20 1 96,0 0 288,0-1 65,-20 2 159,0-21 257,0 20-32,-19-1-224,19-19-129,-21 0-224,21 0-256,2 0-512,-2 0-1442,20 0-3651</inkml:trace>
  <inkml:trace contextRef="#ctx0" brushRef="#br0" timeOffset="2821.16">5259 5981 14253,'0'0'897,"0"0"-2531,-20 0 1474,20 20 705,-19 0-353,-1-1-160,20 1 224,0 0-128,-20 0 0,20 0 33,20 0 255,0-20 160,-1 20-287,21-20-161,-20 0 32,19 0-32,1 0-32,-20-20-64,21 20-256,-23 0-385,2 0-704,-20-20-961,21 20-2466</inkml:trace>
  <inkml:trace contextRef="#ctx0" brushRef="#br0" timeOffset="3057.17">5378 6060 8167,'-20'0'64,"20"20"641,0 0 2146,0 0-1122,20 0-576,-20 19-384,0-18-417,20 18-320,-20-18-512,20 18-2307</inkml:trace>
  <inkml:trace contextRef="#ctx0" brushRef="#br0" timeOffset="5128.29">8555 6021 3299,'0'0'2978,"0"0"-992,-20 0 64,20 0-224,0 0-224,0 0-449,0-20-449,0 20-255,0 0-321,20 0-96,0 0 32,-1 0-64,21 0 32,-20 0-64,20 0-32,-21 0-64,1 20-129,0-20-95,-20 19 96,0 1-32,0 0 127,-20 0 129,0 0 32,1 0 0,19-20-32,-20 20-32,20-1-480,20 2-449,-20-2-32,19 1-320,1 1-545,0-2-96,0-19 1377,-20 20 673,21 0 673,-21-20 705,-21 0 736,1 19-737,0-19-224,-19 0-320,19 21-673,0-21-224,0 0-128,0 0-673,0 0-2145,20 0-4421</inkml:trace>
  <inkml:trace contextRef="#ctx0" brushRef="#br0" timeOffset="5741.32">10221 6160 12940,'41'0'704,"-1"0"-672,-21 0 257,21-20-129,-20 20-192,0-20-96,0 20-321,-1 0-768,-19 0-929,0 0-1153,0 0-2787</inkml:trace>
  <inkml:trace contextRef="#ctx0" brushRef="#br0" timeOffset="6029.34">10262 6140 8263,'0'20'193,"0"-1"511,0-19 1090,0 21-481,20-2-480,-20-19-417,20 20-127,-1-20-225,1 0-128,0 21-33,0-21 1,-20 19 64,20-19 0,-20 20 64,20-20 0,-20 20 449,-20-1 384,0-19 64,0 21-33,-20-1-223,21-20-64,-21 0-193,-1 19-224,23-19-192,-23 0-160,41 0-320,-20 0-738,20 0-1536,0-19-2787</inkml:trace>
  <inkml:trace contextRef="#ctx0" brushRef="#br0" timeOffset="6887.39">12207 6140 14029,'0'0'288,"0"0"160,21 0 994,-1 0-1186,-2-20-160,2 20-32,1 0-32,-1 0-64,-20 0-96,20 0-32,-20 0-32,-20 0-96,0 0-225,-21 0 289,23 20 160,-23 0 0,1-20 32,21 19-32,19 21-65,-20-20-191,40 1 32,-20-21-225,39 19 161,-19 1-224,21-20 159,-3 20 129,3-20 192,-21 19 96,-20 2 96,19-21 160,-19 0 673,-19 20 192,-1-20-128,0 19-64,-1-19-192,-17 0-417,-3 20-256,1-20-160,21 0-673,19 0-1281,-20 0-1890</inkml:trace>
  <inkml:trace contextRef="#ctx0" brushRef="#br0" timeOffset="7465.42">14034 6021 11370,'0'0'641,"0"0"-449,0 0 1378,0 0-674,0 19-543,0 1 223,-20-20-191,20 20-97,-21 0-128,21 0 0,0 0 0,0 0 97,21-20 31,19 0-96,-20 0-160,19 0 64,21 0-224,-21 0-288,1 0-1026,-20 0-1344,-1 0-4934</inkml:trace>
  <inkml:trace contextRef="#ctx0" brushRef="#br0" timeOffset="7630.42">14173 6040 14541,'0'60'1378,"0"-40"-1378,0 20 128,0-21 96,0 21-224,0 1-833,0-22-1537,0 1-3364</inkml:trace>
  <inkml:trace contextRef="#ctx0" brushRef="#br0" timeOffset="8690.49">16773 5961 11018,'20'0'929,"0"0"-737,-20 0 417,19 0-417,1 0-320,-20 0 64,20 0-97,1 20-191,-1-20-160,-20 20-385,20-20 256,-20 20 97,0-1 159,0 1-383,18 0-321,-18 0 256,0 0 416,21 0 65,-21 0 352,20-1 32,0-19 32,-20 21 513,0-2 352,0-19 192,0 20-96,-20 1-289,20-21-127,-20 19 31,-1-19 1,3 20-193,-2-20-416,-21 0-160,21 20-416,-19-20-289,19 0-224,0 0-1217,0 0-4741</inkml:trace>
  <inkml:trace contextRef="#ctx0" brushRef="#br0" timeOffset="9664.54">18401 6160 12555,'0'0'1666,"20"-20"-1602,0 20 865,-1 0-385,1 0-480,20 0-31,-19 0 31,-3-20-64,-18 20-193,0 0 1,0 0 96,0 0-256,-39 0-321,19 20 225,-20-20 224,1 20-1,19-1-95,0 2 128,0-21 32,20 19-65,0 1-223,20 1 352,0-2-192,0-19-513,19 20-32,-19-20 545,20 20 352,-19-20 160,-21 19 193,0-19 383,0 0 770,0 0-545,-41 0-513,21 21-352,-19-21-160,-1 0-96,0 0-224,21 20-225,-1-20-544,0 0-2914</inkml:trace>
  <inkml:trace contextRef="#ctx0" brushRef="#br0" timeOffset="10229.58">19851 6179 8744,'0'21'1890,"0"-21"-1826,20 0 1761,-2 0-191,2 0-737,1-21-193,-1 21-479,0 0-225,-1 0-385,1 0-864,0 0-1506,-20 0-5444</inkml:trace>
  <inkml:trace contextRef="#ctx0" brushRef="#br0" timeOffset="10515.6">19810 6219 11627,'0'41'736,"0"-22"-576,0-19 993,0 20-288,0 0-320,0-1-33,20-19-191,21 21-97,-23-21-224,23 0-160,-21 0 128,19 0-32,-19 20-97,0-20 65,-20 19 32,0-19 128,0 20 225,-20 0-1,0-20 192,1 20 161,-21-20-225,19 0-127,-17 0-161,-3 0-192,21 0-193,0 0-832,1 0-1986,19 0-8648</inkml:trace>
  <inkml:trace contextRef="#ctx0" brushRef="#br0" timeOffset="10992.62">21082 6200 11947,'-21'-21'1729,"21"21"-1344,21 0 1409,-21 0-481,20 0-1025,-2 0-192,2 0-96,1 0 32,19 0-160,-21 0-352,-19 0-385,20 0-993,-20 0-1505,0 0-3460</inkml:trace>
  <inkml:trace contextRef="#ctx0" brushRef="#br0" timeOffset="11237.64">21120 6179 7879,'-59'21'1345,"59"-2"-224,-20 1 385,20-20-898,0 21-319,20-2 63,1 1-128,-1 0-160,18-20-192,-17 19-64,19 2 32,-21-21-32,1 20 63,0-1 129,-20-19 64,0 20 385,0-20 736,-20 20 64,0-20-32,1 0-320,-21 0-160,-1 0-353,23 0-288,-23 0-192,21 0-640,0 0-1186,0 0-2338</inkml:trace>
  <inkml:trace contextRef="#ctx0" brushRef="#br0" timeOffset="13631.77">22868 6179 10537,'0'0'1250,"0"-19"-834,0 19 1890,0 0-640,20 0-1090,-20 0-351,-20 19-33,20-19 0,-21 21-96,3-2-32,-2 1 32,-1 1 0,1 18 32,20-19-96,0-20 65,20 19-33,21 2 32,-2-1-64,21-20 0,-21 0-64,21 0-32,-21 0-353,1 0-480,-20 0-1473,-1 0-2402</inkml:trace>
  <inkml:trace contextRef="#ctx0" brushRef="#br0" timeOffset="13797.78">23027 6260 10345,'-20'59'5638,"0"-19"-5446,20-1-64,0 1 96,0 0-288,0-1-1089,0 1-3427</inkml:trace>
  <inkml:trace contextRef="#ctx0" brushRef="#br0" timeOffset="31532.8">13041 7391 960,'0'0'769,"-20"0"320,20 0-480,0 0-385,-20 0 192,20 0 129,0 0-33,0 0 33,0 0-321,-20 0-32,20 0 65,0 0-65,0 0 480,0 0 545,0 0 33,-19 0-225,19 20 128,0-20-64,-20 0-256,20 0 31,0 0-63,0 0 0,0 0-161,0 0-159,0 0-129,0 0 65,0 0-161,0 0-96,39 0 32,-19-20-64,20 20-32,19 0 33,2 0-33,18 0 64,0 0-96,0-19-64,0 19-32,-18 0 96,-3 0-96,3 0 0,-22 0 64,1 0-288,-20 0-129,0 0-415,-1 0-482,-19 0-768,0 0-1441</inkml:trace>
  <inkml:trace contextRef="#ctx0" brushRef="#br0" timeOffset="50089.86">4625 11446 14477,'0'-21'256,"0"21"-127,-20 0 1280,20 0-576,0 21-705,-21-21-192,21 40 64,0-21 0,0 21 0,0-20 0,21 20-32,-1-20 32,-2 0-64,2-1 96,21-19 64,-21 0 32,19-19 128,-19-1 0,0 0 33,0 0-161,-1-20 0,-19 21-160,0-21 0,20 19 0,-20 21-64,0 0-161,0 21 1,0-2 192,20 21 64,-20 0 0,20 20 32,0-1 160,-20 20-63,19-19-65,1-1 32,-20 0 32,0-18 160,0-21 128,0 20 129,-20-21 64,-19 1-65,-1 0-128,1 0-191,-21-20-129,21 0-224,-1-20-225,-1 20-544,3-20 33,17 20-1282,1 0-2146,20-20-6951</inkml:trace>
  <inkml:trace contextRef="#ctx0" brushRef="#br0" timeOffset="51885.96">5457 11366 12940,'-18'-20'736,"-3"0"-351,1 20 544,0 0-449,-20 0-320,1 20-96,19 0 32,0 20 1,0 0 63,20-21 32,0 21 64,20 0-128,0 0 0,20-20 0,-1 0-63,21 0-33,-21-20 0,2 0-161,-1 0-191,-22 0-993,3-20-2819</inkml:trace>
  <inkml:trace contextRef="#ctx0" brushRef="#br0" timeOffset="52030.97">5299 11545 14573,'39'0'481,"-19"0"-737,20-19 256,1 19-417,-3 0-672,-17 0-3395</inkml:trace>
  <inkml:trace contextRef="#ctx0" brushRef="#br0" timeOffset="52570">6014 11227 13388,'0'-39'-448,"-20"19"-449,-21 20 1922,3-20-481,-3 40-480,-18-20-32,39 20-96,-20-1 32,40 1-64,-19 20 96,38-20 64,-19-1 97,40 1 191,-20 0 32,19-20-192,-19 20 1,21 0-97,-3 0-64,-18-1-32,-20 2 0,0-2-32,0 2 0,-20-2 96,2-19 32,-2 21 32,-21-21-96,21 0 64,-19 19-96,19-19-32,20 0-64,0 0 0,0 0-64,20 0 192,0 20 0,-1-20-64,1 20 32,-20 0 0,20 0 0,-20 0 32,0 19-32,-20-19 32,20 0 0,0 0 0,0 0-32,0-1-32,0 1 0,0-20 32,20 20-192,1-20-257,-1 0-256,-2 0 33,2 0-513,1 20-1378,-1-20-4259</inkml:trace>
  <inkml:trace contextRef="#ctx0" brushRef="#br0" timeOffset="53552.06">6490 11267 10473,'20'-20'1442,"-20"20"-1346,0 0 1698,20 0 448,-20 0-1377,0 0-257,0 20 1,0 19-353,0 1-32,0 0-224,0 20 0,0-1 64,0 1-64,20-20-192,-20-20 32,19 0-321,1-1-191,-20 1-962,20-20-1377,-20 0-3267</inkml:trace>
  <inkml:trace contextRef="#ctx0" brushRef="#br0" timeOffset="53891.08">6986 11565 12363,'0'0'1121,"0"20"-2466,20-20 1473,-20 0 1474,0 20-1250,0 0-320,-20 0 0,20-1 0,-20 1-64,20 0-416,-19-20-866,19 20-2049</inkml:trace>
  <inkml:trace contextRef="#ctx0" brushRef="#br0" timeOffset="54216.1">7225 11287 9513,'20'-20'6309,"0"0"-6917,19 20 704,1-20 224,-20 20-160,-1 0-160,1 20-64,0 0-288,-20 19 320,-20 1 32,20 0 0,-20-1 96,1 1 160,19-19-63,-20-2-1,20 2 0,20-21 96,-1 0-96,1 0-224,20 0-929,-20 0-2434,19-21-8104</inkml:trace>
  <inkml:trace contextRef="#ctx0" brushRef="#br0" timeOffset="54367.1">7721 11486 14733,'-20'40'705,"20"-21"-160,-21 1 896,3 20-1249,-2-20-352,-1 19-833,21 1-1281,-20-20-3075</inkml:trace>
  <inkml:trace contextRef="#ctx0" brushRef="#br0" timeOffset="54763.13">7919 11247 16783,'40'-20'193,"-19"0"-290,-3 20 1507,2 0-257,1-19-1057,-1 19-192,-20 19-224,20 1-289,-20 0-64,-20 0-288,20 0-63,-20 19 607,20-19-256,0 0-159,0 0 447,20-20 321,-20 20 192,20-1 161,-2-19 63,-18 21-32,0-21 225,0 19 63,0 2-447,0-2-226,0 2 65,0-2-32,0 1 0,0 0 64,0-20-32,0 20 32,0-20-32,0 0 0,0 20-32,0-20-192,0 0-577,0 0-1441,-18 20-4004</inkml:trace>
  <inkml:trace contextRef="#ctx0" brushRef="#br0" timeOffset="54945.14">8415 11565 15694,'41'20'3203,"-41"0"-2658,-21 0-1,1 0 225,0-1-833,-19 21-224,-21-20-1057,21 0-1730,-1 0-6374</inkml:trace>
  <inkml:trace contextRef="#ctx0" brushRef="#br0" timeOffset="55341.16">8952 11545 18289,'0'20'512,"0"-40"-544,0 20 929,0 0-673,0 0-1024,0 0-962,20 20-2466</inkml:trace>
  <inkml:trace contextRef="#ctx0" brushRef="#br0" timeOffset="55485.17">9269 11545 16719,'0'0'160,"0"0"-1665,0 0 1537,0 0-1665,21 0-5190</inkml:trace>
  <inkml:trace contextRef="#ctx0" brushRef="#br0" timeOffset="55637.18">9508 11545 1569,'0'0'15343,"0"0"-15119,0 0 993,0 0 96,0 0-1537,0 0-1217,0 0-866,0 0-3810</inkml:trace>
  <inkml:trace contextRef="#ctx0" brushRef="#br0" timeOffset="55788.18">9806 11545 17424,'0'20'609,"0"0"-353,0-20 1313,-20 20-1248,0 0-417,-21 19-833,23-19-769,-23 0-3042</inkml:trace>
  <inkml:trace contextRef="#ctx0" brushRef="#br0" timeOffset="56165.21">10162 11287 12267,'21'0'897,"-21"0"-449,0 19 1987,0 1-834,0 20-544,0 0-512,0 0-385,-21 0-96,21-21-192,0 21-545,0-20-768,0 0-1442,21 0-3843</inkml:trace>
  <inkml:trace contextRef="#ctx0" brushRef="#br0" timeOffset="56430.21">10500 11346 14445,'-40'40'1634,"1"-1"-3620,19 1 705,0-19 1409,20 19 128,20-21-96,0 1-224,-1-20 96,21 0 352,1 0 161,-3-20-65,3 20 513,-3-19 96,-17-2-352,-21 2-256,0-2 95,-21 2-352,-17-2-320,-3 21-96,21-19-513,-19 19-1184,19 0-3172</inkml:trace>
  <inkml:trace contextRef="#ctx0" brushRef="#br0" timeOffset="56906.25">10738 11188 16207,'20'0'192,"0"-20"32,0 20 1538,0 0-1025,19 0-513,-19 0-128,0 0-192,0 0 32,-20 20-160,0-20-449,0 19 385,0 1-1,0 0 1,-20 0-160,20 0 159,0-1 257,-20 1-32,20 0 32,0-20-416,20 20-353,0 0 96,-1 0 417,1-1 96,0 2 64,-20-2 128,21-19 0,-21 21 64,0-2-64,0-19 0,20 21-192,-20-2-161,0-19-63,18 20 128,2 0 224,-20-20 32,21 20 160,-21-20 544,0 0 449,0 20 289,-21-20-321,1 20-96,-18-20 96,-3 19-577,2-19 1,19 20-417,-20-20-513,1 0-543,19 20-834,-20-20-3523</inkml:trace>
  <inkml:trace contextRef="#ctx0" brushRef="#br0" timeOffset="61337.5">15344 11227 13484,'0'0'192,"0"0"-576,-20 0 224,20 20 192,0 0 160,0 19-32,0-19-96,0 20-64,20-20 32,-20 0-32,20-1-32,0 2 64,19-21 193,-19 0 127,0-21-160,0-18-32,0 19 64,-20 0 129,19-20-33,-19 21-320,0 19 0,0-20-192,0 40-513,0-1 577,20 1 96,0 40 32,0 0 64,1-20-32,-21 19-64,18 1 32,2-20 96,-20-1 289,21 1 255,-21-20 417,-21 0 256,1-20-384,2 0-128,-3 0-384,-19-20-450,1 20-127,-1-40-128,20 40-481,-19-20-960,19 0-2083,20 1-7431</inkml:trace>
  <inkml:trace contextRef="#ctx0" brushRef="#br0" timeOffset="61568.52">15781 11247 17360,'0'0'1217,"0"0"-1281,20 0 801,-1-20-545,1 20-160,0 0-256,0 0-1090,0 20-1376,-1-20-2947</inkml:trace>
  <inkml:trace contextRef="#ctx0" brushRef="#br0" timeOffset="61683.52">15880 11326 13260,'-40'20'2274,"40"0"-2050,0-20 769,20 0-64,-20 0-288,40 0-769,-21 0-1314,21-20-2850</inkml:trace>
  <inkml:trace contextRef="#ctx0" brushRef="#br0" timeOffset="62730.58">16396 10253 7847,'-20'0'1922,"20"0"-1057,0 0 1249,0 0 0,0 0-673,0 0-416,41 0-352,-23 0-193,2 0-288,21 0 193,-3 0-321,3 0-64,-21 0 96,19 0-353,-39 0-319,20 0-545,-20 0-1281,-20 0-1698</inkml:trace>
  <inkml:trace contextRef="#ctx0" brushRef="#br0" timeOffset="63486.63">16396 10293 7559,'21'0'2210,"-21"0"-2146,0 0 1633,0 20-319,0 0-578,0 0-223,0 20 0,0-1-33,0 21-224,0-1-95,0 21-97,0 0-64,0-1 96,0 0 32,0 1 0,0 19 65,0-19-65,0-1-64,0 1-64,0-1-32,0 1 64,0 0-32,0-21 256,18 20 65,-18 1-321,-18-1-32,18-19 0,0-1-64,-21 21 0,21-21 64,-20 1-32,20-1 64,-20 1 96,20-1 96,0-18-31,0 18-161,-20-19-128,20 0-1,0-21 65,0 21-32,0 0 64,0 0-32,0-1 65,0 1-1,0 0-96,0-1 224,-19-18 96,19-1-128,-20 19-128,20-20 64,0 2 32,0-1-160,-20 0 64,20-20-128,0 20 64,20-20-64,-20 19 96,0-19 0,0 0 96,0 0 32,0 20 1,0-20 159,0 0-96,0 0-192,-20 0 0,20 0-32,0 0 192,20 0-160,-20 20 32,0-20 64,20 0-64,-20 0 192,19 0 33,1 0-1,0-20 128,-20 20-192,20 0-127,1 0 31,17 0-96,-18 0-225,21-20 450,-2 20-321,1-19-193,19 19-63,-39 0-96,20 0-642,-21 0-927,-19 0-2211</inkml:trace>
  <inkml:trace contextRef="#ctx0" brushRef="#br0" timeOffset="64693.7">16951 10353 11434,'0'0'545,"0"0"63,0 19 1346,0-19-673,-18 21-672,18 18-225,0-19-191,-20 20-129,20 0-160,0-1-833,0-18-1442,0 18-3554</inkml:trace>
  <inkml:trace contextRef="#ctx0" brushRef="#br0" timeOffset="65095.71">16832 10969 12299,'-19'0'1666,"-1"0"-1794,0 0 192,20 19 160,-20-19 0,20 40-192,0-20-32,0 20 32,20-20 32,0 20-64,0-20-96,-1 0 64,21-20 192,1 0 385,-21 0 256,19-20-1,-19 0-223,0 0-1,-20 0-159,0-19 31,0 18 1,-40 1-257,19 1-192,-17 19-449,18 0-287,-21 0-802,21 19-1409,1 1-5573</inkml:trace>
  <inkml:trace contextRef="#ctx0" brushRef="#br0" timeOffset="65484.74">16832 11565 15598,'-19'0'513,"-1"20"-545,0-20 352,20 20 225,-20 0-257,20 19-224,0-19-64,0 20 64,20-20-64,0 0-128,0-1 64,19-19 96,-19 0 160,21 0-64,-21-19 192,-2-1 225,3 0 96,-1 0-33,-20 0 97,-20-19-1,-1 19-543,-17 0-129,-3 20-64,21-20-385,-19 20-287,19 20-610,0-20-2241,0 20-10602</inkml:trace>
  <inkml:trace contextRef="#ctx0" brushRef="#br0" timeOffset="65867.75">16832 12101 9929,'0'0'4452,"0"20"-4068,-19-20-63,19 0-193,0 0-512,0 20-1474,0-20-2466</inkml:trace>
  <inkml:trace contextRef="#ctx0" brushRef="#br0" timeOffset="66004.77">16872 12240 8456,'-20'0'864,"20"0"-2818,0 0 1698,0 0 609,0 0-161,0 0-2627</inkml:trace>
  <inkml:trace contextRef="#ctx0" brushRef="#br0" timeOffset="66134.78">16893 12339 1697,'-21'21'14190,"1"-21"-13966,20 19-416,-20-19-481,20 0-1345,0 0-2242</inkml:trace>
  <inkml:trace contextRef="#ctx0" brushRef="#br0" timeOffset="66480.8">16813 12697 17648,'-20'40'-128,"0"-20"-513,20-1 738,-20 1-97,20 1-32,0-1-257,0 19-159,0-20 96,20 2-193,20-21 161,-21 20 320,21-20 224,-19 0 256,-1 0 385,0-20 320,-2 20 64,-18-21 96,-18-18-352,18 20-320,-40-1-513,19-21-416,-19 22-385,1-1-448,19 0-1890,0 0-7175</inkml:trace>
  <inkml:trace contextRef="#ctx0" brushRef="#br0" timeOffset="67215.84">17389 10372 4900,'-21'0'1794,"1"0"-1282,2 0 1762,18 0 257,-20-19-673,20 19-1,-21 0-447,21 0-321,0 0-160,0 0-353,0 0-320,21 0-127,-21 0 31,38 19-96,-18-19-32,21 0-160,18 21 64,-39-21-65,20 19 33,-21 1-64,1 0 160,0 0 64,-20 40-32,0-21-32,0 41 0,0-1 96,0 1-192,0 19 32,0 1-128,-20-1 96,20 20 32,0-20-192,0 0-1,0 21 33,0-1 128,0 0-224,-20 0 224,20 21 0,0-21 128,-19 0 0,-1-20 224,20-19-224,-20 0 448,20-41-95,0 21 159,0-1-191,0 1-225,0-21 64,0 2 0,0-2-192,0-20 96,0 2 193,0-1-129,0-20-64,0 0 96,-20 20-96,20-20 0,-20 0-160,-19-20-192,-2 20 64,3-20-289,-3-1-512,1 21-832,-19-19-2051</inkml:trace>
  <inkml:trace contextRef="#ctx0" brushRef="#br0" timeOffset="68103.89">18282 11386 352,'0'20'14189,"0"-20"-13580,0 19 320,0 21 544,0-19-640,0 19-577,-21-1-224,3 1 160,18-20-96,-20 0-192,0-1-1057,20-19-2114,0 0-10666</inkml:trace>
  <inkml:trace contextRef="#ctx0" brushRef="#br0" timeOffset="68853.92">18401 11465 3010,'-40'21'7527,"40"-21"-6918,-19 0 160,-1 0 64,20 0 95,-20 0-415,-21 0-513,23 19 0,-2-19 32,0 21 224,-21 18 321,23-19-97,-23 0 289,21 20-193,20-1-415,-20-19-129,40 20-64,0-20-257,21-20 33,-3 0 64,23 0 160,-2 0 64,0-20 32,-19 0 64,-20-20 64,0 1 65,-20 19 287,-20-20 161,-20 0 192,-19 21-193,19-2-287,-19 21-321,18 0-96,3 0-32,17 0 64,1 0-865,40 21-448,1-21-1282,17 19-3074</inkml:trace>
  <inkml:trace contextRef="#ctx0" brushRef="#br0" timeOffset="69156.95">18599 11585 7431,'-20'40'-705,"20"-20"-1569,0-1 2370,20 1 1922,-20 0-64,0-20 63,21-20 162,-21 20-610,-21-39-416,21 19 160,-20-20 33,0 0-257,2 21-257,18-21-191,-21 19-609,21 2 32,21-2-160,-3 2 160,22 19-224,1 0-224,-2 0-1186,21 0-672,-21 0-1185,1 19-3588</inkml:trace>
  <inkml:trace contextRef="#ctx0" brushRef="#br0" timeOffset="69444.97">18937 10452 12075,'21'-20'1153,"-3"0"128,2 20 897,21-19-896,18-2-578,-19 2-480,19-1-224,-19 20-64,-20-20-320,19 20-801,-39 0-1698,0 0-3042</inkml:trace>
  <inkml:trace contextRef="#ctx0" brushRef="#br0" timeOffset="69855.98">19037 10393 6245,'0'59'1154,"20"-39"-1154,-2 19 512,3 1 1122,-21 1 672,20 18-641,-20 20-736,0 1-320,0 39-1,-41 21-31,23-2-225,-2 1-64,-1 1 33,21-1 95,0-20 417,0 0-417,0 20 97,21-40 95,-21 0-191,0 1 95,0-21-95,20 1-161,-20-40-64,0 0-96,0-1 0,18 1-96,-18-1 0,0 1 32,0 0-64,21-20 128,-21-1-64,0-19 97,20 0 95,0 0-160,-20 0-96,20 0 0,-1 0 32,1 0-192,0 0-33,0 0 129,0 0-416,-1-19-385,-19 19-544,20 0-1570,0-20-3011</inkml:trace>
  <inkml:trace contextRef="#ctx0" brushRef="#br0" timeOffset="70390.02">19632 10472 11851,'0'-20'1153,"0"0"608,0 20-31,-20-20-609,20 20-544,-20 20-385,1 0-288,19 0 160,-20 19-64,20 1 32,0 1-32,20-22 0,-1 21 32,21-21 32,-20-19 32,19 0 256,1-19 193,0-1 64,-21 0-129,1-20 32,-20 20-127,0-20-193,-20 21-64,-19-1-320,-1 0-64,1 20-545,-1 0-576,20 20-1282,0 19-3170</inkml:trace>
  <inkml:trace contextRef="#ctx0" brushRef="#br0" timeOffset="71148.06">19592 10949 12107,'0'0'1409,"-19"20"-160,19-20 1442,0 19-1282,0 2-448,0-2-512,0 1-353,0 1-128,0-2-321,0 21-768,19-20-1153,-19 0-2915</inkml:trace>
  <inkml:trace contextRef="#ctx0" brushRef="#br0" timeOffset="71478.08">19553 11386 12139,'-40'20'256,"40"-1"-224,-21 21 160,21-19 513,0 19-385,0-21-159,41 1-33,-21 0-96,19-20 96,-19 20 256,20-20 321,-20-20 32,-1 20-33,1-20-31,0 0-97,-20 1 193,0-2-96,-20 2-321,0-2-288,-19 21-64,19-19-128,0 19-769,-19 0-1057,19 19-2882</inkml:trace>
  <inkml:trace contextRef="#ctx0" brushRef="#br0" timeOffset="71653.09">19573 11783 18737,'-20'20'961,"20"0"-929,0-20 192,0 20-63,0-20-642,20 20-1249,-1 0-2369</inkml:trace>
  <inkml:trace contextRef="#ctx0" brushRef="#br0" timeOffset="71796.1">19612 11982 11466,'0'20'2851,"0"0"-2242,0-20 864,0 0-1057,0 0-1441,0 0-1185,0 0-2402</inkml:trace>
  <inkml:trace contextRef="#ctx0" brushRef="#br0" timeOffset="71927.11">19592 12141 14285,'0'20'1153,"0"-20"-192,0 0 705,0 0-1442,0 20-1217,20-20-1313,-20 0-3107</inkml:trace>
  <inkml:trace contextRef="#ctx0" brushRef="#br0" timeOffset="72301.13">19592 12518 17520,'-19'40'673,"19"-20"-930,0 0 418,0 0 415,0-20-416,19 20-128,-19-1 0,20 21-96,-20-20 64,20 0-544,-20-20 191,20 20 65,0-20 0,-1 0-257,-19 0 321,20-20 224,0 0 385,0 0 319,-20 0-31,0 0 32,0 1-225,0-1-288,-20 0-288,-20 0-96,21 20-577,-21-20-480,20 20-1217,-19-19-2307</inkml:trace>
  <inkml:trace contextRef="#ctx0" brushRef="#br0" timeOffset="73110.18">20049 10353 10249,'20'0'993,"-20"0"-96,0 0 1858,0 0-834,19 0-1248,-19 0-417,20 0 1,0 0-161,0 0-128,0 0 96,-1 0 32,1 19 32,-20-19-160,20 21 96,-20-2 160,20 1 64,-20 20 1,0-20-1,0 20-128,21 20-96,-21-1 0,0 1-160,-21 19 0,21 0-224,0 1 96,-20 19 63,20-19 65,0-1-192,-20 1 96,20-1 64,-20 1-64,1 19-161,19-19 289,0-1 128,0 20-96,19 0 833,-19-19-449,20 19-31,0 1-97,0-21 128,1 21 64,-21-22-95,20-17-129,-20-21-448,0-1 480,0 21-224,0-21 0,0 21 32,0-21 64,0 2-96,0-21 96,0-1 32,0 1 32,0-20 1,0 19-65,0-19 0,0 21 128,0-21 224,-20 0-223,20 0 63,-21 0 32,1 0-64,0 0-63,0 0-161,-19 0-64,19 0-641,0 0-961,-19 0-704,19 0-3299</inkml:trace>
  <inkml:trace contextRef="#ctx0" brushRef="#br0" timeOffset="75807.33">8039 11465 672,'0'0'1409,"0"0"-159,0 0 191,0 0 161,0 0 95,0 0-448,-21 0 1,21 0 127,0-19-128,0 19-96,0 0-128,0 0-416,-20 0-257,20 0-128,0 0-224,20 0-32,-20 0 64,21 0-32,-21 19 32,20-19 0,-20 21-32,20-21 32,-20 19-64,18-19 32,-18 21-32,0-2 32,0 1 0,0-20 32,0 20 32,-18-20 32,-2 20-64,0-20 65,-1 20-65,1-20 32,2 0 0,-23 0 128,21 0-32,20 0-96,-20 20-96,20-20-64,0 0-352,0 0-834,0 0-1248,0 0-2211</inkml:trace>
  <inkml:trace contextRef="#ctx0" brushRef="#br0" timeOffset="77769.42">7463 12539 9288,'0'-21'929,"0"21"-96,0-19 1217,0 19-705,0-20-448,0 20-288,0 0-513,-20 0-160,20 20 128,0-1-128,0 2 64,0 18 0,0 1-32,20-20 0,-1 19-65,1-19 65,0 0 32,21-20 32,-23 0 65,22 0-33,-19 0 0,-1-20-64,-2 0 0,3-19 0,-1 19-64,-20 0 0,0 0-321,0 0-191,0 20-545,0 0 96,0 0 929,0 20 96,0 0 96,0 20 224,20 19 32,0-19-224,-1 19 321,1 1 223,0 0-63,0-20 160,-20 19 32,0-19 127,0 0-31,-20-20-192,0 19-225,-19-19-223,19-20-129,-20 0-64,1 0-256,19 0-353,-1-20-608,1 0-865,0 1-2306</inkml:trace>
  <inkml:trace contextRef="#ctx0" brushRef="#br0" timeOffset="77949.45">7980 12578 6053,'18'0'10698,"2"-20"-10377,1 20-1,-1-19 257,18 19-481,-17-21-481,19 21-1088,-20 0-3332</inkml:trace>
  <inkml:trace contextRef="#ctx0" brushRef="#br0" timeOffset="78093.45">8097 12638 14765,'-18'39'97,"18"-19"255,18-20 1313,3 0-800,-1 0-705,0 0-1185,19 0-1985,1-20-5671</inkml:trace>
  <inkml:trace contextRef="#ctx0" brushRef="#br0" timeOffset="78302.47">8594 12300 16495,'20'-20'-96,"0"20"288,0 0 929,20-20-352,-21 20-449,21-20-224,-20 20-352,1 0-481,-21 0-1761,0 0-4997</inkml:trace>
  <inkml:trace contextRef="#ctx0" brushRef="#br0" timeOffset="78585.48">8634 12300 10153,'-20'19'673,"20"1"192,-20-20 1825,20 21-1249,0-2-1120,0 1-193,0 0 128,20 20-32,0-20-96,0 0-128,20-1-128,-1 21-32,1-20-32,-19 0 0,17 0 96,-18 0 96,1-1 128,-21 1 352,-21 0 513,1 0 128,-18-20-448,-3 20 96,1-20-481,-19 0-320,19 20-128,1-20-1025,-1 0-2339</inkml:trace>
  <inkml:trace contextRef="#ctx0" brushRef="#br1" timeOffset="81363.65">7006 12141 9769,'0'0'224,"-20"0"128,20 0-127,0 0 287,0 0 801,0 0-256,0 0-224,0 20-160,20-20 31,-20 0 33,0 20-64,20-20-225,0 0-64,19 19-159,1 1 63,1-20-128,18 20 96,20 0-480,0 0 673,1 0-417,-1-1 0,-20 1 96,2 1-128,18-2 96,20 21-64,0-21 32,21 22-32,-1 19 32,19-21-224,-19 1 192,1 19-64,-21-19-64,20 19 160,-19-18-96,19-2 64,-20 0 96,19 2 32,-19-1-160,-18-21 0,-22 1 0,1 0-64,-21-20-96,-39 20-96,20-20-705,-40 0-1442,0-20-1985</inkml:trace>
  <inkml:trace contextRef="#ctx0" brushRef="#br1" timeOffset="81789.67">9249 12022 5028,'20'-20'6631,"-20"20"-6343,-20 0-448,0 0 544,0 20 545,-19 0-353,19-20-511,-20 39-33,-19-19 0,19 20 0,-39 0 0,-1 19 0,1-19 128,0 19 224,-1-19 609,-20 19 256,1 2-608,-39 18-417,-1 0-256,-1 21 64,22-20-128,18-1-769,21-19-608,20-1-129,18 1 97,3-21-161,17 1-2113</inkml:trace>
  <inkml:trace contextRef="#ctx0" brushRef="#br0" timeOffset="83912.79">22015 10432 8936,'0'0'1698,"18"0"-353,3 0 449,-1 0-705,0-20-353,19 20-415,-19 0-129,20 0 0,-1 0-32,-19-19-128,0 19-128,0 0-448,0 19-770,-20-19-928,0 0-1345</inkml:trace>
  <inkml:trace contextRef="#ctx0" brushRef="#br0" timeOffset="84496.83">21796 10511 9288,'19'0'-256,"-19"0"96,20 0 224,-20 0-64,0 0 577,0 21 704,0-21-192,0 19-160,0 1-33,0 1-191,0 18-256,0-19-161,20 20-224,-20 19 64,0-19-32,20 19 64,-20 1 64,20 0 1,-20 19-193,21 1 0,-21-1-32,0 1 32,18 19 32,-18 1-32,0-21 64,0 20 64,0 1-32,0 19 64,0-41 1,20 23-65,-20-22-160,0-20 64,21 41 96,-21-40 256,0-1-192,0-19 1,0 0 31,0 0-96,0-1-32,-21 21-32,21-1 64,0-19-96,0 19 0,-20 1-288,20 0 576,-18 0-192,-3-1 321,21 1-1,-20-21-288,20 1-31,0 0 31,0-20 128,20-1 256,-20-19-95,21 20-193,-3-20-192,2 0-64,21 0-128,-3-20-128,3 20-257,-1 0-383,-1 0-418,1 0-351,-1 0-674,-19 0-1536</inkml:trace>
  <inkml:trace contextRef="#ctx0" brushRef="#br0" timeOffset="85557.89">22967 2106 5028,'0'-20'9449,"0"0"-9417,0 1 609,0 19-1,20-20-511,-20 20 63,0-20 416,20 20 129,-20 20-449,0-20 97,0 20-65,0 19-64,0 21-192,-20-1 32,20 1-64,0-1-160,0 2 192,0-22-32,20 20-32,-20 1-32,0-20-192,0-1-224,0-18-417,0-2-833,0 1-800,-20-20-2403</inkml:trace>
  <inkml:trace contextRef="#ctx0" brushRef="#br0" timeOffset="85859.9">22709 2464 15983,'0'0'-161,"0"0"-127,0 39 576,21-19-159,-3 20-1,22-1 160,1 2 32,-23-22-31,23 21-193,-1-21 32,-21 22 32,1-21 192,0-20 97,-20 19 736,20-19-128,0-19-128,19-1-353,-19 0-255,0-20-65,0 0-256,-1 0 0,1 1-353,0 19-63,-20 0-289,0 0-223,0 20-194,20 0-1632,-20 0-3524</inkml:trace>
  <inkml:trace contextRef="#ctx0" brushRef="#br0" timeOffset="88651.07">22570 10492 11915,'-20'-20'384,"0"20"-288,20 0 449,-19 0-417,-1 0-96,20 20-32,-20-1 64,20 2 64,0-2 256,0 22 33,20-22-161,-20 21-128,39-21-64,-19-19 128,0 21 65,20-21 159,-21-21 97,21 21 127,-20-19-31,0-21-129,-20 21-95,0-22-65,-20 22-256,0-2-224,-20 2-161,1 19-255,19 0-385,0 0-1730,-19 19-2273</inkml:trace>
  <inkml:trace contextRef="#ctx0" brushRef="#br0" timeOffset="89054.09">22491 11009 12491,'-20'0'1858,"20"-21"-1826,-21 21 352,1 0 545,20 0-704,-18 0-225,-2 21-32,-1-2 0,21 22-1,0-22-31,21 21 32,-1-20-64,18 20 32,-17-21 32,19-19 160,-21 0 193,21 0 447,-20 0-127,0-19-129,-1-1-31,-19 0-161,0 0 1,-19 0 95,-1 0-320,0 1-128,0-2-128,-19 21-321,19 0-672,-21 0-1473,21 21-3268</inkml:trace>
  <inkml:trace contextRef="#ctx0" brushRef="#br0" timeOffset="89537.12">22430 11465 14477,'-18'0'385,"-2"-19"127,-1 19 801,1 0-928,0 19-353,20 2-64,0-2 32,0 2-32,0-2-193,0 1-95,20 0 0,0 0-65,21-20 33,-3 0 320,-17 0 160,19 0 160,-21-20 289,-19 0 192,20 0 192,-20 1-32,-20-2-97,20 2-223,-39-2-449,19 2-320,-21 19-128,3 0-289,-3 0-1056,21 19-2820</inkml:trace>
  <inkml:trace contextRef="#ctx0" brushRef="#br0" timeOffset="90078.15">22491 11783 10505,'-20'0'3652,"-1"-19"-3428,1 19 64,20 0-95,-18 0-193,-2 0 32,-1 19 32,21 1 32,-20 20 96,20 0 32,0-21-192,20 2 0,1-2-32,-1 0 96,-2-19 0,23 0 577,-21 0-96,19-19 159,-39 0-415,20-2 287,-20-18-416,0 19 481,0-20-449,-20 20-288,1 1-256,-1 19-65,-21-20-575,21 40-994,-18-20-2883</inkml:trace>
  <inkml:trace contextRef="#ctx0" brushRef="#br0" timeOffset="90635.18">22430 12181 16047,'0'0'1441,"-18"0"-1377,-2 0 609,20 19 31,0 1-383,0 0-225,0 0-64,0 20-32,0-21-128,0 1-545,0 1-384,20-2-961,-20-19-2530</inkml:trace>
  <inkml:trace contextRef="#ctx0" brushRef="#br0" timeOffset="91189.21">22371 12578 12748,'-20'0'512,"0"0"1058,1 0 159,19 0-1152,-20 0-545,20 0-64,0 20 32,0-20 32,0 20 0,0 0-32,0-1 32,20 1-32,-1 0-64,1 0-32,0 0 0,1-20 96,-1 20 0,-2-20 0,2-20 96,1 0 192,-1 0 64,0 0 97,-20 0-193,0-19-288,-20 39-224,0-20-513,-1 20-865,1 0-1441,2 0-4035</inkml:trace>
  <inkml:trace contextRef="#ctx0" brushRef="#br0" timeOffset="91350.22">22471 12796 17264,'-41'21'1025,"23"-1"-2402,18-20 127,-20 0-896,20 0-3139</inkml:trace>
  <inkml:trace contextRef="#ctx0" brushRef="#br0" timeOffset="91494.23">22450 12936 17232,'-20'20'-160,"20"-20"-705,0 0 897,0 0-1826,0 0-5285</inkml:trace>
  <inkml:trace contextRef="#ctx0" brushRef="#br0" timeOffset="91947.25">22491 13194 13933,'0'59'352,"-20"-39"-352,20 1 64,0-2-96,0 1-256,20-20-513,0 0 96,-20 20 257,19-20 320,1-20 256,0 20 801,-20 0 865,20-20-33,-20 20-480,0-19 225,0 19-513,-20-21-481,20 21-288,-20 0-512,0-20-545,20 20-1313,-19-19-4420</inkml:trace>
  <inkml:trace contextRef="#ctx0" brushRef="#br0" timeOffset="92718.3">22987 10472 10153,'-20'-20'1570,"0"20"640,20-20-353,-19 20-351,19 0-513,0 0-385,19-20-319,21 20 159,19 0-256,-19 0-96,0 0-96,-1 0 0,1 20-32,-1 0-64,-19 20 32,1 0 128,-21 20-32,0-1-32,-21 20 64,21 21-64,-20-1 32,20 20-64,-18 1 96,-3-1-128,1 19-256,20 2 0,-20-1-65,-19 20-191,19-40 159,0 0 129,20 0 192,0-20 320,-20-39 1346,20 20-1314,0-40-64,0 19 641,20 21-929,-20-1 608,0 0-384,0 1-31,0 0-290,0-21 514,0 1-321,-20-20 64,20 19 0,-20-39 0,-19 20 32,19-21 32,0 1 0,0-20 32,-19 0 65,19 0-193,0 0 64,-1-20-256,-17 20-1,17-19-223,1-1-193,0 0-95,2 20-33,-3-20-800,1 20-1570,0 0-6022</inkml:trace>
  <inkml:trace contextRef="#ctx0" brushRef="#br0" timeOffset="93086.32">23483 12360 4932,'0'0'7239,"0"-21"-6086,-20 21 1345,20 0-191,0 0-994,0 0-865,0 0 129,20 0-97,0 0-255,20 0-65,19 0-96,-18 0-96,18 0-64,0 0-609,1-20-704,-40 20-930,-1 0-2273</inkml:trace>
  <inkml:trace contextRef="#ctx0" brushRef="#br0" timeOffset="93389.34">23582 12141 14253,'-20'20'96,"20"-20"288,-19 20 738,19-20-642,-40 19-384,20 1-32,-20 20 128,1 0 129,19-1 191,0-18 33,-1 18-129,21-19-96,21 20-31,-21-20-161,40 0-96,-20-20-32,19 19 0,1 2-673,0-21-832,-21 0-1666,1 19-6887</inkml:trace>
  <inkml:trace contextRef="#ctx0" brushRef="#br0" timeOffset="94585.4">22491 12956 8584,'0'0'1761,"0"0"-608,-20 0 961,20-20-416,-21 20-32,21 0-353,-20-20-641,2 20-575,-2 0-129,-1 0-33,1 0-95,20 0 64,-20 20 64,20 0-64,20 0 32,-20-1 128,41-19 0,-21 20-32,18-20 0,-17 0 0,19-20 0,-21 20 32,1-19-128,-20 19 449,0-20-385,0 0-64,0 0-513,-20-1-576,1 21-2274,-1 0-5382</inkml:trace>
  <inkml:trace contextRef="#ctx0" brushRef="#br0" timeOffset="94801.42">22511 13194 14862,'0'20'-417,"0"-20"-1120,0-20 1216,0 20-896,0 0-5861</inkml:trace>
  <inkml:trace contextRef="#ctx0" brushRef="#br0" timeOffset="94938.43">22491 13273 10570,'0'21'-513,"0"-21"-1697,0 0 2402,0 0 128,0 0-736</inkml:trace>
  <inkml:trace contextRef="#ctx0" brushRef="#br0" timeOffset="95342.45">22491 13512 15214,'-20'0'1153,"20"0"0,0 0-352,-21 0-64,1 0-449,2 0-224,18 0-64,-20 20-160,-1-20-129,21 20-95,-20 0 96,20 0-161,0-1-127,20 1-97,1-20 193,-1 20 256,-2-20 159,2-20 162,21 20 255,-21-20 160,19 1 161,-19-1-96,-20 20 287,0-20-191,0 0-673,-20 0-416,20 20 352,-39 0-577,19 0-448,0 0-1473,-21 0-5702</inkml:trace>
  <inkml:trace contextRef="#ctx0" brushRef="#br0" timeOffset="95891.48">21934 13214 8968,'20'0'-384,"-20"0"-834,-20 0 738,20 0-64,0 0-257,0 0 288,0 0-1056,0 0-385</inkml:trace>
  <inkml:trace contextRef="#ctx0" brushRef="#br0" timeOffset="96035.49">21954 13194 3619,'-20'0'352,"20"0"-2498</inkml:trace>
  <inkml:trace contextRef="#ctx0" brushRef="#br0" timeOffset="96331.5">21954 13194 1153,'41'-20'3907,"-41"20"-960,20 0-1409,-20 0-546,0 0-95,0 0-128,-20 0 32,20 0-129,0 20-159,-20 0 63,20-20 97,0 20-32,0-1-353,0 1-128,0 20 96,-21-20-63,21 19-1,0 2 0,-20-1-128,20-1 32,-18 1 96,18-20 65,0 20-33,0-21-96,0 1 128,0-20-64,18 20-352,23-20 0,-21 0-224,18 0-769,3 0-897,18-20-865,-19 20-4676</inkml:trace>
  <inkml:trace contextRef="#ctx0" brushRef="#br0" timeOffset="96828.53">22908 13194 1473,'20'-20'160,"-20"20"609,0 0 3267,0 20-961,0-20-1154,0 20-832,0 0-544,0-1-321,0 1-192,0 20 32,0-20 0,0 19-128,-20-18-96,20 18 0,0 1-96,0 0-257,0-20 161,0 20-289,0-1-736,0 1 928,20-20 385,-20 0 641,19 0 960,-19-1 33,0 1 512,0-20-160,0 0-449,-19 0-192,19-20-192,-20 20-160,0-19-576,-21 19-418,23 0-127,-2-20-512,-21 20-738,3 0-1408,17 20-3172</inkml:trace>
  <inkml:trace contextRef="#ctx0" brushRef="#br0" timeOffset="106279.07">535 7014 2274,'-20'20'1569,"0"-20"-384,20 0 929,-21 0 321,3 20-257,18-20-289,0 0-383,0 0-257,0 0-256,0 0-256,0 0-321,0 0 129,0 0-385,18 0 128,23 0-224,-21 0-64,19 20 32,1-20-256,0 0-417,-1 0-95,1 0-514,-1 0-703,1 0-1250,-19-20-2883</inkml:trace>
  <inkml:trace contextRef="#ctx0" brushRef="#br0" timeOffset="106566.09">713 6955 2690,'-40'0'5958,"21"0"-6022,19 0 320,0 0 1538,19 0-289,-19 0-576,20 0-673,20 0-192,-20 0 64,-1 0 0,21 19 33,-19-19-1,-1 20-32,-2 0-32,2 0 0,1 0 32,-21 0 128,0-1 225,0 2-1,-21-2-127,21 2-129,-20-2-64,2 1-128,18 0-224,-20 0-609,-1 0-800,21-1-1955</inkml:trace>
  <inkml:trace contextRef="#ctx0" brushRef="#br0" timeOffset="107411.14">535 7868 7879,'-40'20'512,"19"-20"930,3 0 832,-2 0-288,20 0-609,0 0-480,0 0-385,20 0 129,-20 0-128,18 0-385,3 0-32,-1 0-128,0 0 96,19 0-32,-19 0-128,0 0-321,0 0-479,0 0-1154,-20 0-1057,19 0-1794</inkml:trace>
  <inkml:trace contextRef="#ctx0" brushRef="#br0" timeOffset="107713.16">634 7789 11370,'-20'0'-128,"20"0"-769,0 0 1186,0 0 1024,0 0-416,20 0-353,0 0-256,-1 0 97,1 0 127,0 0-31,20 20-225,-21-20-128,1 20-32,0-20 0,-20 20-64,21-1 32,-21 1 129,20-20 63,-20 20 0,0 0-32,-20 0-128,20 0 32,-21-1-128,1 2-192,0-21-256,1 20-705,-1-1-1314,0 1-2177</inkml:trace>
  <inkml:trace contextRef="#ctx0" brushRef="#br0" timeOffset="119339.82">6966 9140 6149,'-19'0'897,"19"0"-288,0 0 448,0 0 384,0 0-64,0 0 33,0 0-577,0 0-321,0 0-32,0 0-63,0 0-97,0 0 97,0 0 31,0 0-96,0 0 65,19 0 63,-19 0-63,20 0-225,0 0-32,0 0 32,0 0-64,19 0 32,-19 0-64,0 0-160,1 0 96,-1 0 0,-2 0-32,2 0-32,21 0 193,-21 0-193,19 0 64,1 0-64,-1 0 32,1 0 0,0 0 64,-1 0-32,1 0-96,-1 0 96,1 0-32,1 0 32,-2 0-32,1 0 0,-1-19-32,21 19 96,-20 0-96,-1 0 64,1 0-32,-1 0-32,2 0 32,-1 0 0,-1 0-32,1 0 0,-1 0 160,21 0-224,-21 0 96,21 0-96,-1 0 160,-18 0-64,17 0-64,3 0-33,-22 0 129,21 0-96,-1 0 64,-19 0-32,-1 0 32,22 0 0,-23 0-32,3 0 32,18 19 0,-19-19-64,19 0 64,1 0 32,-1 0-32,2 0 0,18 0 0,-20 0 64,1 0-32,-21 0 32,21-19-64,-1 19 97,2 0-386,-2 0 706,20-21-353,-19 21-64,-1 0 96,0-19 0,1 19 0,-1 0 32,2 0-64,-2-20 192,20 20-31,-19 0-33,19 0-32,-20 20-192,-18-20 96,17 19-64,-17-19 64,-1 21-192,-1-21 160,-19 19-128,20-19 0,-21 0 0,1 0-193,0 0-351,0 0-321,0 0-224,-1 0-609,-19-19-3042</inkml:trace>
  <inkml:trace contextRef="#ctx0" brushRef="#br1" timeOffset="125201.16">812 2820 6117,'-20'-19'1506,"20"19"-321,0 0 64,0 0-320,0-19 192,0 19-160,0 0-353,0 0-223,0 0-129,0 0-64,0 19-32,0 0-160,0 22 32,20-21-32,-20 39 0,0 1-32,0-1 0,0 2-64,21 18 0,-21 0-32,0 1 128,0-1-96,0 1 224,0-1-96,0 21 64,-21-1-32,21 0 64,-20 1-64,20-1 97,0 0 31,0 0-32,0 1-32,-20-1 0,20 1-32,0-1-32,0 1 0,20-1 0,-20-19-128,0-1 64,20 0 32,1-19 0,-21 20 0,20-20 1,-2-2-33,-18 3 32,20-2-64,1 1 32,-21-21-33,0 1 33,0 20 0,0-21 0,0 2 33,0-2-33,0-19-33,20 20 1,-20-20-64,0 19-64,0-19 64,0 0-32,0 0 0,0-20 96,0 20 32,0-20 0,20 19 0,-20-19 32,0 0-64,0 20 32,0-20-64,0 0-64,19 20 64,-19-20 32,0 0 32,0 0 96,0 0 32,20 0 32,-20 0-160,0 0 64,20 0-64,-20 0 0,20 0 32,0 0-32,-1 0 64,1 0-32,0 0 64,0 0-64,0 0 0,-1 0-64,1 0 32,0 0-32,0 0 32,1 0 0,17 0 32,-18 0-32,1 0 32,19 0-32,-21 0 32,1 0-32,20 0 32,-20 0 0,-1 0 0,21 0-32,0 0 0,-21 0 0,21 0-32,19 0 64,-18 0-32,-1 20 0,19-20 0,-19 0 32,-1 0 0,1 20-32,-1-20 32,1 20-32,21-20 0,-23 0 65,23 0-33,-2 0-32,0 0 0,1 0-32,-1 0 64,2 0-64,-23 0 32,23 0 0,-2 0-32,-19 20 32,19-20 32,-19 0-32,-1 0 32,1 0-64,1 0 0,17 0-1,-17 0-31,18 0 32,-19 0 32,-1 0 0,1 0 0,19 0 0,-19 0 0,19 0 0,2 0 0,-2 0-64,-19-20-64,19 20-64,0 0 64,-19-20 128,19 20-32,-19 0 32,21 0-32,-2-20 64,0 20-32,1 0-32,-1 0 32,20-20 0,-19 20 0,20 0-192,-22 0-225,23-20 193,-2 20 192,-20 0 32,2 0 0,18 0 32,-21 0 0,23 0 64,-22 0 0,0 0-64,22 0 32,-23-20-32,22 20-32,-20 0 0,19 0 0,-20 0 0,1 0 0,20 20 0,-22-20 96,3 0 33,-2 0 95,-19 0-32,19 0-96,-19 0-32,-1 0 0,1 0 0,1 0 0,-23 0 0,2 0-64,1 0 64,-1 0 1,0-20-1,-20 20-32,0 0 0,19 0 192,-19 0 0,0 0-96,0 0-96,0-19-32,0 19-96,0-20-64,0 0-96,0 0 32,0 0 95,0 0 129,20 1 0,-20-22 64,0 22 33,0-20 63,0-2-128,20 2 96,-20-21-96,0 0-32,0 1 0,0-1 32,0 1-32,0-21 32,0 20 32,0-18 0,0-3 0,0 22-64,0-21 64,20 1-192,-20-21 576,0 21-159,0-20-129,0 19-32,20-19-64,-20 0-96,19-1 96,-19 1-96,20 0-96,0-1 96,-20 0 96,20 1-32,0 20 0,1-1 0,-3 20-32,2-19 64,-20 39-96,0-19 96,0 19-32,0 0 0,0-19-96,-20 18 32,20 2-64,0-1-32,0 0 32,0 21 96,0-21 0,0 20 96,0 0 64,-18 20 128,18-20-192,0 20 1,0 0-129,-21 0-33,21-19 97,0 19-32,0 0 0,0 0 0,-20 0 0,20 0 0,0 0 0,0 0 97,0 0-97,-20 0 0,20 0 64,-20 0-96,20 0 96,-20 0-64,1 0 64,-1 0-32,-20 0-96,20-20 96,-19 20 32,-22 0-128,23 0 32,-23-20-225,2 20 514,0 0-289,-21 0 32,21 0 96,-20 0-128,0 0 0,-22 0 32,2 0 96,20 0-192,-21 20 96,21-20 0,-20 0 0,0-20-32,0 20 128,20 0-192,-21 0 160,1 0-96,-20 0 0,19 0 64,1 0-64,0 0 32,-20 0-128,19 0 31,-19 0-127,20 0 64,-21 0 0,1 0 160,1 0 0,-1 0 32,-1 0 0,21 0 96,0 0 0,-20 0 0,-1 0-96,1 0 97,1 0-162,19 0 33,0 0 0,18 0 0,2 0 65,0 0 31,-40 0-64,19 0 64,-39 0-128,21 0 64,19 0-32,-2 0 0,22-20-32,0 20 32,0 0-865,18-20-2306,2 20-10282</inkml:trace>
  <inkml:trace contextRef="#ctx0" brushRef="#br1" timeOffset="130986.49">12564 9140 2306,'0'0'256,"0"0"128,0 0 865,0 0-256,0 0-416,20 0-97,-20 0 321,0 0 128,0 0-32,0 0-64,20 0-1,-20-19-127,0 19-192,20 0 31,1 0-127,-3 0-321,2 0 0,0 0-64,1 0-64,17 0-32,-17 0-32,19 0-97,0 19 33,-1-19 32,21 0 32,-21 0 32,22 0 0,-2 0-32,-1-19 0,3 19 96,-2 0 0,1 0 0,-1 0 0,0 0 32,2 0 32,-3 0 64,23 0 0,-22 0 128,0 0-160,1 0-96,-1 0-32,20 0-32,-18 0-256,-2 0 64,20 0 64,1 0 128,-21 0 64,20 0-33,2 0 33,-2 0 33,0 0 63,0 0 128,20 0-32,-19 0-32,0 0 64,-1 0-224,0 0 0,-20 0-64,2 0 0,-2-21-128,1 21-64,-1 0-161,20 0 97,-19 0 224,-1 0 32,20 0 64,2 0 32,-22-19 128,0 19-96,22 0-64,-23 0 64,3 19-256,18-19-192,-20 0-161,20 0 257,-19 0 160,19 21 128,1-21 32,-1 0 448,1 0 481,-1 0 96,0-21-480,-18 21-481,-2 0-128,0 0-160,-19 0-481,0 0-672,-21 0-929,-19 0-5542</inkml:trace>
  <inkml:trace contextRef="#ctx0" brushRef="#br1" timeOffset="138209.9">10778 6001 6790,'0'0'1409,"0"0"225,0-20 736,0 20-704,20 0-770,-20 0-447,0 20 127,20-20-95,-1 20-33,1 19-31,20-19-65,-20 20-128,19 0-96,-19 0-32,21-1-96,-23-18 0,2 18-64,1-19-352,-1-20-128,-20 19-513,20-19-449,-20 0-832,-20 0-929</inkml:trace>
  <inkml:trace contextRef="#ctx0" brushRef="#br1" timeOffset="138584.91">10837 6319 4099,'0'0'1538,"0"0"-481,-19 0 993,19 0-865,0 0-480,0-20-129,-20 0 1,20 1-129,0-2-64,-20-18 385,20-1-64,-20 20-353,20-20-256,0 20 353,0-20 255,-20 21-319,20 19-321,0-20 0,0 20-64,0-20-64,20 20 32,-20 0-32,0 0 64,20 0 32,-20 0 0,20 0 0,0 20-64,-1-20-865,21 0-1762,-20 0-3843</inkml:trace>
  <inkml:trace contextRef="#ctx0" brushRef="#br1" timeOffset="139262.96">12724 5961 6694,'-21'0'4388,"21"0"-3747,0 0 1665,0 0-1089,0 20-641,21-20 193,-1 20-192,-2 19-289,3-19-192,19 20 32,-20-20-128,19 20 32,-19-21-128,0 2-160,0-2-160,0-19-257,-20 20-576,19-20-961,-19 0-2563</inkml:trace>
  <inkml:trace contextRef="#ctx0" brushRef="#br1" timeOffset="139600.97">12744 6200 5861,'-20'0'3043,"20"0"-2979,0 0 1762,0-21 832,-21 21-768,21-19-673,0 19-544,0-20-417,0 0-160,0 0 32,0-20-96,-20 20 128,20 1 65,0-1-33,0 0-96,0 0-192,0 0 160,0 0-64,0 20 0,20-19 64,-20 19-128,21 0 192,-1 0-64,-2 0 128,23 19-160,-21-19 64,0 0-128,19 20-64,-19-20-288,0 0-161,-20 0-672,20 0-1281,-20 0-3332</inkml:trace>
  <inkml:trace contextRef="#ctx0" brushRef="#br1" timeOffset="140136.01">10857 5961 9577,'-20'0'2306,"20"0"-513,0 0 578,0 0-1154,0 0-929,20 0 385,0 0 63,0 0-351,19 20-97,-19-20-96,21 0-96,-3 0-64,-18 0-544,1 0-897,-1 0-2147,-20 20-7270</inkml:trace>
  <inkml:trace contextRef="#ctx0" brushRef="#br1" timeOffset="140778.04">10083 6577 864,'0'0'-736</inkml:trace>
  <inkml:trace contextRef="#ctx0" brushRef="#br1" timeOffset="141730.1">10083 6577 1825,'-20'0'3363,"20"0"-1120,0 0-546,0 0-255,0 0-418,-20 0-319,20 0-96,0 0 127,0 0-95,0 0-32,0 0-97,0 0-63,0 0-161,0 0-128,0 0-64,0 0 96,20 0 0,0 0-96,1 20 1,-3-20-65,22 0 32,1 0-64,-2 21 32,1-21-32,-1 0 0,21 19-128,-20-19-33,-1 0-95,-19 0 0,21 0 128,-41-19 96,18 19 32,-18 0 32,0 0 64,0 0 0,0 0 32,0 0-32,0 0 0,0 0-96,0 0 32,0 0 0,0 0 0,0 0-64,0 0 96,0 0 0,0-21-31,0 21-1,0-20 0,0 0 32,0 0-32,0 0-32,0 1 0,0-1-96,0-20-97,0 0 97,0 21-32,0-22-96,0 2 160,0 0 96,0 18-32,0-18 0,0 18 0,0-18 32,20 19-32,-20 20 32,0-20-32,0 0 0,0 20 32,0-20-32,0 20-32,0-20 0,0 20 0,0 0 32,0 0-32,0 0-32,0 0-32,-20 0 64,20 0 0,-18 0 32,-3 0 32,1 0 0,0 0-32,-19-19 0,-1 19 64,0 0 0,1-20-32,-1 20-32,-19 0 0,18 0 32,1-20-32,22 20 0,-3 0 0,1 0-96,0 0 0,0 0 96,20 0 0,0 0 0,0 0-32,0 0 0,0 0 64,0 0-64,0 0-32,-19 0 128,19 20-160,0-20 64,0 20 0,0-1-33,0 1 1,0 0 32,0 20 32,0 19 0,0-19-32,0 20 32,0-1-32,0 1 64,0 0-64,0-20 64,19-1 0,-19-19-32,0 20 0,0-19-96,0-21-833,0 19-1281,20-19-5477</inkml:trace>
  <inkml:trace contextRef="#ctx0" brushRef="#br1" timeOffset="142904.17">12426 6040 1729,'20'-19'1442,"-20"19"415,0 0 257,19 0 128,-19-20-64,0 20-384,-19 0-1057,19 0-353,-20 0 97,0 0-289,0 20-128,-19-20-64,-1 0 32,-1 0-96,3 0 32,-23 19 32,22-19 64,-21 0 32,41 0-64,-21 0-32,20 0 0,0 0-128,20 0 64,0 20-64,0-20 64,0 0 32,20 20-32,-20-20-33,0 20 1,0-20 96,0 20 0,0 0 0,0 0 0,0-1 0,0 21 0,0-20-128,-20 1-32,20 18 0,0-19 128,0-1 32,-21 2 64,21-1 96,0-20 96,0 19-31,0-19-65,0 20-160,0-20 32,0 20-64,21 0 32,-21-20-32,20 20 32,-20-20-64,20 20 64,0-20 32,0 0-32,-1 19 0,1-19 0,0 20-128,20-20-33,-1 0 1,2 0-128,-3 20-289,3-20 161,-1 0 224,-1 0 160,-19 0 0,20 0 32,-21 0-32,21 0 64,-20 0 0,0-20 32,-1 20 128,1-20 0,0 20-128,-20-19 64,20-1 257,-20 0 191,0 0 97,0 0 64,0 0-161,-20-19-95,20-1-97,-20 0-64,0 0 225,20 1 224,-19-1-225,19 0-224,-20 0-159,20 20-129,0 0-225,0 20-671,0 0-1667,0 0-5092</inkml:trace>
  <inkml:trace contextRef="#ctx0" brushRef="#br1" timeOffset="144427.26">18937 6080 7751,'0'-20'2242,"0"20"-544,0 0 704,0 0-1153,0 0-865,21 20 289,-21-20 192,18 20-417,2 20-159,0-20-193,1 20-64,-1-21-32,19 22-160,-19-22-257,0 21-384,0-21-256,-20-19-480,19 0-1378,-19 0-3939</inkml:trace>
  <inkml:trace contextRef="#ctx0" brushRef="#br1" timeOffset="144722.27">18858 6299 12972,'-20'0'288,"20"0"993,0 0 225,0 0-866,20-20-351,-1 1-1,-19-2 96,20 1-63,-20-20-257,20 21-96,-20-21 64,0 20-321,0 0-191,0 0 192,-20 20 288,20-20 64,0 20-64,0 0-257,20 20 257,0-20 161,1 20-33,17-20-96,3 0-32,-3 20-32,-17-20-289,19 0-447,-20 0-994,-20 20-2498</inkml:trace>
  <inkml:trace contextRef="#ctx0" brushRef="#br1" timeOffset="145227.29">20288 6100 12043,'0'0'1185,"0"20"-961,0-20 1538,18 20-993,3 0-417,-1-1-224,20 2-96,-21 18-32,21-18-288,-20-2-577,0 21-672,-1-40-129,1 19-1537,-20 2-4484</inkml:trace>
  <inkml:trace contextRef="#ctx0" brushRef="#br1" timeOffset="145537.31">20268 6260 12011,'0'0'256,"0"0"385,0 0 1505,0 0-1089,0 0-385,0 0-127,0-21-193,0 1-96,0-20-95,0 21-33,0-1-32,-21-20-64,21 20-96,-20 0 0,20 0 96,0 1 64,0 19-64,0 0 64,0 0 0,20 0-64,-20 0 160,41 0-32,-23 19-192,3-19 64,19 0-256,-20 20-544,-1-20-898,1 0-2498</inkml:trace>
  <inkml:trace contextRef="#ctx0" brushRef="#br1" timeOffset="146130.34">21478 6060 128,'21'0'13484,"-21"0"-13388,0 0 1442,18 0-97,2 20-832,-20 0-257,20-20 129,21 20-33,-23 0-160,23 0-63,-1-1-225,-1 2-32,-19-2-193,20-19-223,-21 0-321,1 20-544,-20-20-1249,0 0-1795</inkml:trace>
  <inkml:trace contextRef="#ctx0" brushRef="#br1" timeOffset="146489.37">21537 6260 12075,'0'19'2434,"0"-19"-2626,0 0 1313,0 0 545,0 0-1154,0 0-95,0-19 63,0 19-320,0-21-160,0 1 64,-20-20-32,2 21 32,-3-1-64,21-20 257,-20 20-129,20-20 256,0 21-352,0-1 513,0 20-449,20-20 0,1 20 0,-3 0-96,22 0 0,-19 0 0,17 0 32,3 20-64,-1-20 32,-21 0-96,21 0-160,-20 20-417,0-20-544,-20 0-961,0 0-2627</inkml:trace>
  <inkml:trace contextRef="#ctx0" brushRef="#br1" timeOffset="148040.46">18500 5941 4900,'-20'0'1762,"20"0"-545,0 0-416,-20-20-225,20 20-319,0 0-1,-19 0 512,19 0-63,0-19-513,-20 19-96,20 0 1,-20 0 31,20 0 160,-20 0 96,0 0 97,1 0 95,-1 0-287,0 0-193,0 0-96,-1 0-64,-17 19 0,-3 1 31,21-20 1,-19 20 32,-1 0 0,20 0 0,-19 19 0,19-19-64,0 0 64,0 0-96,1 0 96,19 20 32,0-21 32,0-19 193,0 21-65,0-2-128,-20 1-32,20 1-32,0-2 0,0-19 0,0 20 0,20-20 32,-20 0-32,19 0-64,-19 0-96,20 0 64,-20 0 0,20 0 96,-20 0-32,0 0 32,0 0 64,0 20 64,0-20 32,0 0-64,20 0 128,-20 19-64,0-19-64,0 21-96,0-21 0,0 20 0,0-20 0,0 19 0,0 1 0,0 0 32,20 0-64,-20 0 32,0 19-160,19-19-64,1 20-288,0-20-129,0 1-64,1-2 161,17 0 63,3 2 353,-3-21 160,3 0 64,-1 0-32,19 0 97,0-21 95,1 2 32,-1 19 32,-18-19-192,18-2-96,-19 1 97,-20 0 191,19 0 192,-19 0 97,-20-19 128,20 19 31,-20-20 1,0 1-96,0-2-257,-20-18-160,20 19 97,-20 1 95,1-1 225,-21 0-321,20 20-160,-19 0-160,19 0 64,-21 0-256,21 20 64,0-19-384,2 19-449,-3 0-1409,21 0-3524</inkml:trace>
  <inkml:trace contextRef="#ctx0" brushRef="#br1" timeOffset="149043.51">19970 6040 5637,'-20'-19'833,"0"-1"1473,-21 20-673,3 0-480,-3 0 65,-18 0-482,19 0-576,-19 0-63,19 0 63,1 20-128,19-20-64,0 0 0,20 19 0,0-19-32,0 20 64,0-20 96,20 20 160,-20-20-32,20 20-192,-20 0 32,19 0-64,-19 0-32,0 20 0,20-21 0,-20 22-32,-20-2 0,20 0 32,0-18-96,0 18 0,-19 1 192,19-20 0,0 0 64,-20 0 192,20-1-96,0-19-127,0 20-1,20-20-32,-1 20 32,1 0-96,0-20-64,20 20-32,-1 1-32,1-21-193,-1 19 1,22 0-225,-3-19-287,3 0 63,-2 0 320,-19 0 353,-1 0 96,21 0 32,-41-19 65,21 19 319,-20-19 225,-20-2 159,21-19 578,-21 20-321,-21-19-193,21-1-191,-20 0-321,20-19-127,-20 19-33,20-19-192,-20-1 160,20 20 288,-19 20 65,-1-20-193,20 20-224,0 20-128,-20-20-352,20 20-1122,20 0-1569,0 0-2434</inkml:trace>
  <inkml:trace contextRef="#ctx0" brushRef="#br1" timeOffset="149995.57">21201 6001 5381,'19'0'64,"1"-20"1729,-20 20 642,20 0-1026,-20 0 513,0 0 320,0 0-737,-20 0-1184,0 0-385,-19 20-225,-2-20-223,-17 20-33,17-1 257,-18-19 160,-1 20 128,21-20 0,-1 0 0,-1 20 0,23-20 64,-2 0-128,20 20 64,0-20-32,0 20 128,0 0-32,20 0-64,-20-1-64,18 21-32,-18-20 96,0 20-32,0-20 32,0 19-32,-18 2 32,18-2 0,0 1 0,-20 0 0,20-21 0,0 21 32,0 0 0,0-19 0,0-2-32,0 0-32,0-19 128,20 21 0,-2-21-64,3 19-128,-1-19 64,0 0-192,19 0-225,1 21 1,0-21-129,19 0-223,-18 0-321,-3 0 32,3 0 448,-1 0 513,-1 0 128,1 0 32,-20 0 352,-1 0 609,1-21 224,0 21 97,0 0-322,0-19-287,-1-2-96,-19 21-193,20-19 161,-20-21 320,0 20-385,0-20 65,0-19-193,-20-1-96,1 1-224,-1-1 225,0 0-161,0 0-64,0 21-64,1-1-32,-1 20-225,0 20-992,0 0-2755</inkml:trace>
  <inkml:trace contextRef="#ctx0" brushRef="#br1" timeOffset="153984.79">5358 5623 11018,'-39'0'897,"39"0"480,0 0-928,0 0-482,19 20 706,21 0 288,21-20-64,-2 21-353,20-2-159,20 1-161,20 19-32,1-18 128,18 18-31,1-19-161,1 20-64,-2-20-64,1-1-32,-20 1-64,-19 0-32,-21 0-65,-20-20-63,-19 20 0,0-20 0,-40 0-289,0 0-127,-20 0-257,0 0-2402,-20 0-3716</inkml:trace>
  <inkml:trace contextRef="#ctx0" brushRef="#br1" timeOffset="154517.81">5319 5762 6662,'0'21'769,"-20"-21"-97,20 20 930,0-20-1,0 0-95,0 19-513,0-19-257,0 0-31,0 0-225,-20 0 225,20 0-224,-20 0-225,20-19-32,-20-1-64,1-1-64,-21-18 160,20 0-127,-1 18-97,-17-19 32,17 1-96,-19 19 256,22 0 481,-3 0-385,1 0 224,20 20-63,0 0-321,0 0-32,41 0-32,-3 0 0,41 0-64,2 0-32,18 0 0,-20-20-96,21 20-128,-21 0-449,0 0-63,-19 0-225,-21 0-545,-19 0-1729,0 0-8872</inkml:trace>
  <inkml:trace contextRef="#ctx0" brushRef="#br1" timeOffset="161525.23">7383 10055 4932,'-19'0'609,"19"0"-705,0 0 160,0 0 769,0 0 672,0 0-96,0 0-896,19 0-129,1 19 65,-20-19 159,20 0-95,0 0-97,19 0-32,-19 0 33,20 0-257,-1 0-64,22 0-64,-2 0 32,1-19-64,19 19 0,-20 0 32,22 0 0,-22 0 128,20 0-64,0 0 129,20 0-97,-19 0-32,0 0-64,19 19-32,-20-19 32,20 0 0,20 0 0,-19 20-32,-1-20 32,20 0 0,-20 21 64,21-21 0,-21 19-64,0-19-64,21 20 64,-21-20 0,19 0-32,1 0 0,21 20 32,-21-20-32,0 0 0,19 0 0,2-20 32,-21 20-32,19 0 64,2 0-32,-1 0-32,-1-20 0,2 20 0,18 0 32,-19-19-32,20 19 0,0 0 0,-1-21-32,-18 21 32,18 0 0,2-20 64,-22 20-64,21 0 0,0 0 0,-20 0 0,19 0 32,-18 0-64,-1 0 32,-1 0 0,2 0-32,-2 0 32,1-19 32,-19 19 0,-1 0 65,-40-20 287,0 20-288,-18 0-96,-23 0-673,-17 0-2626</inkml:trace>
  <inkml:trace contextRef="#ctx0" brushRef="#br1" timeOffset="186031.64">18520 6974 3651,'21'0'5093,"-21"0"-4068,0 0 993,0 0 160,0 0-1185,0 0-64,0 20 63,0 0-255,18 0-128,-18 20-97,0 0-31,20 0-161,-20-1-160,0 21-64,0-21-96,0 1 32,20 0-64,-20-21-192,0 1-288,0 0-129,21 0-256,-21-20-704,0 0-930,0 0-1377</inkml:trace>
  <inkml:trace contextRef="#ctx0" brushRef="#br1" timeOffset="186413.66">18381 7332 4772,'0'0'5573,"0"0"-5188,0 0 1312,0 0-63,0 0-609,0 0-289,0 0-63,0-20-224,0 20-225,20-20-32,-20-19-96,0 19-32,20-20-32,-20 20-32,20-20 0,-1 0-32,-19 21 64,20-21-32,-20 20-32,20 0-192,0 20 512,-20-20-256,21 20 64,-21 0-288,18 0 544,-18 20-352,20-20 32,0 20-320,1 0 544,-1-20-224,19 20-32,-19 0-32,0-1-576,0-19-801,0 0-1538,-20 0-5830</inkml:trace>
  <inkml:trace contextRef="#ctx0" brushRef="#br1" timeOffset="187971.75">16913 6836 4804,'0'-20'128,"0"20"1890,0 0 96,0 0-833,0 0 33,0-20 223,0 20-512,0 20-705,0-20 257,0 20 288,0-1-129,0 21-191,0 0-257,0-1 0,0 1-95,20 0-161,-20-1 32,0 1-96,18 0-257,-18-20-159,0 0-417,21-20-512,-21 0-1250,0 0-3587</inkml:trace>
  <inkml:trace contextRef="#ctx0" brushRef="#br1" timeOffset="188347.77">16753 7034 10826,'-20'0'897,"20"0"-993,0 0 1569,0 0 192,0 0-1088,0 0-161,0 0-191,20-20-161,-20 0-64,20 0-192,-20-19 127,20 19 65,-20-20 0,20 1-32,-20 19 96,19 0 161,-19 0-65,20 0 32,-20 0 32,20 20 225,1-19-129,-1 19-192,0 0 64,-20 19 0,18 1-127,3 0 31,-1-20-32,0 20-64,19 0-417,-19-20-800,0 20-1570,0-20-7334</inkml:trace>
  <inkml:trace contextRef="#ctx0" brushRef="#br1" timeOffset="212674.16">1090 8386 160,'0'-21'288,"20"1"673,-20 20 801,0 0 31,20-19-832,-20 19-416,0 0 223,0-20 482,0 20 319,0 0-32,20 0-95,-20 0-97,0 0-192,0 0-256,0 0-160,-20 0-257,20 0-31,0-20-257,-20 20-64,20 0 32,-20 0-96,20 0-224,-20 0 0,1 0-96,-1 0 31,-20 0 257,20 0-160,1 0 32,-1 0 64,0 20 32,-1-20 0,1 0 0,20 0-32,-18 0 0,18 0-64,0 0-96,0 20 192,0-20 0,0 19 0,0-19 0,0 41 0,0-22 32,0 21-32,0 0 0,0-1 0,0 21 0,0 0 0,0-1 0,0 21 32,0-1-32,0 0 32,-20 1 64,20 20-32,0-21-32,0 20 32,-21-19 0,21-1 96,-20 1-288,20-20 128,0-1 96,-20 1-64,20-20-64,0-1 64,0 1 0,0 0 97,20-21 95,-20 2-64,20-2 64,1 1-96,-1-20 0,18 20 33,3-20-129,-2 20-417,-19-20-255,20 0-802,-1 0-4131</inkml:trace>
  <inkml:trace contextRef="#ctx0" brushRef="#br1" timeOffset="-194558.3">1308 11684 11915,'-38'40'-192,"38"-20"224,0-20 128,0 0 1313,0 0 385,0 0-801,0-20-288,18 20-321,-18-20-128,20-20-127,1 1-1,-1-1-160,0 0 96,19-19-128,1-2 32,-1 2 0,1-40-64,0 20 32,19-1 32,-18-19-64,18 19 96,-1 0-64,-17 1 64,-21 20-32,19-1-32,-19 20-128,0 0-192,0 1-225,-20 18-31,20-18-97,-20 19-256,0-20-608,19 21-1378,-19-2-5477</inkml:trace>
  <inkml:trace contextRef="#ctx0" brushRef="#br1" timeOffset="-194256.28">1626 10432 13773,'-20'40'0,"0"-40"-321,20 0 385,20-20 96,20 0 353,-1 0-65,22-20-223,-2 1-129,20-1 0,1 0-96,-21 1 0,2-1 0,-23 20-128,-17 20-33,-1 20 129,0-1 129,-20 2 159,18 18 32,-18 1-32,21 20-96,-1-20-160,0 19 0,0-19-832,-1 19-1475,21-18-928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1-03T02:02:19.487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375 2563 9545,'-20'0'3235,"1"20"-3396,-1-20 354,20 0 960,0 0-385,20 0-415,-20 0 159,19 0-31,1 0-97,20 0-224,-19 0-32,17 0-64,3 0 0,-1 0 1,-1 0-33,-19 0 0,20 0-64,-21 0-65,1 0-287,-20 0-64,20 0-161,-20 0-64,0 0-448,0 0-2466,0 0-4068</inkml:trace>
  <inkml:trace contextRef="#ctx0" brushRef="#br0" timeOffset="368.02">634 2444 1249,'-20'0'9833,"0"0"-10089,20 0 448,0 0 1313,0 0-768,0 0-321,0 0 225,20 0 0,0 0-225,19 0-128,-19 20-128,0-20-95,20 19-33,-21 1 0,1-20 0,21 20-32,-21-20 64,-2 20 0,2-20-64,1 0 0,-1 20-32,-20-20 32,0 0 96,0 20 96,0-20-32,0 19 32,-20-19 193,-1 20 31,1 1 97,20-2-193,-18 1-288,-2-20-192,-1 20-481,1-1-544,0 2-352,20-1-1058,-19 0-5541</inkml:trace>
  <inkml:trace contextRef="#ctx0" brushRef="#br0" timeOffset="9519.54">355 3577 10313,'-39'0'4132,"39"19"-4132,-20-19 320,20 0 1666,0 0-704,0 0-994,-20 0-64,20 0 96,20 0-127,-20 0-1,20 0 0,19 0 0,-19 0-96,20 0 64,19 0 0,-18 0-192,18 0 97,-19 0-33,0 0-129,-1 0-95,-19 0-192,0 0-289,0 0-544,-1 0-384,1 0-1346</inkml:trace>
  <inkml:trace contextRef="#ctx0" brushRef="#br0" timeOffset="9929.56">693 3417 12043,'0'20'-320,"0"-20"320,20 0 256,-20 0 224,20 0-31,-20 0-225,20 20 32,-1-20 161,1 20-129,0-20-192,1 20 0,-1-20-96,-2 20 64,2-1-32,1-19 0,-1 20 128,0-20 321,-1 21 31,-19-21-95,0 0 31,0 19 33,0-19-33,0 20 32,0-20 1,0 20-129,0-20-64,-19 19-95,-1-19 31,20 21-160,-20-21-64,-1 20-96,1-1 160,2-19-320,-2 20-161,-1 0-63,1 0-65,0 0-255,1-20-354,-1 20-1152</inkml:trace>
  <inkml:trace contextRef="#ctx0" brushRef="#br0" timeOffset="13334.76">21021 3994 6918,'0'0'481,"-20"0"31,20 0 2403,0 0-1057,0 0-769,0 0 0,0 0-289,0 0-287,0 0-65,0 0 97,0 0-33,0 0-127,0 0 31,20 0 161,0 0-225,21 0-128,17 0-32,-17 0-192,18 0 64,1-20 32,19 20-32,0 0 65,0 0-1,0 0-64,-18 0-64,18 0-96,-39 0-289,-21 0-351,1 0-578,-20 20-2049,-20-20-5445</inkml:trace>
  <inkml:trace contextRef="#ctx0" brushRef="#br0" timeOffset="15394.88">15880 4113 5317,'-20'0'928,"20"0"258,-20 0 1953,20 0-1282,-20 0-832,20 0-96,0 0-64,0 0-192,0 0-385,0 0-192,20 0 0,-20 0 32,20 0-64,0 0-32,0 0 96,19 0 0,22 0-31,-3-20 63,3 20 96,-2 0-64,0 0-96,21 0-64,-1 0 0,0 0-32,21-20 96,-1 20-192,0 0 192,41 0-128,-21 0 128,-1-19-64,1 19-32,-20 0 33,21 19 63,-21-19-96,0 0 64,1 0-96,-1 0-32,0 0-65,-20 0-63,2 0 160,-2 0-32,-20 0 64,1 0-32,-21 0 64,-19 0 0,0 0 64,-20 0-416,-20 0-1666,0-19-4740</inkml:trace>
  <inkml:trace contextRef="#ctx0" brushRef="#br0" timeOffset="23006.31">256 4609 12043,'-19'21'320,"-1"-2"-1217,20-19 1602,0 0 800,0 0-1248,20 0-97,-1 0-64,1-19 192,20 19 0,-1 0-127,1 0-1,1-21 96,-3 21 32,3 0-128,-1 0-31,-1 0-65,-19 0 160,20 0-128,-21 0 0,1 0-64,0 0 32,0 0-32,-20 0-64,0 0-160,0 0-192,0 0-513,0 0-1313,0 0-2627</inkml:trace>
  <inkml:trace contextRef="#ctx0" brushRef="#br0" timeOffset="23395.33">614 4490 9416,'0'0'865,"0"0"-993,0-19 1505,0 19 97,0 0-802,0 19-95,20-19-32,0 0-161,-1 0-160,1 0 0,20 0-128,-20 20 0,-1-20 1,21 0-65,-19 0 0,-1 20 32,-2-20-128,2 0 128,-20 20 0,21-20 32,-21 0 0,0 20 192,0-20 193,0 0-65,0 20-192,-21-20 97,21 19-129,-20-19-160,2 21 32,-2-2-320,-1-19 512,1 20-1025,20 0-928,-20-1-3012</inkml:trace>
  <inkml:trace contextRef="#ctx0" brushRef="#br0" timeOffset="25127.43">16992 5027 2530,'-20'0'1441,"20"0"1794,0 20-448,-21-20-833,21 0-289,0 0-287,0 0-257,0 0-96,0 0-128,0 0-257,0 0-255,0 0-193,0 0-96,21 0 0,-1 0-160,0 0 224,19 0-224,21 0 32,-1 0 96,1-20-128,20 20 160,-1 0-96,20 0-224,0 0-32,0 0-33,1-20 97,19 20-96,0-20 128,-20 20-33,1-19 97,-1 19 96,-40 0 0,-19 0-96,-1 0 96,-19 0-192,-20 0-192,0 0-385,0 0 192,-20 19-1216,1-19-4037</inkml:trace>
  <inkml:trace contextRef="#ctx0" brushRef="#br0" timeOffset="29238.67">316 5623 2530,'-40'0'1313,"20"20"-64,20-20 1474,0 0-289,-19 0-768,19 0-385,0 0-128,0 0-288,0 0-257,0 0-223,0 0 95,19 0-63,-19 0-161,0 0-64,20 0-224,0 0 96,0 0-32,19 0-32,1 0 0,1 20 0,-3-20-32,3 0-64,-21 0-64,19-20-64,1 20-97,-20 0 1,0 0-192,-1-20-353,-19 20-609,20 0-2465</inkml:trace>
  <inkml:trace contextRef="#ctx0" brushRef="#br0" timeOffset="29618.69">614 5504 12523,'-20'-20'-96,"0"20"64,20 0 256,-19-20 930,19 20-290,0 0-736,0 0-128,0 0 353,0 0-33,19 0-128,1 0-96,0 0 0,0 0-31,19 20-65,1-20 0,-20 0-65,19 0-31,1 20 0,1-20 32,-23 20 32,2-20 0,-20 20 0,21-20 32,-21 20 32,0-20 0,0 20 32,0-1-32,0-19 32,-21 20-32,21 0 64,-20 0-63,2 1-33,-2-2 0,-21 1-225,21-1-1216,1 1-1922,-21 21-4741</inkml:trace>
  <inkml:trace contextRef="#ctx0" brushRef="#br0" timeOffset="34078.94">20406 6319 1345,'-19'0'2434,"19"0"-64,0 0-800,0 0-353,0 0 320,0 0-287,0 0-193,0 0-129,0 0 1,19 0-192,-19 0-192,20 0-97,-20 0-128,20 0 1,20 0-129,-1 0-64,21 0-96,-1 0 32,0 0-96,22-20 64,-22 20-64,20 0 0,0 0 32,2 0-64,18 0-128,-20 0-33,0 0-63,20 0 128,0-20 128,1 20 32,-1 0 0,-20 0 0,22 0 32,-22 0-32,0 0 32,0 0-64,0 20 0,1-20 32,0 0-96,-1 20-385,20-20 33,-20 19 224,20-19 256,0 0 192,-18 0 128,-22 0-63,0 0-161,-39 0-128,0 0-128,0 0-737,-20 0-1633,0 0-6055</inkml:trace>
  <inkml:trace contextRef="#ctx0" brushRef="#br1" timeOffset="58049.32">336 6855 8071,'0'20'833,"0"-20"-224,0 0 1953,0 0-672,0 0-705,0-20-288,19 20-193,-19 0 1,20 0-128,0 0-225,0 0-160,1 0-64,17 0 128,3 0-159,-1 0-65,-21 0 96,21 0-64,0 0-160,-21-19 96,1 19-449,0 0 193,0 0-577,-20 0 64,20 0-63,-20 0-450,0-20-383,-20 20-1698</inkml:trace>
  <inkml:trace contextRef="#ctx0" brushRef="#br1" timeOffset="58460.34">614 6717 7591,'0'-21'1089,"0"21"192,0-19 897,0 19-641,0 0-1056,0 0 192,0 0-289,20 19 32,-20-19 1,20 21-161,-1-21-128,1 0-32,20 19-32,-20-19 32,19 0-64,-19 20 0,21-20-32,-23 0 32,2 20-32,1 0-32,-21-20 64,20 20-32,-20-20 0,20 20-32,-20-1 32,0-19 0,0 20 128,0 0-95,0-20 159,-20 20 160,20-20 0,0 20 161,-20-20-65,20 20-31,-21-20-321,1 19-64,20-19-96,-18 20-160,-2-20-385,20 20-192,-21 0-832,1 0-1763</inkml:trace>
  <inkml:trace contextRef="#ctx0" brushRef="#br1" timeOffset="72437.14">276 6915 640,'-20'0'2050,"20"0"384,-19-20-704,19 20-673,0 0 0,-20 0 64,20 0-96,-20 0-96,20 0-64,-20 0-161,20 0-223,-20 0-33,20 0-63,0 0-129,0 0-64,0 0 160,0 0 33,20 0-97,0 0-96,0 0-96,39 0-32,-19 0-32,39-20 0,-18 20 32,18 0-31,-20 0-1,20 0-64,-19 0 64,-1 0-32,-18 0 32,-3 0-32,-18 0 0,1 0 0,-1-20 64,-20 20-64,20 0-128,-20 0-225,0-19-63,0 19-321,0 0-1057,-20 0-2273</inkml:trace>
  <inkml:trace contextRef="#ctx0" brushRef="#br1" timeOffset="72934.17">713 6656 5252,'-59'0'449,"39"0"736,20 0 1217,-20 0-384,0 0-673,20 0-640,0 21-32,0-21-161,0 19-63,20-19-193,0 21 32,0-21-96,19 19 1,1 1-1,-1-20-32,1 20-64,1-20-64,-3 20 0,3-20 0,-2 0 0,-19 20-96,0-20 32,0 0 32,-20 20 0,0-20 64,0 0-32,0 19 64,-20-19-32,0 20 64,0 0 33,1-20-65,-1 20-64,0 0-32,-1 19 160,1-19-128,2 0 0,-23 20-32,21-20-32,0-1 0,1 2-256,19-2-673,-20 2-1314,20-2-4451</inkml:trace>
  <inkml:trace contextRef="#ctx0" brushRef="#br1" timeOffset="76149.35">8654 6557 12587,'0'0'1506,"-20"-20"-33,20 20-63,0 0-129,0 0-320,20 20 96,0 0-257,19 0-447,1 20-65,19-21-32,2 21-128,-23-19 1,23 18-129,-22-19-32,21 0-161,-21 0-63,-19 0-256,0-20-225,0 19-320,-20-19-352,0 0-225,0 0-1569</inkml:trace>
  <inkml:trace contextRef="#ctx0" brushRef="#br1" timeOffset="76352.36">8992 6517 13741,'0'0'640,"0"0"-576,-20 20 160,-20 0 33,19 20 255,3 0-320,-23 0-192,21 0-128,20-1-160,-20 1-96,20-20-770,0-20-2177,0 20-6182</inkml:trace>
  <inkml:trace contextRef="#ctx0" brushRef="#br1" timeOffset="76611.38">9130 6219 13773,'0'20'416,"-20"1"-384,20 18 224,0-19 225,0-1 95,0 22-448,0-22-160,20 21-448,0-20-353,0 0-128,0-20-448,-1 0-2082,1 0-3492</inkml:trace>
  <inkml:trace contextRef="#ctx0" brushRef="#br1" timeOffset="76762.39">9290 6319 10025,'0'0'1281,"0"19"-384,0 2 512,0-1-864,0-1-321,0 1-160,18 0-352,2-20-929,1 20-1250,-1-20-3298</inkml:trace>
  <inkml:trace contextRef="#ctx0" brushRef="#br1" timeOffset="76979.39">9407 6179 12523,'0'0'481,"21"0"416,-21 0 832,20 21-672,0-2-416,0 22-545,-20-2-64,20-19-512,-20 20-577,19-1-385,-19-19-1184,0 0-4677</inkml:trace>
  <inkml:trace contextRef="#ctx0" brushRef="#br1" timeOffset="77210.39">9666 6776 14477,'-20'40'673,"0"-1"-1058,1-19 257,-1 20 160,0-20 0,0 0-544,0-1-2851</inkml:trace>
  <inkml:trace contextRef="#ctx0" brushRef="#br1" timeOffset="77844.45">9984 6557 8423,'-20'0'1922,"20"0"-1633,0 0 1889,0 20-609,-20-20-416,20 20-288,0 1-481,0-2-95,0 21-193,20-21-96,0 2-192,0-2-129,19-19 1,-19 0 256,21 0 96,-23 0 64,2-19 64,0-2 289,-20 2-225,21-21 64,-21 21-128,0 19 32,0-21-128,0 21-31,0 0-386,0 21 225,0-2 160,0 21 0,20 0 0,-2-1 64,-18 1-64,21 0-64,-1-1 160,-20-19-128,0 0 161,-20 0 415,20 0 225,-21-20-129,-17 0-319,17 0-289,1 0-320,-18-20-577,17 0-288,-19 0-192,20 0-673,20 0-3107</inkml:trace>
  <inkml:trace contextRef="#ctx0" brushRef="#br1" timeOffset="78126.45">10262 6260 9833,'0'-21'3011,"0"21"-1922,0 0 192,0 21-64,0-2-384,0 21-417,0-21-160,0 22-127,0-22-129,0 21-96,0-20-321,20 0-640,0 0-448,-1-20-898,1 0-4579</inkml:trace>
  <inkml:trace contextRef="#ctx0" brushRef="#br1" timeOffset="78277.47">10401 6319 11947,'0'0'1601,"0"0"-576,0 0 449,0 0-834,0 19-351,0-19-225,0 21-641,20-1-672,-20-20-1314,0 19-5476</inkml:trace>
  <inkml:trace contextRef="#ctx0" brushRef="#br1" timeOffset="78486.48">10521 6219 10826,'18'0'801,"2"0"1280,1 41-479,-1-22 288,-20 21-513,20-21-512,-20 22-577,18-2-224,-18-19 32,0 20 0,-18-20-224,18-1-608,-20 1-770,0-20-1248,-1 20-9386</inkml:trace>
  <inkml:trace contextRef="#ctx0" brushRef="#br1" timeOffset="79258.53">8435 6398 11370,'0'-19'1153,"0"19"-736,-20 0 736,20 0-448,-20 19-289,1 21 96,-1 0-63,20 19 127,-20 1 225,0 20-160,20-1-353,20 1-256,0-21-544,19-19-610,22 19-255,-3-39-673,22 20-5573</inkml:trace>
  <inkml:trace contextRef="#ctx0" brushRef="#br1" timeOffset="79756.56">10818 6260 6854,'0'0'4100,"0"0"-4068,0 0 1473,0 19 321,19 1-449,1 0-159,0 20-322,0-1-159,19 1-160,1 20-129,-19-1-128,17 2-95,-18-2-33,-20-19-128,21 19 32,-21-19 0,-21-20-288,1 19-225,2 1-736,-23-20-897,1 0-2402</inkml:trace>
  <inkml:trace contextRef="#ctx0" brushRef="#br1" timeOffset="81991.68">8852 7233 11242,'0'0'897,"0"0"-577,0 0 737,0 0 192,0 0-31,0 0-674,0 0-384,0 0 32,21 0-95,-1 0 159,19 0-64,1 0-128,19 0 0,1 0 0,-1-20-32,20 20 0,20 0-32,1 0-32,19-20 32,0 20 0,21 0-32,-2-20-32,22 20 128,-22-19-64,-19 19 385,-20 0-65,-20 0-64,2 0-256,-42 0 0,-19 0 32,-20 0-64,20 0-64,-20 0-32,-20 0-192,20 0-449,-41 0-608,23 0-1794</inkml:trace>
  <inkml:trace contextRef="#ctx0" brushRef="#br1" timeOffset="83657.78">12783 6618 11883,'0'0'1313,"-21"-21"-352,21 21 224,0 0 160,0 0-96,21 21-608,-1-21 160,20 19-289,-1 0-31,21 21-193,-1-19-160,2-2-64,-2 1-96,-19 20-224,19-20-64,-19-20-161,-21 20-448,1-1-160,-20-19-352,0 0-417,0 0-1697</inkml:trace>
  <inkml:trace contextRef="#ctx0" brushRef="#br1" timeOffset="83890.79">13121 6537 64,'0'-20'13612,"-21"20"-13515,21 20-1,-20-20 64,2 40 256,-23-20 289,21 20-385,0 19-192,1-19-128,-1 0 32,20 0-128,0-20-448,0 19-577,0-19-1057,0-20-3460</inkml:trace>
  <inkml:trace contextRef="#ctx0" brushRef="#br1" timeOffset="84285.82">13279 6239 1281,'20'-39'2370,"-20"18"1538,0 21-865,0-19-641,0 19-641,0 0-639,0 0-418,-20 0-416,20 19 33,0 2 63,0-2-32,0 1-63,0 20-193,0-20-32,0 19-96,20-18 0,-20-1-256,20-1-449,0 1-160,0-20-288,-1 0-961,1 0-3267</inkml:trace>
  <inkml:trace contextRef="#ctx0" brushRef="#br1" timeOffset="84538.83">13418 6239 7975,'20'0'801,"-20"0"-321,21 0 866,-21 0-706,18 0 161,-18 21-321,20-2-352,-20 21-63,0-21 127,-20 2 192,20-21 65,0 20 31,-18-20-64,18 19-255,0-19-129,18 0 32,2 0-289,0 0-671,1 0-1250,-1 0-4261</inkml:trace>
  <inkml:trace contextRef="#ctx0" brushRef="#br1" timeOffset="84761.84">13596 6160 13516,'21'0'-320,"-1"0"512,0 19 161,19 2 159,-19-2-256,0 22-224,0-22-32,0 1 0,-20 19-32,0-18-32,0-1 32,0-1-512,-20 1-321,0-20-1441,0 20-8391</inkml:trace>
  <inkml:trace contextRef="#ctx0" brushRef="#br1" timeOffset="84993.86">13835 6696 13965,'-20'21'512,"20"-2"-416,0 1 385,-20 0-289,1 0 32,-1 20-160,0-21-64,20 1-192,-20 0-673,20-20-2018,-20 0-8199</inkml:trace>
  <inkml:trace contextRef="#ctx0" brushRef="#br1" timeOffset="85453.88">14093 6597 13164,'0'-20'352,"0"20"-576,-19 20 416,19 1 32,0-2 289,0 21-353,0-21-160,19 2-160,1-2-96,0-19 96,20 20 128,-21-20 0,1 0 64,0-20 64,0 1 128,0-2 64,-1 2-192,-19-2-128,20 21 0,-20-19-256,0 19-225,0 0 65,20 19 384,-20 2 160,0-2-32,21 21 64,-21 0 96,0 0-95,20-20 191,-20 19-192,0-19 128,0 0 289,-20 0 255,20-20 161,-21 20-96,1-20-224,0 0-513,1-20-512,-21 0-257,20 20-768,-19-40-1154,-1 20-5124</inkml:trace>
  <inkml:trace contextRef="#ctx0" brushRef="#br1" timeOffset="85735.9">14331 6200 9160,'21'0'96,"-21"0"128,0 0 1282,0 0-289,-21 19 128,21 22-352,0-2-160,0 0-96,0-18-353,0 18-288,21 1-64,-21-20-128,20-20-288,-2 20-225,2-20-640,1 0-1185,-21-20-5702</inkml:trace>
  <inkml:trace contextRef="#ctx0" brushRef="#br1" timeOffset="85981.9">14451 6260 9256,'40'0'2531,"-21"0"-2467,1 0 1121,0 0-480,0 0-1,-20 19-480,0 1-224,0 0 0,0-1 32,-20-19 225,0 21 223,0-1-160,20-20-159,0 19-97,0-19-96,0 0 64,20 0-96,-20 0-225,20 0-415,0 0-1314,0 0-4260</inkml:trace>
  <inkml:trace contextRef="#ctx0" brushRef="#br1" timeOffset="86175.92">14669 6179 10954,'20'0'544,"-1"21"1058,1-2-417,0 1-160,1 20-416,-21-20-449,0 19-128,0-18-96,0 18-481,0-19-1088,-21 0-1987</inkml:trace>
  <inkml:trace contextRef="#ctx0" brushRef="#br1" timeOffset="86694.95">12545 6299 12908,'-20'0'288,"20"0"-288,-20 0-64,20 20 256,-20 40 577,20-21 160,0 41-545,0-1-288,20 0-64,0-18-128,19 18-192,21-20-449,-1-19-1153,20 0-2434</inkml:trace>
  <inkml:trace contextRef="#ctx0" brushRef="#br1" timeOffset="87170.98">14907 6200 288,'0'0'12331,"0"0"-12651,20 19 576,-20 1 545,20 1 320,0 18 32,0-19-384,19 20-224,-19 19 191,20-19 129,-21 19-256,1-19-385,0 21 0,-20-23-288,0 2 128,-20-19-416,-19 18-417,19-19-448,-40 20-1217,21-20-4485</inkml:trace>
  <inkml:trace contextRef="#ctx0" brushRef="#br1" timeOffset="87856.02">13001 7233 10473,'-59'-20'1442,"39"20"-1218,0 0 545,0 0 576,20 0 353,0 0-673,0 0-737,20 20 160,20-20 129,39 0-225,0 0-224,41 0-96,19 0 64,19 0 65,21-20-193,1 0 256,18 0-64,0 20 128,-19-19-128,-1 19 161,-38 0-321,-41 0 64,-20 0-417,-39 0-479,-21 0-386,-19 0-832,-19 19-1889</inkml:trace>
  <inkml:trace contextRef="#ctx0" brushRef="#br1" timeOffset="88571.06">15662 6836 13004,'0'0'865,"0"0"-833,0 19 640,0-19 385,0 20-64,-21-20-865,1 20-96,2 0-224,18 0-480,-21 0-385,1-20-1218,20 19-3522</inkml:trace>
  <inkml:trace contextRef="#ctx0" brushRef="#br1" timeOffset="88743.07">16079 6836 12940,'40'0'2594,"-40"0"-3170,0 0 319,0 0-63,0 0-481,0 19-1409,0-19-5829</inkml:trace>
  <inkml:trace contextRef="#ctx0" brushRef="#br1" timeOffset="88880.08">16336 6836 11402,'20'0'1089,"-20"0"-1857,0 0-1,0 0-2210,20 0-64</inkml:trace>
  <inkml:trace contextRef="#ctx0" brushRef="#br1" timeOffset="88988.08">16555 6836 6630,'20'0'-1345,"-20"0"127,0-20-2337</inkml:trace>
  <inkml:trace contextRef="#ctx0" brushRef="#br1" timeOffset="89140.09">16793 6816 14125,'20'0'1986,"-20"0"-1858,19 0 320,-19 0-63,0-20-1058,20 20-1601,-20 0-9001</inkml:trace>
  <inkml:trace contextRef="#ctx0" brushRef="#br1" timeOffset="89256.1">17071 6836 12267,'20'0'-6822</inkml:trace>
  <inkml:trace contextRef="#ctx0" brushRef="#br1" timeOffset="89824.13">17826 6359 8744,'0'-21'1217,"0"21"-512,-20 0 256,0 0-161,-1 0 385,-17 21-320,17 18-384,1 1-193,0 0 96,20 19-95,-20 22-97,20-22-96,0 0 0,20-19-96,0 0-32,21-1-256,-3 1-161,3-20-255,-1-20-770,-1 20-2402</inkml:trace>
  <inkml:trace contextRef="#ctx0" brushRef="#br1" timeOffset="90013.14">17905 6677 15598,'0'19'-96,"20"-19"160,0 21 257,19 18 127,21-19 161,-1 0-481,-18 0-256,18 0-513,-19-1 64,-1 1-319,-19 0-866,0-20-2626</inkml:trace>
  <inkml:trace contextRef="#ctx0" brushRef="#br1" timeOffset="90208.15">18261 6656 11050,'-18'-19'2242,"18"38"-2242,-20 2 737,0-2 448,-21 21-96,23 0-513,-23-20-479,21 20-194,20-21-383,0 21-161,0-20-287,0-20-738,0 20-2018,20-20-3843</inkml:trace>
  <inkml:trace contextRef="#ctx0" brushRef="#br1" timeOffset="90489.17">18361 6239 11498,'-19'0'929,"19"21"-769,-20-2 545,20 1-128,-20 19-1,20 2-223,20-2-321,-20-19-97,20 20-287,-1-20-128,1-1-257,-20 1-576,20-20-1090,0 0-1248,-20 0-1794</inkml:trace>
  <inkml:trace contextRef="#ctx0" brushRef="#br1" timeOffset="90922.2">18480 6359 1249,'0'20'9929,"0"-1"-9801,0 21 225,0-20 31,-20 0 0,20 0-127,0-20-193,0 0 32,0 0 576,20 0 1,-20-20-609,20 20-96,-20-40-160,20 20-129,-20 0-63,21 1-801,-3-1-352,-18 20 512,20 0 928,-20 0 1026,0 20 385,0-1-578,0 1-191,0 0-321,0 0-160,0 0-64,20-20-96,-20 0-256,0 0 127,21 0 65,-1 0 128,-20 0-96,20-20 128,-20 0 192,0 20 129,19-20 63,-19 20-224,20 0-192,-20 0 96,20 0 224,-20 0 1,0 20-33,0-20-192,0 20-64,0 0-416,0-20-545,20 0-865,-20 0-3171</inkml:trace>
  <inkml:trace contextRef="#ctx0" brushRef="#br1" timeOffset="91124.21">18818 6219 7591,'20'20'6854,"-20"-20"-6758,20 21 417,-1 18 352,1-19-193,0-1-512,0 22-32,-20-2-512,0-19-417,-20 20 65,0-20-353,0-1-737,1 1-2018,-1 0-3587</inkml:trace>
  <inkml:trace contextRef="#ctx0" brushRef="#br1" timeOffset="91340.22">18996 6736 10730,'20'20'3139,"-20"0"-2467,-20 20-31,20-20-225,-20-1-352,2 21 0,-23-20-352,21 0-481,0 0-384,1-1-1793</inkml:trace>
  <inkml:trace contextRef="#ctx0" brushRef="#br1" timeOffset="91831.25">19274 6637 9833,'0'40'3940,"0"-21"-3940,0 2 32,0-2-64,0 1 64,0 0-96,20 0-481,0 0-448,0 0 417,0-20 543,-1 0 130,1-20-1,0 20 32,1-20 384,-1 0-95,-20 20-289,20-20-160,-20 20 32,0 0-32,0 0-257,0 0 257,0 40 32,0-20 0,18 19 0,-18 1-32,21 0-128,-21-1 64,0-19 192,0 20 128,0-20 641,-21-20 32,21 0 32,-38 0-256,18 0-321,-1-20-288,-19 20-64,1-40-128,19 20-417,-20 1-928,21-21-1986</inkml:trace>
  <inkml:trace contextRef="#ctx0" brushRef="#br1" timeOffset="92083.26">19513 6338 13484,'0'-19'577,"0"19"-769,0 0 640,0 19 321,0 2-129,0-1-319,0-1-257,0 21 0,0-20-32,20 20-32,0-21-577,0 1-608,-1 0-352,-19 0-801,20-20-5478</inkml:trace>
  <inkml:trace contextRef="#ctx0" brushRef="#br1" timeOffset="92263.27">19652 6398 11274,'0'20'1506,"0"0"-1506,0 0 32,0 0 0,0 0 32,0-1-321,0 1-864,0-20-864,0 0 287,0 0 801,0 0-1185,20-20-2114</inkml:trace>
  <inkml:trace contextRef="#ctx0" brushRef="#br1" timeOffset="92371.28">19771 6438 6534,'0'0'1345,"0"20"0,0 0-1024,0-20-802,0 20-1249,0-1-1344,0-19-1185</inkml:trace>
  <inkml:trace contextRef="#ctx0" brushRef="#br1" timeOffset="92494.29">19830 6478 4644,'21'0'64,"-1"20"352,-20-20 673,0 0-320,0 19-737,0-19-1697,0 0-1538</inkml:trace>
  <inkml:trace contextRef="#ctx0" brushRef="#br1" timeOffset="92696.3">19930 6379 2402,'20'39'5669,"-20"-19"-5669,0 0 192,0 0 673,20 0 352,-20-1-1249,-20 1-2114,20 0-2402</inkml:trace>
  <inkml:trace contextRef="#ctx0" brushRef="#br1" timeOffset="93005.31">19989 6219 11466,'40'80'161,"0"-41"255,-1 2 801,1 18-256,-1 1-737,-19-1-160,0 21-288,0-21-288,-20 1 255,0 0-95,-20-21-545,0 21-64,0-20 609,1-21 192,-1 1 160,-20 0-1153,1-20-4260</inkml:trace>
  <inkml:trace contextRef="#ctx0" brushRef="#br1" timeOffset="93950.37">19711 6517 1,'0'0'2016,"0"20"-222,0-20-705,0 0-64,-20 20 256,20-20-384,0 0-512,0 0-1,0 0 289,0 0-161,0 0-384,0 0 192,0-20 1,-19 20 95,19-20-160,0 20 1,19-19 127,-19 19-384,0-20-32,20 0 0,0 20 32,0-20 32,-20 20-32,20 0 32,-1-20 256,-19 20 193,20 0 63,-20 20-127,0 0 95,0 0-416,20 0 0,-20-1 0,0 1-96,0 0 0,0 0 0,0-20 64,-20 20 1,20-20 95,0 0 192,0 0-64,-20-20-160,20 20-32,0-20-192,0 20-96,20-20 0,-20 0-96,20 1-1,-20-1 193,21 20 64,-21-20-32,20 20 32,-20 0-32,18 0 96,-18 0 128,20 20-31,-20-20-65,21 20-64,-21-1 32,0 1-32,0-20-32,0 20-32,0 0-97,0 0 1,-21-20-352,21 21-705,0-21-1474,-20 19-3715</inkml:trace>
  <inkml:trace contextRef="#ctx0" brushRef="#br1" timeOffset="94254.39">19871 6279 9737,'18'20'1569,"2"-20"-736,1 20 736,-1 20-415,0-20-482,-1 19-512,1 1-128,0 0-32,-20-1-192,20 1-288,-20 1-193,0-22-96,-20 0 321,20 2 384,-20-2-32,0 2-609,1-21-2114</inkml:trace>
  <inkml:trace contextRef="#ctx0" brushRef="#br1" timeOffset="116833.68">1746 7908 12075,'-20'0'1249,"-1"0"-993,1 0 65,20 0 1600,0 0-255,0 0-1025,0 0-545,0 0 64,0 0 224,0 0-63,20 0-161,1 20 160,19-20-224,-22 0-32,23 0 64,-1 0-192,19 0 64,-19 0 32,-1 0 32,22-20-128,-23 20-512,3 0 191,-21-20-95,0 20-385,-2 0-256,-18-20-96,0 20-449,0 0-1889,-18 0-4132</inkml:trace>
  <inkml:trace contextRef="#ctx0" brushRef="#br1" timeOffset="117159.7">2043 7769 5637,'-20'-20'4100,"0"20"-3267,0 0-257,20 0 1570,-19 0-673,19 0-928,19 0 64,-19 0-225,20 0-192,0 0-64,21 0 0,-3 0 0,23 20-128,-23-20 0,3 20 33,-1 0-1,-1-20 160,1 20-128,-20 0 0,-1-1-64,-19 21 32,0-20 0,0 0 0,-19-20 64,19 20-32,-20-1 32,-20-19 192,20 0-31,-19 21-161,19-21-64,-21 20-224,23-1-705,-2-19-1570,20 20-6181</inkml:trace>
  <inkml:trace contextRef="#ctx0" brushRef="#br1" timeOffset="119307.82">5994 9439 5733,'-21'0'897,"21"0"288,0 0 1570,-20 0-706,20 0-960,0 0-512,20 0-64,-20 0-1,41 0-128,-21 0-95,19 0-97,1 0-32,19 0 32,22 0 0,-2 0-128,20 0 32,20 0-96,-1 0 33,22-21-33,-1 21 32,19-20 32,2 20 224,-2 0 352,0 0-63,2-19-321,-21 19 225,-1 19-257,2-19-96,-21 0 0,-1 20-128,-19 1-32,1-21 96,0 0-192,-21 19 64,0-19-224,-20 0 32,2-19 191,-22 19-191,-19 0-705,-20-21-1089,0 21-6342</inkml:trace>
  <inkml:trace contextRef="#ctx0" brushRef="#br1" timeOffset="123429.05">15244 13055 12427,'0'20'96,"0"-20"-64,0 20 1506,0 0-545,-20-1-737,20 21-160,0-20 32,0 20 32,0-1-96,0 1-32,20 0-64,-20-21-128,0 2-224,0-1-225,21-20-512,-21 0-833,0 0-3843</inkml:trace>
  <inkml:trace contextRef="#ctx0" brushRef="#br1" timeOffset="123722.07">15006 13234 11242,'-19'19'1377,"-1"-19"-1024,20 0 1120,0 0 225,20 0-577,-1-19-673,1-1 65,0 0 31,0-20-287,19 20-225,-19-19 0,-20-1-32,20 20 64,0 0 0,-20 0-224,0 20-33,0 0 97,21 0 192,-21 0 129,18 20-65,2 20-64,0-20-32,1 0-64,19 19-96,-1-19-417,-19 0-768,20 0-897,-21 0-3684</inkml:trace>
  <inkml:trace contextRef="#ctx0" brushRef="#br1" timeOffset="124155.1">15105 13711 16335,'0'19'1025,"0"-19"-1121,0 0 1249,0 0 448,0 20-768,20-20-416,0 21-225,0-2 0,19 1-96,1 0-64,1-1-32,-21-19 0,19 21-288,1-1 32,-20-20-225,-1 0-384,1 19-256,0-19-320,-20 0-481,0 0-1761</inkml:trace>
  <inkml:trace contextRef="#ctx0" brushRef="#br1" timeOffset="124365.11">15404 13711 11306,'0'19'641,"-20"-19"-225,20 20 1442,-20 1-993,0-21-577,-19 19-224,19 21-32,0-21-64,-1 2-32,1-1-448,0-1-513,2 2-1282,18-21-5924</inkml:trace>
  <inkml:trace contextRef="#ctx0" brushRef="#br1" timeOffset="124746.13">15621 13413 9833,'0'0'1697,"0"0"-415,0 0 864,-18 19-801,18 2-576,0-2-289,-21 1 1,1 20-33,20-20-320,-20 20-64,20-21-128,0 1-320,0 0-225,0 0-95,20 0-386,-20-20-511,20 0-1922,1 0-5958</inkml:trace>
  <inkml:trace contextRef="#ctx0" brushRef="#br1" timeOffset="124912.14">15720 13512 11979,'0'20'737,"0"0"-449,0 0 1858,0 0-929,0-1-993,0 1-224,0-20-96,0 20-416,21 0-577,-21-20-1314,0 0-5156</inkml:trace>
  <inkml:trace contextRef="#ctx0" brushRef="#br1" timeOffset="125049.15">15761 13453 13965,'-20'0'288,"20"0"-224,0 0 1089,0 0-1249,0 0-1794,0 0-3651</inkml:trace>
  <inkml:trace contextRef="#ctx0" brushRef="#br1" timeOffset="125267.16">15840 13333 15118,'0'20'192,"0"-1"609,20-19 960,0 21-960,0-1-673,-1-1-64,1 2-64,20 18 0,-40-19-160,21 20-416,-3-20-193,-18 19-384,-18-19-1281,18 0-2403</inkml:trace>
  <inkml:trace contextRef="#ctx0" brushRef="#br1" timeOffset="126903.25">15582 10511 3939,'-20'0'1313,"20"0"385,0 0 256,0 0 96,0-19-288,0 19-545,0 0-673,20 0 225,1 0-225,17 0-255,23 0-225,-2 0-32,0 0 0,21 0-64,38 0 64,-17 0-32,37 0-160,1 0-32,20 0-1,0 0 97,20 0 64,-21-20 64,21 20-32,-20-20 64,19 20 0,-18-20-32,-22 0-32,21 20 0,-39-19 32,-3 19-64,3-21 64,-21 21 0,0-19-32,1 19 0,-20 0 0,-1 0 0,0 0 0,0 0 0,-18 0-32,-2 0 32,0 0 0,-19 0 0,0 0 32,-21 0-64,21 0 64,0 0 0,-21 0-32,1 0 0,0 0-64,1 0-32,-1 0-608,-20 0-1603,0 0-3618</inkml:trace>
  <inkml:trace contextRef="#ctx0" brushRef="#br1" timeOffset="127184.27">19314 10234 9480,'0'0'-224,"20"0"-96,0 0 1537,19 0-320,22 0-641,-23 19-160,23-19-32,-2 20 353,1 0 255,-21 0-95,1-20-65,-20 20-287,-20 0-129,0-20 32,0 19 0,-40 2 0,0-21-32,1 0 0,-1 19 161,1-19-97,19 20-96,0-20-96,0 20-321,20-20-1280,0 20-4037</inkml:trace>
  <inkml:trace contextRef="#ctx0" brushRef="#br1" timeOffset="128105.32">20288 13611 9961,'39'0'3715,"-39"20"-3683,0-20 417,0 0 1120,0 0-864,-21 0-385,3 0 97,-2 0-33,-21 20-352,1-20-96,1 0 96,-21 0-288,-19 0-385,-21 0 65,21 0 287,-40 0 65,0 0-192,-19 0 416,-2 0 192,-18 0-64,-2 0-64,2 0 96,-1 20 193,0-20 63,0 20-192,-20 0-224,21-1 0,-20 1 32,-2 1 0,22-2 0,-2 1-32,2-20 0,19 20-64,21-1-128,-2-19 160,21 0 32,19 21 0,21-21-192,0 0-481,39 0-864,20 0-705,20-21-2947</inkml:trace>
  <inkml:trace contextRef="#ctx0" brushRef="#br1" timeOffset="128451.34">16951 13651 4228,'-38'0'896,"18"20"-351,-41 0 1249,22-20 95,-21 20-255,1-1-257,0 1-64,-1 1-159,21-2-450,19-19-31,-1 20 160,21 0-257,21-20 1,-1 19-321,19 2-256,40-21-288,-19 20-417,19-20-416,-20 0-1025,2 19-3171</inkml:trace>
  <inkml:trace contextRef="#ctx0" brushRef="#br1" timeOffset="129698.4">8494 10273 512,'-18'20'32,"18"-20"-192,-20 0 160,20 0 576,-21 20 1026,1-20 320,20 0 128,-20 0-321,20 0-223,0 0-33,0 0-288,0 0-128,0 20-256,0-20 160,20 0-128,0 0-225,1 0-63,-1 0-65,18 0 1,3 0-289,-2 0 32,21 0-160,-1 0 64,22 0-64,-2 0 0,-20 0-32,20 0 65,-39 0-194,19 0 65,-19 0 64,-20 0-64,0 0 32,-1 0-128,-19 0-224,0 0-225,0 0-383,-19 0-418,-1 0-1633</inkml:trace>
  <inkml:trace contextRef="#ctx0" brushRef="#br1" timeOffset="131383.51">15186 10293 3459,'0'0'769,"0"0"1697,-21 0 160,21 0-800,0 0-609,0 0-64,0 0-192,0-20-288,0 20-193,0 0-127,0 0 95,21 0 0,-21 20-127,18-20-65,22 0-96,1 0-64,-2 0-96,41 0 0,-21 0-96,20-20 0,0 20 128,2 0-32,-2 0-32,0 0 64,-20-20 0,1 20-32,-21 0 0,1 0 32,-19 0-32,-21 0 32,20 0 0,-20 0 32,-20 0-160,-1 0-608,1 0-994,-18 0-3875</inkml:trace>
  <inkml:trace contextRef="#ctx0" brushRef="#br0" timeOffset="147287.41">6927 6537 480,'0'-20'1089,"0"20"-448,0 0-225,0 0-64,0 0 97,0 0 416,0 0 224,0 0 160,0-19 96,0 19-192,0 0-96,0 0 0,0 0-192,0 0-64,20-20-65,-20 20-31,0 0-64,0-20-1,0 20 65,0 0-289,0-20-95,-20 20-129,20 0-160,-20 0-64,0 0-160,-1 0-65,3 0 129,-2 20 32,20-20 0,-20 0-64,-1 20 32,1-20 32,2 20 32,18-20-64,0 19-129,-21 1-31,21-20 96,21 20 96,-21 0 32,0-20 32,18 20 32,-18-20 0,20 21 0,1-2 32,-21-19-32,20 19 32,0 2-32,-20-2-32,18 2 32,-18-2 0,0 1 0,0-20 0,0 20 32,0 0 0,-18 0 32,18-20 0,-20 20-64,0-20 96,-1 0-64,21 0 0,-20 0 0,20 0-32,0 0 32,0 0 0,0 0-64,0 0 0,0 0 0,20 0 0,-20 0 128,21 0 0,-1 0 64,0 0 1,-2 0-33,3 0 0,-21 0-128,0 19 0,0-19 32,0 20 32,0 0 32,0 0-32,0 0 0,-21 0 0,21-1-64,0 1 32,0 0-32,-18 0-32,18 0 32,0 0 0,0-1 0,0 2 0,0-2 0,18 2 32,-18-2 32,21 1 32,-21-20 0,20 20 0,0-20-31,0 20-33,-1-20 32,1 0-128,0 0-97,0 0-63,0 0-64,-20 0-96,20 0-385,-20 0-480,0 20-1602,0-20-5829</inkml:trace>
  <inkml:trace contextRef="#ctx0" brushRef="#br0" timeOffset="151400.65">1586 11326 12716,'0'0'192,"0"0"-897,0 0 929,20 0 577,0 0-160,0-20-545,1 20 32,17 0-96,3 0 96,-3 0 160,3 0-64,-1 20 1,-1-20-1,1 0-32,-20 20-64,-20-20 160,0 20 1,0 0-97,0-20 32,0 20 32,0-1-127,-20 2-1,0-21-128,0 19-32,20-19 0,-20 21-65,20-2 1,0-19-64,0 21 64,0-2-32,0 1 128,20 0 0,-20-20 0,0 20 0,20 0-32,0 0-32,0-1 32,-20 1 32,19-20 0,-19 0-32,20 20 0,-20-20-96,0 0-225,0 0-191,0 20-65,-20-20-63,20 20 319,0 0 193,0-1-128,0 1 32,0 0 63,20 0-95,0 0-32,-20 0 64,20-1 192,-20-19-32,21 21 192,-21-2 224,0-19 481,0 19-161,0-19-191,0 21 127,-21-21-31,1 20-225,-20 0-160,21-20-96,-21 0 64,0 20-128,21-20-160,-1 0-64,0 0-128,0 0-449,-1 0-833,21 0-3394</inkml:trace>
  <inkml:trace contextRef="#ctx0" brushRef="#br0" timeOffset="156513.94">3175 10511 5349,'20'0'480,"-1"0"865,-19 0 1634,0 0-545,20 0-768,-20-19-513,20 19-288,-20 0-385,0 0 33,0 0 159,0 19-127,-20-19-65,0 21-319,1-2-161,-21 1-32,-19 1-32,19-2 64,-19 21-65,18-21 65,1-19 161,1 21-65,-1-1-192,20-1 64,0 1-97,20-20-95,0 20 160,0 0-96,40-20 224,0 20 32,-1-20-64,22 20 96,-2-20-128,1 19 0,19-19-160,-20 20 192,-19-20-32,19 20 64,-18 0-96,-21-20 64,-2 0 64,2 0-96,1 0 321,-21 0 608,0 0-129,0-20-319,-21-20-513,1 21 352,2-21-32,-2-20-288,-21 21 96,21-1-96,-19 0-128,19 0 0,20 20-352,-20 20-129,20-19-352,0 19-768,20 0-610,0-21-3362</inkml:trace>
  <inkml:trace contextRef="#ctx0" brushRef="#br0" timeOffset="156947.97">3611 10253 11594,'0'-19'833,"0"19"-96,0-20 1537,0 20-961,0 0-608,-19 0-481,19 0-64,0 0-96,0 0-224,-20 20 128,20-1 32,-20 21 0,20-20 32,-20 20 32,20 0-64,0-21-64,0 1-32,20 0-640,0 0-546,-20 0-832,20-20-2786</inkml:trace>
  <inkml:trace contextRef="#ctx0" brushRef="#br0" timeOffset="157335.99">3710 10472 12107,'20'20'1025,"-20"-20"-1538,0 0 642,20 0 799,0 0 97,-20 0-672,21 0-193,-1-20-32,-2 0 32,2 0-64,1 0 0,-21 1-64,0-2 32,0 2 1,0-1-65,0-20 32,-21 20-97,1 0-31,20 1-192,-18 19 0,18 0 128,-20 0 32,-1 0 31,21 19 97,0 1 289,-20 0-129,20 0-32,20 20 0,-20-21-64,21 2 32,-1-2-64,-20 1 32,18 0-32,2-20 0,1 20-160,19-20-352,-40 20-929,19-20-2211</inkml:trace>
  <inkml:trace contextRef="#ctx0" brushRef="#br0" timeOffset="157619.01">4009 10214 10249,'0'0'1121,"0"20"-1121,19-20 1217,1 19 353,0 1-897,20 20-545,-21-20-96,1 0 32,-20 20 64,0-21 32,0 1 32,0 0 193,0 0-1,-20 0-192,1-20-96,-1 19-288,0-19-1345,20 0-7176</inkml:trace>
  <inkml:trace contextRef="#ctx0" brushRef="#br0" timeOffset="157935.03">4445 10511 15822,'0'0'1346,"0"0"-1635,0 0 1346,0 0 225,0 0-1539,0 21-1536,0-21-1026,0 19-8744</inkml:trace>
  <inkml:trace contextRef="#ctx0" brushRef="#br0" timeOffset="158064.04">4465 10730 11851,'20'20'1409,"-20"0"-1153,0-20 1058,0 20-97,0-20-1153,0 0-1217,-20 0-2979</inkml:trace>
  <inkml:trace contextRef="#ctx0" brushRef="#br0" timeOffset="158411.06">4742 10670 14061,'-18'-19'416,"18"19"-512,0 0 1698,18 0 31,3 0-832,-1 0-289,20 0-63,-21 0-257,1 0-96,0 0-96,20 0-160,-21 0-192,1 0-97,-20 0-287,20 0-450,-20 0-960,0 0-2818</inkml:trace>
  <inkml:trace contextRef="#ctx0" brushRef="#br0" timeOffset="158605.07">4783 10790 256,'20'20'14221,"0"-20"-14029,19 20 577,-19-20 1249,20 0-513,-21 0-1088,21 0-321,-20 0-128,1 0-256,-3 19-737,-18-19-1314,20 0-2369</inkml:trace>
  <inkml:trace contextRef="#ctx0" brushRef="#br0" timeOffset="160091.15">5716 10651 10730,'59'-20'1345,"-39"20"-1025,-20 0 801,20 0-128,-20 0-96,0 20-416,-20-1-257,0 2-32,-19 18 96,-1-19 0,0 20-95,1 0-65,-22-21-32,23 1-32,-3 0 96,21-20-160,2 20 0,18-20-256,18 0 96,23 20 256,-1-20 64,19 20-96,0-20-64,1 20 32,-1-1-32,1-19-64,-21 21-128,2-21 160,-21 0 64,-2 0 128,-18-21 320,0 21-31,0-19 63,-18-21-159,-23 20-65,21 0-64,-19-20-256,19 21-384,0-1 63,20 0-95,0 0-577,0 0-865,20 20-1377,0-20-6983</inkml:trace>
  <inkml:trace contextRef="#ctx0" brushRef="#br0" timeOffset="160351.17">6133 10333 13164,'-20'-20'993,"20"20"-1089,-20 0 320,20 0 833,-20 0 32,0 20-705,20 19-287,-19-18-33,-1 18-64,20 1-64,0-1-353,20-18-288,-1-2-416,1 1-384,20 1-1442,-20-21-4099</inkml:trace>
  <inkml:trace contextRef="#ctx0" brushRef="#br0" timeOffset="160667.18">6232 10532 4772,'0'19'8712,"0"-19"-9224,21 20 159,-21-20 994,18-20 224,2 20-609,0-19-320,21-2 96,-41 2 0,18-1 0,3-20 0,-21 20 32,0 1-32,0-2-96,-21-18-224,3 19-193,-2 20 385,-1-20 192,1 20-31,0 0-33,20 20 256,0 0 256,0 19-159,0 1 63,0-20-256,20 20-64,21-20-192,-21-1-448,19 2-321,-19-21-832,20 0-2563</inkml:trace>
  <inkml:trace contextRef="#ctx0" brushRef="#br0" timeOffset="160885.2">6451 10293 5349,'39'0'5381,"-19"20"-4356,0-20 896,0 20-415,-1 0-705,1 20-545,-20-21-160,0 21-96,0 0-224,0-21-97,-20 2-31,20-2-192,-19 1-321,-1 1-641,20-2-2273</inkml:trace>
  <inkml:trace contextRef="#ctx0" brushRef="#br0" timeOffset="161635.24">6848 10810 14509,'0'0'737,"18"0"-609,-18 0 1922,21 0-384,-1 0-738,20 0-735,-1 0-129,-19 0-64,20 0 0,-20-20-449,-1 20-800,1 0-609,-20 0-1153,0 0-5765</inkml:trace>
  <inkml:trace contextRef="#ctx0" brushRef="#br0" timeOffset="161822.25">6866 10750 14798,'21'80'640,"-21"-61"-256,20 21 1474,0-20-609,-20 0-896,20 0-513,-1 0-897,-19-20-449,0 19-2209</inkml:trace>
  <inkml:trace contextRef="#ctx0" brushRef="#br0" timeOffset="162463.29">7482 10532 13132,'-39'-21'-96,"19"21"-128,0 0 416,0 0 0,20 40-32,0-20-128,20 20-32,20 0 0,-1 0 0,1 19 0,1-19-128,-23 0-128,22-1 64,-40-19 128,21 20 128,-21-20 512,0 0 449,-21-1 0,-19-19-96,1 21-128,-1-21-257,1 0-287,-1-21-161,20 2 0,0-1-64,20 0-192,20 0 31,0 0-31,20 0 0,-1 0-192,1 1-321,-19-1-480,17 0-1345,-18 20-3908</inkml:trace>
  <inkml:trace contextRef="#ctx0" brushRef="#br0" timeOffset="162746.29">7701 10273 8359,'-21'20'2915,"3"-20"-2723,-2 20 1730,20 0 224,-21 0-801,21 20-704,0-21-481,0 21-96,21 0 32,-1-21-448,-20 2-449,18-2-256,23 1-480,-21-20-1538,0 21-6406</inkml:trace>
  <inkml:trace contextRef="#ctx0" brushRef="#br0" timeOffset="163049.31">7780 10551 12427,'20'0'513,"-20"-19"-513,20 19 1153,0-21-545,0 2-255,0-1-225,-1 0 0,-19 0 64,0 0 32,0 1-95,0-21-65,0 20 64,-19 0-32,19 0 0,-20 20-192,0-20-257,20 20 1,-20 0 64,20 0 64,0 20 256,0 0 64,20 20 224,-20-21 32,20 21-31,-20-20-225,20 20-128,-1-20-417,-19-1-768,20 2-2787</inkml:trace>
  <inkml:trace contextRef="#ctx0" brushRef="#br0" timeOffset="163207.31">7980 10452 7847,'18'0'5445,"2"0"-5029,1-20 1122,-1 20-801,0 0-737,-20-20-737,18 20-1409,-18 0-3075</inkml:trace>
  <inkml:trace contextRef="#ctx0" brushRef="#br0" timeOffset="163372.34">8039 10353 12171,'0'40'545,"0"-21"512,0 21 640,0-20-1056,0 0-641,20 20-641,-20-40-416,20 19-576,-20-19-3588</inkml:trace>
  <inkml:trace contextRef="#ctx0" brushRef="#br0" timeOffset="163562.34">8138 10353 13676,'0'40'609,"0"-40"512,20 19 352,-20 1-736,0 0-641,20 0-256,-20 0-641,19-1-704,-19 2-1762,0-2-4677</inkml:trace>
  <inkml:trace contextRef="#ctx0" brushRef="#br0" timeOffset="163813.34">8138 10174 12299,'40'40'1313,"-21"-20"-1056,1-1 928,0 21 384,20-20-576,-21 20-769,1-21-128,-20 21 1,0 0 31,0 0-64,0 0-64,0-1-289,0-18 193,-20-2-288,20 1-641,-19-20-1217,19 20-3652</inkml:trace>
  <inkml:trace contextRef="#ctx0" brushRef="#br0" timeOffset="165298.44">8794 10651 11434,'18'-59'609,"-18"38"-257,0 21 1506,0-20-128,0 20-353,0 0-448,0 0-192,-18 0-481,-3 0 0,1 41 0,0-2 129,0 0-193,1 21-32,-1 0 32,0-20-128,20 19 32,0-19-128,20 0-32,0 0-448,19-1-417,1-18-288,-1-2-513,1-19-896,1 0-4517</inkml:trace>
  <inkml:trace contextRef="#ctx0" brushRef="#br0" timeOffset="165673.47">9308 10849 12395,'20'-19'2403,"-40"-1"-2884,2 20 929,-3 0 834,-19 0-225,1 20-449,-1-1-512,0 21 0,21 0-31,-1 0-1,20 0-64,0-21-225,39 1-159,-19 1 64,40-21 95,-21-21-63,22 21-32,-23-39 128,3 18 96,-21 2 192,-2-21 128,-18 20 96,0 0 129,0-20 95,-18 40-31,-2-19 63,0 19-63,20 0-289,-21 0-64,21 19 32,0 1-32,0 0-31,21 0-129,-1 0-161,0 0-447,-2 0-481,23-20-705,-21 19-768,0-19-2723</inkml:trace>
  <inkml:trace contextRef="#ctx0" brushRef="#br0" timeOffset="165912.47">9547 10412 10153,'-20'0'5285,"20"20"-5701,0-20 480,0 20 1249,0 0-96,0 19-929,0 1-191,0 1 31,0-22 32,0 21-96,20 0-192,0-20-897,-20 19-545,20-39-2530</inkml:trace>
  <inkml:trace contextRef="#ctx0" brushRef="#br0" timeOffset="166236.5">9707 10670 13516,'-20'0'353,"40"0"-417,-20 0 1024,18 0-383,2-19-481,1 19-224,-1-20 64,-20 0 0,20-20 128,-20 20-64,0 1 160,0-21 96,-20 20 1,0 0-129,20 0-32,-21 0 224,21 20-96,-20 20-224,20 0 192,0 0 129,0 0 31,0 20 193,0-1-193,0 1-224,20-20-64,1 19-352,-1-18-513,0-1-512,-1-20-449,1 0-2306</inkml:trace>
  <inkml:trace contextRef="#ctx0" brushRef="#br0" timeOffset="166424.51">9905 10452 11242,'19'0'1826,"1"0"-609,-20 20 385,20 0-417,0-1-417,-20 21-383,20-20-321,-20 1-160,0-2-513,-20 1-512,20 0-801,-20-20-576,20 19-3075</inkml:trace>
  <inkml:trace contextRef="#ctx0" brushRef="#br0" timeOffset="166712.53">10063 10333 10730,'41'20'2210,"-41"20"-385,18-21-479,2 41 159,0-21-416,-20 21-704,21-20-193,-21 19-128,0 1 96,0 0-224,0-20-256,0 19-97,-21-19 33,21-20-321,-20 19 257,0-18 31,2 18-31,-3-18-257,1-21-1185,0 19-3939</inkml:trace>
  <inkml:trace contextRef="#ctx0" brushRef="#br0" timeOffset="167016.54">10401 10253 13516,'20'0'641,"-1"0"-641,1 0 1473,20 0 385,-1 0-481,2 0-800,-21 20-449,18-20-64,-17 0-96,-1 0-865,-20 0-1281,0 0-2306</inkml:trace>
  <inkml:trace contextRef="#ctx0" brushRef="#br0" timeOffset="167166.56">10539 10293 11050,'-18'60'1794,"18"-20"-449,0 19 801,0-19-96,18 0-929,-18-1-865,0 1-384,0 0-897,0-21-1697,-18 2-11596</inkml:trace>
  <inkml:trace contextRef="#ctx0" brushRef="#br0" timeOffset="167736.59">2916 11247 18001,'-18'20'1057,"-3"0"-1314,21-20 1058,0 0 480,0 0-1217,21 0-448,-3 19-1089,2-19-1218,0 0-3651</inkml:trace>
  <inkml:trace contextRef="#ctx0" brushRef="#br0" timeOffset="167895.6">3254 11306 16527,'0'20'288,"0"-20"97,0 0 2498,0 0-2211,0 0-1537,0 0-640,20 0 96,0 0-1282,-20 0-6758</inkml:trace>
  <inkml:trace contextRef="#ctx0" brushRef="#br0" timeOffset="168003.6">3493 11326 9737,'19'0'3075,"-19"0"-3075,0 20-289,0-20-1600,0 0-4325</inkml:trace>
  <inkml:trace contextRef="#ctx0" brushRef="#br0" timeOffset="168140.61">3691 11366 12587,'19'0'1346,"1"0"-514,-20 0 1218,0 0 64,0 0-2017,0 20-2051,0-20-2306</inkml:trace>
  <inkml:trace contextRef="#ctx0" brushRef="#br0" timeOffset="172893.87">733 10592 10249,'-40'19'353,"20"-19"-482,20 0 386,0 20 736,20-20 288,20 0-224,-1 20-320,42-20-289,-2 19-192,0-19-160,20 0-32,0 21 0,0-21 0,21 0-32,-21 0-32,-20 0-32,0-21-224,-18 21-224,-23 0-385,3 0-384,-41-19-1922,0 19-2082</inkml:trace>
  <inkml:trace contextRef="#ctx0" brushRef="#br0" timeOffset="173145.9">1626 10571 2434,'-59'-20'6214,"39"1"-4773,20 19-480,-20 0-481,20 0 353,20 0 256,0 0-672,19 19 31,1-19-224,19 20 193,2-20-1,-2 21-160,0-2-128,1-19 1,-21 20 63,1 19-96,-20-18 96,1-1 256,-1-1 417,-20 1 64,0 0-416,-20 0-1,-21 0-288,1 0-128,1-1-160,-21 1-897,1 0-1857,0 0-5766</inkml:trace>
  <inkml:trace contextRef="#ctx0" brushRef="#br0" timeOffset="175389.03">1626 12360 14541,'-40'19'289,"40"-19"-161,0 0 96,0 0 705,20 0-321,0 0-544,0 0-352,1 0-801,-21 0-1762,18 0-7751</inkml:trace>
  <inkml:trace contextRef="#ctx0" brushRef="#br0" timeOffset="175524.03">2143 12300 14862,'58'19'768,"-37"-19"-768,-1 0-256,-20 0-833,20 0-673,0 0-1601</inkml:trace>
  <inkml:trace contextRef="#ctx0" brushRef="#br0" timeOffset="175626.04">2580 12339 9737,'39'21'-192,"-19"-21"-4325</inkml:trace>
  <inkml:trace contextRef="#ctx0" brushRef="#br0" timeOffset="175713.05">2718 12399 64</inkml:trace>
  <inkml:trace contextRef="#ctx0" brushRef="#br0" timeOffset="176572.09">1964 12916 12619,'19'-21'609,"-19"2"-161,0-20 385,0 19 288,0-1-384,-19 1-353,-1 20-223,0-19-322,-20 19 65,21 19-64,-21 1 64,20 1-32,-1 18 32,3 0-96,18 2-33,0-1 161,18-1 0,23-19 32,-21 0-96,19 0 32,1-20 96,19 0 32,-19 0-32,1 0 32,-21-20-32,18 0-32,-17 0-160,-1 0 96,-20 20-353,20-19-319,-20 19 351,-20 19 129,20 1 224,-20 0 0,20 20 32,0-20-32,20 19 0,0-19 96,-2-20 96,23 20 352,-1-20 193,-1-20 64,-19 0-97,0 1 65,0-21-32,-1 20-33,-19-20-512,-19 1-480,-1 19-609,0 0-705,0 0-1216,0 20-5254</inkml:trace>
  <inkml:trace contextRef="#ctx0" brushRef="#br0" timeOffset="176968.12">2598 12916 8712,'61'60'3459,"-61"-21"-3683,20-19 192,-20 20 320,0-20 737,0 0-641,0-20 97,0 0 768,0 0-544,0-20-257,0 0-192,0 0-128,0 0-128,0-20-64,0 21 0,0-1-256,0 0-64,19 20-97,-19 20-31,0-20 223,20 20 65,-20-1 96,20 21-160,-20-20-129,0 0 97,20 0 224,0-20 320,-20 0 129,19 0-33,-19 0-192,20-20-128,-20 0-256,0 0 64,20 20 96,-20 0-1,20-20 97,-20 20-64,0 0 96,20 0-288,-20 20-993,21-20-2306</inkml:trace>
  <inkml:trace contextRef="#ctx0" brushRef="#br0" timeOffset="177294.14">2977 13115 704,'20'19'11851,"-20"-19"-11883,18 20 64,-18 20 0,21-20 32,-21 19-64,20 21-512,0-20-353,-20 0 257,20-1 479,-20-18 194,19-2 2049,-19-19-1442,0 0 321,-19-19 320,19-21-320,-20-1-448,0 2-449,0-21-448,20 1-1,0-1 65,0 1-64,20 19 159,20 20 97,-21 0 32,1 20 64,0 20-32,0-20 32,-20 20 32,0 20 64,0-20 257,0-1-161,-20 1-288,0 0-289,20-20-736,-20 0-3075</inkml:trace>
  <inkml:trace contextRef="#ctx0" brushRef="#br0" timeOffset="177588.15">3313 12956 13388,'40'0'577,"-19"0"159,-21 0 257,0 20-448,0-1-257,0 1-224,0 20-64,0-20-128,0 20-288,0-21 127,20 1-95,-2 0 0,2-20-97,1 0 1,-1-20 256,0 0 224,-1 1 32,-19-1-32,0 0-64,20 0-97,-20 0 322,0 20 31,-20 0-128,20 0 32,0 0-32,0 20-160,0-20-513,20 20-1024,-20 0-2755</inkml:trace>
  <inkml:trace contextRef="#ctx0" brushRef="#br0" timeOffset="177747.16">3611 12976 12203,'0'-20'2082,"0"20"-2082,20 0 1153,0-20 353,0 20-481,0-20-609,19-1-288,1 21-256,1-19-1378,-23 19-1857</inkml:trace>
  <inkml:trace contextRef="#ctx0" brushRef="#br0" timeOffset="177942.17">3770 12638 15182,'0'0'160,"0"0"96,0 19 1698,0 21-256,0 0-930,0 19-575,0 21-161,0 0-417,0-1-672,0-19-224,0-1-1057,21-19-2883</inkml:trace>
  <inkml:trace contextRef="#ctx0" brushRef="#br0" timeOffset="178281.19">3890 13174 12940,'20'0'0,"-20"0"672,19 0 898,-19 0-769,40 0-481,-20-20-32,0 20 33,19-20 63,-19 1 256,0-1 97,0 0 0,-1 20-353,-19-20-672,0 0 32,-19 20-609,-21-20 96,0 20 449,21 0-161,-21 20 257,20 0 224,0 20 0,20-1 32,0 1 513,20 20-33,0-21-159,20 1-1,-1 0-64,1-21-96,-1 2 1,1-21-33,-20 0-224,19 0-993,-19 0-1474,-20 0-6726</inkml:trace>
  <inkml:trace contextRef="#ctx0" brushRef="#br0" timeOffset="179550.26">5358 12240 5381,'40'-20'160,"1"20"32,-3 20 2274,-17 0-544,19 20-1153,-22-1-417,3-18-224,-1 18-96,20 0 0,-21-18 64,-19 19 129,0-21 383,0 2-63,-19-2-257,-1-19 192,0 0 65,-21-19 224,3 19-225,18-21-352,-1 2-31,1 19 159,20-20-32,20 0-32,1 20-192,19 0 0,-1 0-64,1 0 0,-1 20-384,1 0-577,-20-20-640,19 19-866,-19-19-3074</inkml:trace>
  <inkml:trace contextRef="#ctx0" brushRef="#br0" timeOffset="179831.28">5200 12677 9513,'-99'60'6822,"38"-40"-6598,43-20-448,-3 0 384,42 0 833,-3 0 128,43 0-544,18-20-385,20 0 160,0 20 289,41-20-161,-2 20-352,1 0-96,1 0 32,-2 0-352,-19 0 32,-20 0-225,-20 20-127,2-20-353,-22 0-160,-39 20-96,0-20-353,-20 20-1280,0-20-6695</inkml:trace>
  <inkml:trace contextRef="#ctx0" brushRef="#br0" timeOffset="180256.31">5338 12916 13965,'-39'20'128,"39"-20"-128,0 20 192,20 0 481,19-1-65,21 21-384,-21 0-192,22 0-96,-23-1-32,-17 1 32,19 0 96,-40-1 32,0 1 225,0-20 95,-40 19-288,19-39-64,-17 21 0,-23-21 0,22-21 0,-1 21 64,20-19-32,0-1 129,20 0-161,0 1 32,40-2-96,-20 21 32,21 0 32,-3 0-32,3 0 0,-21 21-64,19-2-33,-19 1-319,0 0-353,-20 20-960,20-20-3300</inkml:trace>
  <inkml:trace contextRef="#ctx0" brushRef="#br0" timeOffset="180640.33">5973 13174 15726,'21'-59'929,"-21"59"-1185,-21-20 544,1 0 929,2 20-31,-2 0-962,-21 20-224,21 0 64,1 19 96,-1 21 64,20-1-224,0-19 64,0 19-96,39-18-160,1-1 224,19-1-128,2-19 96,18-20 0,-20 0-96,1 0 128,19-20 96,-38-19-32,-3 18 0,3-18 96,-41-1 33,20 0-65,-20-20-128,-20 21-32,-21-1-64,3-19-64,-3 19-161,-18 20-31,-1 0-481,21 0-384,-1 20-609,0 0-832,1 0-4741</inkml:trace>
  <inkml:trace contextRef="#ctx0" brushRef="#br0" timeOffset="180935.34">5953 13154 10185,'20'0'897,"1"0"64,-21 20 1313,0-20-961,0 20-832,0 0-385,0 0 32,0-1-32,0 1-32,-21 1-64,21-2 0,0-19 64,0 0 32,21 20-32,-1-20-64,0 0-288,-1-20-160,21 20-513,-20 0-993,19 0-1057,-19 0-1281</inkml:trace>
  <inkml:trace contextRef="#ctx0" brushRef="#br0" timeOffset="181079.34">6253 13273 3715,'0'-20'5157,"0"20"-3299,0-19 416,-21 19-448,21 0-962,-20 0-351,20 19 63,0-19-31,0 20-257,0 20-32,0-20-127,0 0-482,0-1-768,0 22-1249,0-41-9033</inkml:trace>
  <inkml:trace contextRef="#ctx0" brushRef="#br0" timeOffset="181700.39">6629 12837 13068,'0'-20'544,"-20"20"-95,20 0 416,-20 0-97,0 20-319,20-1-193,-19 20 128,-1 2-191,20-1-193,0-1-225,0-19-383,20 0-193,-1 0-833,1-20-3010</inkml:trace>
  <inkml:trace contextRef="#ctx0" brushRef="#br0" timeOffset="182032.41">6708 12956 9577,'-20'20'4644,"20"-1"-4580,0 1 288,0-20 641,0 0-224,20 0-577,0 0-96,1-20-32,17 1-64,-17-1 32,-1 0-32,0 0 32,-2-1 32,-18 2-192,0-1 0,-18 1-96,-2-1-64,0-1 128,-1 1 256,1 20-96,2 0 96,-3 20 256,21 1-32,-20-1 225,20 19 128,20-20-289,-20 22-288,21-21-160,-3 0-288,2-1-417,1 1-865,-1-20-2305</inkml:trace>
  <inkml:trace contextRef="#ctx0" brushRef="#br0" timeOffset="182226.42">6927 12817 13164,'0'-41'1794,"0"41"-1762,0 0 800,20 0 290,-20 0 31,19 20-481,1 21-287,0-22-33,0 20-256,-20 2-224,20-1-673,-20-1-512,0 1-673,-20 0-1601</inkml:trace>
  <inkml:trace contextRef="#ctx0" brushRef="#br0" timeOffset="185111.58">6728 13492 9577,'0'20'1729,"0"-20"-1152,0 0 1120,0 0 65,0 20-577,21-20-576,-21 20-129,0 0 161,18 19-225,-18-19-288,0 20 97,0-20-1,0 0 32,0-1 64,0-19 33,-18 20-33,18-20-288,-21 0 96,1 0-544,0-20-97,0 1-256,1-1-384,19 0-32,-20-20-96,20 1-449,0-1-1537,0 0-4772</inkml:trace>
  <inkml:trace contextRef="#ctx0" brushRef="#br0" timeOffset="185227.59">6629 13413 960,'20'-60'5382,"-20"40"-1987,19 20-961,-19-20-1441,0 20-801,0 0-224,20 20-224,-20-20-1410,20 0-4484</inkml:trace>
  <inkml:trace contextRef="#ctx0" brushRef="#br0" timeOffset="185587.61">6907 13333 10730,'0'20'993,"0"-20"288,0 19 1441,0-19-1184,0 21-737,0 18-193,0-18-320,0 18-159,20-19-258,-20 20-255,20-20-289,-20 0-544,19-20-672,-19 0-2404</inkml:trace>
  <inkml:trace contextRef="#ctx0" brushRef="#br0" timeOffset="185774.62">7085 13413 13773,'-19'0'576,"19"0"97,-20 19 1473,0 2-545,0-21-864,0 19-385,20 1 1,-20 0-129,20 0-96,20-20-224,0 0-128,0 20-353,0-20-608,19 0-545,1 0-1953</inkml:trace>
  <inkml:trace contextRef="#ctx0" brushRef="#br0" timeOffset="186452.66">7463 12319 15150,'-40'0'1601,"20"0"-1120,20 0 384,0 0 160,0 0-225,40 0-511,-1 0-257,42 0-32,18-19-32,-20 19-737,0-20-608,-39 20-193,-1 0-384,-39-20-160,0 20-160,-19 0-961,-21 20 1826,20-20 3106,-20 20 1570,1-1-1633,19 1-1025,20 1 255,-20-2 418,20 21-418,20 0-479,-20 0-161,40 19-64,-21-19 64,1 0 321,0-1-1,0-19 33,0 0 448,-20 0-64,0 0-321,-40-20-576,20 19-128,-19-19-384,-21 0-545,21 0-961,-2 0-961,21 0-7783</inkml:trace>
  <inkml:trace contextRef="#ctx0" brushRef="#br0" timeOffset="186885.68">8217 12280 11562,'0'0'1954,"-20"20"-1794,1-1-95,19 1 639,-20 1 641,0 18-352,0 0-416,-1 22-193,21 18-159,0-19-193,0 19-161,0-20-543,21-18-609,-1-2-962,20-19-5956</inkml:trace>
  <inkml:trace contextRef="#ctx0" brushRef="#br0" timeOffset="187267.71">8575 12399 15342,'0'-20'769,"0"20"-1154,-20 0 385,0 20 96,-1 0 1,1 20-97,20 0 0,0 19 32,0 1-32,0-1-161,20 1-159,21-21-64,-2-19-65,21 1 225,-20-1 256,19-20 192,-18 0 161,17 0 159,-17 0 129,-2-20 64,1-1-129,-20 1 225,-20-19 96,0 19-224,0-20-417,-20 1-192,0-1-545,-21 0 546,3 0-258,-23-19-255,22 38-289,-1-18-384,20 39-736,-19-20-1667,19 20-7622</inkml:trace>
  <inkml:trace contextRef="#ctx0" brushRef="#br0" timeOffset="187527.72">8654 12499 5669,'0'0'7079,"0"0"-7015,0 0 512,0 19 1506,0-19-1057,0 21-737,0-2 1,0 1 159,-20 0-160,20 0-352,0-20 192,20 20-64,-20-20-256,20 0-64,-20 0-449,39 0-544,-19 0-1345,0-20-2147</inkml:trace>
  <inkml:trace contextRef="#ctx0" brushRef="#br0" timeOffset="187671.73">8832 12598 1601,'-20'-20'9577,"20"20"-7943,-18 0 544,18 0-449,-21 0-1280,21 20-449,0 0 32,0-20-64,0 20-257,0-20-319,21 19-225,-21 1-832,18 0-2628</inkml:trace>
  <inkml:trace contextRef="#ctx0" brushRef="#br0" timeOffset="188212.76">9091 12260 7334,'-20'-20'929,"20"20"1089,0-20 1089,0 20-961,0 0-672,0 0-449,0 20 0,0 0 160,20 0-256,-1 19-385,1-19-128,0 20 33,0-20-385,0 19 64,-1 2-128,1 19 0,0-1-128,0 0-128,-20 1 160,0-1-321,0-18 385,-20 18-512,-20-19-577,21 0-897,-21-1-961,20-19-9225</inkml:trace>
  <inkml:trace contextRef="#ctx0" brushRef="#br0" timeOffset="188385.77">9567 12837 16751,'40'39'4389,"-40"-39"-4998,0 19-480,0-19 320,0 0-2754</inkml:trace>
  <inkml:trace contextRef="#ctx0" brushRef="#br0" timeOffset="197816.31">20207 4789 9673,'0'-21'993,"0"21"-97,0-19 322,0 19 31,0 0-64,0 0-288,0 0-257,0 0-223,0 0 95,0 0 97,0 0-33,0 0-127,0 19-33,0-19-96,0 21 97,0-2-193,0 2-128,0-1 64,0 19-256,0 1 32,0 19 256,0-19-480,0 20 352,20 0-64,-20 0-64,0-1 32,0-19 64,0 19-32,0 1 96,0-1-96,20-19 160,-20 20-224,0-21 32,21 22 96,-21-22-32,20 21-32,-20-21 32,0 0-64,0 2 64,0-2 64,0 1-31,0 0-1,-20-1 64,20 1-128,-21 0 160,21-20-32,0-1 0,0 21 0,0-20-192,0 1 0,21-2 192,-21-19-352,0 20 224,20 0 0,-20-20-32,0 19 64,0-19-32,0 21 64,0-21-32,0 20-32,18-20 64,-18 0-64,0 19 0,0-19 32,0 0 0,0 0 0,0 0 0,0 0 0,0 0 64,0 0-32,0 0 33,0 0 95,0 0-96,0 0 32,21 0-32,-21 0-96,20 0 32,0 0-32,0-19-32,-1 19 128,1 0-160,0 0 32,20 0 96,-21 0-64,1 0-32,0 0 64,20 0-32,-21 0 0,1-20 0,0 20-64,0 0 96,1 0-32,-21 0 32,18 0-32,-18 0-32,20 0 128,1 0-128,-1-21 64,0 21 192,-2 0 289,23 0-289,-1 0-192,-1 0 64,1 0 32,19 0 0,-19 0-96,19 0 0,2 0-64,-2 0 64,20 21-32,-19-21 33,39 0-66,-20 0 33,1 0 0,19 0 33,-20 0-66,22 20 66,-22-20-66,0 0-95,0 0 96,-19 19 0,-1-19 32,0 20 32,2-20-32,-3 20 0,3-20 0,-2 20 0,20-20 32,-19 0-64,40 20 32,-21-20-64,20 0 32,-20 0-64,0 0 64,2 20 0,-22-20-64,-19 0 64,-1 0-96,-19 0-32,20 0-32,-1 0 127,1 0-63,0 0 0,-1 0-32,-19 0 32,1 0 32,-1 0-32,-20 0 160,18 0-32,-18 0 32,0 0-32,0 0 32,0 0-96,0 0 32,0 0-64,0 0 64,0-20-32,0 20-33,0 0 97,0-20 0,0 20 129,0 0-129,20-20 64,-20 20 64,0 0-96,0-20 96,21 0-128,-21 1 192,0-1-224,0-1 128,0-18-32,0 0 64,0-2-96,0-18 0,0-1-96,0 0 96,0 1-160,0-20 128,0-1-192,0-19 192,0 19 0,0-19 32,0 19-64,0 21 64,0-20-64,0-1 32,0 20-128,0 0-96,20-19 224,-20 19-257,0-19 674,0 20-385,0-1 32,0 0-32,0 20-32,0 0 0,0 0 0,20 21 0,-20-1-96,0 20 96,0-20-64,0 20-64,0 0 128,-20 0-128,20 0 64,0 0-65,-20 0 33,20 0 64,-21 0 32,1 0 64,2 0-32,-2 20 32,-21-20-64,2 20 65,-1-20-98,-20 19 98,-40-19-97,1 21 64,-19-21 32,-1 19-64,0-19 0,-1 0 32,1 0 0,0 0 32,-19 0-64,-2 0 0,-18 0 0,-2 0 0,2 0-32,-2 0 64,2 0-32,19-19-96,-19 19 192,18 0-288,-18 0 320,18-21-64,2 21 128,19 0-128,20 21-128,0-21-160,38 19-833,2 1-2050,19 0-1506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1-03T02:05:46.425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456 2583 2434,'-20'0'1377,"20"0"545,-21 0 384,1 0 0,20 0-352,-20 0-480,0 0-257,20 0 0,-19 0-160,19 0-256,-20 0-577,20 0 160,20 0 1,-1 0-193,1 19-224,20-19 160,1 0-96,18 0 32,-19 0-416,19 0-161,-19 0-352,-1 0-352,-19 0-513,0 0-1312,-20-19-5382</inkml:trace>
  <inkml:trace contextRef="#ctx0" brushRef="#br0" timeOffset="310.01">614 2483 12107,'-40'0'352,"21"0"-352,-1 0 673,20 0 480,0 0-224,0 0-705,20 0-64,-20 0 0,19 0-31,21 0-129,-20 0 32,19 0 32,1 20 64,0 0-32,-1-20 0,-19 20-96,21-20 32,-23 0-32,2 20 64,-20-20 352,21 0 289,-21 20-192,-21-1-161,1 1-32,2 1-64,-2-2-159,-1 1-1,1 0-224,0-1-1058,20-19-767,-19 21-1539,19-1-6757</inkml:trace>
  <inkml:trace contextRef="#ctx0" brushRef="#br0" timeOffset="3137.17">14291 3199 1953,'0'-21'1153,"-19"21"-1345,19 0 449,-20 0 639,20 0 1955,0 0 192,-20-19-1442,20 19-319,0 0-1,-20 0-288,20 0-417,0 0-351,0 0-161,0 0-64,0 0 0,0 0 128,0 0 0,20 0-64,0 0 0,-20 0-32,20 0-32,-1 0 128,1 0 32,0 0 32,1 0-95,17 0 63,3 0 32,-1 0-64,-1 0-64,21 0 32,-1 0-96,1 0 32,20-20 0,-22 20-32,3 0 32,-2 0-64,0 0 64,1 0-32,-1 0 0,2 20-32,-3-20 96,3 0-64,-22-20 0,21 20 64,-1 0-64,20 0 32,-18 0-160,-2 0 224,-1 0-192,3 20 0,-2-20-64,20 0-96,-19 0 64,19 0-1,-18 0 65,-2 0 128,20 0-32,0 0 32,-19 0 0,-1 0-32,20 0 32,-18 0-32,-2 0-64,20 0-416,-19 19 255,-1-19-31,2 0 96,18 0 192,-20 0 0,21 0 288,-21 0-32,-19 0 161,-1 0-33,2 0-288,-3 0-64,-18 0-32,1 0-96,-1 0-352,-20 0-1186,0 0-4035</inkml:trace>
  <inkml:trace contextRef="#ctx0" brushRef="#br0" timeOffset="7129.4">2460 4073 7655,'-20'0'1665,"20"0"-1472,0 0 63,0 0-64,0 0 384,0 0 1058,0 0-897,0 0-641,20 0 160,-20 0 96,0 0 1,21 0 95,-3 0-96,2-19-95,21 19-33,-21 0-64,19-21-96,1 21-32,-1 0 0,1 0 0,0-20 0,-1 20 0,1 0 0,19 0-32,2 0 32,-2-19 0,20 19-32,1 0 32,-1-20 0,0 20-32,0-20 32,1 20-32,0 0-32,-21-20 32,0 20-32,1 0 0,-1 0 32,2 0-32,-2 0 0,20 0-32,-19 0 0,-1 0-32,2 0 64,18 0 0,-20 0 0,1 0 0,19 0 32,-20 0 0,2 0-64,-3 0 128,3 0-64,18 0 0,-20 0 0,20 0-64,2 0 64,-23 20 0,22-20 0,-1 0 0,1 20 0,-1-20 64,0 0-32,21 20-32,-21-20 0,20 0 0,0 0 32,-18 0 32,18 19-32,0-19-64,-20 0 64,20 0-32,1 0-32,-21 0-192,20 0-32,0 0-1,0 20 97,1-20 160,-1 0 96,-19 0 32,20 0 65,-41 0-129,20 0-64,-19 0 32,-1 0-32,0 0 0,1 0 0,-21 0-32,22 0 64,-23 0-32,3 0 0,-21 21 0,0-21-769,-1 0-2690</inkml:trace>
  <inkml:trace contextRef="#ctx0" brushRef="#br0" timeOffset="12399.7">11810 4033 4003,'-20'21'673,"20"-21"1025,0 0-1314,0 0-128,0 0 1121,20 0-95,-20-21-610,21 21-223,-21 0-97,18 0-64,-18 0-31,20 0-97,-20 0-64,21 0 64,-1 0-64,18 0-64,3 0 0,-1 0 0,-1 0-32,1 0 0,0 0 0,19 0 96,-18 0-96,18 0 0,0 0 0,-19 0-32,0 0 32,19 0 32,-19 0-32,-1 0 32,22 0-32,-23 0 0,23 21 0,-2-21 0,-19 0 32,19 0-32,20 0 0,-19 0 0,-1 0 32,20 0-64,2 19 64,-2-19 0,-20 0-32,20 0 0,20 0 0,-18-19 0,18 19 0,0-21 0,1 21 0,-1-20 0,0 20 32,0 0-32,-20-19 0,21 19-32,-1 0-64,0 0-192,0 0-96,-20 0-65,21 0-31,-1 0-1,-19 0 1,20 0 192,-1 0 191,0 0 97,0 0 33,0 0 63,1 0-32,-21 0-32,20 0 32,0 0-64,0 0 32,1 0-32,19 0 32,-20 0 0,0 19 32,1-19-32,-1 0-32,0 0 0,0 0 0,21 0 0,-1 0 0,0-19 32,-19 19 224,18 0 193,-19 0-1,0 0-64,0 0-159,2 0 31,-22 0-160,20 0 32,0 0 0,-19-20-96,-1 20-64,-19 0-32,-21 0-993,-19 0-4132</inkml:trace>
  <inkml:trace contextRef="#ctx0" brushRef="#br1" timeOffset="27916.59">1547 5643 7655,'-40'0'2082,"20"0"-289,1 0-127,-1 0-321,0 0 33,0 0-225,20 0-609,0 0-63,0 0 191,40 0-95,-1 0-97,21-20-416,-1 20 129,20 0-65,2 0-64,-22 0 0,20 0-64,-19 0-96,-21-20-129,1 20-351,1 0-481,-23 0-160,-18-19-129,0 19-3074</inkml:trace>
  <inkml:trace contextRef="#ctx0" brushRef="#br1" timeOffset="28263.6">1904 5445 10698,'0'-20'-161,"0"20"322,20 0 768,-20 0 128,20 0 192,-20 0-513,20 20-447,19-20-193,-19 19 0,21 1-64,-3 0 0,3 0-32,-21 0 0,18-20 32,-17 20-32,-21-20 0,20 20-32,-20-20 64,0 19 256,0-19 289,0 20-33,-20 0-95,-1 21-97,-17-22 32,-3 20 97,21-19-289,-18 1-128,17-1 0,1-1 64,0 1-576,-19-20-929,19 19-673,0 2-1826</inkml:trace>
  <inkml:trace contextRef="#ctx0" brushRef="#br0" timeOffset="38527.18">3949 7154 5188,'0'0'737,"0"0"-833,0 0 705,20 0 928,-20 0-128,0 0-384,20 0-384,-20 0-129,20 0 65,-20-21 128,19 21-257,-19 0-192,0 0-31,0 0 31,0 0-96,20 0-32,-20 0-64,0 0 96,20 0 64,0 0-95,0-19 31,-1 19-64,1 0 0,0 0-128,21 19 64,-23-19 32,23 0-32,-21 0 0,39 0 0,-19 0 0,-1 0-32,21 0 32,-21 0 0,21 0-32,-19 0 32,18-19-32,-1 19 0,3 0 0,-22 0 32,21-21 0,-1 21-32,2 0 0,-3 0 0,1 0 0,22 0 32,-22 0-32,0 0 0,21-19 0,0 19 0,-22 0 32,23 0 0,-22 0-32,20-20 0,0 20 0,2 0 0,-2 0 32,0 0-32,20-20 0,-20 20 32,20 0-32,-18 0 64,-2 0-64,0 0 33,20 0-1,-40 0-32,22 0 32,-2 0-32,0 0 0,0 0-32,-18 0 32,18 0-32,0 0 64,0 0-64,1 0 32,-21 0 0,20 20 32,0-20-32,2 0 0,-2 0 0,0 0 32,0 0-32,2 0 0,18 0 0,-20 0 0,20 0 0,-20 0 0,21 0 0,-21 0 32,1 0-32,-1 0 0,0 0 0,-20 0-32,22 0 64,-22 0-32,0 0 0,21 0 0,-21 0 0,0 0 0,2 0 0,-23-20 32,3 20-32,-1 0-32,-1 0 0,-19 0-353,-20 0-672,0 0-2722</inkml:trace>
  <inkml:trace contextRef="#ctx0" brushRef="#br0" timeOffset="41370.36">10877 7054 4163,'0'0'1442,"0"0"-481,0 0 384,0 0 417,0 0-289,0 0-576,0 0-128,0 0-257,0 0-160,0 0 1,0 0-97,20-20-128,-20 20-96,20 0 0,-1 0-32,1 0 0,0 0 0,1 0 0,-1 0-32,18 0 32,-17 0 0,19 0 0,-21 0 32,21 0-32,0 0-32,-20 0 32,19 0 0,-19 0 0,0 20 0,19-20 0,1 0 0,-19 0 0,17 0 0,3 0-32,-1 20 0,-1-20 32,1 0 0,19 0 32,-19 0-32,19 0 32,2 0-32,-23 0 0,23 0 32,-2 0-64,1 0 32,19 0 32,-20 0-32,2 0-32,-2 0 32,0 0 32,1 0-64,-1 0 64,-19 0-64,19 0 32,-19 0 32,19 0-32,2 0-32,-2 0 0,1-20 32,-21 20 0,21 0 0,-1 0 0,0 0 0,2 0 32,-2 0 0,1 0-64,-1-20 32,-19 20 0,19 0 0,0 0 0,2 0 32,-3 0-64,3 0 0,18 0 32,-20 0 0,1 0 32,-1 0-32,20-20 0,-18 20 0,18 0 0,-20 0 0,21 0 0,-21 0 0,0 0 0,22 0 0,-22 0 0,1 0 32,19 0-64,-20 0 32,2 0 0,18 0 32,-20 20-32,20-20 0,1 0 0,-21 0 0,20 0 0,2 0 32,-22 0-32,20 0-32,0 0 32,-19 0 32,20 0-32,-1 0 32,-19 0-32,19 0 32,-20 0 64,20 0-96,2 0 64,-2 0-32,-20 0-32,21 0 33,-1 0-1,-20-20-32,20 20 0,2 0 0,-2 0 0,-20 0 0,20 0 0,2-20 0,-2 20 0,0 0 0,0 0-32,1 0-1,0 0 33,-1 0 0,0 0 0,0 0 33,1 0-66,-1 0 33,1 0 33,-1 0-66,1 0 33,-1 0 0,0 20 0,21-20 0,-21 0 0,0 0 0,20 0 0,-18 20 33,-2-20-33,20 0 0,-20 0 32,20 0-32,0 0-32,-20 0 32,21 0 0,-1 0 0,-19 0 0,20 0 0,-1 0 0,0 0 0,20 0 0,-19 0 0,-1 0 32,0 0 0,19 0-32,-17 0 0,-2 0 0,0 0 0,0 20 0,1-20 0,-1 0 0,-20 0 32,20 0 32,-20 0-64,20 0 64,-19 0-32,-20 20 32,-1-20-96,1 0-64,-21 0-353,1 0-255,-19 0-578,-21 0-1408,0 0-3620</inkml:trace>
  <inkml:trace contextRef="#ctx0" brushRef="#br0" timeOffset="43639.49">296 6637 12395,'-59'0'1121,"39"19"-608,-20-19 95,40 0 193,0 0 160,0 0-448,0 0-546,0 0 226,0 0 95,20 0-128,20 0-32,-1 21-64,1-21-64,19 0 0,-19 0-224,1 0-352,-2-21-225,1 21-448,-20 0-1314,19-19-4003</inkml:trace>
  <inkml:trace contextRef="#ctx0" brushRef="#br0" timeOffset="43970.51">395 6537 6982,'0'0'577,"0"-20"-65,20 20 321,1 0 64,-1 0 288,-2 0-448,3 0-449,-1 0-160,0 20-64,19 0 96,-19-20-64,20 20-64,-20 0 0,-1-20 32,21 21 65,-20-2 319,-20-19 161,20 19-33,-20 2-31,0-21-33,0 19-63,0 2-1,-20-2-96,0 1-128,0-20-191,0 20-33,1 0-129,-1 0-735,0 0-1154,0-20-2915</inkml:trace>
  <inkml:trace contextRef="#ctx0" brushRef="#br0" timeOffset="52467">2460 8107 10345,'0'0'0,"0"0"0,0 0-160,0-20 224,0 20 160,0 0 129,21 0 63,-3 0-128,2 0 65,21 0 159,-21 0 1,19 0-161,1 0-96,-1 0-64,1-20 1,19 20-33,-19 0-32,0-20 0,19 20-96,-18 0-32,18 0-32,1 0 64,-1 0-64,0 0 32,1 0-32,19 20 0,0-20 0,-18 0 0,18 0 32,0 0 32,-20 20-32,42-20 32,-22 0-32,20 0 0,-20 0 32,20 0-32,1 0 0,-1 20 0,0-20 0,20 0 0,-19 0 32,19 20 0,0-20-32,-1 0 32,22 0-32,18-20 32,-19 20 0,1 0-32,-2-20-32,1 20 64,1 0 0,-2-20-32,1 20-32,-19 0 96,18-20-32,-19 20 0,21 0 32,-21 0-64,0 0 32,19-19-32,-18 19 0,-1 0 0,-20 0 0,1 0 32,-1 0 97,-20-20 31,-19 20-96,-1 0-64,-39 0 0,19 0 0,-19 0-32,-20 0-225,21 0-223,-21 0-545,0 20-2018</inkml:trace>
  <inkml:trace contextRef="#ctx0" brushRef="#br0" timeOffset="53582.06">7959 8345 14733,'0'-19'321,"0"19"-289,0 0 0,21 0 96,-3 19 352,2 1 193,1 20-353,37 0 33,-17 20 159,18-1 33,21 0-33,-1 2-224,0 18-256,-20-20-32,22 1 0,-22-1-288,1 1-352,-1-20-33,0-20 0,-19 19 33,1-39-225,-23 21-673,3-21-1953,-21 0-5381</inkml:trace>
  <inkml:trace contextRef="#ctx0" brushRef="#br0" timeOffset="53885.08">8773 8723 15342,'21'40'-96,"-3"-20"224,2 19 160,21 1 161,-3 0 31,23-1-320,-22 1-128,21 20 0,-1-20 97,-19 0-1,-1-1 0,1 1 801,1 0-545,-23-1-96,2-19 97,-20 20-225,0-20 416,-20-20 97,2 20-32,-23-20-193,-18 0-96,-1 0-31,21 19-161,-21-19-160,1 0-32,19 20-449,1 1-992,19-2-1698,-1 1-2627</inkml:trace>
  <inkml:trace contextRef="#ctx0" brushRef="#br0" timeOffset="54642.12">9964 9021 11242,'20'-40'1474,"-20"21"-578,20-2-223,19 21 0,1 0-65,19 21-95,2-2-257,-2 21-224,0 20-32,1-20 0,-20 19 0,-21 1 0,1-1 32,-20-19-32,0-20 96,-20 0 160,1-1 161,-21-19-129,20 0 225,-20-19-225,1-1 64,-1 0-128,19-20-192,3 20-32,18 1-96,18 19-32,3 0-32,19 0 96,-1 0 128,1 19 32,20-19-32,-1 20-64,-18 0-160,-3 0-609,3 0-352,-21-20-384,-2 20-1730,-18-1-6631</inkml:trace>
  <inkml:trace contextRef="#ctx0" brushRef="#br0" timeOffset="54896.13">9885 9598 15919,'-99'19'768,"99"-19"-704,0 0 193,39 0 575,21 0 578,19 0-577,40 0-417,1 0-160,18 0 161,1-19-514,1 19 386,-22 0-257,1 0-32,-20 0 64,-20 0-224,-18 0-97,-2 0-287,-39 0-385,0 0-1089,-20 0 0,-20 19-1313,-20-19-7303</inkml:trace>
  <inkml:trace contextRef="#ctx0" brushRef="#br0" timeOffset="55262.16">10063 9836 17264,'-59'40'384,"59"-40"-1377,0 19 609,19 2 352,21-2 352,1 1-128,-3 20-256,3 0-224,-3 19 0,3 1-97,-21-21-31,-20 2 64,0-2 256,-20-19 384,-21 0 513,23 0 160,-43-20-193,23 0-223,-3 0-289,1-20-64,1 20-96,39-20 0,-20 20-192,20-20-128,20 20 96,19 0 0,1 0-32,1 0-449,-3 20-384,3-20-512,-3 20-1602,23-20-6246</inkml:trace>
  <inkml:trace contextRef="#ctx0" brushRef="#br0" timeOffset="55587.17">10600 10094 14958,'20'-39'544,"-40"39"-640,0 0 256,-1 0 193,1 39 223,2-18-320,-3 38-95,21-19 191,0-1 64,21 21-256,-3-40-64,23 19-320,17-18 64,3-2 64,-2-19 64,1 0 64,-1-19 32,-19-2 256,-1-18-31,2-1-33,-21 20 32,-20-19 193,-20-21-129,-1 20-224,-19 0-224,1 1-160,-21-1 64,21 20-225,-1 20-800,1 0-1313,-1 0-1730,20 20-3300</inkml:trace>
  <inkml:trace contextRef="#ctx0" brushRef="#br0" timeOffset="55912.18">10699 10094 7174,'-40'0'6759,"19"21"-6215,3-21 193,18 19 768,-20 1-63,20-20-930,20 20-320,-2-1-192,23-19-288,-1 0 0,-1 0-65,1 0-287,-1-19-321,1 19 64,-20-20 32,0 20 0,-1-20-288,-19 20 64,0-19 769,0 19 608,-19 0 385,19 0 576,-20 19 353,0 1-673,0 0-705,20-20-160,0 19-64,0 2-128,20-21-161,0 20-447,0-20-1058,-1 0-2978</inkml:trace>
  <inkml:trace contextRef="#ctx0" brushRef="#br0" timeOffset="56186.21">11096 9796 11082,'0'0'1730,"0"-20"-1058,0 20 513,-20 20-192,20-20-128,-21 20-513,1 20 1,2-20-97,18 20-224,0-21-160,0 21-641,18-20-352,2 0-320,1-20-417,-1 0-384,19 0-673,-19 0 321,0 0-801</inkml:trace>
  <inkml:trace contextRef="#ctx0" brushRef="#br0" timeOffset="56532.23">11195 9935 11755,'0'20'1153,"20"0"-449,-20-20 994,20 0 64,-1 0-513,-19 0-865,20 0-63,0-20-225,0 0 160,-20 1-384,21-2 128,-21 2-224,0-1-129,0 0-31,-21 0 64,21 0-1,0 0 129,-20 20 0,20 0 128,-20 0 64,20 0 128,0 20 32,0 0-32,0 0-32,0 20 96,20-21-160,-20 2-256,20 18-64,1-19-192,-3-20-161,-18 20-320,20-20-448,0 0-481,-20 0-1473,21-20-3556</inkml:trace>
  <inkml:trace contextRef="#ctx0" brushRef="#br0" timeOffset="56676.24">11434 9776 10249,'0'20'2178,"0"0"-384,0 0 96,18 0-353,-18 19-224,0-18-768,0 18-481,0 1-384,0 0-1442,0-20-1505</inkml:trace>
  <inkml:trace contextRef="#ctx0" brushRef="#br0" timeOffset="57412.28">11135 10372 14541,'0'40'609,"0"0"-161,20 0 353,-20 0 320,20-1-512,-20 1-513,20-20 32,-20 0 32,0-1 224,0-19 353,-20 0-288,0 0-193,0 0-320,1-19-128,-1-21-225,0 0-191,-1 1-161,1-1 0,20 0-480,-18-19-641,-2-1-2210,20 0 513,0 21 3587,0 19 1473,0-1 193,20 21-225,-2 0-480,2 0-224,1 21-385,-1-21-1153,0 20-4131</inkml:trace>
  <inkml:trace contextRef="#ctx0" brushRef="#br0" timeOffset="57599.28">11235 10313 12587,'19'0'4581,"-19"0"-3428,0 0 1409,20 20-768,-20-20-1121,0 20-513,0-1-352,0 2-321,20-2-512,-20-19-769,20 20-384,-20-20-320,21 20-1506,-21-20-2338</inkml:trace>
  <inkml:trace contextRef="#ctx0" brushRef="#br0" timeOffset="57773.3">11434 10313 10441,'0'0'3428,"0"0"-2435,0 0 448,-20 0 96,-1 20-31,1-20-481,0 20-481,20-1-223,0 2-161,0-21-32,20 19-256,0-19-417,21 20-1537,-2-20-640,-19 0-3172</inkml:trace>
  <inkml:trace contextRef="#ctx0" brushRef="#br0" timeOffset="58033.31">11831 9140 13548,'18'20'-256,"2"-20"64,21 0 768,-3 0 257,23-20-96,-21 20-673,19-19-320,0 19-609,-19-21-384,-19 21-1602,-21 0-2658</inkml:trace>
  <inkml:trace contextRef="#ctx0" brushRef="#br0" timeOffset="58227.33">12068 9121 8167,'-19'59'897,"19"-39"576,0 20 802,0-1-289,19 21-865,1-20-609,0 20-160,20-1 225,-40-19-257,19 0-128,-19-1 65,0 1 159,-19-20-32,-1 0 129,-20 0-225,1-20-224,-1 0-96,20 20-769,-21-20-1088,3 0-1827</inkml:trace>
  <inkml:trace contextRef="#ctx0" brushRef="#br0" timeOffset="58516.34">12465 9299 12043,'0'0'256,"-19"20"-352,19 0 801,-20 20 1152,0-1-511,0 21-353,0 0-353,20 19-31,-19-19-225,38 0-256,1-21-352,0 1-609,0 0-384,19-20-609,-19-20-1793</inkml:trace>
  <inkml:trace contextRef="#ctx0" brushRef="#br0" timeOffset="58876.36">12683 9418 16303,'-20'0'96,"2"0"-128,-3 21 320,21 18 321,-20 0-321,20 2-320,0 18-256,20 1-289,1 0 129,17-1-33,3-19-319,-3-20 159,23 0 673,-21-1 416,19-19 257,0 0 801,-19-19-1250,19-1 609,-18-20-289,-1 20 161,-22-19 32,-18-21-481,0 20-256,-18 0-448,-2-19 608,-41 18-256,22 2 224,-21 19-256,21 1 192,-1-2-224,1 21-961,19 0-993,0 0-1474</inkml:trace>
  <inkml:trace contextRef="#ctx0" brushRef="#br0" timeOffset="59121.38">12823 9578 15630,'0'0'32,"0"0"449,0 0 1312,0 20-1152,0-20-385,0 19 1,-20 21-161,20-20-32,0 0 64,20 0-160,-20 0-32,20-20-160,-20 0-161,20 0 33,-1 0-417,1-20-480,20 20-64,-40-20-1122,20 20-4291</inkml:trace>
  <inkml:trace contextRef="#ctx0" brushRef="#br0" timeOffset="59280.39">12981 9677 7847,'0'0'2690,"0"0"-31,0 0-65,-19 0-768,19 0-352,0 20-257,0-20-481,0 20 1,0 0-96,0 0-193,0-1-256,0 1-544,0 0-769,0 0-801,19 0-1345,-19-20-2402</inkml:trace>
  <inkml:trace contextRef="#ctx0" brushRef="#br0" timeOffset="59524.4">13279 9220 3106,'40'59'13613,"-20"-19"-13420,19 0 159,-19-1 1666,20 21 96,-19-1-1378,-3 2-704,2 18-224,0 1 160,-20-1-192,21-19-833,-21-1-352,0 1-449,-21-20-160,1-1-3715</inkml:trace>
  <inkml:trace contextRef="#ctx0" brushRef="#br0" timeOffset="65585.75">14789 8226 14958,'0'0'352,"0"0"-320,18 0 481,2 0 511,21 0 130,-2 0-322,41 0-415,-1 0-257,20 20 32,21-20 32,18 20-128,-19-20 65,41 0-97,-2 0 32,-18 0 96,18 0-96,-39-20 160,0 0-128,-40 20-160,-38-19-384,-2 19-1506,-39 0-1633</inkml:trace>
  <inkml:trace contextRef="#ctx0" brushRef="#br0" timeOffset="80305.59">5973 11545 15630,'41'0'-96,"-2"-19"128,21-2 449,-1 21 576,40-19 0,-18-2-545,18 2-384,-20 19-96,-20-21-128,-19 2-448,-1 19-705,-39 0-1154,0 0-2818</inkml:trace>
  <inkml:trace contextRef="#ctx0" brushRef="#br0" timeOffset="80528.6">6411 11505 11466,'-20'40'833,"20"0"-128,20-20 704,20 20 0,-21 19-832,21-19-513,-20-1-32,19 21 0,-39-20 32,20 0-64,-20-21 288,-20 21 321,1-20 32,-21 0-1,-19 0-287,-1 0 63,-20-20-416,22 0 64,-3 19-96,2-19-1217,39 0-961,0 0-2371</inkml:trace>
  <inkml:trace contextRef="#ctx0" brushRef="#br0" timeOffset="81293.64">7225 11287 8199,'0'0'1025,"-21"0"-32,1 0 737,2 0-513,-23 19-32,21 1-544,-19 20-289,-1 0-64,20 19-63,-20-19 31,21 40 192,19-20 33,0 19-97,0 20-256,19-20-128,21-20 64,20 2-96,-1-2 0,20-19-160,0 0 192,21-40 64,-20 0 128,20 0 289,-21-40-97,0 0 96,-20 1 161,1-21-481,-20-20-64,-21 21 289,-19-20 31,-19-1-160,-1 1-320,-20 19 128,-19 1-64,-22-2 192,22 22 1,-20 19-161,19 0-128,21 20-97,-1 0-671,1 20-962,19 0-384,20 0-1634</inkml:trace>
  <inkml:trace contextRef="#ctx0" brushRef="#br0" timeOffset="82073.69">7225 11625 6053,'-21'0'4517,"1"0"-2948,20 0 481,0 0-417,0 0-95,20 0-449,-20 0-192,0 0 64,0 20-321,21-1-127,-21 1-385,0 20-352,0 0 480,0-21-320,0 1 96,0 0-416,20-20-257,-20 20-384,20-20-256,-2 0-161,3-20-127,-1 0-353,0 0-160,0-19 513,-1 39 1120,1-20 770,-20 20 1344,20 0 193,0 0-833,0 0-449,19 0-95,-19 0-1,21 20-191,-23-20-97,22 0-96,1-20 0,-23 20-96,3 0 64,-1 0 32,-20 0 32,0-20 32,0 20-160,0-20 0,-20 20 0,-1 0 128,21 0 225,-18 0-65,18 0-256,0 20 128,0 0-64,0 0 0,0 19-96,0-19-192,18 20-64,-18-20-769,21 0-544,-1-20-1602,-20 0-5990</inkml:trace>
  <inkml:trace contextRef="#ctx0" brushRef="#br0" timeOffset="82476.7">6767 11346 11530,'0'0'1538,"0"0"-962,-18 20 738,-3 20 127,21 0-480,-20 19-449,0 1-191,0 20-1,20-1-160,-19 20-224,38-20 96,1 1-416,0 0-1122,39-21-255,-18 1-578,38-1-2113</inkml:trace>
  <inkml:trace contextRef="#ctx0" brushRef="#br0" timeOffset="82815.73">8118 11346 10730,'20'20'864,"0"0"-767,0 19 639,-1 1 706,21 21 351,0-2-672,-1 1-544,1-1-385,-1 20-32,-19 1 97,-20-20-33,0-1-96,0-19-32,0 19 256,-39-19-224,-1 0-160,0-20-897,-19 19-960,19-19-3621</inkml:trace>
  <inkml:trace contextRef="#ctx0" brushRef="#br0" timeOffset="83356.75">9687 11764 16399,'-41'19'1121,"41"-19"-833,0 0 1122,0 0-802,20 0 1058,21 0-801,18 0-513,0 0-288,21 0 32,-1 0-192,-20 0-96,20 0-1121,-39 0-1154,1 0-960,-23 0-6470</inkml:trace>
  <inkml:trace contextRef="#ctx0" brushRef="#br0" timeOffset="83876.78">11076 11545 13708,'20'60'257,"0"-1"-257,-20 1-32,0-1 0,0 1 64,19-1-64,-19-19 0,0-21 64,0 2 128,0-21 256,0 0 609,0 0-705,0-40-352,0 0 64,0 1-96,0-1 32,20 0-160,0 1-96,-20 19 160,20-20 64,0 40 32,0-20 160,-1 40-32,1-20 0,-20 40 0,0-20-96,0 19-224,0 1 64,0 0-609,20-1-2082,-20-18-4836</inkml:trace>
  <inkml:trace contextRef="#ctx0" brushRef="#br0" timeOffset="84142.81">11473 11883 6149,'20'19'1922,"-20"2"-1025,20-2-128,19 0-257,-19 2 65,20-21 576,-20-21 737,19 2-129,1 0-159,-40-2-417,20 2 192,-20-21-224,-20 0-544,-20 20-545,20-19-64,-19 19-416,19 20-449,-20 0-513,21 20-127,19 0-321,0-20-800,19 19-3300</inkml:trace>
  <inkml:trace contextRef="#ctx0" brushRef="#br0" timeOffset="84437.82">11869 11942 3587,'-20'40'2883,"20"-20"416,0-20-929,0 0-128,0 0-833,0-20-416,0-1-448,20-17 288,-20-2-97,21 0-543,-1 0-129,0 1-96,-2 19 64,3 0 96,-1 0-64,0 20 224,0 20-32,-20 20 65,20-21-161,-20 21-64,0 0-32,19-1-512,-19 1-866,20-21-896,-20 2-1890</inkml:trace>
  <inkml:trace contextRef="#ctx0" brushRef="#br0" timeOffset="85441.88">12366 11823 14862,'-19'20'2594,"19"-20"-1665,0 0 704,-20-20-640,40 20-480,-20 0-321,39 0-32,1 0-224,19 0-352,1 0-417,-1 0-640,0 0-930,-19-20-2850</inkml:trace>
  <inkml:trace contextRef="#ctx0" brushRef="#br0" timeOffset="85952.9">13161 11744 4964,'39'-20'10282,"-39"0"-10058,-21 20-128,21 0-32,-18 0-32,-2 0 64,-21 20-32,21 20-160,-19-1 96,19 1 0,0 19 0,0-19 0,20 0-96,20 0-192,20-20-609,-1-20 32,22 0-576,-2 0-32,1 0 608,-1-20-96,-19 0 448,-1 0 353,-19-1 256,0 2 321,-20 0 383,0-2-351,0 2-353,-20 19 0,0 19 609,0 2 608,20-2-384,-19 0-385,19 2-127,19 19-97,1-20 193,0-20-289,21 0 128,-3 0 257,3 0 127,-3-20-159,3 0 352,-41-21-128,20 22 95,-20-21-127,-20 21-641,-21-21-352,23 20-352,-2 20-642,-1 0-1152,1 0-929,20 20-6342</inkml:trace>
  <inkml:trace contextRef="#ctx0" brushRef="#br0" timeOffset="86262.93">13815 11883 14477,'0'59'1249,"-20"-19"-2081,20-20 832,-19 20 256,19-20 64,0 19-256,-20-19-32,20-20 513,0 0 256,0 0 159,20-20-575,-20-19-1,0 19 1,19-20-65,-19-1-32,20 3-288,0-2-96,0 20 128,1 0-32,-3 20 96,2 0 128,-20 20-96,20 0-63,-20 20 95,21-2 160,-21-17-672,0 19-705,0-20-673,20 19-480,-20-19-3075</inkml:trace>
  <inkml:trace contextRef="#ctx0" brushRef="#br0" timeOffset="86522.93">14054 11902 1825,'0'-39'6855,"0"39"-5222,0 0 353,20 0 160,-20 20-833,0 20-832,19-2-129,-19-17 65,20 19 31,0-20-192,0 0-64,19-1 1,-19 1 287,20-40 97,-20 20-33,-1-19 33,1-1-97,-20 0-160,0 0-63,-20 0-129,20-20-288,0 21-705,-19-2-1185,19 2-1153,0-1-3203</inkml:trace>
  <inkml:trace contextRef="#ctx0" brushRef="#br0" timeOffset="86847.96">14390 11961 9545,'0'21'2114,"20"-21"-1602,-20 0 1442,21 0-192,-1 0-545,0 0-737,19 0-128,-19-21 193,0 21 0,0-19-65,0 0-160,-20-2 321,0-18-577,0 19 0,-20 20-160,-20-20-224,20 20 31,-19 0 33,19 0-32,0 20 32,-1 0 192,21 19-1,0-18 65,21 17 193,-1-17-97,0 19 0,19-40 0,1 20-480,0-20 159,19 0-672,-19 0-736,-1-20-1826</inkml:trace>
  <inkml:trace contextRef="#ctx0" brushRef="#br0" timeOffset="87027.97">14708 11902 12940,'0'-19'1025,"-19"19"128,38 0 897,-19 0-545,20 0-416,21 19-384,-3 2-32,3-2-257,18 0-288,1 2-224,-21-1-320,21 0-770,-21 0-639,1 0-289,1-20-993,-23 0-4869</inkml:trace>
  <inkml:trace contextRef="#ctx0" brushRef="#br0" timeOffset="87207.98">15086 11843 4452,'0'20'4228,"0"0"-1730,-20 20-160,-20-2-416,1-17-481,-1 39-672,0-21-481,1 1-384,19 0-480,-1-1-1282,21-19-3811</inkml:trace>
  <inkml:trace contextRef="#ctx0" brushRef="#br0" timeOffset="87360.99">15404 12062 20083,'0'19'1153,"0"1"-1698,0-20 1250,-20 0-417,20 0-1409,-20 0-2883</inkml:trace>
  <inkml:trace contextRef="#ctx0" brushRef="#br0" timeOffset="111244.36">15959 8703 13869,'0'0'993,"0"0"-353,20 20 353,-20-20 64,0 0-192,21 20-32,-3 0-545,22 20-32,1 19-32,-3 1-31,3-1 159,-21 21-160,19-1-96,-19 1 96,0-21-160,0 21-160,0-21 192,-1 1-320,1-21-320,0 2-449,0-1-289,-20-21-159,0 2-865,0-21-2915</inkml:trace>
  <inkml:trace contextRef="#ctx0" brushRef="#br0" timeOffset="111603.38">15840 9260 12716,'0'0'1153,"-20"0"-481,20-20 193,20 0 224,-20-20 32,20 0-224,0-19-320,-20-1-321,20 1-160,-1-21-32,1 1 32,0 19 64,-20 1 353,20 19-225,-20 19-128,0-18-128,0 39 128,21-20-32,-21 20-128,0 0 0,18 20 97,2-20 95,21 20-32,-1-1-96,19 2-32,0-21 32,1 19-128,-1 2-224,2-21-449,-3 19-1153,-37-19-1537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1-03T02:08:10.257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1586 8485 10057,'-19'20'929,"-1"-1"-545,0-19 449,20 0 1025,0 20-481,-20-20-640,20 0-321,0 0 33,0 0 63,0 0-63,0 0-193,0 0-64,0 0 96,20 0-64,-20-20 65,20 20-97,19-19 0,-19-22-192,20 22 96,19-21-96,2 0 0,-22-19-32,21 19 0,-1 0 0,0 0-64,1-19-256,19-1 127,-18 1 1,-22-1-64,1 20 32,-20 20-193,-1 0 225,-19 1 32,0 19-160,0 0-481,0 0-160,-19 0-416,-1 19-705,20-19-2147</inkml:trace>
  <inkml:trace contextRef="#ctx0" brushRef="#br0" timeOffset="274.01">2122 7849 7879,'0'-20'1794,"0"20"-417,0-20 32,21 20-95,-21 0-193,20-20-385,0 20-447,19-20-289,-19 20 32,0 0-32,19-20 0,-19 20 0,20 0 0,-20 0-32,-1 0 32,1 20 0,0-20 0,-20 20 0,0 0 32,0 0 64,-20 0-160,20 19 224,-20 1-96,1-20-64,-1 19-160,20 2-1570,-20-2-5445</inkml:trace>
  <inkml:trace contextRef="#ctx0" brushRef="#br0" timeOffset="4245.24">6848 12459 4932,'-20'-21'2306,"20"21"-288,0 0-224,-20 0 0,20 0-321,0 0-288,-21 0-320,21 0 0,-20 0-32,20 0-513,0 0 321,0 0-161,0 21-64,41-21-63,-21 0-65,39 0-128,1 0 0,39 0-32,-20 0-96,21 0 0,-1 0-32,0 0 0,0 20 0,-20-20-32,0 0-32,-18 20 32,-2-20 32,-19 0-32,-20 0-128,0 0-192,-20 0-769,-20 0-1025,0 0-545,0 0-6309</inkml:trace>
  <inkml:trace contextRef="#ctx0" brushRef="#br0" timeOffset="5146.29">18818 11585 14445,'0'0'769,"40"0"-289,-1 0 609,22-20 32,38 20-224,0 0 0,0 0-352,19 0 191,1 0-31,1 20-353,-1-20-224,1 20-63,-41 0-1,0-20-289,-19 0-543,-41 20-834,-19-20-1345,0 0-3042</inkml:trace>
  <inkml:trace contextRef="#ctx0" brushRef="#br0" timeOffset="9235.52">17666 12399 5925,'0'-20'4068,"0"20"-3011,0 0 609,0 0 159,0-19-576,0 19-448,-20 0-288,20 0-97,-19 0 0,19 0-63,-20 19-257,-20 1-96,20 0 32,1 20 0,-21-20-64,20 0 0,0 20 32,-19-1 0,19 1 32,-21 19 0,23 1-96,18-1 64,0 1-64,18 0-32,23 0-96,-1-21-193,19 1 577,20-20-160,0 0 65,2-20 127,-2 0 128,-20-20 64,21 0 161,-21 0 160,0-20-65,-19 1-63,1-1-193,-23-20-191,2 0-65,-20 21 288,0-21-192,-20 1-63,2-1 95,-43 0-224,2 21-64,-1-2-64,1 22-353,19 19-191,21 0-705,-1 19-1186,20 2-768,-20-1-6150</inkml:trace>
  <inkml:trace contextRef="#ctx0" brushRef="#br0" timeOffset="9827.56">17607 12638 7623,'20'19'1313,"-20"-19"-993,0 0 2467,0 0-641,0 0-1281,0 0-321,0 0 385,0 0-288,0 0-417,0 20-160,0-20 96,0 20 96,-20-20 1,20 20 127,0-20 193,0 20-129,-20-20-96,20 20 161,0-20-65,0 19-224,0 1 1,20-20-193,-20 0-32,0 21 0,0-21 0,20 0-192,-20 0 416,0 20-256,0-20 192,0 0-160,0 0-32,0 0-128,0-20-161,0 20-255,0 0-417,0-21-64,0 21-192,0 0 352,0 0 480,0 0 257,0-20 160,0 20 225,0 0 319,19 0 129,1 0-97,0 0-159,0 20-193,1-20-128,17 0-32,3 0-96,-1 0-96,-1 0-128,1-20-353,-20 20-448,19 0-769,-39 0-2081</inkml:trace>
  <inkml:trace contextRef="#ctx0" brushRef="#br0" timeOffset="9994.57">17984 12717 9224,'20'-20'2787,"0"20"-1794,-20 0 1697,20 0-1024,-20 0-897,0 0-353,0 20-96,0 0-95,0 19-161,-20-19-32,20 1-449,0-1-736,-20-1-929,20 1-3011</inkml:trace>
  <inkml:trace contextRef="#ctx0" brushRef="#br0" timeOffset="10535.6">18381 12200 6566,'20'-19'2498,"-20"-1"-736,-20 20 1345,20 0-961,0 0-801,-20 0-384,1 20-128,-1-1-257,0 1-191,20 20-257,-20 0-128,20-1 32,0 1-192,0-20-129,0 19-543,20-18-290,-20-21-191,20 20-288,0-20-1506,-1 0-7559</inkml:trace>
  <inkml:trace contextRef="#ctx0" brushRef="#br0" timeOffset="10700.61">18480 12280 10185,'0'-20'1570,"0"20"-930,0 20 1698,0 0-1088,20-1-482,-20 22-543,0-22-161,20 1-192,-20 0-545,0-1-448,0 2-1185,0-21-2979</inkml:trace>
  <inkml:trace contextRef="#ctx0" brushRef="#br0" timeOffset="10931.62">18620 12141 13965,'0'20'704,"20"-20"-415,0 20 1536,-1-1-223,1 1-385,0 20-897,20-20-288,-40 19 64,19-19-31,-19 20-1,-19-20-160,19 0-545,-20-1-512,20 2-545,-20-1-800,0-20-7079</inkml:trace>
  <inkml:trace contextRef="#ctx0" brushRef="#br0" timeOffset="11608.66">19413 12539 12043,'21'-21'1730,"-21"2"-1090,0-1 257,-21 20 32,21-20-481,-20 20-256,-19 0-159,19 20-66,-20 0 33,20 20-128,-19-1 128,19 21-192,20-1-32,0-19 128,0 19-96,40 1-33,-21-21 65,41 2 160,-1-21 257,2 0 575,-2-1 386,1-19 95,-1-19-224,0-1-160,1 0-417,-21-21-31,-19 2-161,0 0-192,-20-2-64,0-18-160,-20 19-32,-19-19-32,19 19-129,-20 1-159,1 18-385,19 2-928,-20 19-642,20 19-1665</inkml:trace>
  <inkml:trace contextRef="#ctx0" brushRef="#br0" timeOffset="12012.68">19413 12618 11915,'-40'20'1761,"40"-20"-1152,0 19 1057,0-19-97,0 20-544,0 0-609,0 0-127,0 0-193,0 0 0,0-1-96,20-19-192,-20 20-257,0-20-416,20 0-480,-20 0-352,21 0-1058,-1-20-1345,0 20 128,-2-19 2755,3-1 2114,-1 20 1954,-20-20 352,20 20-641,-20-20-544,0 20-577,0 0-191,0 0-289,0 0-257,0 20-63,0-20-289,0 20-288,0-20 32,0 20-192,0-1-256,0 1-769,0 1-288,0-1-609,0-20-1858,20 19-5957</inkml:trace>
  <inkml:trace contextRef="#ctx0" brushRef="#br0" timeOffset="12259.7">19909 12220 14894,'21'20'640,"-42"-20"-768,21 20 1409,0 0 257,0 0-834,0 19-607,0-18-65,0 18 64,0 0-449,0-18-576,21-1-160,-21 0-352,20-20-449,0 19-1729</inkml:trace>
  <inkml:trace contextRef="#ctx0" brushRef="#br0" timeOffset="12482.71">20069 12260 8680,'-20'0'2050,"40"0"-1730,-1 20 1602,1 0-513,0-1-256,0-19-480,0 20-449,-20 1-64,0-2 0,0 1-32,0 0 65,0-20-97,-20 0-64,20 19-64,-20-19-353,20 0-351,0 21-289,0-21-993,0 0-2402</inkml:trace>
  <inkml:trace contextRef="#ctx0" brushRef="#br0" timeOffset="12677.72">20227 12220 12619,'20'0'385,"-20"20"928,21 0 353,-1 0-577,-2 19-641,23-19-288,-21 20-160,-20-20-160,0 0-384,0-1-321,0 2 192,-20-1-96,0 0-1793,-1 20-6855</inkml:trace>
  <inkml:trace contextRef="#ctx0" brushRef="#br0" timeOffset="12972.74">18739 12976 12844,'0'0'2306,"0"0"-1345,0 19 640,0 1-159,-20 0-802,20 20-512,-20 0-160,20-1-832,-20-19-1571,20 20-2433</inkml:trace>
  <inkml:trace contextRef="#ctx0" brushRef="#br0" timeOffset="13347.76">20585 12956 16047,'19'0'1121,"-19"0"-1345,0 0 800,0 0 1282,-19 0-1442,19 20-384,-20 19 32,0-19-288,0 0-481,0 0-576,20 0-544,-19 0-1411</inkml:trace>
  <inkml:trace contextRef="#ctx0" brushRef="#br0" timeOffset="13534.77">20883 12936 15182,'39'0'2082,"-39"20"-2819,0-20 801,20 0-32,-20 20-1761,0-20-12717</inkml:trace>
  <inkml:trace contextRef="#ctx0" brushRef="#br0" timeOffset="13672.78">21181 12936 18001,'39'20'288,"-39"-20"-961,0 0 993,20 0-864,-20 0-3556</inkml:trace>
  <inkml:trace contextRef="#ctx0" brushRef="#br0" timeOffset="13808.78">21418 12936 18449,'40'0'512,"-20"0"-319,-20 0 479,21 0-960,-21 0-2467,0 0-9993</inkml:trace>
  <inkml:trace contextRef="#ctx0" brushRef="#br0" timeOffset="14985.84">19413 12757 7142,'0'0'1185,"0"0"769,0 0 865,0 0-1794,0 0-769,0 0 481,0 0 96,21 0-321,-1 0-224,0 0 1,-2 0-289,3 0-385,19 0-287,-20 0-417,-1 0-1250,1 0-2337</inkml:trace>
  <inkml:trace contextRef="#ctx0" brushRef="#br0" timeOffset="15273.87">19413 12657 7975,'0'0'384,"0"0"1891,0 0 607,0 20-1953,0-20-833,0 20-224,0 20-833,-20-1-2434</inkml:trace>
  <inkml:trace contextRef="#ctx0" brushRef="#br0" timeOffset="20890.18">6749 13075 5317,'-21'20'1473,"1"-20"-96,20 0 385,-20 0-97,20 0-95,0 0-353,0 0-480,0 0-161,0 0-31,0 0-129,20-20-288,-20 0-32,20 0-96,19 0 0,-19 0-128,21 1-160,-3-21 64,3-1-64,-1 22-577,-1-1-1441,-19 1-3844</inkml:trace>
  <inkml:trace contextRef="#ctx0" brushRef="#br0" timeOffset="21170.21">6927 12776 8359,'-20'0'993,"20"0"-160,0-19-705,0 19 161,20 0 127,0 0-192,19-20-160,-19 0-64,20 0 64,19 20 32,-39 0-64,21-20 0,-23 20 65,2 20 319,1-20 225,-1 20-129,-20 0 0,0 19-31,0-19-129,0 1-63,0 18-225,0-19-96,0-1-481,0 22-1120,20-41-4037</inkml:trace>
  <inkml:trace contextRef="#ctx0" brushRef="#br0" timeOffset="22301.27">20525 11346 8680,'-20'-20'1569,"1"20"-384,19 0 769,-20 0-416,20-20-193,0 20-608,0 0-577,20 20 288,19-20 65,21 20-385,-1 0-32,0 0-64,22 0 0,-22-1 64,20-19-128,-19 21 64,-1-2-416,-39-19-97,21 0-31,-41 0-641,0 0-385,-20 0-704,-1-19-2915</inkml:trace>
  <inkml:trace contextRef="#ctx0" brushRef="#br0" timeOffset="22623.29">20764 11188 5252,'20'0'353,"-20"0"992,-20-20 641,0 20-224,-1 20-705,-17-20-257,-3 0-287,-18 19-257,19 1-192,0-20 160,1 20 193,19-20-33,0 0-256,0 20 64,20 0 417,20-1-129,0 1-127,0 20-97,0 0-192,19 0-32,1-21-416,-1 21-417,1-19-480,1 18-1410,-3-19-7494</inkml:trace>
  <inkml:trace contextRef="#ctx0" brushRef="#br1" timeOffset="36007.05">11750 9816 5541,'20'-40'897,"0"1"448,-20 19 288,0 0 97,0 0-160,0 0-1,-20 1-544,-19-2-256,19 2-33,-40 19-191,21-20-321,-1 20-160,-19 0-96,19 20 0,-40-1-32,22 21 32,-3 0 0,2 0 0,-1-1 32,21 21-32,-1-1 64,19 1-32,1 20-64,20-21 96,20 1-64,21 0 32,18-21 0,1 1 64,19 0 0,20-20-32,1-1 160,-1-19 193,20 0 95,-20-19-96,1-1 97,-21-20-225,20 20 96,-39-19 33,-1-2 95,-18-18 65,-41 19 95,18-19-223,-36-1-65,-23 1-160,1-1 161,-39 20-33,20 0 0,-22 1-160,2 19 1,0 0-65,0 20-128,19 0-96,21 0-417,-1 20-832,40 0-833,-20 19-865,40-19-2242</inkml:trace>
  <inkml:trace contextRef="#ctx0" brushRef="#br1" timeOffset="37016.11">11452 10611 8712,'0'-19'1121,"0"-2"-320,0 1 704,21 20 32,-21 0-287,0 0-610,0 0-640,0 0 192,0 20 257,0 20-1,0 0 129,-21 20-97,3 19 65,-2 20-193,-1 0 97,-19 41-161,22-21-32,-23 20-32,1-20-128,1 1-128,19-21-64,0-20 128,0 1-32,0-21 0,20 1-64,-19-20-64,19-1 32,0 1-320,0-20-321,0 0-224,0 0-352,0-20-641,0 0-2915</inkml:trace>
  <inkml:trace contextRef="#ctx0" brushRef="#br1" timeOffset="37608.15">11215 10730 3203,'-40'20'3715,"20"-20"-2658,20 0 993,-20 0-64,20 0-160,0 20-449,0-20-608,0 0-129,0 0 97,0-20 192,20 20-353,20-20-223,0 1-225,-1-1-96,1-1-32,19 2 0,-18-1 0,-3-19 64,3 18-192,-1 1 0,-21 1 256,1 19-128,0-21 32,-20 21 64,0 0 0,0 21 96,20-21 161,-20 39-33,0-18-64,20 18-192,-20 0 0,19 2-32,1-22 0,0 21-128,0 0-865,19-20-897,-19-1-1313</inkml:trace>
  <inkml:trace contextRef="#ctx0" brushRef="#br1" timeOffset="45097.57">5795 12101 10890,'-40'0'993,"1"0"-257,39 0-63,-20 0 160,20 0-193,0 0-383,0 20-33,40-20 64,-21 0-96,41 0-96,-21 0-96,22 0-192,-3 0-288,3-20-385,-2 0-704,-19 1-1634,-1-1-5414</inkml:trace>
  <inkml:trace contextRef="#ctx0" brushRef="#br1" timeOffset="45292.59">6093 11902 11594,'-40'40'545,"40"-40"-641,20 19 192,0 2-128,20-21 160,19 20 385,2-20-161,-3 20-256,-17 0-96,-2 19 64,-19-19-32,-20 20 32,-20-20 96,-19 0-64,-2-1-224,-17 21-801,-3 0-2081</inkml:trace>
  <inkml:trace contextRef="#ctx0" brushRef="#br1" timeOffset="45932.62">18103 11247 9801,'0'0'1217,"0"0"-1089,0 0 449,20 0 384,1-20 63,17 20-255,3-20-481,-3 1-191,3 19-65,-1-20-161,-1 20-928,-19 0-1921,0-20-4742</inkml:trace>
  <inkml:trace contextRef="#ctx0" brushRef="#br1" timeOffset="46170.64">18381 11088 2274,'-39'0'6149,"39"-19"-4899,0 19-193,0-21 160,19 21-352,1 0-417,20 0-96,-1 0-159,21 0-33,-21 0-96,-19 21 0,21-21 0,-21 19 32,0 1-64,-20 0 0,0-20 288,0 20 193,-20 0-161,0 0-128,-1-20-31,1 19-193,-18 1-97,-3 0-1152,21 0-3459</inkml:trace>
  <inkml:trace contextRef="#ctx0" brushRef="#br1" timeOffset="48020.74">10043 12220 11210,'0'-20'-32,"-20"1"64,20 19 128,0 0 97,0 19-33,20 21 352,-20 20 1,0 0-33,20 18 65,-20-17-193,0-2-63,0 40-257,0-19-64,0 20 64,0-21 416,0-19 129,0-21-129,0-19-95,20 0 63,-20-20 33,0 0-417,0-40-192,21 20-128,-21-19 63,18-1-447,-18 0 352,20 1-65,0 19 161,1-1 128,-1 1 32,-2 20 224,3 20 257,-1-20-65,0 41-31,-20-22-193,20 20-320,-20 2-65,19-1-543,-19-21-513,20 21-930,-20 0-2657</inkml:trace>
  <inkml:trace contextRef="#ctx0" brushRef="#br1" timeOffset="49030.8">10600 12876 6534,'0'0'3395,"0"-20"-2690,-20 20 1056,20-19-63,-21 19-737,1 0-865,2 0-64,-3 0-32,1 19-32,0 20 32,20-18 32,-20 19 0,20-1 160,20 1-64,-20 0-96,40 0 32,-19-21-32,17 21 32,3-40 65,-3 20 223,23-20 192,-22 0 33,-19-20 31,20 20-223,-20-40 31,-20 21 97,0-1-129,0 0-320,-20-20-288,0 20-160,-20 0-225,21 1 64,-1 19-832,-20-20-1313,19 20-6407</inkml:trace>
  <inkml:trace contextRef="#ctx0" brushRef="#br1" timeOffset="49327.82">10600 12976 12940,'-20'19'288,"20"1"225,0-20 1184,-21 20-832,21-20-577,0 20-224,0-20-64,0 0-64,0 0-224,0 20-128,0-20-129,0 0-384,0 0 289,21 20 383,-21-20 33,0 0 128,20-20 192,-20 20 320,0 0 65,20 0-161,-20 0-128,18 0 1,-18 20 31,21-20-96,-1 20-128,-20-20-64,20 19-385,0-19-1312,-20 0-6439</inkml:trace>
  <inkml:trace contextRef="#ctx0" brushRef="#br1" timeOffset="49666.84">11035 12438 8648,'0'0'704,"0"0"-672,0 0 2499,0 0-930,0 21-704,-18-1 96,18 0 32,-20 20 32,-1-1-352,21 21-513,-20-1-160,20 1-64,0 0-192,20-1-449,1-40-320,17 22-544,-18-41-417,21 20-2242</inkml:trace>
  <inkml:trace contextRef="#ctx0" brushRef="#br1" timeOffset="49839.85">11235 12697 13388,'-20'-20'993,"0"20"-865,20 0 1666,0 20-225,0 0-544,20 20-480,19-21-449,-19 22-288,0-2-737,21-19-705,-3 20-319,-18-20-1955</inkml:trace>
  <inkml:trace contextRef="#ctx0" brushRef="#br1" timeOffset="50018.86">11452 12717 14669,'-38'-20'545,"17"40"-417,1 0 1345,0 0 321,-19 19-865,-1-18-833,20 18-224,1-19-545,-1 20-704,20-20-737,0 0-3267</inkml:trace>
  <inkml:trace contextRef="#ctx0" brushRef="#br1" timeOffset="50365.88">11533 12300 6534,'0'0'1249,"0"0"1185,-20 0 353,0 39-545,20-18-544,-20 18-289,20-19-672,-21 20-545,21 0-96,0-21-32,21 21-545,-1-20-63,0 0-417,0 0 32,-1 0-736,21-20-2435</inkml:trace>
  <inkml:trace contextRef="#ctx0" brushRef="#br1" timeOffset="50524.88">11691 12419 8103,'0'19'5413,"0"2"-5317,0-1 257,0 0 576,0 20-801,0-21-1185,20 1-737,-20 0-1569,20-20-4677</inkml:trace>
  <inkml:trace contextRef="#ctx0" brushRef="#br1" timeOffset="50653.89">11711 12339 14733,'-20'0'257,"20"0"-834,0 0 1,0 0-2147</inkml:trace>
  <inkml:trace contextRef="#ctx0" brushRef="#br1" timeOffset="50855.9">11790 12339 13516,'20'0'1442,"1"0"-866,-21 0 1058,18 0-833,2 21-417,1-2 128,-1 21-864,-20-21 608,0 2-640,20-1-609,-20 0-224,0 20-32,0-21-353,-20 1-1697,20 0-5157</inkml:trace>
  <inkml:trace contextRef="#ctx0" brushRef="#br1" timeOffset="51129.92">11930 12240 10826,'39'-20'1729,"1"20"-191,-20 20 352,0 0 256,-1 20-737,1-1-416,0 21-64,0-21-321,-20 2-255,20-2-257,-20 21-384,19 0 127,1-1-127,-20-19-192,0 19-161,-20-18-32,1-2-159,-1 1-866,-20 0-1633</inkml:trace>
  <inkml:trace contextRef="#ctx0" brushRef="#br1" timeOffset="52153.98">12663 12697 10505,'-18'20'1890,"18"-20"-1249,0 0 864,0 0-159,-21 0-321,21 0-577,0-20-288,0 0-64,0 0-96,0-19 0,0 19-64,21 0-224,-3 20 192,2-20 32,0 1 32,1 19 0,-21-21-64,20 21-33,-20 0 129,0 21-32,0-2 0,18 1 64,-18 0-32,21 0 0,-1 0 0,-20-20 0,40 19 193,-20-19-97,-1 0 160,1-19-64,0-1-32,0 0-128,0 0-32,-20 0-224,0 1 0,0-2-993,0 21-1346,0 0-6854</inkml:trace>
  <inkml:trace contextRef="#ctx0" brushRef="#br1" timeOffset="52544">12744 12916 8263,'-20'40'-480,"20"-40"128,0 0 1184,0 0 834,0 0-897,0 0-225,20 0 417,-2-20-64,-18 20-449,21-20-159,-21-1 63,0 2-224,20-1-96,-20 20-64,0 0-64,0 0 32,20 0-192,-20 20-161,20-1-159,-20 22 480,20-21 32,-1 0 96,1-20 192,0 0 545,0 0 127,0-20 290,-1 0-65,1 20-257,-20-20-383,0-1-417,0 2-128,0-1-513,0 1 33,0 19-801,0-20-2147</inkml:trace>
  <inkml:trace contextRef="#ctx0" brushRef="#br1" timeOffset="53287.04">13477 12677 11562,'-18'-20'2146,"-3"1"-1889,21-1 63,-20 20-160,20 0-64,-20 0 96,20 20-127,0-1-33,-20 21 0,20 0 0,20-1-32,-20 2 0,20-2 0,0-19 96,19-1 128,-19-19 288,21 0-127,-21 0 223,18-19 33,-17-20 32,-1 19-225,0-1-448,-20 1 0,0 1-96,0-1-256,0 20-289,0 0-128,0 0 577,20 20-160,-20-1 95,0 22 161,19-2-32,-19 21-32,20 0 96,-20-1 128,20-19 288,-20 19 289,0-19 224,-20-20 320,0 0 64,1 19-544,-1-39-449,0 20-192,-21-20-352,21 0-129,2-20-575,-23 20-418,21-19-416,20-21-1312,-20 20-7048</inkml:trace>
  <inkml:trace contextRef="#ctx0" brushRef="#br1" timeOffset="53662.06">13776 12240 8039,'0'-20'1538,"0"0"95,-20 20 257,20 0-577,0 0-768,-20 20-161,20 20 321,0 0-161,-20-1-63,20 1-225,0 0-96,20 0-128,-20-20 0,0 0-192,20-1-320,-20 2-642,20-2-960,-1 1-3331</inkml:trace>
  <inkml:trace contextRef="#ctx0" brushRef="#br1" timeOffset="53828.07">13914 12379 13228,'0'0'673,"0"20"-129,0 0 705,0 20-832,0-20-417,0-20-417,20 20-608,-20-1-192,21-19-1089,-1 21-5093</inkml:trace>
  <inkml:trace contextRef="#ctx0" brushRef="#br1" timeOffset="53950.08">13955 12300 13356,'-21'0'513,"21"-20"-1218,0 20-1281,0 0-4900</inkml:trace>
  <inkml:trace contextRef="#ctx0" brushRef="#br1" timeOffset="54190.09">14054 12200 11210,'0'-19'2659,"0"19"-2339,20 19 993,-20-19-64,39 40 1,-19-20-386,20 20-383,-1-1-97,1 1-192,-20 0-64,-20 0-128,19 0-224,-19-21-641,0 2 225,0 18-353,-19-19-64,-1 0-160,0 19-3075</inkml:trace>
  <inkml:trace contextRef="#ctx0" brushRef="#br1" timeOffset="55876.18">10023 13631 12812,'-39'40'320,"19"-40"-224,0 20 320,0-20 866,20 0-514,-19 0-415,19 0-417,0 0 192,19 0 160,1 0 0,0 0-192,20 0 33,-1 0 31,22 0 64,-3-20-32,1 20-64,22-20-32,18 20-128,-20 0 64,21 0 96,-1 0-128,20 0 32,0 0-64,19 0-96,2-20 256,18 20-128,-18 0 0,18 0 96,1 0 33,20 0 63,-20 0-128,20 0-32,-1 0 0,-20 0-32,22 0 96,-2-20 32,1 20 192,-1 0-191,-18 0-65,-2 0 64,1 0-224,-21 0 160,2-19-160,-21 19-65,1 0-127,-41-20-64,0 20-33,-19 0-415,-1 0-802,-39 0-1985</inkml:trace>
  <inkml:trace contextRef="#ctx0" brushRef="#br1" timeOffset="57247.27">11948 9776 5797,'21'-19'1153,"-21"19"192,0-20-384,-21 20-384,21-20 288,-18 0 128,18 0-193,-20 0-95,0 1 64,-1-2-193,1 21-95,-19-19-353,-21 19-64,21 0-64,-21 0 0,-19 0-64,20 19-160,-20 2-385,-2 18-96,22 1 193,-20 0 320,-1-1-97,21-19 193,0 20 96,18-1 193,1 1-1,1 0 0,19 0 96,0 0-64,0 20-160,40-21-64,0 0 65,20 21-33,-1-20-129,22 20-95,18-20 64,0-1 64,20-19 0,20 20 64,-19-21 0,19-19 0,0 0 64,-19 0 160,-1-19-32,0-1-127,0 0 95,-20-20 192,-20 0 193,2 1 287,-22-1-191,-19 0-65,0-20 33,-20 1-385,-20 19 225,-19-19-225,-1-1-224,-19 20 96,-2-19 64,2 19 353,-20 0-193,19 1-64,-19 19-224,18 0 0,-18 20-32,0 0-64,20 0-96,-21 20-737,21 0-672,18-1-1090,3 21-7751</inkml:trace>
  <inkml:trace contextRef="#ctx0" brushRef="#br1" timeOffset="60936.48">16534 3854 3171,'0'-19'768,"0"19"257,0 0 673,-18-20 416,18 20-64,0 0-673,-20-20-384,20 20-96,-21 0-128,21 0-225,-20-20-160,-18 20-255,17 0-65,-19 0 64,1 20-128,-1 0-32,-19 0 32,-1-1 0,1 2 0,-2 18-32,23 1 32,-23 19-64,22 1 64,19-1 0,0 1 0,20 0-64,0 0 64,20-1 32,19 1 0,21-1 32,-1-19-64,22-20 0,-2 20 64,20-40-64,0 19 96,1-38 224,-1-1 225,0 0 95,-20-20 225,-20-19-32,2 19-160,-21-19 255,-22-21-447,3 20 127,-21-20 1,-39 2-129,-1 18-127,-21-20 31,2 41-160,-40-1-96,20 20-128,0 0-160,-2 20-544,42 20-1506,-21 19-2115,41-18-7013</inkml:trace>
  <inkml:trace contextRef="#ctx0" brushRef="#br1" timeOffset="62435.57">17170 3835 2274,'0'0'9737,"0"0"-8968,0 0 416,20 0-256,-20 0 32,0 0 256,0 0-160,20-20-96,0 0-225,-1 0 1,21-20-160,19-19-33,2-1-160,38-39-191,20-1 31,40 1 64,0 0 0,-1-21-95,21 21-129,-20-20 64,-1 20 0,-18-1 96,-2 20-288,-57 1 64,-2 39-320,-41 1-129,-17 19-191,-21 0-898,-21 1-1152,3 19-481,-23 19-2178</inkml:trace>
  <inkml:trace contextRef="#ctx0" brushRef="#br1" timeOffset="62911.59">17368 3298 14477,'0'-20'577,"0"1"-577,21 19 0,-21-20-192,0 20-193,0 20 193,-21-1 288,1 1-96,2 40 32,-23-20 96,1 19 449,1 1 256,-1-21-97,20 21-223,1-21-129,19 2-32,0-22-31,19 1 480,21 0-65,19-20-31,22 20-385,-22-20-224,20 0-224,0-20-480,1 20-738,-21 0-800,-18 0-1825</inkml:trace>
  <inkml:trace contextRef="#ctx0" brushRef="#br1" timeOffset="64226.67">19334 1013 12043,'20'-19'-481,"-20"19"97,19 19 32,-19 1 128,20-1 192,0 22 416,-20 18 256,21 41-95,-21 0-193,20-1-127,-20 0 415,0 0-255,0-40 159,0-19-31,0 0 351,0-40 482,0 0-834,0 0-480,0-20-224,20 0-128,-2-20-1,3 1-287,-1 19-385,0-20 128,0 40 545,19-20 256,-19 20 288,0 20 192,0 0 65,-20 20-129,19-1-224,-19 1-64,20-20-64,-20 21-512,0-22-1218,20 21-5445</inkml:trace>
  <inkml:trace contextRef="#ctx0" brushRef="#br1" timeOffset="64569.68">19950 1629 15726,'0'-20'-160,"-20"20"-608,20 20-289,-21-20 704,21 20 321,-20 20 160,20-1-96,20 1 32,1 20-192,19-20 0,19-21 192,0 2 96,1-1 353,-21-20-65,1-20-31,1 20 159,-21-21 33,-2 2-129,3-21-95,-1 21 159,-20-22-128,0 1-416,0 1 97,-20-1-161,-19 20-1,-2-20-415,1 40-385,20 0-64,-19 0-192,-1 0-672,20 0-3460</inkml:trace>
  <inkml:trace contextRef="#ctx0" brushRef="#br1" timeOffset="64808.7">19989 1669 11915,'0'0'1377,"0"0"-32,0 0-448,0 0-929,0 0 0,0 0 96,0 20 32,0-20-32,0 19-32,0 1 0,20-20 32,-20 20-31,20-20-66,-20 0-575,20 20-994,0-20-1505,-1 0-2946</inkml:trace>
  <inkml:trace contextRef="#ctx0" brushRef="#br1" timeOffset="64932.71">20168 1728 12684,'0'0'1249,"0"0"-256,0 20-321,0-20 1,0 20-193,0-20-352,0 0-192,0 20-640,19 1-1154,1-2-3075</inkml:trace>
  <inkml:trace contextRef="#ctx0" brushRef="#br1" timeOffset="65241.73">20685 1013 13869,'0'-39'256,"0"18"-160,0 1-64,-21 20 0,1 20 545,0 1 95,0 18 1,1 21-161,-1-1-255,0 21-65,20-1-32,0 1-128,20-21-160,0 1-96,19-21-1,1 2-191,-19-22-641,17 1-1153,3 0-5894</inkml:trace>
  <inkml:trace contextRef="#ctx0" brushRef="#br1" timeOffset="65423.74">20802 1291 17200,'0'0'-224,"0"0"448,0 0 577,21 20-225,-1 0-224,20 1-255,-1-2-162,1 20-639,19 2-674,-19-22-543,-19 21-1891</inkml:trace>
  <inkml:trace contextRef="#ctx0" brushRef="#br1" timeOffset="65611.75">21140 1271 14798,'-20'0'-97,"2"20"194,-2 0 447,-1 0 193,-19 20-97,1-20-576,19 19-64,0-18-672,0 18-770,20-19-1793,0-20-7335</inkml:trace>
  <inkml:trace contextRef="#ctx0" brushRef="#br1" timeOffset="65855.75">21181 914 11434,'0'-60'2339,"0"40"-2147,0 20 32,0 0 96,0 20 673,0 1-512,0-2-193,0 40-224,0-18 0,0-2-128,20 21-160,-1-40-257,1 19-448,0-19-576,-20 0-2307</inkml:trace>
  <inkml:trace contextRef="#ctx0" brushRef="#br1" timeOffset="66006.77">21339 994 13388,'20'0'96,"-20"0"128,0 0-31,0 19-161,0 1-32,0-1-321,20 2-479,-20-1-1475,20 0-4483</inkml:trace>
  <inkml:trace contextRef="#ctx0" brushRef="#br1" timeOffset="66143.78">21399 933 15022,'0'-39'-128,"-20"39"-577,20-19-320,0 19-1089,0 0-1570</inkml:trace>
  <inkml:trace contextRef="#ctx0" brushRef="#br1" timeOffset="66396.78">21458 854 13196,'20'-20'1281,"-20"20"-1025,21 0 513,-21 0-449,18 0 513,2 0-64,0 20-481,1 1-128,-1 18-96,-20 0 33,18 2-322,-18-2-63,0 1 96,0 0 128,0-21-32,0 1-32,-18 0-289,18 0-736,-20-20-865,20 0-3235</inkml:trace>
  <inkml:trace contextRef="#ctx0" brushRef="#br1" timeOffset="66713.81">21697 834 9801,'-20'-19'160,"20"38"641,20-19 1345,-1 41-513,-19-22-352,40 20-576,-20 22-288,19-3-161,1 3-64,-20-2-96,0 21-64,1-21 32,-3 1-32,-18-1 64,-18-19 32,-3 19-64,1-18-224,-20-22-256,20 1-1218,-19 0-3490</inkml:trace>
  <inkml:trace contextRef="#ctx0" brushRef="#br1" timeOffset="68587.92">23185 1172 5252,'20'-59'385,"-20"19"1537,0 19 320,0 2-192,0-1-833,0 1-897,-20 19-416,0 0-128,20 0-32,-20 0 160,20 19 31,-19 1 65,19 20 65,0 0 31,19-1-96,-19 21 32,20-1-321,-20 1-383,20 0-97,-20-21 0,0 1 289,0-20-33,0 0 321,-20-20-32,-19 0 64,19 0 0,-20-20 224,1 20 320,19-20 513,0 1 352,0-2-32,20 21-800,20 0 223,0-20-416,19 20-256,21 0-96,-1 0-160,2 0-449,-2 0-1313,-1 0-960,-17 0-2147</inkml:trace>
  <inkml:trace contextRef="#ctx0" brushRef="#br1" timeOffset="69077.95">23661 1331 10121,'0'0'705,"0"0"-513,-38 0 1057,17 21-128,1-2-160,-19 1-352,19 19-449,0 1-224,0-20-225,20 0 1,20-1 128,0 2-64,19-21-32,-19-21 95,21 21 1,-21-19 96,-2-1 96,2 0 0,1 1 0,-21-2-32,0 1 64,0 1-64,0 19-96,-21 0-96,21 0 0,0 0 192,0 19 32,0 1-96,0 1-96,21-2-161,-1 1 129,0 0 192,-1-20 96,-19 19 481,20-19 192,0 0-1,-20 0-447,0 0 127,20-19-128,-20-1-256,0 20 65,20-20-226,-1 1 1,1 19 0,0 0-32,20-21 64,-21 21-224,1 0-769,0 0-1057,0 21-8040</inkml:trace>
  <inkml:trace contextRef="#ctx0" brushRef="#br1" timeOffset="75978.34">20306 2563 8712,'0'-20'1057,"0"-20"128,0 20 609,0-19-481,0 19-512,0 0-257,-18-20-224,-2 21-127,20 19-257,-41-21-97,21 21-95,0 0-32,1 21 64,-1 19-33,20-21 129,-20 41 96,20-1-32,20 1-128,-20 0-673,20-1-256,-1 1 96,1-2 0,0-17-32,0-21-128,-20 0-577,-20 0 321,0-20 192,-19 0-449</inkml:trace>
  <inkml:trace contextRef="#ctx0" brushRef="#br1" timeOffset="76102.35">20029 2861 1697,'-40'-41'4356,"40"22"-2402,20 0-1089,20-21 32,-1 40-64,1-21-65,19 21-191,-19 0-481,21 0-352,-22 0-897,1 0-1698,-1 0-2979</inkml:trace>
  <inkml:trace contextRef="#ctx0" brushRef="#br1" timeOffset="76361.36">20446 2762 896,'0'20'64,"0"-1"-64,20 0 32,0 2-32,-20-1 161,19-20 832,-19 0 512,0 0 1730,0 0-96,0-20-1570,0 20-800,0-21 0,0 2-128,0 0-321,0-1-224,0 20-256,20-20-353,-20 20 129,20 0 224,0 0 0,0 0-33,-1 0-575,1 20-674,0-20-447,0 0 63,1 20-1505</inkml:trace>
  <inkml:trace contextRef="#ctx0" brushRef="#br1" timeOffset="76656.38">20902 2762 12812,'-39'-20'256,"39"20"-224,-20 20 128,0 0 128,20-1 33,0 0-1,0 2-224,0-1-352,40 20 32,-20-40 192,19 20 96,1-20 224,-20 0 256,19 0 321,-19-20 288,-20 0-320,20-20-288,-40 19-97,20 2-672,-20 0-449,0-1-896,1 20-1122,-1-20-2946</inkml:trace>
  <inkml:trace contextRef="#ctx0" brushRef="#br1" timeOffset="77053.39">21140 2841 3010,'61'40'32,"-42"-20"577,-19 0 576,0-20 2242,0 0 193,0 0-1282,-19 0-1121,19 0-544,0-20-65,0 0-576,0-20-320,0 19-353,19 2-191,1 0 63,-20-1 513,20 20 256,0 0 256,-20 0 32,0 20-64,0-1-127,20 0-65,-20 2 32,0-1-128,0 0 0,19-20-1,-19 0 33,20 0 96,-20 0 129,20-20-1,0 0 0,0-1 96,-1 21 353,1-19 576,0 19-352,0 0-128,-20 0-481,21 19-64,-21-19-96,0 21-32,18 19-192,2-20-481,0 0-896,1-1-1186,-1 1-8647</inkml:trace>
  <inkml:trace contextRef="#ctx0" brushRef="#br1" timeOffset="77724.42">22272 2762 14381,'-20'-20'481,"0"20"-1,20 0-288,-19 0-288,19 20 288,0 0 0,0 18-31,19 3-33,1-21-192,20 20 64,-1-40-64,1 19 256,19-19 128,-18 0 0,-21-19 33,0-1 31,-1 0 0,-19 0-223,20 0-129,-20-1-417,0 2-95,0 19-225,0 19-160,0 2 673,0-1 128,0 40 96,20-1 32,-20 1-64,20 20 32,0-22 32,-1-17-64,1-1 128,-20-21 385,0 21 448,-20-40 576,1 20-191,-21-20-578,0 0-415,1 0-193,-2-20-256,3 0-673,-3 0-1057,1-19-1537,21-1-7623</inkml:trace>
  <inkml:trace contextRef="#ctx0" brushRef="#br1" timeOffset="78071.45">22847 2166 14637,'-18'0'481,"-2"0"-417,-1 19 448,1 21 385,0 0-64,2 0-288,18 0-353,0 19-64,18-19 64,2-1-288,0 1-64,21-20-64,-23 20-321,23-21-320,-1-19-512,-21 0-1666</inkml:trace>
  <inkml:trace contextRef="#ctx0" brushRef="#br1" timeOffset="78237.47">23027 2364 15406,'0'0'481,"0"0"-738,0 21 738,19-2-193,-19 1-288,20 0-128,-20 0-513,20-1-448,-20 1-1217,20-20-2851</inkml:trace>
  <inkml:trace contextRef="#ctx0" brushRef="#br1" timeOffset="78351.48">23086 2286 12139,'-20'-21'2242,"20"1"-2370,0 20-1474,0 0-5412</inkml:trace>
  <inkml:trace contextRef="#ctx0" brushRef="#br1" timeOffset="78575.48">23165 2126 15246,'40'0'-448,"-19"20"896,-3 0 225,23-1-449,-21 21 64,0-20-160,-2 0-96,3 20 160,-21-21 1,0 21 31,0 0-64,0 20-64,0-21-480,-21 1-930,3 0-1889</inkml:trace>
  <inkml:trace contextRef="#ctx0" brushRef="#br1" timeOffset="81837.68">17468 4192 11082,'0'0'1217,"0"0"1025,0 0-288,0 0-384,0 0-289,20 0-737,0 0-159,19 0-1,21-20-96,19 20-160,21 0-63,-1-19 31,0-2 0,0 21 32,0-19-64,-20 19-64,-18 0 0,-22 0-32,1-20-224,0 20-129,-21 0-63,-19 0 160,0 0-65,0 0-864,-19 0-833,-21 0-1505,0 0-5382</inkml:trace>
  <inkml:trace contextRef="#ctx0" brushRef="#br1" timeOffset="82219.7">17846 3974 12812,'19'0'704,"-19"0"1,0 0 512,0 0-64,0 0-768,-19 0-482,-21 0-191,-1 20 96,-18 19 128,-1-18 96,21-2 0,-21 21 32,21-21 96,-1 2 96,20-2-31,1 1-129,19 0 160,19 0 385,21 0 63,19 0-95,1 20-321,-1-21-128,20 2-160,-18-21 64,-2 19-192,1 1-384,-21 0-609,-19 0-801,0-20-3011</inkml:trace>
  <inkml:trace contextRef="#ctx0" brushRef="#br1" timeOffset="87850.02">19513 2146 8808,'0'0'929,"0"0"-481,-21 0 609,21 0-64,0 0 320,0 0 33,0 0-546,0 0-223,0 0-97,0 0 193,0 0-32,0 0-225,21 0-64,-1 0 193,39-20-193,1 20-128,19 0-31,41 0-161,18 0 0,1 0-64,1 0 64,18 0-32,1 0 32,20 0-128,-21 20-1,22-20 33,-22 0 161,-19 0-258,-1 0 65,-38 0 160,-1 0-64,-39 0-608,-21-20-1923,-19 20-1056</inkml:trace>
  <inkml:trace contextRef="#ctx0" brushRef="#br1" timeOffset="88829.08">22371 3556 11242,'-20'0'-128,"20"0"160,0 0 577,0 0 255,0 0-127,0 21 160,20-21-320,1 0-33,17 0-63,-18 0-65,41 0-160,-2 0-128,0 0-64,42 0-32,-22 19-32,20-19 32,0 0 0,-20 20 32,0-20-128,-18 0-640,-43 20-2788</inkml:trace>
  <inkml:trace contextRef="#ctx0" brushRef="#br1" timeOffset="92877.31">8972 11625 3587,'-20'20'4836,"20"-1"-4099,-20-19 1121,20 0 288,0 20-545,0-20-319,0 0-417,0 0-225,0-20 33,0 20-321,0 20-320,0-20 0,0 0 0,0 0 192,20 0 129,20-39 63,-1 19-256,1-20 0,19-19 33,1 19-257,19-21 128,1 2 160,-1-20 128,1 39-96,-21-39-256,20 19-64,0 0 224,-18 0-127,18 1-33,-20-1 96,1 1 0,-1-1 32,-19 21 0,-1-2 96,1 2 96,1 0-63,-2 18-33,1 1-64,-1 1 32,21-21-96,-20 20-64,-1-20 64,1 20-64,-1 1-32,-19-2 33,1 2-194,-1-1-31,0 0 0,-20 20-32,0-20-129,0 20-223,0 0-257,0-20-256,0 20-224,0 0-64,0 0-385,0 0-1121,0 0-2050</inkml:trace>
  <inkml:trace contextRef="#ctx0" brushRef="#br1" timeOffset="93238.33">10440 10253 4292,'-19'0'2754,"-1"0"-1120,20-19 928,0 19-288,0 0-320,0 0-480,0 0-610,20 0-223,-1 0 0,1 0-289,20 0-32,-1-20-448,2 20 544,-1 0-223,-1 0-97,1 0 0,-1 0 32,-19 0-96,0 0 128,0 0-32,-20 0-32,0 0-32,0 20 65,20-20 31,-20 19-32,0 1 0,0 0 32,0 0-128,0 0 0,0 0 64,0-1-32,0 2-64,-20-2 32,20 1-96,0-20-64,0 20-577,0 0-768,0 0-897,-20-1-609,20 2-4068</inkml:trace>
  <inkml:trace contextRef="#ctx0" brushRef="#br1" timeOffset="101339.79">9567 12081 9737,'0'0'32,"0"-19"-32,0 19 0,0 19 0,0 1 256,0 0 256,0 0 33,0 20-257,20-1 193,-20 21 255,0-21-383,20 21-97,-20-1-128,0 2-64,0-2 32,0 21-64,19-1-96,-19 21 64,0-22 0,0-17 64,0 18-64,0-19 0,0 19 32,0-19-64,0 0 64,0-1 0,-19-19 0,19-1-32,0 1 0,0 0 64,-20-20-32,20 0-32,0 0-32,0-20-32,0 0 64,0 20 0,0-20 0,20 0 0,-20 0 96,0 0 129,19 0-65,-19 19-128,0-19 0,20 0 64,-20 20 32,20-20 160,1 0 161,-1 0-321,-2 20 160,2-20 225,21 0-385,-2 0-96,1 20 32,0-20-64,-1 0 32,1 0 0,19 0 32,-19 0-32,19 0 64,2 0 32,-2 0 0,20 0-32,-19 0-63,-1 0 63,20 20-32,-18-20-32,18 0 32,0 20 32,0-20-96,1 0 32,0 0-32,19 0 64,-20 0-64,20 0 96,0 0-64,-20 0-32,21 0 32,-20 0 0,19 0-64,1 0 96,-1 0-64,0 0 32,0 0 64,21 0 0,-21 0 0,0 0 97,19 0-161,-19 0-32,21-20 0,-1 20 32,0 0-64,1 0 96,-21 0-32,20 0-32,-1-20-64,1 20 128,-19 0-64,19 0 32,0 0-32,-19 0 32,-1-20-64,0 20 96,0 0-96,-20-20 32,2 20 32,-2 0-32,0-20-32,0 20 64,-18-19-32,18 19 64,-20 0-96,1-20 32,-21 20 32,1-20-32,-1 20 0,1 0 64,-20-20 0,1 20 64,-3 0-32,-18 0 225,20-20-193,-20 0 224,0 20-96,0-39-64,0 18-63,0-18 31,0-1-32,-20 0-64,20-20-64,0-19 0,0 0 0,-18-21-64,-3 0-96,21 1 0,-20 0 63,0-20 97,0 0-128,1 20 32,-1-1 64,0 40-32,20 1 32,-20 19-64,20 1 64,0-1 32,20 0-128,-20 0 384,0 0-320,20 21 128,-20 19-96,0 0 64,0 0-64,-20 0-96,20 0-96,-20 0 128,20 19 32,-20 2 32,1-21 96,-1 0-128,-20 0 160,1 0-128,-1 0 32,-1 0 32,-18 19-64,0-19 64,-21 19-96,1-19-161,0 0 65,0 21 32,-21-21 64,1 0 64,0 20 32,0-20 0,-21 0-128,21 0 256,-20 0-352,-1 20 288,1-40-96,-19 20-416,19 0 896,-21 0-704,2 0 416,19 0-384,-21 0 384,21 0-352,-19 0 320,-2 0-320,1 0 352,1 0-608,-2 0 800,1 0-544,21 0 320,-42 0-352,22 0 384,-1 0-288,-1 0 32,2 0 128,19 0-32,-21 0-64,21 0 0,0 0 224,1 0-256,-2 0 64,21 0-32,0-20 32,20 20-64,18 0-929,-18 20-1025,20 0-3331</inkml:trace>
  <inkml:trace contextRef="#ctx0" brushRef="#br1" timeOffset="105122.01">8634 13015 16623,'-20'40'128,"20"-40"-480,0 0 448,0 0 417,0-20 319,20 20-287,20 0-417,-20 0-64,39 0 32,-18 20-64,-3-20-64,3 0 32,-3 20 0,3-20-128,-1 0-32,-21 0-192,1 0-225,0 0-192,-20-20-96,0 20-992,0 0-4005</inkml:trace>
  <inkml:trace contextRef="#ctx0" brushRef="#br1" timeOffset="105424.02">8972 12895 13773,'-20'-19'1345,"20"19"-1409,0 0 865,0 0 512,20 0-352,0 19-417,19-19-320,1 21-95,19-21-194,-19 20 65,19 0 97,2 0-194,-23-1 97,3 1 0,-3 0 97,-17 0-33,-1 0 128,-20 0 320,0-20 33,0 20-65,-20-1-127,-1 1-1,3 0-96,-22 0-32,-1 0-320,2 0-448,-1-1-673,1 1-289,-1 20-896,20-20-5349</inkml:trace>
  <inkml:trace contextRef="#ctx0" brushRef="#br1" timeOffset="114115.52">11294 5564 2370,'-20'0'3811,"20"0"-640,0 0-768,0 0-482,0 0-191,0 0-321,0 0 33,0 0-225,0 0-608,0-20-161,20 0 161,21 0-353,-3-20-128,23-19-128,-2-1 128,20 0-160,0-18 32,1 18 256,-1 0-224,1 20-64,-22 0-64,3 1 0,-21-1-448,-1 0-65,1 20-768,-20 1-257,-20-1 225,0 20-353,-20 0-2434</inkml:trace>
  <inkml:trace contextRef="#ctx0" brushRef="#br1" timeOffset="114548.55">11373 5207 10954,'20'-21'608,"-20"21"257,0 0 449,0 21-802,-20-2-288,0 1-224,-19 19 192,19 21 1,-20-21 95,1 2 481,19-2 288,20-19-385,0 0-159,20 0-33,0 0 129,19 0-161,22-20-288,-23 0 65,23 0-225,-2 0 0,0-20-33,1 20-191,-21-20-705,1 20-800,-20 0-1250</inkml:trace>
  <inkml:trace contextRef="#ctx0" brushRef="#br2" timeOffset="121942.97">10976 6677 4131,'0'0'2050,"0"0"-1986,0 19 129,0-19 447,0 0 353,0 0-160,0 0-577,0 0-224,0 0-128,0 0-544,0 0-1250,0 0-4580</inkml:trace>
  <inkml:trace contextRef="#ctx0" brushRef="#br2" timeOffset="122433">10976 6677 6342,'41'-21'2114,"-41"21"-129,0 0-287,0 0 96,0 0-609,0 0-737,0 0-320,0 0 65,0 0 319,0 21 353,0-2 64,0 21-161,-20 0 33,20 0 0,-21-1-289,21 21-287,-20-1 31,20-19-128,0 0-128,0-1 32,0-18-64,0-2 32,0-19 0,0 21-96,0-21-385,0 0-159,0 0-33,0 0 33,0 0-289,0 0-320,0 0 63,0-21-896,0 21-2946</inkml:trace>
  <inkml:trace contextRef="#ctx0" brushRef="#br2" timeOffset="122779.02">10778 6955 10666,'0'0'1281,"0"0"-865,0 0 994,0 19-33,20-19-128,-20 20-576,20 0-449,-20 0-64,19 20 0,1 0 128,0-21-63,0 21-65,0-20 32,-1 0 96,1 0 1,21-20 191,-21 0 161,-2 0 223,23-20-127,-1 0-96,-1 0-449,1-20-96,-20 21-64,0-2-64,-1 2-256,1-1-993,0 20-2179,-20 0-2177</inkml:trace>
  <inkml:trace contextRef="#ctx0" brushRef="#br2" timeOffset="129150.38">12823 9876 5477,'-20'0'-32,"20"0"-801,0 0-384,-20 0 1057,20 0 544,-21 0 513,21 0 416,-18 0-96,18-20 513,-20 20 320,20 0-321,0 0-31,0-20-289,0 20-31,0 0-129,0 0-96,0 0-320,0 0-257,0 0-576,20 0 577,-2 0-193,43 0 1,-2 20-193,21-20-32,20 20-32,17-1-32,-17 2-32,19-2 224,-20 21-320,21-20 128,-1 0-64,-20 0 33,0 0-65,-19-1 32,-1 1-193,-19-20-127,-40 0-160,-1 21-417,-19-21 0,-19 0-256,-1-21-929,-40 21 256,1 0-191,0-20-3909</inkml:trace>
  <inkml:trace contextRef="#ctx0" brushRef="#br2" timeOffset="129553.4">13497 9638 10826,'0'-21'1473,"0"21"-704,-20 0 384,-19 21-128,-1-21-64,1 19-385,-21-19-415,-19 20-97,0 0 32,0 0 192,-2 0-160,22 0-160,0-1 0,-21 1-32,21 0 32,18 0-64,3 0 0,-3 0 0,41-20-64,0 19-129,20 2 257,1-2 96,17 1 64,23 0 225,-2 20 31,20 0-160,-19-1 97,-1 1-321,2 0 0,-2-21-257,-1 22-768,-17-2-1089,-21-19-3907</inkml:trace>
  <inkml:trace contextRef="#ctx0" brushRef="#br2" timeOffset="149356.54">15522 12499 5028,'0'0'1474,"-19"0"223,19 19 641,0-19-159,0 0-418,0 0-832,0 0-224,0-19-1,19 19-127,1 0-289,0 0-32,39-20-223,22 0-33,18 20 32,0-21 0,19 2-32,-37-1-64,-2 0-161,-39 20-223,-1 0-97,-19 0-127,-20 0-449,0 0-225,0 0-63,-20 0-929,0 0-2018</inkml:trace>
  <inkml:trace contextRef="#ctx0" brushRef="#br2" timeOffset="149710.56">15840 12141 1409,'20'0'7975,"-20"0"-8263,-20 20 160,0 0 993,-19-1 96,-1 1-225,-19 20-319,-2 0-225,2-1 353,0 1 287,-1 0-255,21 0-225,19-40 225,0 20 31,20 0-127,0-1-65,0 2 65,0-21-65,20 19 32,0 1-95,19 0-97,1 0 0,-1 0-288,21-1 32,-1 21-512,2-20-545,-2 0-737,-19 0-2786</inkml:trace>
  <inkml:trace contextRef="#ctx0" brushRef="#br2" timeOffset="154468.81">13418 13492 2562,'-20'20'2242,"20"-20"-384,-20 0 288,20 0-32,0 0-641,-19 0-192,19 0-31,0 0-129,0 0-289,-20 0-319,20 0-161,0 0 33,0 0-225,0 0 0,0 0-32,0 0 64,39 0-32,1 0-128,19 0 33,2-20-194,38 0 97,-20 20 32,40-19-64,-20-2-256,1 21-737,-1-19 32,-20 19-320,0 0-1986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08008F-8C0F-4F63-86DC-E7B67385E4BD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38DAD-5F37-4EA5-A798-26ED1E453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61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35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56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60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4BCD14-5A93-4938-87CE-709050061C51}" type="slidenum">
              <a:rPr lang="en-US" smtClean="0">
                <a:solidFill>
                  <a:prstClr val="black"/>
                </a:solidFill>
                <a:latin typeface="Arial" pitchFamily="34" charset="0"/>
              </a:rPr>
              <a:pPr/>
              <a:t>64</a:t>
            </a:fld>
            <a:endParaRPr lang="en-US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65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742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60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56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75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199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329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333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583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415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306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306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916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651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770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441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731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311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6155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3198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4515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1441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2460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0806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0196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616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1860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3317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3836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7611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16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7523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4239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0839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9593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5614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1804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2903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6578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9063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4269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7082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3869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13394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42674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38332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0448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05434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8123132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422328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3219689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113099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1295247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4102865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8561301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1322877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8164428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353736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722136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240850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1816212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5509981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7826551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956808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2585541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2689366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6150925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3769509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156059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6534667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553643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655401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681537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8602539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982406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7802152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429650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603564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6228628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321495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2521186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8492507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6139597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426027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624899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4877158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3655458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0503935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57218534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49669140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823136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19479017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9616122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49548497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8459051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789785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99911650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0184744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4193511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7384852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65856048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8018634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470052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36023571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62820657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08643062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81238640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404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1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9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83.xml"/><Relationship Id="rId2" Type="http://schemas.openxmlformats.org/officeDocument/2006/relationships/slideLayout" Target="../slideLayouts/slideLayout73.xml"/><Relationship Id="rId1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82.xml"/><Relationship Id="rId5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81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1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6.xml"/><Relationship Id="rId7" Type="http://schemas.openxmlformats.org/officeDocument/2006/relationships/slideLayout" Target="../slideLayouts/slideLayout90.xml"/><Relationship Id="rId12" Type="http://schemas.openxmlformats.org/officeDocument/2006/relationships/slideLayout" Target="../slideLayouts/slideLayout95.xml"/><Relationship Id="rId2" Type="http://schemas.openxmlformats.org/officeDocument/2006/relationships/slideLayout" Target="../slideLayouts/slideLayout85.xml"/><Relationship Id="rId1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9.xml"/><Relationship Id="rId11" Type="http://schemas.openxmlformats.org/officeDocument/2006/relationships/slideLayout" Target="../slideLayouts/slideLayout94.xml"/><Relationship Id="rId5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93.xml"/><Relationship Id="rId4" Type="http://schemas.openxmlformats.org/officeDocument/2006/relationships/slideLayout" Target="../slideLayouts/slideLayout87.xml"/><Relationship Id="rId9" Type="http://schemas.openxmlformats.org/officeDocument/2006/relationships/slideLayout" Target="../slideLayouts/slideLayout92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3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98.xml"/><Relationship Id="rId7" Type="http://schemas.openxmlformats.org/officeDocument/2006/relationships/slideLayout" Target="../slideLayouts/slideLayout102.xml"/><Relationship Id="rId12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97.xml"/><Relationship Id="rId1" Type="http://schemas.openxmlformats.org/officeDocument/2006/relationships/slideLayout" Target="../slideLayouts/slideLayout96.xml"/><Relationship Id="rId6" Type="http://schemas.openxmlformats.org/officeDocument/2006/relationships/slideLayout" Target="../slideLayouts/slideLayout101.xml"/><Relationship Id="rId11" Type="http://schemas.openxmlformats.org/officeDocument/2006/relationships/slideLayout" Target="../slideLayouts/slideLayout106.xml"/><Relationship Id="rId5" Type="http://schemas.openxmlformats.org/officeDocument/2006/relationships/slideLayout" Target="../slideLayouts/slideLayout100.xml"/><Relationship Id="rId10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99.xml"/><Relationship Id="rId9" Type="http://schemas.openxmlformats.org/officeDocument/2006/relationships/slideLayout" Target="../slideLayouts/slideLayout10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676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72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293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vertLeftWhite2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2918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8346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7490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2062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485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37056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block2x2White1</a:t>
            </a:r>
          </a:p>
          <a:p>
            <a:endParaRPr lang="en-US" sz="1400" dirty="0">
              <a:solidFill>
                <a:prstClr val="black"/>
              </a:solidFill>
            </a:endParaRPr>
          </a:p>
          <a:p>
            <a:r>
              <a:rPr lang="en-US" sz="1400" dirty="0">
                <a:solidFill>
                  <a:prstClr val="black"/>
                </a:solidFill>
              </a:rPr>
              <a:t>Ordering of</a:t>
            </a:r>
            <a:r>
              <a:rPr lang="en-US" sz="1400" baseline="0" dirty="0">
                <a:solidFill>
                  <a:prstClr val="black"/>
                </a:solidFill>
              </a:rPr>
              <a:t> </a:t>
            </a:r>
          </a:p>
          <a:p>
            <a:r>
              <a:rPr lang="en-US" sz="1400" baseline="0" dirty="0">
                <a:solidFill>
                  <a:prstClr val="black"/>
                </a:solidFill>
              </a:rPr>
              <a:t>buttons is</a:t>
            </a:r>
            <a:r>
              <a:rPr lang="en-US" sz="1400" dirty="0">
                <a:solidFill>
                  <a:prstClr val="black"/>
                </a:solidFill>
              </a:rPr>
              <a:t>:</a:t>
            </a:r>
          </a:p>
          <a:p>
            <a:r>
              <a:rPr lang="en-US" sz="1400" dirty="0">
                <a:solidFill>
                  <a:prstClr val="black"/>
                </a:solidFill>
              </a:rPr>
              <a:t>13</a:t>
            </a:r>
          </a:p>
          <a:p>
            <a:r>
              <a:rPr lang="en-US" sz="1400" dirty="0">
                <a:solidFill>
                  <a:prstClr val="black"/>
                </a:solidFill>
              </a:rPr>
              <a:t>24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23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8448353" y="4932892"/>
            <a:ext cx="766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prstClr val="black"/>
                </a:solidFill>
              </a:rPr>
              <a:t>Andrew Ng</a:t>
            </a:r>
          </a:p>
        </p:txBody>
      </p:sp>
    </p:spTree>
    <p:extLst>
      <p:ext uri="{BB962C8B-B14F-4D97-AF65-F5344CB8AC3E}">
        <p14:creationId xmlns:p14="http://schemas.microsoft.com/office/powerpoint/2010/main" val="359513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56325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8448353" y="4932892"/>
            <a:ext cx="766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prstClr val="black"/>
                </a:solidFill>
                <a:latin typeface="Calibri"/>
              </a:rPr>
              <a:t>Andrew Ng</a:t>
            </a:r>
          </a:p>
        </p:txBody>
      </p:sp>
    </p:spTree>
    <p:extLst>
      <p:ext uri="{BB962C8B-B14F-4D97-AF65-F5344CB8AC3E}">
        <p14:creationId xmlns:p14="http://schemas.microsoft.com/office/powerpoint/2010/main" val="2409598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05436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8448353" y="4932892"/>
            <a:ext cx="766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prstClr val="black"/>
                </a:solidFill>
                <a:latin typeface="Calibri"/>
              </a:rPr>
              <a:t>Andrew Ng</a:t>
            </a:r>
          </a:p>
        </p:txBody>
      </p:sp>
    </p:spTree>
    <p:extLst>
      <p:ext uri="{BB962C8B-B14F-4D97-AF65-F5344CB8AC3E}">
        <p14:creationId xmlns:p14="http://schemas.microsoft.com/office/powerpoint/2010/main" val="2632517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  <p:sldLayoutId id="214748379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10/19/2025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8448353" y="4932892"/>
            <a:ext cx="766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prstClr val="black"/>
                </a:solidFill>
                <a:latin typeface="Calibri"/>
              </a:rPr>
              <a:t>Andrew Ng</a:t>
            </a:r>
          </a:p>
        </p:txBody>
      </p:sp>
    </p:spTree>
    <p:extLst>
      <p:ext uri="{BB962C8B-B14F-4D97-AF65-F5344CB8AC3E}">
        <p14:creationId xmlns:p14="http://schemas.microsoft.com/office/powerpoint/2010/main" val="578778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  <p:sldLayoutId id="214748381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image" Target="../media/image3.png"/><Relationship Id="rId18" Type="http://schemas.openxmlformats.org/officeDocument/2006/relationships/image" Target="../media/image8.png"/><Relationship Id="rId3" Type="http://schemas.openxmlformats.org/officeDocument/2006/relationships/tags" Target="../tags/tag4.xml"/><Relationship Id="rId21" Type="http://schemas.openxmlformats.org/officeDocument/2006/relationships/image" Target="../media/image11.png"/><Relationship Id="rId7" Type="http://schemas.openxmlformats.org/officeDocument/2006/relationships/tags" Target="../tags/tag8.xml"/><Relationship Id="rId12" Type="http://schemas.openxmlformats.org/officeDocument/2006/relationships/image" Target="../media/image2.png"/><Relationship Id="rId17" Type="http://schemas.openxmlformats.org/officeDocument/2006/relationships/image" Target="../media/image7.png"/><Relationship Id="rId2" Type="http://schemas.openxmlformats.org/officeDocument/2006/relationships/tags" Target="../tags/tag3.xml"/><Relationship Id="rId16" Type="http://schemas.openxmlformats.org/officeDocument/2006/relationships/image" Target="../media/image6.png"/><Relationship Id="rId20" Type="http://schemas.openxmlformats.org/officeDocument/2006/relationships/image" Target="../media/image10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slideLayout" Target="../slideLayouts/slideLayout47.xml"/><Relationship Id="rId5" Type="http://schemas.openxmlformats.org/officeDocument/2006/relationships/tags" Target="../tags/tag6.xml"/><Relationship Id="rId15" Type="http://schemas.openxmlformats.org/officeDocument/2006/relationships/image" Target="../media/image5.png"/><Relationship Id="rId10" Type="http://schemas.openxmlformats.org/officeDocument/2006/relationships/tags" Target="../tags/tag11.xml"/><Relationship Id="rId19" Type="http://schemas.openxmlformats.org/officeDocument/2006/relationships/image" Target="../media/image9.png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14.xml"/><Relationship Id="rId7" Type="http://schemas.openxmlformats.org/officeDocument/2006/relationships/image" Target="../media/image12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Layout" Target="../slideLayouts/slideLayout47.xml"/><Relationship Id="rId11" Type="http://schemas.openxmlformats.org/officeDocument/2006/relationships/image" Target="../media/image16.png"/><Relationship Id="rId5" Type="http://schemas.openxmlformats.org/officeDocument/2006/relationships/tags" Target="../tags/tag16.xml"/><Relationship Id="rId10" Type="http://schemas.openxmlformats.org/officeDocument/2006/relationships/image" Target="../media/image15.png"/><Relationship Id="rId4" Type="http://schemas.openxmlformats.org/officeDocument/2006/relationships/tags" Target="../tags/tag15.xml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tags" Target="../tags/tag19.xml"/><Relationship Id="rId7" Type="http://schemas.openxmlformats.org/officeDocument/2006/relationships/image" Target="../media/image17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21.png"/><Relationship Id="rId5" Type="http://schemas.openxmlformats.org/officeDocument/2006/relationships/tags" Target="../tags/tag21.xml"/><Relationship Id="rId10" Type="http://schemas.openxmlformats.org/officeDocument/2006/relationships/image" Target="../media/image20.png"/><Relationship Id="rId4" Type="http://schemas.openxmlformats.org/officeDocument/2006/relationships/tags" Target="../tags/tag20.xml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tags" Target="../tags/tag24.xml"/><Relationship Id="rId21" Type="http://schemas.openxmlformats.org/officeDocument/2006/relationships/image" Target="../media/image30.png"/><Relationship Id="rId7" Type="http://schemas.openxmlformats.org/officeDocument/2006/relationships/tags" Target="../tags/tag28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6.png"/><Relationship Id="rId2" Type="http://schemas.openxmlformats.org/officeDocument/2006/relationships/tags" Target="../tags/tag23.xml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24" Type="http://schemas.openxmlformats.org/officeDocument/2006/relationships/image" Target="../media/image33.png"/><Relationship Id="rId5" Type="http://schemas.openxmlformats.org/officeDocument/2006/relationships/tags" Target="../tags/tag26.xml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10" Type="http://schemas.openxmlformats.org/officeDocument/2006/relationships/tags" Target="../tags/tag31.xml"/><Relationship Id="rId19" Type="http://schemas.openxmlformats.org/officeDocument/2006/relationships/image" Target="../media/image28.png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image" Target="../media/image23.png"/><Relationship Id="rId22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tags" Target="../tags/tag35.xml"/><Relationship Id="rId21" Type="http://schemas.openxmlformats.org/officeDocument/2006/relationships/image" Target="../media/image30.png"/><Relationship Id="rId7" Type="http://schemas.openxmlformats.org/officeDocument/2006/relationships/tags" Target="../tags/tag39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6.png"/><Relationship Id="rId25" Type="http://schemas.openxmlformats.org/officeDocument/2006/relationships/image" Target="../media/image34.png"/><Relationship Id="rId2" Type="http://schemas.openxmlformats.org/officeDocument/2006/relationships/tags" Target="../tags/tag34.xml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tags" Target="../tags/tag43.xml"/><Relationship Id="rId24" Type="http://schemas.openxmlformats.org/officeDocument/2006/relationships/image" Target="../media/image33.png"/><Relationship Id="rId5" Type="http://schemas.openxmlformats.org/officeDocument/2006/relationships/tags" Target="../tags/tag37.xml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10" Type="http://schemas.openxmlformats.org/officeDocument/2006/relationships/tags" Target="../tags/tag42.xml"/><Relationship Id="rId19" Type="http://schemas.openxmlformats.org/officeDocument/2006/relationships/image" Target="../media/image28.png"/><Relationship Id="rId4" Type="http://schemas.openxmlformats.org/officeDocument/2006/relationships/tags" Target="../tags/tag36.xml"/><Relationship Id="rId9" Type="http://schemas.openxmlformats.org/officeDocument/2006/relationships/tags" Target="../tags/tag41.xml"/><Relationship Id="rId14" Type="http://schemas.openxmlformats.org/officeDocument/2006/relationships/image" Target="../media/image23.png"/><Relationship Id="rId22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tags" Target="../tags/tag46.xml"/><Relationship Id="rId21" Type="http://schemas.openxmlformats.org/officeDocument/2006/relationships/image" Target="../media/image30.png"/><Relationship Id="rId7" Type="http://schemas.openxmlformats.org/officeDocument/2006/relationships/tags" Target="../tags/tag50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6.png"/><Relationship Id="rId25" Type="http://schemas.openxmlformats.org/officeDocument/2006/relationships/image" Target="../media/image34.png"/><Relationship Id="rId2" Type="http://schemas.openxmlformats.org/officeDocument/2006/relationships/tags" Target="../tags/tag45.xml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tags" Target="../tags/tag54.xml"/><Relationship Id="rId24" Type="http://schemas.openxmlformats.org/officeDocument/2006/relationships/image" Target="../media/image33.png"/><Relationship Id="rId5" Type="http://schemas.openxmlformats.org/officeDocument/2006/relationships/tags" Target="../tags/tag48.xml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10" Type="http://schemas.openxmlformats.org/officeDocument/2006/relationships/tags" Target="../tags/tag53.xml"/><Relationship Id="rId19" Type="http://schemas.openxmlformats.org/officeDocument/2006/relationships/image" Target="../media/image28.png"/><Relationship Id="rId4" Type="http://schemas.openxmlformats.org/officeDocument/2006/relationships/tags" Target="../tags/tag47.xml"/><Relationship Id="rId9" Type="http://schemas.openxmlformats.org/officeDocument/2006/relationships/tags" Target="../tags/tag52.xml"/><Relationship Id="rId14" Type="http://schemas.openxmlformats.org/officeDocument/2006/relationships/image" Target="../media/image23.png"/><Relationship Id="rId22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tags" Target="../tags/tag57.xml"/><Relationship Id="rId21" Type="http://schemas.openxmlformats.org/officeDocument/2006/relationships/image" Target="../media/image30.png"/><Relationship Id="rId7" Type="http://schemas.openxmlformats.org/officeDocument/2006/relationships/tags" Target="../tags/tag61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6.png"/><Relationship Id="rId25" Type="http://schemas.openxmlformats.org/officeDocument/2006/relationships/image" Target="../media/image35.png"/><Relationship Id="rId2" Type="http://schemas.openxmlformats.org/officeDocument/2006/relationships/tags" Target="../tags/tag56.xml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11" Type="http://schemas.openxmlformats.org/officeDocument/2006/relationships/tags" Target="../tags/tag65.xml"/><Relationship Id="rId24" Type="http://schemas.openxmlformats.org/officeDocument/2006/relationships/image" Target="../media/image33.png"/><Relationship Id="rId5" Type="http://schemas.openxmlformats.org/officeDocument/2006/relationships/tags" Target="../tags/tag59.xml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10" Type="http://schemas.openxmlformats.org/officeDocument/2006/relationships/tags" Target="../tags/tag64.xml"/><Relationship Id="rId19" Type="http://schemas.openxmlformats.org/officeDocument/2006/relationships/image" Target="../media/image28.png"/><Relationship Id="rId4" Type="http://schemas.openxmlformats.org/officeDocument/2006/relationships/tags" Target="../tags/tag58.xml"/><Relationship Id="rId9" Type="http://schemas.openxmlformats.org/officeDocument/2006/relationships/tags" Target="../tags/tag63.xml"/><Relationship Id="rId14" Type="http://schemas.openxmlformats.org/officeDocument/2006/relationships/image" Target="../media/image23.png"/><Relationship Id="rId22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73.xml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26" Type="http://schemas.openxmlformats.org/officeDocument/2006/relationships/image" Target="../media/image36.png"/><Relationship Id="rId3" Type="http://schemas.openxmlformats.org/officeDocument/2006/relationships/tags" Target="../tags/tag68.xml"/><Relationship Id="rId21" Type="http://schemas.openxmlformats.org/officeDocument/2006/relationships/image" Target="../media/image30.png"/><Relationship Id="rId7" Type="http://schemas.openxmlformats.org/officeDocument/2006/relationships/tags" Target="../tags/tag72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6.png"/><Relationship Id="rId25" Type="http://schemas.openxmlformats.org/officeDocument/2006/relationships/image" Target="../media/image35.png"/><Relationship Id="rId2" Type="http://schemas.openxmlformats.org/officeDocument/2006/relationships/tags" Target="../tags/tag67.xml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tags" Target="../tags/tag66.xml"/><Relationship Id="rId6" Type="http://schemas.openxmlformats.org/officeDocument/2006/relationships/tags" Target="../tags/tag71.xml"/><Relationship Id="rId11" Type="http://schemas.openxmlformats.org/officeDocument/2006/relationships/tags" Target="../tags/tag76.xml"/><Relationship Id="rId24" Type="http://schemas.openxmlformats.org/officeDocument/2006/relationships/image" Target="../media/image33.png"/><Relationship Id="rId5" Type="http://schemas.openxmlformats.org/officeDocument/2006/relationships/tags" Target="../tags/tag70.xml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10" Type="http://schemas.openxmlformats.org/officeDocument/2006/relationships/tags" Target="../tags/tag75.xml"/><Relationship Id="rId19" Type="http://schemas.openxmlformats.org/officeDocument/2006/relationships/image" Target="../media/image28.png"/><Relationship Id="rId4" Type="http://schemas.openxmlformats.org/officeDocument/2006/relationships/tags" Target="../tags/tag69.xml"/><Relationship Id="rId9" Type="http://schemas.openxmlformats.org/officeDocument/2006/relationships/tags" Target="../tags/tag74.xml"/><Relationship Id="rId14" Type="http://schemas.openxmlformats.org/officeDocument/2006/relationships/image" Target="../media/image23.png"/><Relationship Id="rId22" Type="http://schemas.openxmlformats.org/officeDocument/2006/relationships/image" Target="../media/image31.png"/><Relationship Id="rId27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84.xml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26" Type="http://schemas.openxmlformats.org/officeDocument/2006/relationships/image" Target="../media/image36.png"/><Relationship Id="rId3" Type="http://schemas.openxmlformats.org/officeDocument/2006/relationships/tags" Target="../tags/tag79.xml"/><Relationship Id="rId21" Type="http://schemas.openxmlformats.org/officeDocument/2006/relationships/image" Target="../media/image30.png"/><Relationship Id="rId7" Type="http://schemas.openxmlformats.org/officeDocument/2006/relationships/tags" Target="../tags/tag83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6.png"/><Relationship Id="rId25" Type="http://schemas.openxmlformats.org/officeDocument/2006/relationships/image" Target="../media/image35.png"/><Relationship Id="rId2" Type="http://schemas.openxmlformats.org/officeDocument/2006/relationships/tags" Target="../tags/tag78.xml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11" Type="http://schemas.openxmlformats.org/officeDocument/2006/relationships/tags" Target="../tags/tag87.xml"/><Relationship Id="rId24" Type="http://schemas.openxmlformats.org/officeDocument/2006/relationships/image" Target="../media/image33.png"/><Relationship Id="rId5" Type="http://schemas.openxmlformats.org/officeDocument/2006/relationships/tags" Target="../tags/tag81.xml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10" Type="http://schemas.openxmlformats.org/officeDocument/2006/relationships/tags" Target="../tags/tag86.xml"/><Relationship Id="rId19" Type="http://schemas.openxmlformats.org/officeDocument/2006/relationships/image" Target="../media/image28.png"/><Relationship Id="rId4" Type="http://schemas.openxmlformats.org/officeDocument/2006/relationships/tags" Target="../tags/tag80.xml"/><Relationship Id="rId9" Type="http://schemas.openxmlformats.org/officeDocument/2006/relationships/tags" Target="../tags/tag85.xml"/><Relationship Id="rId14" Type="http://schemas.openxmlformats.org/officeDocument/2006/relationships/image" Target="../media/image23.png"/><Relationship Id="rId22" Type="http://schemas.openxmlformats.org/officeDocument/2006/relationships/image" Target="../media/image31.png"/><Relationship Id="rId27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26" Type="http://schemas.openxmlformats.org/officeDocument/2006/relationships/image" Target="../media/image36.png"/><Relationship Id="rId3" Type="http://schemas.openxmlformats.org/officeDocument/2006/relationships/tags" Target="../tags/tag90.xml"/><Relationship Id="rId21" Type="http://schemas.openxmlformats.org/officeDocument/2006/relationships/image" Target="../media/image30.png"/><Relationship Id="rId7" Type="http://schemas.openxmlformats.org/officeDocument/2006/relationships/tags" Target="../tags/tag94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6.png"/><Relationship Id="rId25" Type="http://schemas.openxmlformats.org/officeDocument/2006/relationships/image" Target="../media/image35.png"/><Relationship Id="rId2" Type="http://schemas.openxmlformats.org/officeDocument/2006/relationships/tags" Target="../tags/tag89.xml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tags" Target="../tags/tag98.xml"/><Relationship Id="rId24" Type="http://schemas.openxmlformats.org/officeDocument/2006/relationships/image" Target="../media/image33.png"/><Relationship Id="rId5" Type="http://schemas.openxmlformats.org/officeDocument/2006/relationships/tags" Target="../tags/tag92.xml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10" Type="http://schemas.openxmlformats.org/officeDocument/2006/relationships/tags" Target="../tags/tag97.xml"/><Relationship Id="rId19" Type="http://schemas.openxmlformats.org/officeDocument/2006/relationships/image" Target="../media/image28.png"/><Relationship Id="rId4" Type="http://schemas.openxmlformats.org/officeDocument/2006/relationships/tags" Target="../tags/tag91.xml"/><Relationship Id="rId9" Type="http://schemas.openxmlformats.org/officeDocument/2006/relationships/tags" Target="../tags/tag96.xml"/><Relationship Id="rId14" Type="http://schemas.openxmlformats.org/officeDocument/2006/relationships/image" Target="../media/image23.png"/><Relationship Id="rId22" Type="http://schemas.openxmlformats.org/officeDocument/2006/relationships/image" Target="../media/image31.png"/><Relationship Id="rId27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106.xml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26" Type="http://schemas.openxmlformats.org/officeDocument/2006/relationships/image" Target="../media/image40.png"/><Relationship Id="rId3" Type="http://schemas.openxmlformats.org/officeDocument/2006/relationships/tags" Target="../tags/tag101.xml"/><Relationship Id="rId21" Type="http://schemas.openxmlformats.org/officeDocument/2006/relationships/image" Target="../media/image30.png"/><Relationship Id="rId7" Type="http://schemas.openxmlformats.org/officeDocument/2006/relationships/tags" Target="../tags/tag105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6.png"/><Relationship Id="rId25" Type="http://schemas.openxmlformats.org/officeDocument/2006/relationships/image" Target="../media/image39.png"/><Relationship Id="rId2" Type="http://schemas.openxmlformats.org/officeDocument/2006/relationships/tags" Target="../tags/tag100.xml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29" Type="http://schemas.openxmlformats.org/officeDocument/2006/relationships/image" Target="../media/image43.png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11" Type="http://schemas.openxmlformats.org/officeDocument/2006/relationships/tags" Target="../tags/tag109.xml"/><Relationship Id="rId24" Type="http://schemas.openxmlformats.org/officeDocument/2006/relationships/image" Target="../media/image38.png"/><Relationship Id="rId5" Type="http://schemas.openxmlformats.org/officeDocument/2006/relationships/tags" Target="../tags/tag103.xml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28" Type="http://schemas.openxmlformats.org/officeDocument/2006/relationships/image" Target="../media/image42.png"/><Relationship Id="rId10" Type="http://schemas.openxmlformats.org/officeDocument/2006/relationships/tags" Target="../tags/tag108.xml"/><Relationship Id="rId19" Type="http://schemas.openxmlformats.org/officeDocument/2006/relationships/image" Target="../media/image28.png"/><Relationship Id="rId31" Type="http://schemas.openxmlformats.org/officeDocument/2006/relationships/image" Target="../media/image45.png"/><Relationship Id="rId4" Type="http://schemas.openxmlformats.org/officeDocument/2006/relationships/tags" Target="../tags/tag102.xml"/><Relationship Id="rId9" Type="http://schemas.openxmlformats.org/officeDocument/2006/relationships/tags" Target="../tags/tag107.xml"/><Relationship Id="rId14" Type="http://schemas.openxmlformats.org/officeDocument/2006/relationships/image" Target="../media/image23.png"/><Relationship Id="rId22" Type="http://schemas.openxmlformats.org/officeDocument/2006/relationships/image" Target="../media/image31.png"/><Relationship Id="rId27" Type="http://schemas.openxmlformats.org/officeDocument/2006/relationships/image" Target="../media/image41.png"/><Relationship Id="rId30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26" Type="http://schemas.openxmlformats.org/officeDocument/2006/relationships/image" Target="../media/image40.png"/><Relationship Id="rId3" Type="http://schemas.openxmlformats.org/officeDocument/2006/relationships/tags" Target="../tags/tag112.xml"/><Relationship Id="rId21" Type="http://schemas.openxmlformats.org/officeDocument/2006/relationships/image" Target="../media/image30.png"/><Relationship Id="rId34" Type="http://schemas.openxmlformats.org/officeDocument/2006/relationships/image" Target="../media/image48.png"/><Relationship Id="rId7" Type="http://schemas.openxmlformats.org/officeDocument/2006/relationships/tags" Target="../tags/tag116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6.png"/><Relationship Id="rId25" Type="http://schemas.openxmlformats.org/officeDocument/2006/relationships/image" Target="../media/image39.png"/><Relationship Id="rId33" Type="http://schemas.openxmlformats.org/officeDocument/2006/relationships/image" Target="../media/image47.png"/><Relationship Id="rId2" Type="http://schemas.openxmlformats.org/officeDocument/2006/relationships/tags" Target="../tags/tag111.xml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29" Type="http://schemas.openxmlformats.org/officeDocument/2006/relationships/image" Target="../media/image43.png"/><Relationship Id="rId1" Type="http://schemas.openxmlformats.org/officeDocument/2006/relationships/tags" Target="../tags/tag110.xml"/><Relationship Id="rId6" Type="http://schemas.openxmlformats.org/officeDocument/2006/relationships/tags" Target="../tags/tag115.xml"/><Relationship Id="rId11" Type="http://schemas.openxmlformats.org/officeDocument/2006/relationships/tags" Target="../tags/tag120.xml"/><Relationship Id="rId24" Type="http://schemas.openxmlformats.org/officeDocument/2006/relationships/image" Target="../media/image38.png"/><Relationship Id="rId32" Type="http://schemas.openxmlformats.org/officeDocument/2006/relationships/image" Target="../media/image46.png"/><Relationship Id="rId5" Type="http://schemas.openxmlformats.org/officeDocument/2006/relationships/tags" Target="../tags/tag114.xml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28" Type="http://schemas.openxmlformats.org/officeDocument/2006/relationships/image" Target="../media/image42.png"/><Relationship Id="rId10" Type="http://schemas.openxmlformats.org/officeDocument/2006/relationships/tags" Target="../tags/tag119.xml"/><Relationship Id="rId19" Type="http://schemas.openxmlformats.org/officeDocument/2006/relationships/image" Target="../media/image28.png"/><Relationship Id="rId31" Type="http://schemas.openxmlformats.org/officeDocument/2006/relationships/image" Target="../media/image45.png"/><Relationship Id="rId4" Type="http://schemas.openxmlformats.org/officeDocument/2006/relationships/tags" Target="../tags/tag113.xml"/><Relationship Id="rId9" Type="http://schemas.openxmlformats.org/officeDocument/2006/relationships/tags" Target="../tags/tag118.xml"/><Relationship Id="rId14" Type="http://schemas.openxmlformats.org/officeDocument/2006/relationships/image" Target="../media/image23.png"/><Relationship Id="rId22" Type="http://schemas.openxmlformats.org/officeDocument/2006/relationships/image" Target="../media/image31.png"/><Relationship Id="rId27" Type="http://schemas.openxmlformats.org/officeDocument/2006/relationships/image" Target="../media/image41.png"/><Relationship Id="rId30" Type="http://schemas.openxmlformats.org/officeDocument/2006/relationships/image" Target="../media/image44.png"/><Relationship Id="rId35" Type="http://schemas.openxmlformats.org/officeDocument/2006/relationships/image" Target="../media/image49.png"/><Relationship Id="rId8" Type="http://schemas.openxmlformats.org/officeDocument/2006/relationships/tags" Target="../tags/tag117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26" Type="http://schemas.openxmlformats.org/officeDocument/2006/relationships/image" Target="../media/image40.png"/><Relationship Id="rId3" Type="http://schemas.openxmlformats.org/officeDocument/2006/relationships/tags" Target="../tags/tag123.xml"/><Relationship Id="rId21" Type="http://schemas.openxmlformats.org/officeDocument/2006/relationships/image" Target="../media/image30.png"/><Relationship Id="rId34" Type="http://schemas.openxmlformats.org/officeDocument/2006/relationships/image" Target="../media/image48.png"/><Relationship Id="rId7" Type="http://schemas.openxmlformats.org/officeDocument/2006/relationships/tags" Target="../tags/tag12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6.png"/><Relationship Id="rId25" Type="http://schemas.openxmlformats.org/officeDocument/2006/relationships/image" Target="../media/image39.png"/><Relationship Id="rId33" Type="http://schemas.openxmlformats.org/officeDocument/2006/relationships/image" Target="../media/image47.png"/><Relationship Id="rId2" Type="http://schemas.openxmlformats.org/officeDocument/2006/relationships/tags" Target="../tags/tag122.xml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29" Type="http://schemas.openxmlformats.org/officeDocument/2006/relationships/image" Target="../media/image43.png"/><Relationship Id="rId1" Type="http://schemas.openxmlformats.org/officeDocument/2006/relationships/tags" Target="../tags/tag121.xml"/><Relationship Id="rId6" Type="http://schemas.openxmlformats.org/officeDocument/2006/relationships/tags" Target="../tags/tag126.xml"/><Relationship Id="rId11" Type="http://schemas.openxmlformats.org/officeDocument/2006/relationships/tags" Target="../tags/tag131.xml"/><Relationship Id="rId24" Type="http://schemas.openxmlformats.org/officeDocument/2006/relationships/image" Target="../media/image38.png"/><Relationship Id="rId32" Type="http://schemas.openxmlformats.org/officeDocument/2006/relationships/image" Target="../media/image46.png"/><Relationship Id="rId5" Type="http://schemas.openxmlformats.org/officeDocument/2006/relationships/tags" Target="../tags/tag125.xml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28" Type="http://schemas.openxmlformats.org/officeDocument/2006/relationships/image" Target="../media/image42.png"/><Relationship Id="rId10" Type="http://schemas.openxmlformats.org/officeDocument/2006/relationships/tags" Target="../tags/tag130.xml"/><Relationship Id="rId19" Type="http://schemas.openxmlformats.org/officeDocument/2006/relationships/image" Target="../media/image28.png"/><Relationship Id="rId31" Type="http://schemas.openxmlformats.org/officeDocument/2006/relationships/image" Target="../media/image45.png"/><Relationship Id="rId4" Type="http://schemas.openxmlformats.org/officeDocument/2006/relationships/tags" Target="../tags/tag124.xml"/><Relationship Id="rId9" Type="http://schemas.openxmlformats.org/officeDocument/2006/relationships/tags" Target="../tags/tag129.xml"/><Relationship Id="rId14" Type="http://schemas.openxmlformats.org/officeDocument/2006/relationships/image" Target="../media/image23.png"/><Relationship Id="rId22" Type="http://schemas.openxmlformats.org/officeDocument/2006/relationships/image" Target="../media/image31.png"/><Relationship Id="rId27" Type="http://schemas.openxmlformats.org/officeDocument/2006/relationships/image" Target="../media/image41.png"/><Relationship Id="rId30" Type="http://schemas.openxmlformats.org/officeDocument/2006/relationships/image" Target="../media/image44.png"/><Relationship Id="rId35" Type="http://schemas.openxmlformats.org/officeDocument/2006/relationships/image" Target="../media/image49.png"/><Relationship Id="rId8" Type="http://schemas.openxmlformats.org/officeDocument/2006/relationships/tags" Target="../tags/tag128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3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136.xml"/><Relationship Id="rId7" Type="http://schemas.openxmlformats.org/officeDocument/2006/relationships/image" Target="../media/image58.png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7.png"/><Relationship Id="rId18" Type="http://schemas.openxmlformats.org/officeDocument/2006/relationships/image" Target="../media/image72.png"/><Relationship Id="rId3" Type="http://schemas.openxmlformats.org/officeDocument/2006/relationships/tags" Target="../tags/tag139.xml"/><Relationship Id="rId7" Type="http://schemas.openxmlformats.org/officeDocument/2006/relationships/image" Target="../media/image62.png"/><Relationship Id="rId12" Type="http://schemas.openxmlformats.org/officeDocument/2006/relationships/image" Target="../media/image66.png"/><Relationship Id="rId17" Type="http://schemas.openxmlformats.org/officeDocument/2006/relationships/image" Target="../media/image71.png"/><Relationship Id="rId2" Type="http://schemas.openxmlformats.org/officeDocument/2006/relationships/tags" Target="../tags/tag138.xml"/><Relationship Id="rId16" Type="http://schemas.openxmlformats.org/officeDocument/2006/relationships/image" Target="../media/image70.png"/><Relationship Id="rId1" Type="http://schemas.openxmlformats.org/officeDocument/2006/relationships/tags" Target="../tags/tag137.xml"/><Relationship Id="rId6" Type="http://schemas.openxmlformats.org/officeDocument/2006/relationships/image" Target="../media/image61.png"/><Relationship Id="rId11" Type="http://schemas.openxmlformats.org/officeDocument/2006/relationships/image" Target="../media/image65.png"/><Relationship Id="rId5" Type="http://schemas.openxmlformats.org/officeDocument/2006/relationships/slideLayout" Target="../slideLayouts/slideLayout12.xml"/><Relationship Id="rId15" Type="http://schemas.openxmlformats.org/officeDocument/2006/relationships/image" Target="../media/image69.png"/><Relationship Id="rId10" Type="http://schemas.openxmlformats.org/officeDocument/2006/relationships/image" Target="../media/image64.png"/><Relationship Id="rId4" Type="http://schemas.openxmlformats.org/officeDocument/2006/relationships/tags" Target="../tags/tag140.xml"/><Relationship Id="rId9" Type="http://schemas.openxmlformats.org/officeDocument/2006/relationships/image" Target="../media/image63.png"/><Relationship Id="rId14" Type="http://schemas.openxmlformats.org/officeDocument/2006/relationships/image" Target="../media/image6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74.png"/><Relationship Id="rId3" Type="http://schemas.openxmlformats.org/officeDocument/2006/relationships/tags" Target="../tags/tag143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3.png"/><Relationship Id="rId2" Type="http://schemas.openxmlformats.org/officeDocument/2006/relationships/tags" Target="../tags/tag142.xml"/><Relationship Id="rId1" Type="http://schemas.openxmlformats.org/officeDocument/2006/relationships/tags" Target="../tags/tag141.xml"/><Relationship Id="rId6" Type="http://schemas.openxmlformats.org/officeDocument/2006/relationships/tags" Target="../tags/tag146.xml"/><Relationship Id="rId11" Type="http://schemas.openxmlformats.org/officeDocument/2006/relationships/image" Target="../media/image63.png"/><Relationship Id="rId5" Type="http://schemas.openxmlformats.org/officeDocument/2006/relationships/tags" Target="../tags/tag145.xml"/><Relationship Id="rId10" Type="http://schemas.openxmlformats.org/officeDocument/2006/relationships/image" Target="../media/image58.png"/><Relationship Id="rId4" Type="http://schemas.openxmlformats.org/officeDocument/2006/relationships/tags" Target="../tags/tag144.xml"/><Relationship Id="rId9" Type="http://schemas.openxmlformats.org/officeDocument/2006/relationships/image" Target="../media/image62.png"/><Relationship Id="rId14" Type="http://schemas.openxmlformats.org/officeDocument/2006/relationships/image" Target="../media/image7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74.png"/><Relationship Id="rId3" Type="http://schemas.openxmlformats.org/officeDocument/2006/relationships/tags" Target="../tags/tag149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3.png"/><Relationship Id="rId2" Type="http://schemas.openxmlformats.org/officeDocument/2006/relationships/tags" Target="../tags/tag148.xml"/><Relationship Id="rId1" Type="http://schemas.openxmlformats.org/officeDocument/2006/relationships/tags" Target="../tags/tag147.xml"/><Relationship Id="rId6" Type="http://schemas.openxmlformats.org/officeDocument/2006/relationships/tags" Target="../tags/tag152.xml"/><Relationship Id="rId11" Type="http://schemas.openxmlformats.org/officeDocument/2006/relationships/image" Target="../media/image63.png"/><Relationship Id="rId5" Type="http://schemas.openxmlformats.org/officeDocument/2006/relationships/tags" Target="../tags/tag151.xml"/><Relationship Id="rId10" Type="http://schemas.openxmlformats.org/officeDocument/2006/relationships/image" Target="../media/image58.png"/><Relationship Id="rId4" Type="http://schemas.openxmlformats.org/officeDocument/2006/relationships/tags" Target="../tags/tag150.xml"/><Relationship Id="rId9" Type="http://schemas.openxmlformats.org/officeDocument/2006/relationships/image" Target="../media/image62.png"/><Relationship Id="rId14" Type="http://schemas.openxmlformats.org/officeDocument/2006/relationships/image" Target="../media/image7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74.png"/><Relationship Id="rId3" Type="http://schemas.openxmlformats.org/officeDocument/2006/relationships/tags" Target="../tags/tag155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3.png"/><Relationship Id="rId2" Type="http://schemas.openxmlformats.org/officeDocument/2006/relationships/tags" Target="../tags/tag154.xml"/><Relationship Id="rId1" Type="http://schemas.openxmlformats.org/officeDocument/2006/relationships/tags" Target="../tags/tag153.xml"/><Relationship Id="rId6" Type="http://schemas.openxmlformats.org/officeDocument/2006/relationships/tags" Target="../tags/tag158.xml"/><Relationship Id="rId11" Type="http://schemas.openxmlformats.org/officeDocument/2006/relationships/image" Target="../media/image63.png"/><Relationship Id="rId5" Type="http://schemas.openxmlformats.org/officeDocument/2006/relationships/tags" Target="../tags/tag157.xml"/><Relationship Id="rId15" Type="http://schemas.openxmlformats.org/officeDocument/2006/relationships/image" Target="../media/image72.png"/><Relationship Id="rId10" Type="http://schemas.openxmlformats.org/officeDocument/2006/relationships/image" Target="../media/image58.png"/><Relationship Id="rId4" Type="http://schemas.openxmlformats.org/officeDocument/2006/relationships/tags" Target="../tags/tag156.xml"/><Relationship Id="rId9" Type="http://schemas.openxmlformats.org/officeDocument/2006/relationships/image" Target="../media/image62.png"/><Relationship Id="rId14" Type="http://schemas.openxmlformats.org/officeDocument/2006/relationships/image" Target="../media/image7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74.png"/><Relationship Id="rId3" Type="http://schemas.openxmlformats.org/officeDocument/2006/relationships/tags" Target="../tags/tag161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3.png"/><Relationship Id="rId2" Type="http://schemas.openxmlformats.org/officeDocument/2006/relationships/tags" Target="../tags/tag160.xml"/><Relationship Id="rId16" Type="http://schemas.openxmlformats.org/officeDocument/2006/relationships/image" Target="../media/image76.png"/><Relationship Id="rId1" Type="http://schemas.openxmlformats.org/officeDocument/2006/relationships/tags" Target="../tags/tag159.xml"/><Relationship Id="rId6" Type="http://schemas.openxmlformats.org/officeDocument/2006/relationships/tags" Target="../tags/tag164.xml"/><Relationship Id="rId11" Type="http://schemas.openxmlformats.org/officeDocument/2006/relationships/image" Target="../media/image63.png"/><Relationship Id="rId5" Type="http://schemas.openxmlformats.org/officeDocument/2006/relationships/tags" Target="../tags/tag163.xml"/><Relationship Id="rId15" Type="http://schemas.openxmlformats.org/officeDocument/2006/relationships/image" Target="../media/image72.png"/><Relationship Id="rId10" Type="http://schemas.openxmlformats.org/officeDocument/2006/relationships/image" Target="../media/image58.png"/><Relationship Id="rId4" Type="http://schemas.openxmlformats.org/officeDocument/2006/relationships/tags" Target="../tags/tag162.xml"/><Relationship Id="rId9" Type="http://schemas.openxmlformats.org/officeDocument/2006/relationships/image" Target="../media/image62.png"/><Relationship Id="rId14" Type="http://schemas.openxmlformats.org/officeDocument/2006/relationships/image" Target="../media/image7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74.png"/><Relationship Id="rId3" Type="http://schemas.openxmlformats.org/officeDocument/2006/relationships/tags" Target="../tags/tag167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3.png"/><Relationship Id="rId2" Type="http://schemas.openxmlformats.org/officeDocument/2006/relationships/tags" Target="../tags/tag166.xml"/><Relationship Id="rId16" Type="http://schemas.openxmlformats.org/officeDocument/2006/relationships/image" Target="../media/image76.png"/><Relationship Id="rId1" Type="http://schemas.openxmlformats.org/officeDocument/2006/relationships/tags" Target="../tags/tag165.xml"/><Relationship Id="rId6" Type="http://schemas.openxmlformats.org/officeDocument/2006/relationships/tags" Target="../tags/tag170.xml"/><Relationship Id="rId11" Type="http://schemas.openxmlformats.org/officeDocument/2006/relationships/image" Target="../media/image63.png"/><Relationship Id="rId5" Type="http://schemas.openxmlformats.org/officeDocument/2006/relationships/tags" Target="../tags/tag169.xml"/><Relationship Id="rId15" Type="http://schemas.openxmlformats.org/officeDocument/2006/relationships/image" Target="../media/image72.png"/><Relationship Id="rId10" Type="http://schemas.openxmlformats.org/officeDocument/2006/relationships/image" Target="../media/image58.png"/><Relationship Id="rId4" Type="http://schemas.openxmlformats.org/officeDocument/2006/relationships/tags" Target="../tags/tag168.xml"/><Relationship Id="rId9" Type="http://schemas.openxmlformats.org/officeDocument/2006/relationships/image" Target="../media/image62.png"/><Relationship Id="rId14" Type="http://schemas.openxmlformats.org/officeDocument/2006/relationships/image" Target="../media/image7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74.png"/><Relationship Id="rId3" Type="http://schemas.openxmlformats.org/officeDocument/2006/relationships/tags" Target="../tags/tag173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3.png"/><Relationship Id="rId17" Type="http://schemas.openxmlformats.org/officeDocument/2006/relationships/image" Target="../media/image78.png"/><Relationship Id="rId2" Type="http://schemas.openxmlformats.org/officeDocument/2006/relationships/tags" Target="../tags/tag172.xml"/><Relationship Id="rId16" Type="http://schemas.openxmlformats.org/officeDocument/2006/relationships/image" Target="../media/image76.png"/><Relationship Id="rId1" Type="http://schemas.openxmlformats.org/officeDocument/2006/relationships/tags" Target="../tags/tag171.xml"/><Relationship Id="rId6" Type="http://schemas.openxmlformats.org/officeDocument/2006/relationships/tags" Target="../tags/tag176.xml"/><Relationship Id="rId11" Type="http://schemas.openxmlformats.org/officeDocument/2006/relationships/image" Target="../media/image63.png"/><Relationship Id="rId5" Type="http://schemas.openxmlformats.org/officeDocument/2006/relationships/tags" Target="../tags/tag175.xml"/><Relationship Id="rId15" Type="http://schemas.openxmlformats.org/officeDocument/2006/relationships/image" Target="../media/image72.png"/><Relationship Id="rId10" Type="http://schemas.openxmlformats.org/officeDocument/2006/relationships/image" Target="../media/image58.png"/><Relationship Id="rId4" Type="http://schemas.openxmlformats.org/officeDocument/2006/relationships/tags" Target="../tags/tag174.xml"/><Relationship Id="rId9" Type="http://schemas.openxmlformats.org/officeDocument/2006/relationships/image" Target="../media/image62.png"/><Relationship Id="rId14" Type="http://schemas.openxmlformats.org/officeDocument/2006/relationships/image" Target="../media/image7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74.png"/><Relationship Id="rId18" Type="http://schemas.openxmlformats.org/officeDocument/2006/relationships/image" Target="../media/image79.png"/><Relationship Id="rId3" Type="http://schemas.openxmlformats.org/officeDocument/2006/relationships/tags" Target="../tags/tag179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3.png"/><Relationship Id="rId17" Type="http://schemas.openxmlformats.org/officeDocument/2006/relationships/image" Target="../media/image78.png"/><Relationship Id="rId2" Type="http://schemas.openxmlformats.org/officeDocument/2006/relationships/tags" Target="../tags/tag178.xml"/><Relationship Id="rId16" Type="http://schemas.openxmlformats.org/officeDocument/2006/relationships/image" Target="../media/image76.png"/><Relationship Id="rId1" Type="http://schemas.openxmlformats.org/officeDocument/2006/relationships/tags" Target="../tags/tag177.xml"/><Relationship Id="rId6" Type="http://schemas.openxmlformats.org/officeDocument/2006/relationships/tags" Target="../tags/tag182.xml"/><Relationship Id="rId11" Type="http://schemas.openxmlformats.org/officeDocument/2006/relationships/image" Target="../media/image63.png"/><Relationship Id="rId5" Type="http://schemas.openxmlformats.org/officeDocument/2006/relationships/tags" Target="../tags/tag181.xml"/><Relationship Id="rId15" Type="http://schemas.openxmlformats.org/officeDocument/2006/relationships/image" Target="../media/image72.png"/><Relationship Id="rId10" Type="http://schemas.openxmlformats.org/officeDocument/2006/relationships/image" Target="../media/image58.png"/><Relationship Id="rId4" Type="http://schemas.openxmlformats.org/officeDocument/2006/relationships/tags" Target="../tags/tag180.xml"/><Relationship Id="rId9" Type="http://schemas.openxmlformats.org/officeDocument/2006/relationships/image" Target="../media/image62.png"/><Relationship Id="rId14" Type="http://schemas.openxmlformats.org/officeDocument/2006/relationships/image" Target="../media/image7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74.png"/><Relationship Id="rId18" Type="http://schemas.openxmlformats.org/officeDocument/2006/relationships/image" Target="../media/image80.png"/><Relationship Id="rId3" Type="http://schemas.openxmlformats.org/officeDocument/2006/relationships/tags" Target="../tags/tag185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3.png"/><Relationship Id="rId17" Type="http://schemas.openxmlformats.org/officeDocument/2006/relationships/image" Target="../media/image78.png"/><Relationship Id="rId2" Type="http://schemas.openxmlformats.org/officeDocument/2006/relationships/tags" Target="../tags/tag184.xml"/><Relationship Id="rId16" Type="http://schemas.openxmlformats.org/officeDocument/2006/relationships/image" Target="../media/image76.png"/><Relationship Id="rId1" Type="http://schemas.openxmlformats.org/officeDocument/2006/relationships/tags" Target="../tags/tag183.xml"/><Relationship Id="rId6" Type="http://schemas.openxmlformats.org/officeDocument/2006/relationships/tags" Target="../tags/tag188.xml"/><Relationship Id="rId11" Type="http://schemas.openxmlformats.org/officeDocument/2006/relationships/image" Target="../media/image63.png"/><Relationship Id="rId5" Type="http://schemas.openxmlformats.org/officeDocument/2006/relationships/tags" Target="../tags/tag187.xml"/><Relationship Id="rId15" Type="http://schemas.openxmlformats.org/officeDocument/2006/relationships/image" Target="../media/image72.png"/><Relationship Id="rId10" Type="http://schemas.openxmlformats.org/officeDocument/2006/relationships/image" Target="../media/image58.png"/><Relationship Id="rId4" Type="http://schemas.openxmlformats.org/officeDocument/2006/relationships/tags" Target="../tags/tag186.xml"/><Relationship Id="rId9" Type="http://schemas.openxmlformats.org/officeDocument/2006/relationships/image" Target="../media/image6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74.png"/><Relationship Id="rId3" Type="http://schemas.openxmlformats.org/officeDocument/2006/relationships/tags" Target="../tags/tag191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3.png"/><Relationship Id="rId2" Type="http://schemas.openxmlformats.org/officeDocument/2006/relationships/tags" Target="../tags/tag190.xml"/><Relationship Id="rId1" Type="http://schemas.openxmlformats.org/officeDocument/2006/relationships/tags" Target="../tags/tag189.xml"/><Relationship Id="rId6" Type="http://schemas.openxmlformats.org/officeDocument/2006/relationships/tags" Target="../tags/tag194.xml"/><Relationship Id="rId11" Type="http://schemas.openxmlformats.org/officeDocument/2006/relationships/image" Target="../media/image63.png"/><Relationship Id="rId5" Type="http://schemas.openxmlformats.org/officeDocument/2006/relationships/tags" Target="../tags/tag193.xml"/><Relationship Id="rId10" Type="http://schemas.openxmlformats.org/officeDocument/2006/relationships/image" Target="../media/image58.png"/><Relationship Id="rId4" Type="http://schemas.openxmlformats.org/officeDocument/2006/relationships/tags" Target="../tags/tag192.xml"/><Relationship Id="rId9" Type="http://schemas.openxmlformats.org/officeDocument/2006/relationships/image" Target="../media/image62.png"/><Relationship Id="rId14" Type="http://schemas.openxmlformats.org/officeDocument/2006/relationships/image" Target="../media/image8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74.png"/><Relationship Id="rId18" Type="http://schemas.openxmlformats.org/officeDocument/2006/relationships/image" Target="../media/image85.png"/><Relationship Id="rId26" Type="http://schemas.openxmlformats.org/officeDocument/2006/relationships/image" Target="../media/image89.png"/><Relationship Id="rId3" Type="http://schemas.openxmlformats.org/officeDocument/2006/relationships/tags" Target="../tags/tag197.xml"/><Relationship Id="rId21" Type="http://schemas.openxmlformats.org/officeDocument/2006/relationships/customXml" Target="../ink/ink3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3.png"/><Relationship Id="rId17" Type="http://schemas.openxmlformats.org/officeDocument/2006/relationships/image" Target="../media/image84.png"/><Relationship Id="rId25" Type="http://schemas.openxmlformats.org/officeDocument/2006/relationships/customXml" Target="../ink/ink5.xml"/><Relationship Id="rId2" Type="http://schemas.openxmlformats.org/officeDocument/2006/relationships/tags" Target="../tags/tag196.xml"/><Relationship Id="rId16" Type="http://schemas.openxmlformats.org/officeDocument/2006/relationships/image" Target="../media/image83.png"/><Relationship Id="rId20" Type="http://schemas.openxmlformats.org/officeDocument/2006/relationships/image" Target="../media/image86.png"/><Relationship Id="rId1" Type="http://schemas.openxmlformats.org/officeDocument/2006/relationships/tags" Target="../tags/tag195.xml"/><Relationship Id="rId6" Type="http://schemas.openxmlformats.org/officeDocument/2006/relationships/tags" Target="../tags/tag200.xml"/><Relationship Id="rId11" Type="http://schemas.openxmlformats.org/officeDocument/2006/relationships/image" Target="../media/image63.png"/><Relationship Id="rId24" Type="http://schemas.openxmlformats.org/officeDocument/2006/relationships/image" Target="../media/image88.png"/><Relationship Id="rId5" Type="http://schemas.openxmlformats.org/officeDocument/2006/relationships/tags" Target="../tags/tag199.xml"/><Relationship Id="rId15" Type="http://schemas.openxmlformats.org/officeDocument/2006/relationships/customXml" Target="../ink/ink1.xml"/><Relationship Id="rId23" Type="http://schemas.openxmlformats.org/officeDocument/2006/relationships/customXml" Target="../ink/ink4.xml"/><Relationship Id="rId10" Type="http://schemas.openxmlformats.org/officeDocument/2006/relationships/image" Target="../media/image58.png"/><Relationship Id="rId19" Type="http://schemas.openxmlformats.org/officeDocument/2006/relationships/customXml" Target="../ink/ink2.xml"/><Relationship Id="rId4" Type="http://schemas.openxmlformats.org/officeDocument/2006/relationships/tags" Target="../tags/tag198.xml"/><Relationship Id="rId9" Type="http://schemas.openxmlformats.org/officeDocument/2006/relationships/image" Target="../media/image62.png"/><Relationship Id="rId14" Type="http://schemas.openxmlformats.org/officeDocument/2006/relationships/image" Target="../media/image82.png"/><Relationship Id="rId22" Type="http://schemas.openxmlformats.org/officeDocument/2006/relationships/image" Target="../media/image87.png"/><Relationship Id="rId27" Type="http://schemas.openxmlformats.org/officeDocument/2006/relationships/image" Target="../media/image9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74.png"/><Relationship Id="rId3" Type="http://schemas.openxmlformats.org/officeDocument/2006/relationships/tags" Target="../tags/tag203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73.png"/><Relationship Id="rId17" Type="http://schemas.openxmlformats.org/officeDocument/2006/relationships/image" Target="../media/image94.png"/><Relationship Id="rId2" Type="http://schemas.openxmlformats.org/officeDocument/2006/relationships/tags" Target="../tags/tag202.xml"/><Relationship Id="rId16" Type="http://schemas.openxmlformats.org/officeDocument/2006/relationships/image" Target="../media/image93.png"/><Relationship Id="rId1" Type="http://schemas.openxmlformats.org/officeDocument/2006/relationships/tags" Target="../tags/tag201.xml"/><Relationship Id="rId6" Type="http://schemas.openxmlformats.org/officeDocument/2006/relationships/tags" Target="../tags/tag206.xml"/><Relationship Id="rId11" Type="http://schemas.openxmlformats.org/officeDocument/2006/relationships/image" Target="../media/image63.png"/><Relationship Id="rId5" Type="http://schemas.openxmlformats.org/officeDocument/2006/relationships/tags" Target="../tags/tag205.xml"/><Relationship Id="rId15" Type="http://schemas.openxmlformats.org/officeDocument/2006/relationships/image" Target="../media/image92.png"/><Relationship Id="rId10" Type="http://schemas.openxmlformats.org/officeDocument/2006/relationships/image" Target="../media/image58.png"/><Relationship Id="rId4" Type="http://schemas.openxmlformats.org/officeDocument/2006/relationships/tags" Target="../tags/tag204.xml"/><Relationship Id="rId9" Type="http://schemas.openxmlformats.org/officeDocument/2006/relationships/image" Target="../media/image62.png"/><Relationship Id="rId14" Type="http://schemas.openxmlformats.org/officeDocument/2006/relationships/image" Target="../media/image9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214.xml"/><Relationship Id="rId13" Type="http://schemas.openxmlformats.org/officeDocument/2006/relationships/image" Target="../media/image95.png"/><Relationship Id="rId18" Type="http://schemas.openxmlformats.org/officeDocument/2006/relationships/image" Target="../media/image100.png"/><Relationship Id="rId3" Type="http://schemas.openxmlformats.org/officeDocument/2006/relationships/tags" Target="../tags/tag209.xml"/><Relationship Id="rId21" Type="http://schemas.openxmlformats.org/officeDocument/2006/relationships/image" Target="../media/image103.png"/><Relationship Id="rId7" Type="http://schemas.openxmlformats.org/officeDocument/2006/relationships/tags" Target="../tags/tag213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99.png"/><Relationship Id="rId2" Type="http://schemas.openxmlformats.org/officeDocument/2006/relationships/tags" Target="../tags/tag208.xml"/><Relationship Id="rId16" Type="http://schemas.openxmlformats.org/officeDocument/2006/relationships/image" Target="../media/image98.png"/><Relationship Id="rId20" Type="http://schemas.openxmlformats.org/officeDocument/2006/relationships/image" Target="../media/image102.png"/><Relationship Id="rId1" Type="http://schemas.openxmlformats.org/officeDocument/2006/relationships/tags" Target="../tags/tag207.xml"/><Relationship Id="rId6" Type="http://schemas.openxmlformats.org/officeDocument/2006/relationships/tags" Target="../tags/tag212.xml"/><Relationship Id="rId11" Type="http://schemas.openxmlformats.org/officeDocument/2006/relationships/tags" Target="../tags/tag217.xml"/><Relationship Id="rId5" Type="http://schemas.openxmlformats.org/officeDocument/2006/relationships/tags" Target="../tags/tag211.xml"/><Relationship Id="rId15" Type="http://schemas.openxmlformats.org/officeDocument/2006/relationships/image" Target="../media/image97.png"/><Relationship Id="rId23" Type="http://schemas.openxmlformats.org/officeDocument/2006/relationships/image" Target="../media/image105.png"/><Relationship Id="rId10" Type="http://schemas.openxmlformats.org/officeDocument/2006/relationships/tags" Target="../tags/tag216.xml"/><Relationship Id="rId19" Type="http://schemas.openxmlformats.org/officeDocument/2006/relationships/image" Target="../media/image101.png"/><Relationship Id="rId4" Type="http://schemas.openxmlformats.org/officeDocument/2006/relationships/tags" Target="../tags/tag210.xml"/><Relationship Id="rId9" Type="http://schemas.openxmlformats.org/officeDocument/2006/relationships/tags" Target="../tags/tag215.xml"/><Relationship Id="rId14" Type="http://schemas.openxmlformats.org/officeDocument/2006/relationships/image" Target="../media/image96.png"/><Relationship Id="rId22" Type="http://schemas.openxmlformats.org/officeDocument/2006/relationships/image" Target="../media/image104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225.xml"/><Relationship Id="rId13" Type="http://schemas.openxmlformats.org/officeDocument/2006/relationships/image" Target="../media/image95.png"/><Relationship Id="rId18" Type="http://schemas.openxmlformats.org/officeDocument/2006/relationships/image" Target="../media/image100.png"/><Relationship Id="rId3" Type="http://schemas.openxmlformats.org/officeDocument/2006/relationships/tags" Target="../tags/tag220.xml"/><Relationship Id="rId21" Type="http://schemas.openxmlformats.org/officeDocument/2006/relationships/image" Target="../media/image103.png"/><Relationship Id="rId7" Type="http://schemas.openxmlformats.org/officeDocument/2006/relationships/tags" Target="../tags/tag224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99.png"/><Relationship Id="rId2" Type="http://schemas.openxmlformats.org/officeDocument/2006/relationships/tags" Target="../tags/tag219.xml"/><Relationship Id="rId16" Type="http://schemas.openxmlformats.org/officeDocument/2006/relationships/image" Target="../media/image98.png"/><Relationship Id="rId20" Type="http://schemas.openxmlformats.org/officeDocument/2006/relationships/image" Target="../media/image102.png"/><Relationship Id="rId1" Type="http://schemas.openxmlformats.org/officeDocument/2006/relationships/tags" Target="../tags/tag218.xml"/><Relationship Id="rId6" Type="http://schemas.openxmlformats.org/officeDocument/2006/relationships/tags" Target="../tags/tag223.xml"/><Relationship Id="rId11" Type="http://schemas.openxmlformats.org/officeDocument/2006/relationships/tags" Target="../tags/tag228.xml"/><Relationship Id="rId24" Type="http://schemas.openxmlformats.org/officeDocument/2006/relationships/image" Target="../media/image106.png"/><Relationship Id="rId5" Type="http://schemas.openxmlformats.org/officeDocument/2006/relationships/tags" Target="../tags/tag222.xml"/><Relationship Id="rId15" Type="http://schemas.openxmlformats.org/officeDocument/2006/relationships/image" Target="../media/image97.png"/><Relationship Id="rId23" Type="http://schemas.openxmlformats.org/officeDocument/2006/relationships/image" Target="../media/image105.png"/><Relationship Id="rId10" Type="http://schemas.openxmlformats.org/officeDocument/2006/relationships/tags" Target="../tags/tag227.xml"/><Relationship Id="rId19" Type="http://schemas.openxmlformats.org/officeDocument/2006/relationships/image" Target="../media/image101.png"/><Relationship Id="rId4" Type="http://schemas.openxmlformats.org/officeDocument/2006/relationships/tags" Target="../tags/tag221.xml"/><Relationship Id="rId9" Type="http://schemas.openxmlformats.org/officeDocument/2006/relationships/tags" Target="../tags/tag226.xml"/><Relationship Id="rId14" Type="http://schemas.openxmlformats.org/officeDocument/2006/relationships/image" Target="../media/image96.png"/><Relationship Id="rId22" Type="http://schemas.openxmlformats.org/officeDocument/2006/relationships/image" Target="../media/image10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236.xml"/><Relationship Id="rId13" Type="http://schemas.openxmlformats.org/officeDocument/2006/relationships/tags" Target="../tags/tag241.xml"/><Relationship Id="rId18" Type="http://schemas.openxmlformats.org/officeDocument/2006/relationships/image" Target="../media/image96.png"/><Relationship Id="rId26" Type="http://schemas.openxmlformats.org/officeDocument/2006/relationships/image" Target="../media/image104.png"/><Relationship Id="rId3" Type="http://schemas.openxmlformats.org/officeDocument/2006/relationships/tags" Target="../tags/tag231.xml"/><Relationship Id="rId21" Type="http://schemas.openxmlformats.org/officeDocument/2006/relationships/image" Target="../media/image99.png"/><Relationship Id="rId7" Type="http://schemas.openxmlformats.org/officeDocument/2006/relationships/tags" Target="../tags/tag235.xml"/><Relationship Id="rId12" Type="http://schemas.openxmlformats.org/officeDocument/2006/relationships/tags" Target="../tags/tag240.xml"/><Relationship Id="rId17" Type="http://schemas.openxmlformats.org/officeDocument/2006/relationships/image" Target="../media/image95.png"/><Relationship Id="rId25" Type="http://schemas.openxmlformats.org/officeDocument/2006/relationships/image" Target="../media/image103.png"/><Relationship Id="rId2" Type="http://schemas.openxmlformats.org/officeDocument/2006/relationships/tags" Target="../tags/tag230.xml"/><Relationship Id="rId16" Type="http://schemas.openxmlformats.org/officeDocument/2006/relationships/slideLayout" Target="../slideLayouts/slideLayout12.xml"/><Relationship Id="rId20" Type="http://schemas.openxmlformats.org/officeDocument/2006/relationships/image" Target="../media/image98.png"/><Relationship Id="rId29" Type="http://schemas.openxmlformats.org/officeDocument/2006/relationships/image" Target="../media/image108.png"/><Relationship Id="rId1" Type="http://schemas.openxmlformats.org/officeDocument/2006/relationships/tags" Target="../tags/tag229.xml"/><Relationship Id="rId6" Type="http://schemas.openxmlformats.org/officeDocument/2006/relationships/tags" Target="../tags/tag234.xml"/><Relationship Id="rId11" Type="http://schemas.openxmlformats.org/officeDocument/2006/relationships/tags" Target="../tags/tag239.xml"/><Relationship Id="rId24" Type="http://schemas.openxmlformats.org/officeDocument/2006/relationships/image" Target="../media/image102.png"/><Relationship Id="rId5" Type="http://schemas.openxmlformats.org/officeDocument/2006/relationships/tags" Target="../tags/tag233.xml"/><Relationship Id="rId15" Type="http://schemas.openxmlformats.org/officeDocument/2006/relationships/tags" Target="../tags/tag243.xml"/><Relationship Id="rId23" Type="http://schemas.openxmlformats.org/officeDocument/2006/relationships/image" Target="../media/image101.png"/><Relationship Id="rId28" Type="http://schemas.openxmlformats.org/officeDocument/2006/relationships/image" Target="../media/image107.png"/><Relationship Id="rId10" Type="http://schemas.openxmlformats.org/officeDocument/2006/relationships/tags" Target="../tags/tag238.xml"/><Relationship Id="rId19" Type="http://schemas.openxmlformats.org/officeDocument/2006/relationships/image" Target="../media/image97.png"/><Relationship Id="rId31" Type="http://schemas.openxmlformats.org/officeDocument/2006/relationships/image" Target="../media/image110.png"/><Relationship Id="rId4" Type="http://schemas.openxmlformats.org/officeDocument/2006/relationships/tags" Target="../tags/tag232.xml"/><Relationship Id="rId9" Type="http://schemas.openxmlformats.org/officeDocument/2006/relationships/tags" Target="../tags/tag237.xml"/><Relationship Id="rId14" Type="http://schemas.openxmlformats.org/officeDocument/2006/relationships/tags" Target="../tags/tag242.xml"/><Relationship Id="rId22" Type="http://schemas.openxmlformats.org/officeDocument/2006/relationships/image" Target="../media/image100.png"/><Relationship Id="rId27" Type="http://schemas.openxmlformats.org/officeDocument/2006/relationships/image" Target="../media/image105.png"/><Relationship Id="rId30" Type="http://schemas.openxmlformats.org/officeDocument/2006/relationships/image" Target="../media/image10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9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tags" Target="../tags/tag246.xml"/><Relationship Id="rId7" Type="http://schemas.openxmlformats.org/officeDocument/2006/relationships/image" Target="../media/image112.png"/><Relationship Id="rId2" Type="http://schemas.openxmlformats.org/officeDocument/2006/relationships/tags" Target="../tags/tag245.xml"/><Relationship Id="rId1" Type="http://schemas.openxmlformats.org/officeDocument/2006/relationships/tags" Target="../tags/tag244.xml"/><Relationship Id="rId6" Type="http://schemas.openxmlformats.org/officeDocument/2006/relationships/slideLayout" Target="../slideLayouts/slideLayout59.xml"/><Relationship Id="rId5" Type="http://schemas.openxmlformats.org/officeDocument/2006/relationships/tags" Target="../tags/tag248.xml"/><Relationship Id="rId4" Type="http://schemas.openxmlformats.org/officeDocument/2006/relationships/tags" Target="../tags/tag247.xml"/><Relationship Id="rId9" Type="http://schemas.openxmlformats.org/officeDocument/2006/relationships/image" Target="../media/image114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tags" Target="../tags/tag251.xml"/><Relationship Id="rId7" Type="http://schemas.openxmlformats.org/officeDocument/2006/relationships/image" Target="../media/image112.png"/><Relationship Id="rId2" Type="http://schemas.openxmlformats.org/officeDocument/2006/relationships/tags" Target="../tags/tag250.xml"/><Relationship Id="rId1" Type="http://schemas.openxmlformats.org/officeDocument/2006/relationships/tags" Target="../tags/tag249.xml"/><Relationship Id="rId6" Type="http://schemas.openxmlformats.org/officeDocument/2006/relationships/slideLayout" Target="../slideLayouts/slideLayout59.xml"/><Relationship Id="rId5" Type="http://schemas.openxmlformats.org/officeDocument/2006/relationships/tags" Target="../tags/tag253.xml"/><Relationship Id="rId10" Type="http://schemas.openxmlformats.org/officeDocument/2006/relationships/image" Target="../media/image115.png"/><Relationship Id="rId4" Type="http://schemas.openxmlformats.org/officeDocument/2006/relationships/tags" Target="../tags/tag252.xml"/><Relationship Id="rId9" Type="http://schemas.openxmlformats.org/officeDocument/2006/relationships/image" Target="../media/image114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customXml" Target="../ink/ink7.xml"/><Relationship Id="rId18" Type="http://schemas.openxmlformats.org/officeDocument/2006/relationships/image" Target="../media/image119.png"/><Relationship Id="rId3" Type="http://schemas.openxmlformats.org/officeDocument/2006/relationships/tags" Target="../tags/tag256.xml"/><Relationship Id="rId21" Type="http://schemas.openxmlformats.org/officeDocument/2006/relationships/customXml" Target="../ink/ink11.xml"/><Relationship Id="rId7" Type="http://schemas.openxmlformats.org/officeDocument/2006/relationships/image" Target="../media/image112.png"/><Relationship Id="rId12" Type="http://schemas.openxmlformats.org/officeDocument/2006/relationships/image" Target="../media/image116.png"/><Relationship Id="rId17" Type="http://schemas.openxmlformats.org/officeDocument/2006/relationships/customXml" Target="../ink/ink9.xml"/><Relationship Id="rId25" Type="http://schemas.openxmlformats.org/officeDocument/2006/relationships/image" Target="../media/image122.png"/><Relationship Id="rId2" Type="http://schemas.openxmlformats.org/officeDocument/2006/relationships/tags" Target="../tags/tag255.xml"/><Relationship Id="rId16" Type="http://schemas.openxmlformats.org/officeDocument/2006/relationships/image" Target="../media/image118.png"/><Relationship Id="rId20" Type="http://schemas.openxmlformats.org/officeDocument/2006/relationships/image" Target="../media/image120.png"/><Relationship Id="rId1" Type="http://schemas.openxmlformats.org/officeDocument/2006/relationships/tags" Target="../tags/tag254.xml"/><Relationship Id="rId6" Type="http://schemas.openxmlformats.org/officeDocument/2006/relationships/slideLayout" Target="../slideLayouts/slideLayout59.xml"/><Relationship Id="rId11" Type="http://schemas.openxmlformats.org/officeDocument/2006/relationships/customXml" Target="../ink/ink6.xml"/><Relationship Id="rId24" Type="http://schemas.openxmlformats.org/officeDocument/2006/relationships/customXml" Target="../ink/ink13.xml"/><Relationship Id="rId5" Type="http://schemas.openxmlformats.org/officeDocument/2006/relationships/tags" Target="../tags/tag258.xml"/><Relationship Id="rId15" Type="http://schemas.openxmlformats.org/officeDocument/2006/relationships/customXml" Target="../ink/ink8.xml"/><Relationship Id="rId23" Type="http://schemas.openxmlformats.org/officeDocument/2006/relationships/customXml" Target="../ink/ink12.xml"/><Relationship Id="rId10" Type="http://schemas.openxmlformats.org/officeDocument/2006/relationships/image" Target="../media/image115.png"/><Relationship Id="rId19" Type="http://schemas.openxmlformats.org/officeDocument/2006/relationships/customXml" Target="../ink/ink10.xml"/><Relationship Id="rId4" Type="http://schemas.openxmlformats.org/officeDocument/2006/relationships/tags" Target="../tags/tag257.xml"/><Relationship Id="rId9" Type="http://schemas.openxmlformats.org/officeDocument/2006/relationships/image" Target="../media/image114.png"/><Relationship Id="rId14" Type="http://schemas.openxmlformats.org/officeDocument/2006/relationships/image" Target="../media/image117.png"/><Relationship Id="rId22" Type="http://schemas.openxmlformats.org/officeDocument/2006/relationships/image" Target="../media/image121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customXml" Target="../ink/ink15.xml"/><Relationship Id="rId18" Type="http://schemas.openxmlformats.org/officeDocument/2006/relationships/image" Target="../media/image119.png"/><Relationship Id="rId26" Type="http://schemas.openxmlformats.org/officeDocument/2006/relationships/image" Target="../media/image123.png"/><Relationship Id="rId3" Type="http://schemas.openxmlformats.org/officeDocument/2006/relationships/tags" Target="../tags/tag261.xml"/><Relationship Id="rId21" Type="http://schemas.openxmlformats.org/officeDocument/2006/relationships/customXml" Target="../ink/ink19.xml"/><Relationship Id="rId7" Type="http://schemas.openxmlformats.org/officeDocument/2006/relationships/image" Target="../media/image112.png"/><Relationship Id="rId12" Type="http://schemas.openxmlformats.org/officeDocument/2006/relationships/image" Target="../media/image116.png"/><Relationship Id="rId17" Type="http://schemas.openxmlformats.org/officeDocument/2006/relationships/customXml" Target="../ink/ink17.xml"/><Relationship Id="rId25" Type="http://schemas.openxmlformats.org/officeDocument/2006/relationships/image" Target="../media/image122.png"/><Relationship Id="rId2" Type="http://schemas.openxmlformats.org/officeDocument/2006/relationships/tags" Target="../tags/tag260.xml"/><Relationship Id="rId16" Type="http://schemas.openxmlformats.org/officeDocument/2006/relationships/image" Target="../media/image118.png"/><Relationship Id="rId20" Type="http://schemas.openxmlformats.org/officeDocument/2006/relationships/image" Target="../media/image120.png"/><Relationship Id="rId1" Type="http://schemas.openxmlformats.org/officeDocument/2006/relationships/tags" Target="../tags/tag259.xml"/><Relationship Id="rId6" Type="http://schemas.openxmlformats.org/officeDocument/2006/relationships/slideLayout" Target="../slideLayouts/slideLayout59.xml"/><Relationship Id="rId11" Type="http://schemas.openxmlformats.org/officeDocument/2006/relationships/customXml" Target="../ink/ink14.xml"/><Relationship Id="rId24" Type="http://schemas.openxmlformats.org/officeDocument/2006/relationships/customXml" Target="../ink/ink21.xml"/><Relationship Id="rId5" Type="http://schemas.openxmlformats.org/officeDocument/2006/relationships/tags" Target="../tags/tag263.xml"/><Relationship Id="rId15" Type="http://schemas.openxmlformats.org/officeDocument/2006/relationships/customXml" Target="../ink/ink16.xml"/><Relationship Id="rId23" Type="http://schemas.openxmlformats.org/officeDocument/2006/relationships/customXml" Target="../ink/ink20.xml"/><Relationship Id="rId10" Type="http://schemas.openxmlformats.org/officeDocument/2006/relationships/image" Target="../media/image115.png"/><Relationship Id="rId19" Type="http://schemas.openxmlformats.org/officeDocument/2006/relationships/customXml" Target="../ink/ink18.xml"/><Relationship Id="rId4" Type="http://schemas.openxmlformats.org/officeDocument/2006/relationships/tags" Target="../tags/tag262.xml"/><Relationship Id="rId9" Type="http://schemas.openxmlformats.org/officeDocument/2006/relationships/image" Target="../media/image114.png"/><Relationship Id="rId14" Type="http://schemas.openxmlformats.org/officeDocument/2006/relationships/image" Target="../media/image117.png"/><Relationship Id="rId22" Type="http://schemas.openxmlformats.org/officeDocument/2006/relationships/image" Target="../media/image121.png"/><Relationship Id="rId27" Type="http://schemas.openxmlformats.org/officeDocument/2006/relationships/image" Target="../media/image124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customXml" Target="../ink/ink23.xml"/><Relationship Id="rId18" Type="http://schemas.openxmlformats.org/officeDocument/2006/relationships/image" Target="../media/image119.png"/><Relationship Id="rId26" Type="http://schemas.openxmlformats.org/officeDocument/2006/relationships/image" Target="../media/image125.png"/><Relationship Id="rId3" Type="http://schemas.openxmlformats.org/officeDocument/2006/relationships/tags" Target="../tags/tag266.xml"/><Relationship Id="rId21" Type="http://schemas.openxmlformats.org/officeDocument/2006/relationships/customXml" Target="../ink/ink27.xml"/><Relationship Id="rId7" Type="http://schemas.openxmlformats.org/officeDocument/2006/relationships/image" Target="../media/image112.png"/><Relationship Id="rId12" Type="http://schemas.openxmlformats.org/officeDocument/2006/relationships/image" Target="../media/image116.png"/><Relationship Id="rId17" Type="http://schemas.openxmlformats.org/officeDocument/2006/relationships/customXml" Target="../ink/ink25.xml"/><Relationship Id="rId25" Type="http://schemas.openxmlformats.org/officeDocument/2006/relationships/image" Target="../media/image122.png"/><Relationship Id="rId2" Type="http://schemas.openxmlformats.org/officeDocument/2006/relationships/tags" Target="../tags/tag265.xml"/><Relationship Id="rId16" Type="http://schemas.openxmlformats.org/officeDocument/2006/relationships/image" Target="../media/image118.png"/><Relationship Id="rId20" Type="http://schemas.openxmlformats.org/officeDocument/2006/relationships/image" Target="../media/image120.png"/><Relationship Id="rId1" Type="http://schemas.openxmlformats.org/officeDocument/2006/relationships/tags" Target="../tags/tag264.xml"/><Relationship Id="rId6" Type="http://schemas.openxmlformats.org/officeDocument/2006/relationships/slideLayout" Target="../slideLayouts/slideLayout59.xml"/><Relationship Id="rId11" Type="http://schemas.openxmlformats.org/officeDocument/2006/relationships/customXml" Target="../ink/ink22.xml"/><Relationship Id="rId24" Type="http://schemas.openxmlformats.org/officeDocument/2006/relationships/customXml" Target="../ink/ink29.xml"/><Relationship Id="rId5" Type="http://schemas.openxmlformats.org/officeDocument/2006/relationships/tags" Target="../tags/tag268.xml"/><Relationship Id="rId15" Type="http://schemas.openxmlformats.org/officeDocument/2006/relationships/customXml" Target="../ink/ink24.xml"/><Relationship Id="rId23" Type="http://schemas.openxmlformats.org/officeDocument/2006/relationships/customXml" Target="../ink/ink28.xml"/><Relationship Id="rId10" Type="http://schemas.openxmlformats.org/officeDocument/2006/relationships/image" Target="../media/image115.png"/><Relationship Id="rId19" Type="http://schemas.openxmlformats.org/officeDocument/2006/relationships/customXml" Target="../ink/ink26.xml"/><Relationship Id="rId4" Type="http://schemas.openxmlformats.org/officeDocument/2006/relationships/tags" Target="../tags/tag267.xml"/><Relationship Id="rId9" Type="http://schemas.openxmlformats.org/officeDocument/2006/relationships/image" Target="../media/image114.png"/><Relationship Id="rId14" Type="http://schemas.openxmlformats.org/officeDocument/2006/relationships/image" Target="../media/image117.png"/><Relationship Id="rId22" Type="http://schemas.openxmlformats.org/officeDocument/2006/relationships/image" Target="../media/image121.png"/><Relationship Id="rId27" Type="http://schemas.openxmlformats.org/officeDocument/2006/relationships/image" Target="../media/image126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customXml" Target="../ink/ink31.xml"/><Relationship Id="rId18" Type="http://schemas.openxmlformats.org/officeDocument/2006/relationships/image" Target="../media/image119.png"/><Relationship Id="rId26" Type="http://schemas.openxmlformats.org/officeDocument/2006/relationships/image" Target="../media/image125.png"/><Relationship Id="rId3" Type="http://schemas.openxmlformats.org/officeDocument/2006/relationships/tags" Target="../tags/tag271.xml"/><Relationship Id="rId21" Type="http://schemas.openxmlformats.org/officeDocument/2006/relationships/customXml" Target="../ink/ink35.xml"/><Relationship Id="rId7" Type="http://schemas.openxmlformats.org/officeDocument/2006/relationships/image" Target="../media/image112.png"/><Relationship Id="rId12" Type="http://schemas.openxmlformats.org/officeDocument/2006/relationships/image" Target="../media/image116.png"/><Relationship Id="rId17" Type="http://schemas.openxmlformats.org/officeDocument/2006/relationships/customXml" Target="../ink/ink33.xml"/><Relationship Id="rId25" Type="http://schemas.openxmlformats.org/officeDocument/2006/relationships/image" Target="../media/image122.png"/><Relationship Id="rId2" Type="http://schemas.openxmlformats.org/officeDocument/2006/relationships/tags" Target="../tags/tag270.xml"/><Relationship Id="rId16" Type="http://schemas.openxmlformats.org/officeDocument/2006/relationships/image" Target="../media/image118.png"/><Relationship Id="rId20" Type="http://schemas.openxmlformats.org/officeDocument/2006/relationships/image" Target="../media/image120.png"/><Relationship Id="rId29" Type="http://schemas.openxmlformats.org/officeDocument/2006/relationships/image" Target="../media/image128.png"/><Relationship Id="rId1" Type="http://schemas.openxmlformats.org/officeDocument/2006/relationships/tags" Target="../tags/tag269.xml"/><Relationship Id="rId6" Type="http://schemas.openxmlformats.org/officeDocument/2006/relationships/slideLayout" Target="../slideLayouts/slideLayout59.xml"/><Relationship Id="rId11" Type="http://schemas.openxmlformats.org/officeDocument/2006/relationships/customXml" Target="../ink/ink30.xml"/><Relationship Id="rId24" Type="http://schemas.openxmlformats.org/officeDocument/2006/relationships/customXml" Target="../ink/ink37.xml"/><Relationship Id="rId5" Type="http://schemas.openxmlformats.org/officeDocument/2006/relationships/tags" Target="../tags/tag273.xml"/><Relationship Id="rId15" Type="http://schemas.openxmlformats.org/officeDocument/2006/relationships/customXml" Target="../ink/ink32.xml"/><Relationship Id="rId23" Type="http://schemas.openxmlformats.org/officeDocument/2006/relationships/customXml" Target="../ink/ink36.xml"/><Relationship Id="rId28" Type="http://schemas.openxmlformats.org/officeDocument/2006/relationships/image" Target="../media/image127.png"/><Relationship Id="rId10" Type="http://schemas.openxmlformats.org/officeDocument/2006/relationships/image" Target="../media/image115.png"/><Relationship Id="rId19" Type="http://schemas.openxmlformats.org/officeDocument/2006/relationships/customXml" Target="../ink/ink34.xml"/><Relationship Id="rId4" Type="http://schemas.openxmlformats.org/officeDocument/2006/relationships/tags" Target="../tags/tag272.xml"/><Relationship Id="rId9" Type="http://schemas.openxmlformats.org/officeDocument/2006/relationships/image" Target="../media/image114.png"/><Relationship Id="rId14" Type="http://schemas.openxmlformats.org/officeDocument/2006/relationships/image" Target="../media/image117.png"/><Relationship Id="rId22" Type="http://schemas.openxmlformats.org/officeDocument/2006/relationships/image" Target="../media/image121.png"/><Relationship Id="rId27" Type="http://schemas.openxmlformats.org/officeDocument/2006/relationships/image" Target="../media/image126.png"/></Relationships>
</file>

<file path=ppt/slides/_rels/slide4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9.xml"/><Relationship Id="rId18" Type="http://schemas.openxmlformats.org/officeDocument/2006/relationships/image" Target="../media/image119.png"/><Relationship Id="rId26" Type="http://schemas.openxmlformats.org/officeDocument/2006/relationships/image" Target="../media/image125.png"/><Relationship Id="rId3" Type="http://schemas.openxmlformats.org/officeDocument/2006/relationships/tags" Target="../tags/tag276.xml"/><Relationship Id="rId21" Type="http://schemas.openxmlformats.org/officeDocument/2006/relationships/customXml" Target="../ink/ink43.xml"/><Relationship Id="rId34" Type="http://schemas.openxmlformats.org/officeDocument/2006/relationships/image" Target="../media/image133.png"/><Relationship Id="rId7" Type="http://schemas.openxmlformats.org/officeDocument/2006/relationships/image" Target="../media/image112.png"/><Relationship Id="rId12" Type="http://schemas.openxmlformats.org/officeDocument/2006/relationships/image" Target="../media/image116.png"/><Relationship Id="rId17" Type="http://schemas.openxmlformats.org/officeDocument/2006/relationships/customXml" Target="../ink/ink41.xml"/><Relationship Id="rId25" Type="http://schemas.openxmlformats.org/officeDocument/2006/relationships/image" Target="../media/image122.png"/><Relationship Id="rId33" Type="http://schemas.openxmlformats.org/officeDocument/2006/relationships/image" Target="../media/image132.png"/><Relationship Id="rId2" Type="http://schemas.openxmlformats.org/officeDocument/2006/relationships/tags" Target="../tags/tag275.xml"/><Relationship Id="rId16" Type="http://schemas.openxmlformats.org/officeDocument/2006/relationships/image" Target="../media/image118.png"/><Relationship Id="rId20" Type="http://schemas.openxmlformats.org/officeDocument/2006/relationships/image" Target="../media/image120.png"/><Relationship Id="rId29" Type="http://schemas.openxmlformats.org/officeDocument/2006/relationships/image" Target="../media/image128.png"/><Relationship Id="rId1" Type="http://schemas.openxmlformats.org/officeDocument/2006/relationships/tags" Target="../tags/tag274.xml"/><Relationship Id="rId6" Type="http://schemas.openxmlformats.org/officeDocument/2006/relationships/slideLayout" Target="../slideLayouts/slideLayout59.xml"/><Relationship Id="rId11" Type="http://schemas.openxmlformats.org/officeDocument/2006/relationships/customXml" Target="../ink/ink38.xml"/><Relationship Id="rId24" Type="http://schemas.openxmlformats.org/officeDocument/2006/relationships/customXml" Target="../ink/ink45.xml"/><Relationship Id="rId32" Type="http://schemas.openxmlformats.org/officeDocument/2006/relationships/image" Target="../media/image131.png"/><Relationship Id="rId5" Type="http://schemas.openxmlformats.org/officeDocument/2006/relationships/tags" Target="../tags/tag278.xml"/><Relationship Id="rId15" Type="http://schemas.openxmlformats.org/officeDocument/2006/relationships/customXml" Target="../ink/ink40.xml"/><Relationship Id="rId23" Type="http://schemas.openxmlformats.org/officeDocument/2006/relationships/customXml" Target="../ink/ink44.xml"/><Relationship Id="rId28" Type="http://schemas.openxmlformats.org/officeDocument/2006/relationships/image" Target="../media/image127.png"/><Relationship Id="rId10" Type="http://schemas.openxmlformats.org/officeDocument/2006/relationships/image" Target="../media/image115.png"/><Relationship Id="rId19" Type="http://schemas.openxmlformats.org/officeDocument/2006/relationships/customXml" Target="../ink/ink42.xml"/><Relationship Id="rId31" Type="http://schemas.openxmlformats.org/officeDocument/2006/relationships/image" Target="../media/image130.png"/><Relationship Id="rId4" Type="http://schemas.openxmlformats.org/officeDocument/2006/relationships/tags" Target="../tags/tag277.xml"/><Relationship Id="rId9" Type="http://schemas.openxmlformats.org/officeDocument/2006/relationships/image" Target="../media/image114.png"/><Relationship Id="rId14" Type="http://schemas.openxmlformats.org/officeDocument/2006/relationships/image" Target="../media/image117.png"/><Relationship Id="rId22" Type="http://schemas.openxmlformats.org/officeDocument/2006/relationships/image" Target="../media/image121.png"/><Relationship Id="rId27" Type="http://schemas.openxmlformats.org/officeDocument/2006/relationships/image" Target="../media/image126.png"/><Relationship Id="rId30" Type="http://schemas.openxmlformats.org/officeDocument/2006/relationships/image" Target="../media/image129.png"/><Relationship Id="rId35" Type="http://schemas.openxmlformats.org/officeDocument/2006/relationships/image" Target="../media/image134.png"/><Relationship Id="rId8" Type="http://schemas.openxmlformats.org/officeDocument/2006/relationships/image" Target="../media/image113.png"/></Relationships>
</file>

<file path=ppt/slides/_rels/slide4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7.xml"/><Relationship Id="rId18" Type="http://schemas.openxmlformats.org/officeDocument/2006/relationships/image" Target="../media/image119.png"/><Relationship Id="rId26" Type="http://schemas.openxmlformats.org/officeDocument/2006/relationships/image" Target="../media/image125.png"/><Relationship Id="rId3" Type="http://schemas.openxmlformats.org/officeDocument/2006/relationships/tags" Target="../tags/tag281.xml"/><Relationship Id="rId21" Type="http://schemas.openxmlformats.org/officeDocument/2006/relationships/customXml" Target="../ink/ink51.xml"/><Relationship Id="rId34" Type="http://schemas.openxmlformats.org/officeDocument/2006/relationships/image" Target="../media/image133.png"/><Relationship Id="rId7" Type="http://schemas.openxmlformats.org/officeDocument/2006/relationships/image" Target="../media/image112.png"/><Relationship Id="rId12" Type="http://schemas.openxmlformats.org/officeDocument/2006/relationships/image" Target="../media/image116.png"/><Relationship Id="rId17" Type="http://schemas.openxmlformats.org/officeDocument/2006/relationships/customXml" Target="../ink/ink49.xml"/><Relationship Id="rId25" Type="http://schemas.openxmlformats.org/officeDocument/2006/relationships/image" Target="../media/image122.png"/><Relationship Id="rId33" Type="http://schemas.openxmlformats.org/officeDocument/2006/relationships/image" Target="../media/image132.png"/><Relationship Id="rId2" Type="http://schemas.openxmlformats.org/officeDocument/2006/relationships/tags" Target="../tags/tag280.xml"/><Relationship Id="rId16" Type="http://schemas.openxmlformats.org/officeDocument/2006/relationships/image" Target="../media/image118.png"/><Relationship Id="rId20" Type="http://schemas.openxmlformats.org/officeDocument/2006/relationships/image" Target="../media/image120.png"/><Relationship Id="rId29" Type="http://schemas.openxmlformats.org/officeDocument/2006/relationships/image" Target="../media/image128.png"/><Relationship Id="rId1" Type="http://schemas.openxmlformats.org/officeDocument/2006/relationships/tags" Target="../tags/tag279.xml"/><Relationship Id="rId6" Type="http://schemas.openxmlformats.org/officeDocument/2006/relationships/slideLayout" Target="../slideLayouts/slideLayout59.xml"/><Relationship Id="rId11" Type="http://schemas.openxmlformats.org/officeDocument/2006/relationships/customXml" Target="../ink/ink46.xml"/><Relationship Id="rId24" Type="http://schemas.openxmlformats.org/officeDocument/2006/relationships/customXml" Target="../ink/ink53.xml"/><Relationship Id="rId32" Type="http://schemas.openxmlformats.org/officeDocument/2006/relationships/image" Target="../media/image131.png"/><Relationship Id="rId5" Type="http://schemas.openxmlformats.org/officeDocument/2006/relationships/tags" Target="../tags/tag283.xml"/><Relationship Id="rId15" Type="http://schemas.openxmlformats.org/officeDocument/2006/relationships/customXml" Target="../ink/ink48.xml"/><Relationship Id="rId23" Type="http://schemas.openxmlformats.org/officeDocument/2006/relationships/customXml" Target="../ink/ink52.xml"/><Relationship Id="rId28" Type="http://schemas.openxmlformats.org/officeDocument/2006/relationships/image" Target="../media/image127.png"/><Relationship Id="rId10" Type="http://schemas.openxmlformats.org/officeDocument/2006/relationships/image" Target="../media/image115.png"/><Relationship Id="rId19" Type="http://schemas.openxmlformats.org/officeDocument/2006/relationships/customXml" Target="../ink/ink50.xml"/><Relationship Id="rId31" Type="http://schemas.openxmlformats.org/officeDocument/2006/relationships/image" Target="../media/image130.png"/><Relationship Id="rId4" Type="http://schemas.openxmlformats.org/officeDocument/2006/relationships/tags" Target="../tags/tag282.xml"/><Relationship Id="rId9" Type="http://schemas.openxmlformats.org/officeDocument/2006/relationships/image" Target="../media/image114.png"/><Relationship Id="rId14" Type="http://schemas.openxmlformats.org/officeDocument/2006/relationships/image" Target="../media/image117.png"/><Relationship Id="rId22" Type="http://schemas.openxmlformats.org/officeDocument/2006/relationships/image" Target="../media/image121.png"/><Relationship Id="rId27" Type="http://schemas.openxmlformats.org/officeDocument/2006/relationships/image" Target="../media/image126.png"/><Relationship Id="rId30" Type="http://schemas.openxmlformats.org/officeDocument/2006/relationships/image" Target="../media/image129.png"/><Relationship Id="rId35" Type="http://schemas.openxmlformats.org/officeDocument/2006/relationships/image" Target="../media/image134.png"/><Relationship Id="rId8" Type="http://schemas.openxmlformats.org/officeDocument/2006/relationships/image" Target="../media/image113.png"/></Relationships>
</file>

<file path=ppt/slides/_rels/slide4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5.xml"/><Relationship Id="rId18" Type="http://schemas.openxmlformats.org/officeDocument/2006/relationships/image" Target="../media/image119.png"/><Relationship Id="rId26" Type="http://schemas.openxmlformats.org/officeDocument/2006/relationships/image" Target="../media/image125.png"/><Relationship Id="rId21" Type="http://schemas.openxmlformats.org/officeDocument/2006/relationships/customXml" Target="../ink/ink59.xml"/><Relationship Id="rId34" Type="http://schemas.openxmlformats.org/officeDocument/2006/relationships/image" Target="../media/image133.png"/><Relationship Id="rId7" Type="http://schemas.openxmlformats.org/officeDocument/2006/relationships/image" Target="../media/image112.png"/><Relationship Id="rId12" Type="http://schemas.openxmlformats.org/officeDocument/2006/relationships/image" Target="../media/image116.png"/><Relationship Id="rId17" Type="http://schemas.openxmlformats.org/officeDocument/2006/relationships/customXml" Target="../ink/ink57.xml"/><Relationship Id="rId25" Type="http://schemas.openxmlformats.org/officeDocument/2006/relationships/image" Target="../media/image122.png"/><Relationship Id="rId33" Type="http://schemas.openxmlformats.org/officeDocument/2006/relationships/image" Target="../media/image132.png"/><Relationship Id="rId38" Type="http://schemas.openxmlformats.org/officeDocument/2006/relationships/image" Target="../media/image137.png"/><Relationship Id="rId2" Type="http://schemas.openxmlformats.org/officeDocument/2006/relationships/tags" Target="../tags/tag285.xml"/><Relationship Id="rId16" Type="http://schemas.openxmlformats.org/officeDocument/2006/relationships/image" Target="../media/image118.png"/><Relationship Id="rId20" Type="http://schemas.openxmlformats.org/officeDocument/2006/relationships/image" Target="../media/image120.png"/><Relationship Id="rId29" Type="http://schemas.openxmlformats.org/officeDocument/2006/relationships/image" Target="../media/image128.png"/><Relationship Id="rId1" Type="http://schemas.openxmlformats.org/officeDocument/2006/relationships/tags" Target="../tags/tag284.xml"/><Relationship Id="rId6" Type="http://schemas.openxmlformats.org/officeDocument/2006/relationships/slideLayout" Target="../slideLayouts/slideLayout59.xml"/><Relationship Id="rId11" Type="http://schemas.openxmlformats.org/officeDocument/2006/relationships/customXml" Target="../ink/ink54.xml"/><Relationship Id="rId24" Type="http://schemas.openxmlformats.org/officeDocument/2006/relationships/customXml" Target="../ink/ink61.xml"/><Relationship Id="rId32" Type="http://schemas.openxmlformats.org/officeDocument/2006/relationships/image" Target="../media/image131.png"/><Relationship Id="rId37" Type="http://schemas.openxmlformats.org/officeDocument/2006/relationships/image" Target="../media/image136.png"/><Relationship Id="rId5" Type="http://schemas.openxmlformats.org/officeDocument/2006/relationships/tags" Target="../tags/tag288.xml"/><Relationship Id="rId15" Type="http://schemas.openxmlformats.org/officeDocument/2006/relationships/customXml" Target="../ink/ink56.xml"/><Relationship Id="rId23" Type="http://schemas.openxmlformats.org/officeDocument/2006/relationships/customXml" Target="../ink/ink60.xml"/><Relationship Id="rId28" Type="http://schemas.openxmlformats.org/officeDocument/2006/relationships/image" Target="../media/image127.png"/><Relationship Id="rId36" Type="http://schemas.openxmlformats.org/officeDocument/2006/relationships/image" Target="../media/image135.png"/><Relationship Id="rId10" Type="http://schemas.openxmlformats.org/officeDocument/2006/relationships/image" Target="../media/image115.png"/><Relationship Id="rId19" Type="http://schemas.openxmlformats.org/officeDocument/2006/relationships/customXml" Target="../ink/ink58.xml"/><Relationship Id="rId31" Type="http://schemas.openxmlformats.org/officeDocument/2006/relationships/image" Target="../media/image130.png"/><Relationship Id="rId4" Type="http://schemas.openxmlformats.org/officeDocument/2006/relationships/tags" Target="../tags/tag287.xml"/><Relationship Id="rId9" Type="http://schemas.openxmlformats.org/officeDocument/2006/relationships/image" Target="../media/image114.png"/><Relationship Id="rId14" Type="http://schemas.openxmlformats.org/officeDocument/2006/relationships/image" Target="../media/image117.png"/><Relationship Id="rId22" Type="http://schemas.openxmlformats.org/officeDocument/2006/relationships/image" Target="../media/image121.png"/><Relationship Id="rId27" Type="http://schemas.openxmlformats.org/officeDocument/2006/relationships/image" Target="../media/image126.png"/><Relationship Id="rId30" Type="http://schemas.openxmlformats.org/officeDocument/2006/relationships/image" Target="../media/image129.png"/><Relationship Id="rId35" Type="http://schemas.openxmlformats.org/officeDocument/2006/relationships/image" Target="../media/image134.png"/><Relationship Id="rId8" Type="http://schemas.openxmlformats.org/officeDocument/2006/relationships/image" Target="../media/image113.png"/><Relationship Id="rId3" Type="http://schemas.openxmlformats.org/officeDocument/2006/relationships/tags" Target="../tags/tag286.xml"/></Relationships>
</file>

<file path=ppt/slides/_rels/slide4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3.xml"/><Relationship Id="rId18" Type="http://schemas.openxmlformats.org/officeDocument/2006/relationships/image" Target="../media/image119.png"/><Relationship Id="rId26" Type="http://schemas.openxmlformats.org/officeDocument/2006/relationships/image" Target="../media/image125.png"/><Relationship Id="rId39" Type="http://schemas.openxmlformats.org/officeDocument/2006/relationships/image" Target="../media/image138.png"/><Relationship Id="rId21" Type="http://schemas.openxmlformats.org/officeDocument/2006/relationships/customXml" Target="../ink/ink67.xml"/><Relationship Id="rId34" Type="http://schemas.openxmlformats.org/officeDocument/2006/relationships/image" Target="../media/image133.png"/><Relationship Id="rId7" Type="http://schemas.openxmlformats.org/officeDocument/2006/relationships/image" Target="../media/image112.png"/><Relationship Id="rId12" Type="http://schemas.openxmlformats.org/officeDocument/2006/relationships/image" Target="../media/image116.png"/><Relationship Id="rId17" Type="http://schemas.openxmlformats.org/officeDocument/2006/relationships/customXml" Target="../ink/ink65.xml"/><Relationship Id="rId25" Type="http://schemas.openxmlformats.org/officeDocument/2006/relationships/image" Target="../media/image122.png"/><Relationship Id="rId33" Type="http://schemas.openxmlformats.org/officeDocument/2006/relationships/image" Target="../media/image132.png"/><Relationship Id="rId38" Type="http://schemas.openxmlformats.org/officeDocument/2006/relationships/image" Target="../media/image137.png"/><Relationship Id="rId2" Type="http://schemas.openxmlformats.org/officeDocument/2006/relationships/tags" Target="../tags/tag290.xml"/><Relationship Id="rId16" Type="http://schemas.openxmlformats.org/officeDocument/2006/relationships/image" Target="../media/image118.png"/><Relationship Id="rId20" Type="http://schemas.openxmlformats.org/officeDocument/2006/relationships/image" Target="../media/image120.png"/><Relationship Id="rId29" Type="http://schemas.openxmlformats.org/officeDocument/2006/relationships/image" Target="../media/image128.png"/><Relationship Id="rId1" Type="http://schemas.openxmlformats.org/officeDocument/2006/relationships/tags" Target="../tags/tag289.xml"/><Relationship Id="rId6" Type="http://schemas.openxmlformats.org/officeDocument/2006/relationships/slideLayout" Target="../slideLayouts/slideLayout59.xml"/><Relationship Id="rId11" Type="http://schemas.openxmlformats.org/officeDocument/2006/relationships/customXml" Target="../ink/ink62.xml"/><Relationship Id="rId24" Type="http://schemas.openxmlformats.org/officeDocument/2006/relationships/customXml" Target="../ink/ink69.xml"/><Relationship Id="rId32" Type="http://schemas.openxmlformats.org/officeDocument/2006/relationships/image" Target="../media/image131.png"/><Relationship Id="rId37" Type="http://schemas.openxmlformats.org/officeDocument/2006/relationships/image" Target="../media/image136.png"/><Relationship Id="rId5" Type="http://schemas.openxmlformats.org/officeDocument/2006/relationships/tags" Target="../tags/tag293.xml"/><Relationship Id="rId15" Type="http://schemas.openxmlformats.org/officeDocument/2006/relationships/customXml" Target="../ink/ink64.xml"/><Relationship Id="rId23" Type="http://schemas.openxmlformats.org/officeDocument/2006/relationships/customXml" Target="../ink/ink68.xml"/><Relationship Id="rId28" Type="http://schemas.openxmlformats.org/officeDocument/2006/relationships/image" Target="../media/image127.png"/><Relationship Id="rId36" Type="http://schemas.openxmlformats.org/officeDocument/2006/relationships/image" Target="../media/image135.png"/><Relationship Id="rId10" Type="http://schemas.openxmlformats.org/officeDocument/2006/relationships/image" Target="../media/image115.png"/><Relationship Id="rId19" Type="http://schemas.openxmlformats.org/officeDocument/2006/relationships/customXml" Target="../ink/ink66.xml"/><Relationship Id="rId31" Type="http://schemas.openxmlformats.org/officeDocument/2006/relationships/image" Target="../media/image130.png"/><Relationship Id="rId4" Type="http://schemas.openxmlformats.org/officeDocument/2006/relationships/tags" Target="../tags/tag292.xml"/><Relationship Id="rId9" Type="http://schemas.openxmlformats.org/officeDocument/2006/relationships/image" Target="../media/image114.png"/><Relationship Id="rId14" Type="http://schemas.openxmlformats.org/officeDocument/2006/relationships/image" Target="../media/image117.png"/><Relationship Id="rId22" Type="http://schemas.openxmlformats.org/officeDocument/2006/relationships/image" Target="../media/image121.png"/><Relationship Id="rId27" Type="http://schemas.openxmlformats.org/officeDocument/2006/relationships/image" Target="../media/image126.png"/><Relationship Id="rId30" Type="http://schemas.openxmlformats.org/officeDocument/2006/relationships/image" Target="../media/image129.png"/><Relationship Id="rId35" Type="http://schemas.openxmlformats.org/officeDocument/2006/relationships/image" Target="../media/image134.png"/><Relationship Id="rId8" Type="http://schemas.openxmlformats.org/officeDocument/2006/relationships/image" Target="../media/image113.png"/><Relationship Id="rId3" Type="http://schemas.openxmlformats.org/officeDocument/2006/relationships/tags" Target="../tags/tag291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image" Target="../media/image141.png"/><Relationship Id="rId3" Type="http://schemas.openxmlformats.org/officeDocument/2006/relationships/tags" Target="../tags/tag296.xml"/><Relationship Id="rId7" Type="http://schemas.openxmlformats.org/officeDocument/2006/relationships/tags" Target="../tags/tag300.xml"/><Relationship Id="rId12" Type="http://schemas.openxmlformats.org/officeDocument/2006/relationships/image" Target="../media/image102.png"/><Relationship Id="rId2" Type="http://schemas.openxmlformats.org/officeDocument/2006/relationships/tags" Target="../tags/tag295.xml"/><Relationship Id="rId1" Type="http://schemas.openxmlformats.org/officeDocument/2006/relationships/tags" Target="../tags/tag294.xml"/><Relationship Id="rId6" Type="http://schemas.openxmlformats.org/officeDocument/2006/relationships/tags" Target="../tags/tag299.xml"/><Relationship Id="rId11" Type="http://schemas.openxmlformats.org/officeDocument/2006/relationships/image" Target="../media/image140.png"/><Relationship Id="rId5" Type="http://schemas.openxmlformats.org/officeDocument/2006/relationships/tags" Target="../tags/tag298.xml"/><Relationship Id="rId15" Type="http://schemas.openxmlformats.org/officeDocument/2006/relationships/image" Target="../media/image143.png"/><Relationship Id="rId10" Type="http://schemas.openxmlformats.org/officeDocument/2006/relationships/image" Target="../media/image14.png"/><Relationship Id="rId4" Type="http://schemas.openxmlformats.org/officeDocument/2006/relationships/tags" Target="../tags/tag297.xml"/><Relationship Id="rId9" Type="http://schemas.openxmlformats.org/officeDocument/2006/relationships/image" Target="../media/image139.png"/><Relationship Id="rId14" Type="http://schemas.openxmlformats.org/officeDocument/2006/relationships/image" Target="../media/image142.png"/></Relationships>
</file>

<file path=ppt/slides/_rels/slide47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9.xml"/><Relationship Id="rId18" Type="http://schemas.openxmlformats.org/officeDocument/2006/relationships/image" Target="../media/image145.png"/><Relationship Id="rId26" Type="http://schemas.openxmlformats.org/officeDocument/2006/relationships/image" Target="../media/image153.png"/><Relationship Id="rId3" Type="http://schemas.openxmlformats.org/officeDocument/2006/relationships/tags" Target="../tags/tag303.xml"/><Relationship Id="rId21" Type="http://schemas.openxmlformats.org/officeDocument/2006/relationships/image" Target="../media/image148.png"/><Relationship Id="rId34" Type="http://schemas.openxmlformats.org/officeDocument/2006/relationships/image" Target="../media/image159.png"/><Relationship Id="rId7" Type="http://schemas.openxmlformats.org/officeDocument/2006/relationships/tags" Target="../tags/tag307.xml"/><Relationship Id="rId12" Type="http://schemas.openxmlformats.org/officeDocument/2006/relationships/tags" Target="../tags/tag312.xml"/><Relationship Id="rId17" Type="http://schemas.openxmlformats.org/officeDocument/2006/relationships/image" Target="../media/image144.png"/><Relationship Id="rId25" Type="http://schemas.openxmlformats.org/officeDocument/2006/relationships/image" Target="../media/image152.png"/><Relationship Id="rId33" Type="http://schemas.openxmlformats.org/officeDocument/2006/relationships/image" Target="../media/image142.png"/><Relationship Id="rId2" Type="http://schemas.openxmlformats.org/officeDocument/2006/relationships/tags" Target="../tags/tag302.xml"/><Relationship Id="rId16" Type="http://schemas.openxmlformats.org/officeDocument/2006/relationships/image" Target="../media/image114.png"/><Relationship Id="rId20" Type="http://schemas.openxmlformats.org/officeDocument/2006/relationships/image" Target="../media/image147.png"/><Relationship Id="rId29" Type="http://schemas.openxmlformats.org/officeDocument/2006/relationships/image" Target="../media/image62.png"/><Relationship Id="rId1" Type="http://schemas.openxmlformats.org/officeDocument/2006/relationships/tags" Target="../tags/tag301.xml"/><Relationship Id="rId6" Type="http://schemas.openxmlformats.org/officeDocument/2006/relationships/tags" Target="../tags/tag306.xml"/><Relationship Id="rId11" Type="http://schemas.openxmlformats.org/officeDocument/2006/relationships/tags" Target="../tags/tag311.xml"/><Relationship Id="rId24" Type="http://schemas.openxmlformats.org/officeDocument/2006/relationships/image" Target="../media/image151.png"/><Relationship Id="rId32" Type="http://schemas.openxmlformats.org/officeDocument/2006/relationships/image" Target="../media/image158.png"/><Relationship Id="rId5" Type="http://schemas.openxmlformats.org/officeDocument/2006/relationships/tags" Target="../tags/tag305.xml"/><Relationship Id="rId15" Type="http://schemas.openxmlformats.org/officeDocument/2006/relationships/image" Target="../media/image113.png"/><Relationship Id="rId23" Type="http://schemas.openxmlformats.org/officeDocument/2006/relationships/image" Target="../media/image150.png"/><Relationship Id="rId28" Type="http://schemas.openxmlformats.org/officeDocument/2006/relationships/image" Target="../media/image155.png"/><Relationship Id="rId10" Type="http://schemas.openxmlformats.org/officeDocument/2006/relationships/tags" Target="../tags/tag310.xml"/><Relationship Id="rId19" Type="http://schemas.openxmlformats.org/officeDocument/2006/relationships/image" Target="../media/image146.png"/><Relationship Id="rId31" Type="http://schemas.openxmlformats.org/officeDocument/2006/relationships/image" Target="../media/image157.png"/><Relationship Id="rId4" Type="http://schemas.openxmlformats.org/officeDocument/2006/relationships/tags" Target="../tags/tag304.xml"/><Relationship Id="rId9" Type="http://schemas.openxmlformats.org/officeDocument/2006/relationships/tags" Target="../tags/tag309.xml"/><Relationship Id="rId14" Type="http://schemas.openxmlformats.org/officeDocument/2006/relationships/image" Target="../media/image112.png"/><Relationship Id="rId22" Type="http://schemas.openxmlformats.org/officeDocument/2006/relationships/image" Target="../media/image149.png"/><Relationship Id="rId27" Type="http://schemas.openxmlformats.org/officeDocument/2006/relationships/image" Target="../media/image154.png"/><Relationship Id="rId30" Type="http://schemas.openxmlformats.org/officeDocument/2006/relationships/image" Target="../media/image156.png"/><Relationship Id="rId8" Type="http://schemas.openxmlformats.org/officeDocument/2006/relationships/tags" Target="../tags/tag308.xml"/></Relationships>
</file>

<file path=ppt/slides/_rels/slide48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9.xml"/><Relationship Id="rId18" Type="http://schemas.openxmlformats.org/officeDocument/2006/relationships/image" Target="../media/image145.png"/><Relationship Id="rId26" Type="http://schemas.openxmlformats.org/officeDocument/2006/relationships/image" Target="../media/image153.png"/><Relationship Id="rId3" Type="http://schemas.openxmlformats.org/officeDocument/2006/relationships/tags" Target="../tags/tag315.xml"/><Relationship Id="rId21" Type="http://schemas.openxmlformats.org/officeDocument/2006/relationships/image" Target="../media/image148.png"/><Relationship Id="rId34" Type="http://schemas.openxmlformats.org/officeDocument/2006/relationships/image" Target="../media/image159.png"/><Relationship Id="rId7" Type="http://schemas.openxmlformats.org/officeDocument/2006/relationships/tags" Target="../tags/tag319.xml"/><Relationship Id="rId12" Type="http://schemas.openxmlformats.org/officeDocument/2006/relationships/tags" Target="../tags/tag324.xml"/><Relationship Id="rId17" Type="http://schemas.openxmlformats.org/officeDocument/2006/relationships/image" Target="../media/image144.png"/><Relationship Id="rId25" Type="http://schemas.openxmlformats.org/officeDocument/2006/relationships/image" Target="../media/image152.png"/><Relationship Id="rId33" Type="http://schemas.openxmlformats.org/officeDocument/2006/relationships/image" Target="../media/image142.png"/><Relationship Id="rId2" Type="http://schemas.openxmlformats.org/officeDocument/2006/relationships/tags" Target="../tags/tag314.xml"/><Relationship Id="rId16" Type="http://schemas.openxmlformats.org/officeDocument/2006/relationships/image" Target="../media/image114.png"/><Relationship Id="rId20" Type="http://schemas.openxmlformats.org/officeDocument/2006/relationships/image" Target="../media/image147.png"/><Relationship Id="rId29" Type="http://schemas.openxmlformats.org/officeDocument/2006/relationships/image" Target="../media/image62.png"/><Relationship Id="rId1" Type="http://schemas.openxmlformats.org/officeDocument/2006/relationships/tags" Target="../tags/tag313.xml"/><Relationship Id="rId6" Type="http://schemas.openxmlformats.org/officeDocument/2006/relationships/tags" Target="../tags/tag318.xml"/><Relationship Id="rId11" Type="http://schemas.openxmlformats.org/officeDocument/2006/relationships/tags" Target="../tags/tag323.xml"/><Relationship Id="rId24" Type="http://schemas.openxmlformats.org/officeDocument/2006/relationships/image" Target="../media/image151.png"/><Relationship Id="rId32" Type="http://schemas.openxmlformats.org/officeDocument/2006/relationships/image" Target="../media/image158.png"/><Relationship Id="rId5" Type="http://schemas.openxmlformats.org/officeDocument/2006/relationships/tags" Target="../tags/tag317.xml"/><Relationship Id="rId15" Type="http://schemas.openxmlformats.org/officeDocument/2006/relationships/image" Target="../media/image113.png"/><Relationship Id="rId23" Type="http://schemas.openxmlformats.org/officeDocument/2006/relationships/image" Target="../media/image150.png"/><Relationship Id="rId28" Type="http://schemas.openxmlformats.org/officeDocument/2006/relationships/image" Target="../media/image155.png"/><Relationship Id="rId36" Type="http://schemas.openxmlformats.org/officeDocument/2006/relationships/image" Target="../media/image161.png"/><Relationship Id="rId10" Type="http://schemas.openxmlformats.org/officeDocument/2006/relationships/tags" Target="../tags/tag322.xml"/><Relationship Id="rId19" Type="http://schemas.openxmlformats.org/officeDocument/2006/relationships/image" Target="../media/image146.png"/><Relationship Id="rId31" Type="http://schemas.openxmlformats.org/officeDocument/2006/relationships/image" Target="../media/image157.png"/><Relationship Id="rId4" Type="http://schemas.openxmlformats.org/officeDocument/2006/relationships/tags" Target="../tags/tag316.xml"/><Relationship Id="rId9" Type="http://schemas.openxmlformats.org/officeDocument/2006/relationships/tags" Target="../tags/tag321.xml"/><Relationship Id="rId14" Type="http://schemas.openxmlformats.org/officeDocument/2006/relationships/image" Target="../media/image112.png"/><Relationship Id="rId22" Type="http://schemas.openxmlformats.org/officeDocument/2006/relationships/image" Target="../media/image149.png"/><Relationship Id="rId27" Type="http://schemas.openxmlformats.org/officeDocument/2006/relationships/image" Target="../media/image154.png"/><Relationship Id="rId30" Type="http://schemas.openxmlformats.org/officeDocument/2006/relationships/image" Target="../media/image156.png"/><Relationship Id="rId35" Type="http://schemas.openxmlformats.org/officeDocument/2006/relationships/image" Target="../media/image160.png"/><Relationship Id="rId8" Type="http://schemas.openxmlformats.org/officeDocument/2006/relationships/tags" Target="../tags/tag320.xml"/></Relationships>
</file>

<file path=ppt/slides/_rels/slide49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9.xml"/><Relationship Id="rId18" Type="http://schemas.openxmlformats.org/officeDocument/2006/relationships/image" Target="../media/image145.png"/><Relationship Id="rId26" Type="http://schemas.openxmlformats.org/officeDocument/2006/relationships/image" Target="../media/image153.png"/><Relationship Id="rId21" Type="http://schemas.openxmlformats.org/officeDocument/2006/relationships/image" Target="../media/image148.png"/><Relationship Id="rId34" Type="http://schemas.openxmlformats.org/officeDocument/2006/relationships/image" Target="../media/image159.png"/><Relationship Id="rId7" Type="http://schemas.openxmlformats.org/officeDocument/2006/relationships/tags" Target="../tags/tag331.xml"/><Relationship Id="rId12" Type="http://schemas.openxmlformats.org/officeDocument/2006/relationships/tags" Target="../tags/tag336.xml"/><Relationship Id="rId17" Type="http://schemas.openxmlformats.org/officeDocument/2006/relationships/image" Target="../media/image144.png"/><Relationship Id="rId25" Type="http://schemas.openxmlformats.org/officeDocument/2006/relationships/image" Target="../media/image152.png"/><Relationship Id="rId33" Type="http://schemas.openxmlformats.org/officeDocument/2006/relationships/image" Target="../media/image142.png"/><Relationship Id="rId38" Type="http://schemas.openxmlformats.org/officeDocument/2006/relationships/image" Target="../media/image163.png"/><Relationship Id="rId2" Type="http://schemas.openxmlformats.org/officeDocument/2006/relationships/tags" Target="../tags/tag326.xml"/><Relationship Id="rId16" Type="http://schemas.openxmlformats.org/officeDocument/2006/relationships/image" Target="../media/image114.png"/><Relationship Id="rId20" Type="http://schemas.openxmlformats.org/officeDocument/2006/relationships/image" Target="../media/image147.png"/><Relationship Id="rId29" Type="http://schemas.openxmlformats.org/officeDocument/2006/relationships/image" Target="../media/image62.png"/><Relationship Id="rId1" Type="http://schemas.openxmlformats.org/officeDocument/2006/relationships/tags" Target="../tags/tag325.xml"/><Relationship Id="rId6" Type="http://schemas.openxmlformats.org/officeDocument/2006/relationships/tags" Target="../tags/tag330.xml"/><Relationship Id="rId11" Type="http://schemas.openxmlformats.org/officeDocument/2006/relationships/tags" Target="../tags/tag335.xml"/><Relationship Id="rId24" Type="http://schemas.openxmlformats.org/officeDocument/2006/relationships/image" Target="../media/image151.png"/><Relationship Id="rId32" Type="http://schemas.openxmlformats.org/officeDocument/2006/relationships/image" Target="../media/image158.png"/><Relationship Id="rId37" Type="http://schemas.openxmlformats.org/officeDocument/2006/relationships/image" Target="../media/image162.png"/><Relationship Id="rId5" Type="http://schemas.openxmlformats.org/officeDocument/2006/relationships/tags" Target="../tags/tag329.xml"/><Relationship Id="rId15" Type="http://schemas.openxmlformats.org/officeDocument/2006/relationships/image" Target="../media/image113.png"/><Relationship Id="rId23" Type="http://schemas.openxmlformats.org/officeDocument/2006/relationships/image" Target="../media/image150.png"/><Relationship Id="rId28" Type="http://schemas.openxmlformats.org/officeDocument/2006/relationships/image" Target="../media/image155.png"/><Relationship Id="rId36" Type="http://schemas.openxmlformats.org/officeDocument/2006/relationships/image" Target="../media/image161.png"/><Relationship Id="rId10" Type="http://schemas.openxmlformats.org/officeDocument/2006/relationships/tags" Target="../tags/tag334.xml"/><Relationship Id="rId19" Type="http://schemas.openxmlformats.org/officeDocument/2006/relationships/image" Target="../media/image146.png"/><Relationship Id="rId31" Type="http://schemas.openxmlformats.org/officeDocument/2006/relationships/image" Target="../media/image157.png"/><Relationship Id="rId4" Type="http://schemas.openxmlformats.org/officeDocument/2006/relationships/tags" Target="../tags/tag328.xml"/><Relationship Id="rId9" Type="http://schemas.openxmlformats.org/officeDocument/2006/relationships/tags" Target="../tags/tag333.xml"/><Relationship Id="rId14" Type="http://schemas.openxmlformats.org/officeDocument/2006/relationships/image" Target="../media/image112.png"/><Relationship Id="rId22" Type="http://schemas.openxmlformats.org/officeDocument/2006/relationships/image" Target="../media/image149.png"/><Relationship Id="rId27" Type="http://schemas.openxmlformats.org/officeDocument/2006/relationships/image" Target="../media/image154.png"/><Relationship Id="rId30" Type="http://schemas.openxmlformats.org/officeDocument/2006/relationships/image" Target="../media/image156.png"/><Relationship Id="rId35" Type="http://schemas.openxmlformats.org/officeDocument/2006/relationships/image" Target="../media/image160.png"/><Relationship Id="rId8" Type="http://schemas.openxmlformats.org/officeDocument/2006/relationships/tags" Target="../tags/tag332.xml"/><Relationship Id="rId3" Type="http://schemas.openxmlformats.org/officeDocument/2006/relationships/tags" Target="../tags/tag327.xml"/></Relationships>
</file>

<file path=ppt/slides/_rels/slide50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9.xml"/><Relationship Id="rId18" Type="http://schemas.openxmlformats.org/officeDocument/2006/relationships/image" Target="../media/image145.png"/><Relationship Id="rId26" Type="http://schemas.openxmlformats.org/officeDocument/2006/relationships/image" Target="../media/image153.png"/><Relationship Id="rId21" Type="http://schemas.openxmlformats.org/officeDocument/2006/relationships/image" Target="../media/image148.png"/><Relationship Id="rId34" Type="http://schemas.openxmlformats.org/officeDocument/2006/relationships/image" Target="../media/image159.png"/><Relationship Id="rId7" Type="http://schemas.openxmlformats.org/officeDocument/2006/relationships/tags" Target="../tags/tag343.xml"/><Relationship Id="rId12" Type="http://schemas.openxmlformats.org/officeDocument/2006/relationships/tags" Target="../tags/tag348.xml"/><Relationship Id="rId17" Type="http://schemas.openxmlformats.org/officeDocument/2006/relationships/image" Target="../media/image144.png"/><Relationship Id="rId25" Type="http://schemas.openxmlformats.org/officeDocument/2006/relationships/image" Target="../media/image152.png"/><Relationship Id="rId33" Type="http://schemas.openxmlformats.org/officeDocument/2006/relationships/image" Target="../media/image142.png"/><Relationship Id="rId38" Type="http://schemas.openxmlformats.org/officeDocument/2006/relationships/image" Target="../media/image163.png"/><Relationship Id="rId2" Type="http://schemas.openxmlformats.org/officeDocument/2006/relationships/tags" Target="../tags/tag338.xml"/><Relationship Id="rId16" Type="http://schemas.openxmlformats.org/officeDocument/2006/relationships/image" Target="../media/image114.png"/><Relationship Id="rId20" Type="http://schemas.openxmlformats.org/officeDocument/2006/relationships/image" Target="../media/image147.png"/><Relationship Id="rId29" Type="http://schemas.openxmlformats.org/officeDocument/2006/relationships/image" Target="../media/image62.png"/><Relationship Id="rId1" Type="http://schemas.openxmlformats.org/officeDocument/2006/relationships/tags" Target="../tags/tag337.xml"/><Relationship Id="rId6" Type="http://schemas.openxmlformats.org/officeDocument/2006/relationships/tags" Target="../tags/tag342.xml"/><Relationship Id="rId11" Type="http://schemas.openxmlformats.org/officeDocument/2006/relationships/tags" Target="../tags/tag347.xml"/><Relationship Id="rId24" Type="http://schemas.openxmlformats.org/officeDocument/2006/relationships/image" Target="../media/image151.png"/><Relationship Id="rId32" Type="http://schemas.openxmlformats.org/officeDocument/2006/relationships/image" Target="../media/image158.png"/><Relationship Id="rId37" Type="http://schemas.openxmlformats.org/officeDocument/2006/relationships/image" Target="../media/image162.png"/><Relationship Id="rId5" Type="http://schemas.openxmlformats.org/officeDocument/2006/relationships/tags" Target="../tags/tag341.xml"/><Relationship Id="rId15" Type="http://schemas.openxmlformats.org/officeDocument/2006/relationships/image" Target="../media/image113.png"/><Relationship Id="rId23" Type="http://schemas.openxmlformats.org/officeDocument/2006/relationships/image" Target="../media/image150.png"/><Relationship Id="rId28" Type="http://schemas.openxmlformats.org/officeDocument/2006/relationships/image" Target="../media/image155.png"/><Relationship Id="rId36" Type="http://schemas.openxmlformats.org/officeDocument/2006/relationships/image" Target="../media/image161.png"/><Relationship Id="rId10" Type="http://schemas.openxmlformats.org/officeDocument/2006/relationships/tags" Target="../tags/tag346.xml"/><Relationship Id="rId19" Type="http://schemas.openxmlformats.org/officeDocument/2006/relationships/image" Target="../media/image146.png"/><Relationship Id="rId31" Type="http://schemas.openxmlformats.org/officeDocument/2006/relationships/image" Target="../media/image157.png"/><Relationship Id="rId4" Type="http://schemas.openxmlformats.org/officeDocument/2006/relationships/tags" Target="../tags/tag340.xml"/><Relationship Id="rId9" Type="http://schemas.openxmlformats.org/officeDocument/2006/relationships/tags" Target="../tags/tag345.xml"/><Relationship Id="rId14" Type="http://schemas.openxmlformats.org/officeDocument/2006/relationships/image" Target="../media/image112.png"/><Relationship Id="rId22" Type="http://schemas.openxmlformats.org/officeDocument/2006/relationships/image" Target="../media/image149.png"/><Relationship Id="rId27" Type="http://schemas.openxmlformats.org/officeDocument/2006/relationships/image" Target="../media/image154.png"/><Relationship Id="rId30" Type="http://schemas.openxmlformats.org/officeDocument/2006/relationships/image" Target="../media/image156.png"/><Relationship Id="rId35" Type="http://schemas.openxmlformats.org/officeDocument/2006/relationships/image" Target="../media/image160.png"/><Relationship Id="rId8" Type="http://schemas.openxmlformats.org/officeDocument/2006/relationships/tags" Target="../tags/tag344.xml"/><Relationship Id="rId3" Type="http://schemas.openxmlformats.org/officeDocument/2006/relationships/tags" Target="../tags/tag339.xml"/></Relationships>
</file>

<file path=ppt/slides/_rels/slide5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9.xml"/><Relationship Id="rId18" Type="http://schemas.openxmlformats.org/officeDocument/2006/relationships/image" Target="../media/image145.png"/><Relationship Id="rId26" Type="http://schemas.openxmlformats.org/officeDocument/2006/relationships/image" Target="../media/image153.png"/><Relationship Id="rId39" Type="http://schemas.openxmlformats.org/officeDocument/2006/relationships/image" Target="../media/image164.png"/><Relationship Id="rId21" Type="http://schemas.openxmlformats.org/officeDocument/2006/relationships/image" Target="../media/image148.png"/><Relationship Id="rId34" Type="http://schemas.openxmlformats.org/officeDocument/2006/relationships/image" Target="../media/image159.png"/><Relationship Id="rId7" Type="http://schemas.openxmlformats.org/officeDocument/2006/relationships/tags" Target="../tags/tag355.xml"/><Relationship Id="rId2" Type="http://schemas.openxmlformats.org/officeDocument/2006/relationships/tags" Target="../tags/tag350.xml"/><Relationship Id="rId16" Type="http://schemas.openxmlformats.org/officeDocument/2006/relationships/image" Target="../media/image114.png"/><Relationship Id="rId20" Type="http://schemas.openxmlformats.org/officeDocument/2006/relationships/image" Target="../media/image147.png"/><Relationship Id="rId29" Type="http://schemas.openxmlformats.org/officeDocument/2006/relationships/image" Target="../media/image62.png"/><Relationship Id="rId41" Type="http://schemas.openxmlformats.org/officeDocument/2006/relationships/image" Target="../media/image166.png"/><Relationship Id="rId1" Type="http://schemas.openxmlformats.org/officeDocument/2006/relationships/tags" Target="../tags/tag349.xml"/><Relationship Id="rId6" Type="http://schemas.openxmlformats.org/officeDocument/2006/relationships/tags" Target="../tags/tag354.xml"/><Relationship Id="rId11" Type="http://schemas.openxmlformats.org/officeDocument/2006/relationships/tags" Target="../tags/tag359.xml"/><Relationship Id="rId24" Type="http://schemas.openxmlformats.org/officeDocument/2006/relationships/image" Target="../media/image151.png"/><Relationship Id="rId32" Type="http://schemas.openxmlformats.org/officeDocument/2006/relationships/image" Target="../media/image158.png"/><Relationship Id="rId37" Type="http://schemas.openxmlformats.org/officeDocument/2006/relationships/image" Target="../media/image162.png"/><Relationship Id="rId40" Type="http://schemas.openxmlformats.org/officeDocument/2006/relationships/image" Target="../media/image165.png"/><Relationship Id="rId5" Type="http://schemas.openxmlformats.org/officeDocument/2006/relationships/tags" Target="../tags/tag353.xml"/><Relationship Id="rId15" Type="http://schemas.openxmlformats.org/officeDocument/2006/relationships/image" Target="../media/image113.png"/><Relationship Id="rId23" Type="http://schemas.openxmlformats.org/officeDocument/2006/relationships/image" Target="../media/image150.png"/><Relationship Id="rId28" Type="http://schemas.openxmlformats.org/officeDocument/2006/relationships/image" Target="../media/image155.png"/><Relationship Id="rId36" Type="http://schemas.openxmlformats.org/officeDocument/2006/relationships/image" Target="../media/image161.png"/><Relationship Id="rId10" Type="http://schemas.openxmlformats.org/officeDocument/2006/relationships/tags" Target="../tags/tag358.xml"/><Relationship Id="rId19" Type="http://schemas.openxmlformats.org/officeDocument/2006/relationships/image" Target="../media/image146.png"/><Relationship Id="rId31" Type="http://schemas.openxmlformats.org/officeDocument/2006/relationships/image" Target="../media/image157.png"/><Relationship Id="rId4" Type="http://schemas.openxmlformats.org/officeDocument/2006/relationships/tags" Target="../tags/tag352.xml"/><Relationship Id="rId9" Type="http://schemas.openxmlformats.org/officeDocument/2006/relationships/tags" Target="../tags/tag357.xml"/><Relationship Id="rId14" Type="http://schemas.openxmlformats.org/officeDocument/2006/relationships/image" Target="../media/image112.png"/><Relationship Id="rId22" Type="http://schemas.openxmlformats.org/officeDocument/2006/relationships/image" Target="../media/image149.png"/><Relationship Id="rId27" Type="http://schemas.openxmlformats.org/officeDocument/2006/relationships/image" Target="../media/image154.png"/><Relationship Id="rId30" Type="http://schemas.openxmlformats.org/officeDocument/2006/relationships/image" Target="../media/image156.png"/><Relationship Id="rId35" Type="http://schemas.openxmlformats.org/officeDocument/2006/relationships/image" Target="../media/image160.png"/><Relationship Id="rId8" Type="http://schemas.openxmlformats.org/officeDocument/2006/relationships/tags" Target="../tags/tag356.xml"/><Relationship Id="rId3" Type="http://schemas.openxmlformats.org/officeDocument/2006/relationships/tags" Target="../tags/tag351.xml"/><Relationship Id="rId12" Type="http://schemas.openxmlformats.org/officeDocument/2006/relationships/tags" Target="../tags/tag360.xml"/><Relationship Id="rId17" Type="http://schemas.openxmlformats.org/officeDocument/2006/relationships/image" Target="../media/image144.png"/><Relationship Id="rId25" Type="http://schemas.openxmlformats.org/officeDocument/2006/relationships/image" Target="../media/image152.png"/><Relationship Id="rId33" Type="http://schemas.openxmlformats.org/officeDocument/2006/relationships/image" Target="../media/image142.png"/><Relationship Id="rId38" Type="http://schemas.openxmlformats.org/officeDocument/2006/relationships/image" Target="../media/image163.png"/></Relationships>
</file>

<file path=ppt/slides/_rels/slide5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9.xml"/><Relationship Id="rId18" Type="http://schemas.openxmlformats.org/officeDocument/2006/relationships/image" Target="../media/image145.png"/><Relationship Id="rId26" Type="http://schemas.openxmlformats.org/officeDocument/2006/relationships/image" Target="../media/image153.png"/><Relationship Id="rId39" Type="http://schemas.openxmlformats.org/officeDocument/2006/relationships/image" Target="../media/image164.png"/><Relationship Id="rId21" Type="http://schemas.openxmlformats.org/officeDocument/2006/relationships/image" Target="../media/image148.png"/><Relationship Id="rId34" Type="http://schemas.openxmlformats.org/officeDocument/2006/relationships/image" Target="../media/image159.png"/><Relationship Id="rId42" Type="http://schemas.openxmlformats.org/officeDocument/2006/relationships/image" Target="../media/image167.png"/><Relationship Id="rId7" Type="http://schemas.openxmlformats.org/officeDocument/2006/relationships/tags" Target="../tags/tag367.xml"/><Relationship Id="rId2" Type="http://schemas.openxmlformats.org/officeDocument/2006/relationships/tags" Target="../tags/tag362.xml"/><Relationship Id="rId16" Type="http://schemas.openxmlformats.org/officeDocument/2006/relationships/image" Target="../media/image114.png"/><Relationship Id="rId29" Type="http://schemas.openxmlformats.org/officeDocument/2006/relationships/image" Target="../media/image62.png"/><Relationship Id="rId1" Type="http://schemas.openxmlformats.org/officeDocument/2006/relationships/tags" Target="../tags/tag361.xml"/><Relationship Id="rId6" Type="http://schemas.openxmlformats.org/officeDocument/2006/relationships/tags" Target="../tags/tag366.xml"/><Relationship Id="rId11" Type="http://schemas.openxmlformats.org/officeDocument/2006/relationships/tags" Target="../tags/tag371.xml"/><Relationship Id="rId24" Type="http://schemas.openxmlformats.org/officeDocument/2006/relationships/image" Target="../media/image151.png"/><Relationship Id="rId32" Type="http://schemas.openxmlformats.org/officeDocument/2006/relationships/image" Target="../media/image158.png"/><Relationship Id="rId37" Type="http://schemas.openxmlformats.org/officeDocument/2006/relationships/image" Target="../media/image162.png"/><Relationship Id="rId40" Type="http://schemas.openxmlformats.org/officeDocument/2006/relationships/image" Target="../media/image165.png"/><Relationship Id="rId45" Type="http://schemas.openxmlformats.org/officeDocument/2006/relationships/image" Target="../media/image170.png"/><Relationship Id="rId5" Type="http://schemas.openxmlformats.org/officeDocument/2006/relationships/tags" Target="../tags/tag365.xml"/><Relationship Id="rId15" Type="http://schemas.openxmlformats.org/officeDocument/2006/relationships/image" Target="../media/image113.png"/><Relationship Id="rId23" Type="http://schemas.openxmlformats.org/officeDocument/2006/relationships/image" Target="../media/image150.png"/><Relationship Id="rId28" Type="http://schemas.openxmlformats.org/officeDocument/2006/relationships/image" Target="../media/image155.png"/><Relationship Id="rId36" Type="http://schemas.openxmlformats.org/officeDocument/2006/relationships/image" Target="../media/image161.png"/><Relationship Id="rId10" Type="http://schemas.openxmlformats.org/officeDocument/2006/relationships/tags" Target="../tags/tag370.xml"/><Relationship Id="rId19" Type="http://schemas.openxmlformats.org/officeDocument/2006/relationships/image" Target="../media/image146.png"/><Relationship Id="rId31" Type="http://schemas.openxmlformats.org/officeDocument/2006/relationships/image" Target="../media/image157.png"/><Relationship Id="rId44" Type="http://schemas.openxmlformats.org/officeDocument/2006/relationships/image" Target="../media/image169.png"/><Relationship Id="rId4" Type="http://schemas.openxmlformats.org/officeDocument/2006/relationships/tags" Target="../tags/tag364.xml"/><Relationship Id="rId9" Type="http://schemas.openxmlformats.org/officeDocument/2006/relationships/tags" Target="../tags/tag369.xml"/><Relationship Id="rId14" Type="http://schemas.openxmlformats.org/officeDocument/2006/relationships/image" Target="../media/image112.png"/><Relationship Id="rId22" Type="http://schemas.openxmlformats.org/officeDocument/2006/relationships/image" Target="../media/image149.png"/><Relationship Id="rId27" Type="http://schemas.openxmlformats.org/officeDocument/2006/relationships/image" Target="../media/image154.png"/><Relationship Id="rId30" Type="http://schemas.openxmlformats.org/officeDocument/2006/relationships/image" Target="../media/image156.png"/><Relationship Id="rId35" Type="http://schemas.openxmlformats.org/officeDocument/2006/relationships/image" Target="../media/image160.png"/><Relationship Id="rId43" Type="http://schemas.openxmlformats.org/officeDocument/2006/relationships/image" Target="../media/image168.png"/><Relationship Id="rId8" Type="http://schemas.openxmlformats.org/officeDocument/2006/relationships/tags" Target="../tags/tag368.xml"/><Relationship Id="rId3" Type="http://schemas.openxmlformats.org/officeDocument/2006/relationships/tags" Target="../tags/tag363.xml"/><Relationship Id="rId12" Type="http://schemas.openxmlformats.org/officeDocument/2006/relationships/tags" Target="../tags/tag372.xml"/><Relationship Id="rId17" Type="http://schemas.openxmlformats.org/officeDocument/2006/relationships/image" Target="../media/image144.png"/><Relationship Id="rId25" Type="http://schemas.openxmlformats.org/officeDocument/2006/relationships/image" Target="../media/image152.png"/><Relationship Id="rId33" Type="http://schemas.openxmlformats.org/officeDocument/2006/relationships/image" Target="../media/image142.png"/><Relationship Id="rId38" Type="http://schemas.openxmlformats.org/officeDocument/2006/relationships/image" Target="../media/image163.png"/><Relationship Id="rId20" Type="http://schemas.openxmlformats.org/officeDocument/2006/relationships/image" Target="../media/image147.png"/><Relationship Id="rId41" Type="http://schemas.openxmlformats.org/officeDocument/2006/relationships/image" Target="../media/image166.png"/></Relationships>
</file>

<file path=ppt/slides/_rels/slide5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9.xml"/><Relationship Id="rId18" Type="http://schemas.openxmlformats.org/officeDocument/2006/relationships/image" Target="../media/image145.png"/><Relationship Id="rId26" Type="http://schemas.openxmlformats.org/officeDocument/2006/relationships/image" Target="../media/image153.png"/><Relationship Id="rId39" Type="http://schemas.openxmlformats.org/officeDocument/2006/relationships/image" Target="../media/image164.png"/><Relationship Id="rId21" Type="http://schemas.openxmlformats.org/officeDocument/2006/relationships/image" Target="../media/image148.png"/><Relationship Id="rId34" Type="http://schemas.openxmlformats.org/officeDocument/2006/relationships/image" Target="../media/image159.png"/><Relationship Id="rId42" Type="http://schemas.openxmlformats.org/officeDocument/2006/relationships/image" Target="../media/image167.png"/><Relationship Id="rId47" Type="http://schemas.openxmlformats.org/officeDocument/2006/relationships/image" Target="../media/image172.png"/><Relationship Id="rId7" Type="http://schemas.openxmlformats.org/officeDocument/2006/relationships/tags" Target="../tags/tag379.xml"/><Relationship Id="rId2" Type="http://schemas.openxmlformats.org/officeDocument/2006/relationships/tags" Target="../tags/tag374.xml"/><Relationship Id="rId16" Type="http://schemas.openxmlformats.org/officeDocument/2006/relationships/image" Target="../media/image114.png"/><Relationship Id="rId29" Type="http://schemas.openxmlformats.org/officeDocument/2006/relationships/image" Target="../media/image62.png"/><Relationship Id="rId1" Type="http://schemas.openxmlformats.org/officeDocument/2006/relationships/tags" Target="../tags/tag373.xml"/><Relationship Id="rId6" Type="http://schemas.openxmlformats.org/officeDocument/2006/relationships/tags" Target="../tags/tag378.xml"/><Relationship Id="rId11" Type="http://schemas.openxmlformats.org/officeDocument/2006/relationships/tags" Target="../tags/tag383.xml"/><Relationship Id="rId24" Type="http://schemas.openxmlformats.org/officeDocument/2006/relationships/image" Target="../media/image151.png"/><Relationship Id="rId32" Type="http://schemas.openxmlformats.org/officeDocument/2006/relationships/image" Target="../media/image158.png"/><Relationship Id="rId37" Type="http://schemas.openxmlformats.org/officeDocument/2006/relationships/image" Target="../media/image162.png"/><Relationship Id="rId45" Type="http://schemas.openxmlformats.org/officeDocument/2006/relationships/image" Target="../media/image170.png"/><Relationship Id="rId5" Type="http://schemas.openxmlformats.org/officeDocument/2006/relationships/tags" Target="../tags/tag377.xml"/><Relationship Id="rId15" Type="http://schemas.openxmlformats.org/officeDocument/2006/relationships/image" Target="../media/image113.png"/><Relationship Id="rId23" Type="http://schemas.openxmlformats.org/officeDocument/2006/relationships/image" Target="../media/image150.png"/><Relationship Id="rId28" Type="http://schemas.openxmlformats.org/officeDocument/2006/relationships/image" Target="../media/image155.png"/><Relationship Id="rId36" Type="http://schemas.openxmlformats.org/officeDocument/2006/relationships/image" Target="../media/image161.png"/><Relationship Id="rId10" Type="http://schemas.openxmlformats.org/officeDocument/2006/relationships/tags" Target="../tags/tag382.xml"/><Relationship Id="rId19" Type="http://schemas.openxmlformats.org/officeDocument/2006/relationships/image" Target="../media/image146.png"/><Relationship Id="rId31" Type="http://schemas.openxmlformats.org/officeDocument/2006/relationships/image" Target="../media/image157.png"/><Relationship Id="rId44" Type="http://schemas.openxmlformats.org/officeDocument/2006/relationships/image" Target="../media/image169.png"/><Relationship Id="rId4" Type="http://schemas.openxmlformats.org/officeDocument/2006/relationships/tags" Target="../tags/tag376.xml"/><Relationship Id="rId9" Type="http://schemas.openxmlformats.org/officeDocument/2006/relationships/tags" Target="../tags/tag381.xml"/><Relationship Id="rId14" Type="http://schemas.openxmlformats.org/officeDocument/2006/relationships/image" Target="../media/image112.png"/><Relationship Id="rId22" Type="http://schemas.openxmlformats.org/officeDocument/2006/relationships/image" Target="../media/image149.png"/><Relationship Id="rId27" Type="http://schemas.openxmlformats.org/officeDocument/2006/relationships/image" Target="../media/image154.png"/><Relationship Id="rId30" Type="http://schemas.openxmlformats.org/officeDocument/2006/relationships/image" Target="../media/image156.png"/><Relationship Id="rId35" Type="http://schemas.openxmlformats.org/officeDocument/2006/relationships/image" Target="../media/image160.png"/><Relationship Id="rId43" Type="http://schemas.openxmlformats.org/officeDocument/2006/relationships/image" Target="../media/image168.png"/><Relationship Id="rId48" Type="http://schemas.openxmlformats.org/officeDocument/2006/relationships/image" Target="../media/image173.png"/><Relationship Id="rId8" Type="http://schemas.openxmlformats.org/officeDocument/2006/relationships/tags" Target="../tags/tag380.xml"/><Relationship Id="rId3" Type="http://schemas.openxmlformats.org/officeDocument/2006/relationships/tags" Target="../tags/tag375.xml"/><Relationship Id="rId12" Type="http://schemas.openxmlformats.org/officeDocument/2006/relationships/tags" Target="../tags/tag384.xml"/><Relationship Id="rId17" Type="http://schemas.openxmlformats.org/officeDocument/2006/relationships/image" Target="../media/image144.png"/><Relationship Id="rId25" Type="http://schemas.openxmlformats.org/officeDocument/2006/relationships/image" Target="../media/image152.png"/><Relationship Id="rId33" Type="http://schemas.openxmlformats.org/officeDocument/2006/relationships/image" Target="../media/image142.png"/><Relationship Id="rId38" Type="http://schemas.openxmlformats.org/officeDocument/2006/relationships/image" Target="../media/image163.png"/><Relationship Id="rId46" Type="http://schemas.openxmlformats.org/officeDocument/2006/relationships/image" Target="../media/image171.png"/><Relationship Id="rId20" Type="http://schemas.openxmlformats.org/officeDocument/2006/relationships/image" Target="../media/image147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tags" Target="../tags/tag387.xml"/><Relationship Id="rId7" Type="http://schemas.openxmlformats.org/officeDocument/2006/relationships/image" Target="../media/image112.png"/><Relationship Id="rId2" Type="http://schemas.openxmlformats.org/officeDocument/2006/relationships/tags" Target="../tags/tag386.xml"/><Relationship Id="rId1" Type="http://schemas.openxmlformats.org/officeDocument/2006/relationships/tags" Target="../tags/tag385.xml"/><Relationship Id="rId6" Type="http://schemas.openxmlformats.org/officeDocument/2006/relationships/slideLayout" Target="../slideLayouts/slideLayout59.xml"/><Relationship Id="rId5" Type="http://schemas.openxmlformats.org/officeDocument/2006/relationships/tags" Target="../tags/tag389.xml"/><Relationship Id="rId4" Type="http://schemas.openxmlformats.org/officeDocument/2006/relationships/tags" Target="../tags/tag388.xml"/><Relationship Id="rId9" Type="http://schemas.openxmlformats.org/officeDocument/2006/relationships/image" Target="../media/image114.png"/></Relationships>
</file>

<file path=ppt/slides/_rels/slide55.xml.rels><?xml version="1.0" encoding="UTF-8" standalone="yes"?>
<Relationships xmlns="http://schemas.openxmlformats.org/package/2006/relationships"><Relationship Id="rId13" Type="http://schemas.openxmlformats.org/officeDocument/2006/relationships/tags" Target="../tags/tag402.xml"/><Relationship Id="rId18" Type="http://schemas.openxmlformats.org/officeDocument/2006/relationships/slideLayout" Target="../slideLayouts/slideLayout71.xml"/><Relationship Id="rId26" Type="http://schemas.openxmlformats.org/officeDocument/2006/relationships/image" Target="../media/image178.png"/><Relationship Id="rId3" Type="http://schemas.openxmlformats.org/officeDocument/2006/relationships/tags" Target="../tags/tag392.xml"/><Relationship Id="rId21" Type="http://schemas.openxmlformats.org/officeDocument/2006/relationships/image" Target="../media/image114.png"/><Relationship Id="rId34" Type="http://schemas.openxmlformats.org/officeDocument/2006/relationships/customXml" Target="../ink/ink70.xml"/><Relationship Id="rId7" Type="http://schemas.openxmlformats.org/officeDocument/2006/relationships/tags" Target="../tags/tag396.xml"/><Relationship Id="rId12" Type="http://schemas.openxmlformats.org/officeDocument/2006/relationships/tags" Target="../tags/tag401.xml"/><Relationship Id="rId17" Type="http://schemas.openxmlformats.org/officeDocument/2006/relationships/tags" Target="../tags/tag406.xml"/><Relationship Id="rId25" Type="http://schemas.openxmlformats.org/officeDocument/2006/relationships/image" Target="../media/image177.png"/><Relationship Id="rId33" Type="http://schemas.openxmlformats.org/officeDocument/2006/relationships/image" Target="../media/image142.png"/><Relationship Id="rId2" Type="http://schemas.openxmlformats.org/officeDocument/2006/relationships/tags" Target="../tags/tag391.xml"/><Relationship Id="rId16" Type="http://schemas.openxmlformats.org/officeDocument/2006/relationships/tags" Target="../tags/tag405.xml"/><Relationship Id="rId20" Type="http://schemas.openxmlformats.org/officeDocument/2006/relationships/image" Target="../media/image113.png"/><Relationship Id="rId29" Type="http://schemas.openxmlformats.org/officeDocument/2006/relationships/image" Target="../media/image62.png"/><Relationship Id="rId1" Type="http://schemas.openxmlformats.org/officeDocument/2006/relationships/tags" Target="../tags/tag390.xml"/><Relationship Id="rId6" Type="http://schemas.openxmlformats.org/officeDocument/2006/relationships/tags" Target="../tags/tag395.xml"/><Relationship Id="rId11" Type="http://schemas.openxmlformats.org/officeDocument/2006/relationships/tags" Target="../tags/tag400.xml"/><Relationship Id="rId24" Type="http://schemas.openxmlformats.org/officeDocument/2006/relationships/image" Target="../media/image176.png"/><Relationship Id="rId32" Type="http://schemas.openxmlformats.org/officeDocument/2006/relationships/image" Target="../media/image158.png"/><Relationship Id="rId5" Type="http://schemas.openxmlformats.org/officeDocument/2006/relationships/tags" Target="../tags/tag394.xml"/><Relationship Id="rId15" Type="http://schemas.openxmlformats.org/officeDocument/2006/relationships/tags" Target="../tags/tag404.xml"/><Relationship Id="rId23" Type="http://schemas.openxmlformats.org/officeDocument/2006/relationships/image" Target="../media/image175.png"/><Relationship Id="rId28" Type="http://schemas.openxmlformats.org/officeDocument/2006/relationships/image" Target="../media/image155.png"/><Relationship Id="rId10" Type="http://schemas.openxmlformats.org/officeDocument/2006/relationships/tags" Target="../tags/tag399.xml"/><Relationship Id="rId19" Type="http://schemas.openxmlformats.org/officeDocument/2006/relationships/image" Target="../media/image112.png"/><Relationship Id="rId31" Type="http://schemas.openxmlformats.org/officeDocument/2006/relationships/image" Target="../media/image157.png"/><Relationship Id="rId4" Type="http://schemas.openxmlformats.org/officeDocument/2006/relationships/tags" Target="../tags/tag393.xml"/><Relationship Id="rId9" Type="http://schemas.openxmlformats.org/officeDocument/2006/relationships/tags" Target="../tags/tag398.xml"/><Relationship Id="rId14" Type="http://schemas.openxmlformats.org/officeDocument/2006/relationships/tags" Target="../tags/tag403.xml"/><Relationship Id="rId22" Type="http://schemas.openxmlformats.org/officeDocument/2006/relationships/image" Target="../media/image174.png"/><Relationship Id="rId27" Type="http://schemas.openxmlformats.org/officeDocument/2006/relationships/image" Target="../media/image154.png"/><Relationship Id="rId30" Type="http://schemas.openxmlformats.org/officeDocument/2006/relationships/image" Target="../media/image156.png"/><Relationship Id="rId35" Type="http://schemas.openxmlformats.org/officeDocument/2006/relationships/image" Target="../media/image27.emf"/><Relationship Id="rId8" Type="http://schemas.openxmlformats.org/officeDocument/2006/relationships/tags" Target="../tags/tag39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2" Type="http://schemas.openxmlformats.org/officeDocument/2006/relationships/tags" Target="../tags/tag408.xml"/><Relationship Id="rId1" Type="http://schemas.openxmlformats.org/officeDocument/2006/relationships/tags" Target="../tags/tag407.xml"/><Relationship Id="rId6" Type="http://schemas.openxmlformats.org/officeDocument/2006/relationships/image" Target="../media/image86.emf"/><Relationship Id="rId5" Type="http://schemas.openxmlformats.org/officeDocument/2006/relationships/customXml" Target="../ink/ink71.xml"/><Relationship Id="rId4" Type="http://schemas.openxmlformats.org/officeDocument/2006/relationships/image" Target="../media/image179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tags" Target="../tags/tag416.xml"/><Relationship Id="rId13" Type="http://schemas.openxmlformats.org/officeDocument/2006/relationships/image" Target="../media/image183.png"/><Relationship Id="rId18" Type="http://schemas.openxmlformats.org/officeDocument/2006/relationships/customXml" Target="../ink/ink72.xml"/><Relationship Id="rId3" Type="http://schemas.openxmlformats.org/officeDocument/2006/relationships/tags" Target="../tags/tag411.xml"/><Relationship Id="rId7" Type="http://schemas.openxmlformats.org/officeDocument/2006/relationships/tags" Target="../tags/tag415.xml"/><Relationship Id="rId12" Type="http://schemas.openxmlformats.org/officeDocument/2006/relationships/image" Target="../media/image182.png"/><Relationship Id="rId17" Type="http://schemas.openxmlformats.org/officeDocument/2006/relationships/image" Target="../media/image187.png"/><Relationship Id="rId2" Type="http://schemas.openxmlformats.org/officeDocument/2006/relationships/tags" Target="../tags/tag410.xml"/><Relationship Id="rId16" Type="http://schemas.openxmlformats.org/officeDocument/2006/relationships/image" Target="../media/image186.png"/><Relationship Id="rId1" Type="http://schemas.openxmlformats.org/officeDocument/2006/relationships/tags" Target="../tags/tag409.xml"/><Relationship Id="rId6" Type="http://schemas.openxmlformats.org/officeDocument/2006/relationships/tags" Target="../tags/tag414.xml"/><Relationship Id="rId11" Type="http://schemas.openxmlformats.org/officeDocument/2006/relationships/image" Target="../media/image181.png"/><Relationship Id="rId5" Type="http://schemas.openxmlformats.org/officeDocument/2006/relationships/tags" Target="../tags/tag413.xml"/><Relationship Id="rId15" Type="http://schemas.openxmlformats.org/officeDocument/2006/relationships/image" Target="../media/image185.png"/><Relationship Id="rId10" Type="http://schemas.openxmlformats.org/officeDocument/2006/relationships/image" Target="../media/image180.png"/><Relationship Id="rId19" Type="http://schemas.openxmlformats.org/officeDocument/2006/relationships/image" Target="../media/image94.emf"/><Relationship Id="rId4" Type="http://schemas.openxmlformats.org/officeDocument/2006/relationships/tags" Target="../tags/tag412.xml"/><Relationship Id="rId9" Type="http://schemas.openxmlformats.org/officeDocument/2006/relationships/slideLayout" Target="../slideLayouts/slideLayout47.xml"/><Relationship Id="rId14" Type="http://schemas.openxmlformats.org/officeDocument/2006/relationships/image" Target="../media/image184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customXml" Target="../ink/ink73.xml"/><Relationship Id="rId3" Type="http://schemas.openxmlformats.org/officeDocument/2006/relationships/tags" Target="../tags/tag419.xml"/><Relationship Id="rId7" Type="http://schemas.openxmlformats.org/officeDocument/2006/relationships/image" Target="../media/image190.png"/><Relationship Id="rId2" Type="http://schemas.openxmlformats.org/officeDocument/2006/relationships/tags" Target="../tags/tag418.xml"/><Relationship Id="rId1" Type="http://schemas.openxmlformats.org/officeDocument/2006/relationships/tags" Target="../tags/tag417.xml"/><Relationship Id="rId6" Type="http://schemas.openxmlformats.org/officeDocument/2006/relationships/image" Target="../media/image189.png"/><Relationship Id="rId5" Type="http://schemas.openxmlformats.org/officeDocument/2006/relationships/image" Target="../media/image188.png"/><Relationship Id="rId4" Type="http://schemas.openxmlformats.org/officeDocument/2006/relationships/slideLayout" Target="../slideLayouts/slideLayout47.xml"/><Relationship Id="rId9" Type="http://schemas.openxmlformats.org/officeDocument/2006/relationships/image" Target="../media/image98.e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slideLayout" Target="../slideLayouts/slideLayout95.xml"/><Relationship Id="rId1" Type="http://schemas.openxmlformats.org/officeDocument/2006/relationships/tags" Target="../tags/tag420.xml"/><Relationship Id="rId5" Type="http://schemas.openxmlformats.org/officeDocument/2006/relationships/image" Target="../media/image28.emf"/><Relationship Id="rId4" Type="http://schemas.openxmlformats.org/officeDocument/2006/relationships/customXml" Target="../ink/ink74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tags" Target="../tags/tag428.xml"/><Relationship Id="rId13" Type="http://schemas.openxmlformats.org/officeDocument/2006/relationships/image" Target="../media/image193.png"/><Relationship Id="rId18" Type="http://schemas.openxmlformats.org/officeDocument/2006/relationships/customXml" Target="../ink/ink75.xml"/><Relationship Id="rId3" Type="http://schemas.openxmlformats.org/officeDocument/2006/relationships/tags" Target="../tags/tag423.xml"/><Relationship Id="rId7" Type="http://schemas.openxmlformats.org/officeDocument/2006/relationships/tags" Target="../tags/tag427.xml"/><Relationship Id="rId12" Type="http://schemas.openxmlformats.org/officeDocument/2006/relationships/image" Target="../media/image192.png"/><Relationship Id="rId17" Type="http://schemas.openxmlformats.org/officeDocument/2006/relationships/image" Target="../media/image196.png"/><Relationship Id="rId2" Type="http://schemas.openxmlformats.org/officeDocument/2006/relationships/tags" Target="../tags/tag422.xml"/><Relationship Id="rId16" Type="http://schemas.openxmlformats.org/officeDocument/2006/relationships/image" Target="../media/image195.png"/><Relationship Id="rId1" Type="http://schemas.openxmlformats.org/officeDocument/2006/relationships/tags" Target="../tags/tag421.xml"/><Relationship Id="rId6" Type="http://schemas.openxmlformats.org/officeDocument/2006/relationships/tags" Target="../tags/tag426.xml"/><Relationship Id="rId11" Type="http://schemas.openxmlformats.org/officeDocument/2006/relationships/image" Target="../media/image191.png"/><Relationship Id="rId5" Type="http://schemas.openxmlformats.org/officeDocument/2006/relationships/tags" Target="../tags/tag425.xml"/><Relationship Id="rId15" Type="http://schemas.openxmlformats.org/officeDocument/2006/relationships/image" Target="../media/image194.png"/><Relationship Id="rId10" Type="http://schemas.openxmlformats.org/officeDocument/2006/relationships/image" Target="../media/image140.png"/><Relationship Id="rId19" Type="http://schemas.openxmlformats.org/officeDocument/2006/relationships/image" Target="../media/image36.emf"/><Relationship Id="rId4" Type="http://schemas.openxmlformats.org/officeDocument/2006/relationships/tags" Target="../tags/tag424.xml"/><Relationship Id="rId9" Type="http://schemas.openxmlformats.org/officeDocument/2006/relationships/slideLayout" Target="../slideLayouts/slideLayout95.xml"/><Relationship Id="rId14" Type="http://schemas.openxmlformats.org/officeDocument/2006/relationships/image" Target="../media/image100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png"/><Relationship Id="rId3" Type="http://schemas.openxmlformats.org/officeDocument/2006/relationships/tags" Target="../tags/tag431.xml"/><Relationship Id="rId7" Type="http://schemas.openxmlformats.org/officeDocument/2006/relationships/image" Target="../media/image193.png"/><Relationship Id="rId2" Type="http://schemas.openxmlformats.org/officeDocument/2006/relationships/tags" Target="../tags/tag430.xml"/><Relationship Id="rId1" Type="http://schemas.openxmlformats.org/officeDocument/2006/relationships/tags" Target="../tags/tag429.xml"/><Relationship Id="rId6" Type="http://schemas.openxmlformats.org/officeDocument/2006/relationships/image" Target="../media/image192.png"/><Relationship Id="rId5" Type="http://schemas.openxmlformats.org/officeDocument/2006/relationships/slideLayout" Target="../slideLayouts/slideLayout95.xml"/><Relationship Id="rId10" Type="http://schemas.openxmlformats.org/officeDocument/2006/relationships/image" Target="../media/image38.emf"/><Relationship Id="rId4" Type="http://schemas.openxmlformats.org/officeDocument/2006/relationships/tags" Target="../tags/tag432.xml"/><Relationship Id="rId9" Type="http://schemas.openxmlformats.org/officeDocument/2006/relationships/customXml" Target="../ink/ink76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png"/><Relationship Id="rId3" Type="http://schemas.openxmlformats.org/officeDocument/2006/relationships/tags" Target="../tags/tag435.xml"/><Relationship Id="rId7" Type="http://schemas.openxmlformats.org/officeDocument/2006/relationships/image" Target="../media/image192.png"/><Relationship Id="rId2" Type="http://schemas.openxmlformats.org/officeDocument/2006/relationships/tags" Target="../tags/tag434.xml"/><Relationship Id="rId1" Type="http://schemas.openxmlformats.org/officeDocument/2006/relationships/tags" Target="../tags/tag433.xml"/><Relationship Id="rId6" Type="http://schemas.openxmlformats.org/officeDocument/2006/relationships/image" Target="../media/image198.png"/><Relationship Id="rId11" Type="http://schemas.openxmlformats.org/officeDocument/2006/relationships/image" Target="../media/image42.emf"/><Relationship Id="rId5" Type="http://schemas.openxmlformats.org/officeDocument/2006/relationships/notesSlide" Target="../notesSlides/notesSlide6.xml"/><Relationship Id="rId10" Type="http://schemas.openxmlformats.org/officeDocument/2006/relationships/customXml" Target="../ink/ink77.xml"/><Relationship Id="rId4" Type="http://schemas.openxmlformats.org/officeDocument/2006/relationships/slideLayout" Target="../slideLayouts/slideLayout101.xml"/><Relationship Id="rId9" Type="http://schemas.openxmlformats.org/officeDocument/2006/relationships/image" Target="../media/image20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Neural Networks: Learning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67200" y="1962150"/>
            <a:ext cx="4255345" cy="1676400"/>
          </a:xfrm>
        </p:spPr>
        <p:txBody>
          <a:bodyPr>
            <a:noAutofit/>
          </a:bodyPr>
          <a:lstStyle/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Cost function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838200" y="175260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763718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 (Classification)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36007" y="2276757"/>
            <a:ext cx="37660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Binary classification</a:t>
            </a:r>
          </a:p>
          <a:p>
            <a:r>
              <a:rPr lang="en-US" sz="2400" dirty="0"/>
              <a:t> </a:t>
            </a:r>
          </a:p>
          <a:p>
            <a:endParaRPr lang="en-US" sz="2400" dirty="0"/>
          </a:p>
          <a:p>
            <a:r>
              <a:rPr lang="en-US" sz="2400" dirty="0"/>
              <a:t>  1 output unit</a:t>
            </a:r>
          </a:p>
          <a:p>
            <a:endParaRPr lang="en-US" sz="2400" dirty="0"/>
          </a:p>
        </p:txBody>
      </p:sp>
      <p:grpSp>
        <p:nvGrpSpPr>
          <p:cNvPr id="10" name="Group 9"/>
          <p:cNvGrpSpPr/>
          <p:nvPr/>
        </p:nvGrpSpPr>
        <p:grpSpPr>
          <a:xfrm>
            <a:off x="990599" y="718120"/>
            <a:ext cx="3055882" cy="1588057"/>
            <a:chOff x="990599" y="738216"/>
            <a:chExt cx="3381620" cy="1757334"/>
          </a:xfrm>
        </p:grpSpPr>
        <p:grpSp>
          <p:nvGrpSpPr>
            <p:cNvPr id="77" name="Group 76"/>
            <p:cNvGrpSpPr/>
            <p:nvPr/>
          </p:nvGrpSpPr>
          <p:grpSpPr>
            <a:xfrm>
              <a:off x="1239873" y="738216"/>
              <a:ext cx="2862230" cy="1432793"/>
              <a:chOff x="1905000" y="2190750"/>
              <a:chExt cx="3483917" cy="1744001"/>
            </a:xfrm>
          </p:grpSpPr>
          <p:sp>
            <p:nvSpPr>
              <p:cNvPr id="78" name="Oval 77"/>
              <p:cNvSpPr/>
              <p:nvPr/>
            </p:nvSpPr>
            <p:spPr>
              <a:xfrm>
                <a:off x="1905000" y="318349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Oval 78"/>
              <p:cNvSpPr/>
              <p:nvPr/>
            </p:nvSpPr>
            <p:spPr>
              <a:xfrm>
                <a:off x="1905000" y="284853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Oval 79"/>
              <p:cNvSpPr/>
              <p:nvPr/>
            </p:nvSpPr>
            <p:spPr>
              <a:xfrm>
                <a:off x="1905000" y="251356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Oval 80"/>
              <p:cNvSpPr/>
              <p:nvPr/>
            </p:nvSpPr>
            <p:spPr>
              <a:xfrm>
                <a:off x="2899779" y="2190751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Oval 81"/>
              <p:cNvSpPr/>
              <p:nvPr/>
            </p:nvSpPr>
            <p:spPr>
              <a:xfrm>
                <a:off x="5102454" y="236976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4" name="Straight Arrow Connector 83"/>
              <p:cNvCxnSpPr>
                <a:stCxn id="80" idx="6"/>
                <a:endCxn id="81" idx="2"/>
              </p:cNvCxnSpPr>
              <p:nvPr/>
            </p:nvCxnSpPr>
            <p:spPr>
              <a:xfrm flipV="1">
                <a:off x="2191463" y="2334552"/>
                <a:ext cx="708316" cy="3228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/>
              <p:cNvCxnSpPr>
                <a:stCxn id="79" idx="6"/>
                <a:endCxn id="81" idx="2"/>
              </p:cNvCxnSpPr>
              <p:nvPr/>
            </p:nvCxnSpPr>
            <p:spPr>
              <a:xfrm flipV="1">
                <a:off x="2191463" y="2334552"/>
                <a:ext cx="708316" cy="6577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/>
              <p:cNvCxnSpPr>
                <a:stCxn id="78" idx="6"/>
                <a:endCxn id="81" idx="2"/>
              </p:cNvCxnSpPr>
              <p:nvPr/>
            </p:nvCxnSpPr>
            <p:spPr>
              <a:xfrm flipV="1">
                <a:off x="2191463" y="2334552"/>
                <a:ext cx="708316" cy="9927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Oval 86"/>
              <p:cNvSpPr/>
              <p:nvPr/>
            </p:nvSpPr>
            <p:spPr>
              <a:xfrm>
                <a:off x="2899778" y="2564055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8" name="Straight Arrow Connector 87"/>
              <p:cNvCxnSpPr>
                <a:stCxn id="80" idx="6"/>
                <a:endCxn id="87" idx="2"/>
              </p:cNvCxnSpPr>
              <p:nvPr/>
            </p:nvCxnSpPr>
            <p:spPr>
              <a:xfrm>
                <a:off x="2191463" y="2657369"/>
                <a:ext cx="708315" cy="5048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/>
              <p:cNvCxnSpPr>
                <a:stCxn id="79" idx="6"/>
                <a:endCxn id="87" idx="2"/>
              </p:cNvCxnSpPr>
              <p:nvPr/>
            </p:nvCxnSpPr>
            <p:spPr>
              <a:xfrm flipV="1">
                <a:off x="2191463" y="2707856"/>
                <a:ext cx="708315" cy="2844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Arrow Connector 89"/>
              <p:cNvCxnSpPr>
                <a:stCxn id="78" idx="6"/>
                <a:endCxn id="87" idx="2"/>
              </p:cNvCxnSpPr>
              <p:nvPr/>
            </p:nvCxnSpPr>
            <p:spPr>
              <a:xfrm flipV="1">
                <a:off x="2191463" y="2707856"/>
                <a:ext cx="708315" cy="61944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1" name="Oval 90"/>
              <p:cNvSpPr/>
              <p:nvPr/>
            </p:nvSpPr>
            <p:spPr>
              <a:xfrm>
                <a:off x="2899777" y="292277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2" name="Straight Arrow Connector 91"/>
              <p:cNvCxnSpPr>
                <a:stCxn id="80" idx="6"/>
                <a:endCxn id="91" idx="2"/>
              </p:cNvCxnSpPr>
              <p:nvPr/>
            </p:nvCxnSpPr>
            <p:spPr>
              <a:xfrm>
                <a:off x="2191463" y="2657369"/>
                <a:ext cx="708314" cy="40920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/>
              <p:cNvCxnSpPr>
                <a:stCxn id="79" idx="6"/>
                <a:endCxn id="91" idx="2"/>
              </p:cNvCxnSpPr>
              <p:nvPr/>
            </p:nvCxnSpPr>
            <p:spPr>
              <a:xfrm>
                <a:off x="2191463" y="2992333"/>
                <a:ext cx="708314" cy="742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/>
              <p:cNvCxnSpPr>
                <a:stCxn id="78" idx="6"/>
                <a:endCxn id="91" idx="2"/>
              </p:cNvCxnSpPr>
              <p:nvPr/>
            </p:nvCxnSpPr>
            <p:spPr>
              <a:xfrm flipV="1">
                <a:off x="2191463" y="3066578"/>
                <a:ext cx="708314" cy="2607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Oval 94"/>
              <p:cNvSpPr/>
              <p:nvPr/>
            </p:nvSpPr>
            <p:spPr>
              <a:xfrm>
                <a:off x="2899776" y="3273713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6" name="Straight Arrow Connector 95"/>
              <p:cNvCxnSpPr>
                <a:stCxn id="80" idx="6"/>
                <a:endCxn id="95" idx="2"/>
              </p:cNvCxnSpPr>
              <p:nvPr/>
            </p:nvCxnSpPr>
            <p:spPr>
              <a:xfrm>
                <a:off x="2191463" y="2657369"/>
                <a:ext cx="708313" cy="7601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/>
              <p:cNvCxnSpPr>
                <a:stCxn id="79" idx="6"/>
                <a:endCxn id="95" idx="2"/>
              </p:cNvCxnSpPr>
              <p:nvPr/>
            </p:nvCxnSpPr>
            <p:spPr>
              <a:xfrm>
                <a:off x="2191463" y="2992333"/>
                <a:ext cx="708313" cy="4251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/>
              <p:cNvCxnSpPr>
                <a:stCxn id="78" idx="6"/>
                <a:endCxn id="95" idx="2"/>
              </p:cNvCxnSpPr>
              <p:nvPr/>
            </p:nvCxnSpPr>
            <p:spPr>
              <a:xfrm>
                <a:off x="2191463" y="3327297"/>
                <a:ext cx="708313" cy="902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Oval 98"/>
              <p:cNvSpPr/>
              <p:nvPr/>
            </p:nvSpPr>
            <p:spPr>
              <a:xfrm>
                <a:off x="2899779" y="36385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0" name="Straight Arrow Connector 99"/>
              <p:cNvCxnSpPr>
                <a:stCxn id="80" idx="6"/>
                <a:endCxn id="99" idx="2"/>
              </p:cNvCxnSpPr>
              <p:nvPr/>
            </p:nvCxnSpPr>
            <p:spPr>
              <a:xfrm>
                <a:off x="2191463" y="2657369"/>
                <a:ext cx="708316" cy="112498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Arrow Connector 100"/>
              <p:cNvCxnSpPr>
                <a:stCxn id="79" idx="6"/>
                <a:endCxn id="99" idx="2"/>
              </p:cNvCxnSpPr>
              <p:nvPr/>
            </p:nvCxnSpPr>
            <p:spPr>
              <a:xfrm>
                <a:off x="2191463" y="2992333"/>
                <a:ext cx="708316" cy="79001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Arrow Connector 101"/>
              <p:cNvCxnSpPr>
                <a:stCxn id="78" idx="6"/>
                <a:endCxn id="99" idx="2"/>
              </p:cNvCxnSpPr>
              <p:nvPr/>
            </p:nvCxnSpPr>
            <p:spPr>
              <a:xfrm>
                <a:off x="2191463" y="3327297"/>
                <a:ext cx="708316" cy="45505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" name="Oval 102"/>
              <p:cNvSpPr/>
              <p:nvPr/>
            </p:nvSpPr>
            <p:spPr>
              <a:xfrm>
                <a:off x="4028197" y="21907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4" name="Straight Arrow Connector 103"/>
              <p:cNvCxnSpPr>
                <a:stCxn id="81" idx="6"/>
                <a:endCxn id="103" idx="2"/>
              </p:cNvCxnSpPr>
              <p:nvPr/>
            </p:nvCxnSpPr>
            <p:spPr>
              <a:xfrm flipV="1">
                <a:off x="3186242" y="23345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/>
              <p:cNvCxnSpPr>
                <a:stCxn id="87" idx="6"/>
                <a:endCxn id="103" idx="2"/>
              </p:cNvCxnSpPr>
              <p:nvPr/>
            </p:nvCxnSpPr>
            <p:spPr>
              <a:xfrm flipV="1">
                <a:off x="3186241" y="233455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/>
              <p:cNvCxnSpPr>
                <a:stCxn id="91" idx="6"/>
                <a:endCxn id="103" idx="2"/>
              </p:cNvCxnSpPr>
              <p:nvPr/>
            </p:nvCxnSpPr>
            <p:spPr>
              <a:xfrm flipV="1">
                <a:off x="3186240" y="2334551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Arrow Connector 106"/>
              <p:cNvCxnSpPr>
                <a:stCxn id="95" idx="6"/>
                <a:endCxn id="103" idx="2"/>
              </p:cNvCxnSpPr>
              <p:nvPr/>
            </p:nvCxnSpPr>
            <p:spPr>
              <a:xfrm flipV="1">
                <a:off x="3186239" y="2334551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/>
              <p:cNvCxnSpPr>
                <a:stCxn id="99" idx="6"/>
                <a:endCxn id="103" idx="2"/>
              </p:cNvCxnSpPr>
              <p:nvPr/>
            </p:nvCxnSpPr>
            <p:spPr>
              <a:xfrm flipV="1">
                <a:off x="3186242" y="2334551"/>
                <a:ext cx="841955" cy="1447800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" name="Oval 108"/>
              <p:cNvSpPr/>
              <p:nvPr/>
            </p:nvSpPr>
            <p:spPr>
              <a:xfrm>
                <a:off x="4028196" y="256852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0" name="Straight Arrow Connector 109"/>
              <p:cNvCxnSpPr>
                <a:endCxn id="109" idx="2"/>
              </p:cNvCxnSpPr>
              <p:nvPr/>
            </p:nvCxnSpPr>
            <p:spPr>
              <a:xfrm flipV="1">
                <a:off x="3186241" y="2712329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/>
              <p:cNvCxnSpPr>
                <a:stCxn id="91" idx="6"/>
                <a:endCxn id="109" idx="2"/>
              </p:cNvCxnSpPr>
              <p:nvPr/>
            </p:nvCxnSpPr>
            <p:spPr>
              <a:xfrm flipV="1">
                <a:off x="3186240" y="2712329"/>
                <a:ext cx="841956" cy="3542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Arrow Connector 111"/>
              <p:cNvCxnSpPr>
                <a:endCxn id="109" idx="2"/>
              </p:cNvCxnSpPr>
              <p:nvPr/>
            </p:nvCxnSpPr>
            <p:spPr>
              <a:xfrm flipV="1">
                <a:off x="3186239" y="2712329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Arrow Connector 112"/>
              <p:cNvCxnSpPr>
                <a:endCxn id="109" idx="2"/>
              </p:cNvCxnSpPr>
              <p:nvPr/>
            </p:nvCxnSpPr>
            <p:spPr>
              <a:xfrm flipV="1">
                <a:off x="3186238" y="2712329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/>
              <p:cNvCxnSpPr>
                <a:stCxn id="81" idx="6"/>
                <a:endCxn id="109" idx="2"/>
              </p:cNvCxnSpPr>
              <p:nvPr/>
            </p:nvCxnSpPr>
            <p:spPr>
              <a:xfrm>
                <a:off x="3186242" y="2334552"/>
                <a:ext cx="841954" cy="3777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Oval 114"/>
              <p:cNvSpPr/>
              <p:nvPr/>
            </p:nvSpPr>
            <p:spPr>
              <a:xfrm>
                <a:off x="4030044" y="291568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6" name="Straight Arrow Connector 115"/>
              <p:cNvCxnSpPr>
                <a:endCxn id="115" idx="2"/>
              </p:cNvCxnSpPr>
              <p:nvPr/>
            </p:nvCxnSpPr>
            <p:spPr>
              <a:xfrm flipV="1">
                <a:off x="3188089" y="3059487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/>
              <p:cNvCxnSpPr>
                <a:endCxn id="115" idx="2"/>
              </p:cNvCxnSpPr>
              <p:nvPr/>
            </p:nvCxnSpPr>
            <p:spPr>
              <a:xfrm flipV="1">
                <a:off x="3188088" y="3059487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Arrow Connector 117"/>
              <p:cNvCxnSpPr>
                <a:endCxn id="115" idx="2"/>
              </p:cNvCxnSpPr>
              <p:nvPr/>
            </p:nvCxnSpPr>
            <p:spPr>
              <a:xfrm flipV="1">
                <a:off x="3188087" y="3059487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Arrow Connector 118"/>
              <p:cNvCxnSpPr>
                <a:stCxn id="87" idx="6"/>
                <a:endCxn id="115" idx="2"/>
              </p:cNvCxnSpPr>
              <p:nvPr/>
            </p:nvCxnSpPr>
            <p:spPr>
              <a:xfrm>
                <a:off x="3186241" y="2707856"/>
                <a:ext cx="843803" cy="35163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/>
              <p:cNvCxnSpPr>
                <a:stCxn id="81" idx="6"/>
                <a:endCxn id="115" idx="2"/>
              </p:cNvCxnSpPr>
              <p:nvPr/>
            </p:nvCxnSpPr>
            <p:spPr>
              <a:xfrm>
                <a:off x="3186242" y="2334552"/>
                <a:ext cx="843802" cy="72493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" name="Oval 120"/>
              <p:cNvSpPr/>
              <p:nvPr/>
            </p:nvSpPr>
            <p:spPr>
              <a:xfrm>
                <a:off x="4028195" y="326390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2" name="Straight Arrow Connector 121"/>
              <p:cNvCxnSpPr>
                <a:stCxn id="95" idx="6"/>
                <a:endCxn id="121" idx="2"/>
              </p:cNvCxnSpPr>
              <p:nvPr/>
            </p:nvCxnSpPr>
            <p:spPr>
              <a:xfrm flipV="1">
                <a:off x="3186239" y="3407701"/>
                <a:ext cx="841956" cy="981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/>
              <p:cNvCxnSpPr>
                <a:endCxn id="121" idx="2"/>
              </p:cNvCxnSpPr>
              <p:nvPr/>
            </p:nvCxnSpPr>
            <p:spPr>
              <a:xfrm flipV="1">
                <a:off x="3186239" y="340770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Arrow Connector 123"/>
              <p:cNvCxnSpPr>
                <a:stCxn id="91" idx="6"/>
                <a:endCxn id="121" idx="2"/>
              </p:cNvCxnSpPr>
              <p:nvPr/>
            </p:nvCxnSpPr>
            <p:spPr>
              <a:xfrm>
                <a:off x="3186240" y="3066578"/>
                <a:ext cx="841955" cy="34112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Arrow Connector 124"/>
              <p:cNvCxnSpPr>
                <a:stCxn id="87" idx="6"/>
                <a:endCxn id="121" idx="2"/>
              </p:cNvCxnSpPr>
              <p:nvPr/>
            </p:nvCxnSpPr>
            <p:spPr>
              <a:xfrm>
                <a:off x="3186241" y="2707856"/>
                <a:ext cx="841954" cy="6998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Arrow Connector 125"/>
              <p:cNvCxnSpPr>
                <a:stCxn id="81" idx="6"/>
                <a:endCxn id="121" idx="2"/>
              </p:cNvCxnSpPr>
              <p:nvPr/>
            </p:nvCxnSpPr>
            <p:spPr>
              <a:xfrm>
                <a:off x="3186242" y="2334552"/>
                <a:ext cx="841953" cy="10731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" name="Oval 126"/>
              <p:cNvSpPr/>
              <p:nvPr/>
            </p:nvSpPr>
            <p:spPr>
              <a:xfrm>
                <a:off x="4028194" y="36471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8" name="Straight Arrow Connector 127"/>
              <p:cNvCxnSpPr>
                <a:endCxn id="127" idx="2"/>
              </p:cNvCxnSpPr>
              <p:nvPr/>
            </p:nvCxnSpPr>
            <p:spPr>
              <a:xfrm flipV="1">
                <a:off x="3186239" y="37909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Arrow Connector 128"/>
              <p:cNvCxnSpPr>
                <a:stCxn id="95" idx="6"/>
                <a:endCxn id="127" idx="2"/>
              </p:cNvCxnSpPr>
              <p:nvPr/>
            </p:nvCxnSpPr>
            <p:spPr>
              <a:xfrm>
                <a:off x="3186239" y="3417514"/>
                <a:ext cx="841955" cy="37343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/>
              <p:cNvCxnSpPr>
                <a:stCxn id="91" idx="6"/>
                <a:endCxn id="127" idx="2"/>
              </p:cNvCxnSpPr>
              <p:nvPr/>
            </p:nvCxnSpPr>
            <p:spPr>
              <a:xfrm>
                <a:off x="3186240" y="3066578"/>
                <a:ext cx="841954" cy="72437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Arrow Connector 130"/>
              <p:cNvCxnSpPr>
                <a:stCxn id="87" idx="6"/>
                <a:endCxn id="127" idx="2"/>
              </p:cNvCxnSpPr>
              <p:nvPr/>
            </p:nvCxnSpPr>
            <p:spPr>
              <a:xfrm>
                <a:off x="3186241" y="2707856"/>
                <a:ext cx="841953" cy="108309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Arrow Connector 131"/>
              <p:cNvCxnSpPr>
                <a:stCxn id="81" idx="6"/>
                <a:endCxn id="127" idx="2"/>
              </p:cNvCxnSpPr>
              <p:nvPr/>
            </p:nvCxnSpPr>
            <p:spPr>
              <a:xfrm>
                <a:off x="3186242" y="2334552"/>
                <a:ext cx="841952" cy="145639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Arrow Connector 132"/>
              <p:cNvCxnSpPr>
                <a:stCxn id="103" idx="6"/>
                <a:endCxn id="82" idx="2"/>
              </p:cNvCxnSpPr>
              <p:nvPr/>
            </p:nvCxnSpPr>
            <p:spPr>
              <a:xfrm>
                <a:off x="4314660" y="2334551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/>
              <p:cNvCxnSpPr>
                <a:stCxn id="109" idx="6"/>
                <a:endCxn id="82" idx="2"/>
              </p:cNvCxnSpPr>
              <p:nvPr/>
            </p:nvCxnSpPr>
            <p:spPr>
              <a:xfrm flipV="1">
                <a:off x="4314659" y="2513568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Arrow Connector 134"/>
              <p:cNvCxnSpPr>
                <a:stCxn id="115" idx="6"/>
                <a:endCxn id="82" idx="2"/>
              </p:cNvCxnSpPr>
              <p:nvPr/>
            </p:nvCxnSpPr>
            <p:spPr>
              <a:xfrm flipV="1">
                <a:off x="4316507" y="2513568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Arrow Connector 139"/>
              <p:cNvCxnSpPr>
                <a:stCxn id="121" idx="6"/>
                <a:endCxn id="82" idx="2"/>
              </p:cNvCxnSpPr>
              <p:nvPr/>
            </p:nvCxnSpPr>
            <p:spPr>
              <a:xfrm flipV="1">
                <a:off x="4314658" y="2513568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/>
              <p:cNvCxnSpPr>
                <a:stCxn id="127" idx="6"/>
                <a:endCxn id="82" idx="2"/>
              </p:cNvCxnSpPr>
              <p:nvPr/>
            </p:nvCxnSpPr>
            <p:spPr>
              <a:xfrm flipV="1">
                <a:off x="4314657" y="2513568"/>
                <a:ext cx="787797" cy="127738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2" name="Oval 141"/>
              <p:cNvSpPr/>
              <p:nvPr/>
            </p:nvSpPr>
            <p:spPr>
              <a:xfrm>
                <a:off x="5102453" y="27456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3" name="Straight Arrow Connector 142"/>
              <p:cNvCxnSpPr>
                <a:endCxn id="142" idx="2"/>
              </p:cNvCxnSpPr>
              <p:nvPr/>
            </p:nvCxnSpPr>
            <p:spPr>
              <a:xfrm>
                <a:off x="4314659" y="27104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/>
              <p:cNvCxnSpPr>
                <a:endCxn id="142" idx="2"/>
              </p:cNvCxnSpPr>
              <p:nvPr/>
            </p:nvCxnSpPr>
            <p:spPr>
              <a:xfrm flipV="1">
                <a:off x="4314658" y="28894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Arrow Connector 170"/>
              <p:cNvCxnSpPr>
                <a:endCxn id="142" idx="2"/>
              </p:cNvCxnSpPr>
              <p:nvPr/>
            </p:nvCxnSpPr>
            <p:spPr>
              <a:xfrm flipV="1">
                <a:off x="4316506" y="2889453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Arrow Connector 172"/>
              <p:cNvCxnSpPr>
                <a:endCxn id="142" idx="2"/>
              </p:cNvCxnSpPr>
              <p:nvPr/>
            </p:nvCxnSpPr>
            <p:spPr>
              <a:xfrm flipV="1">
                <a:off x="4314657" y="2889453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Arrow Connector 174"/>
              <p:cNvCxnSpPr>
                <a:stCxn id="103" idx="6"/>
                <a:endCxn id="142" idx="2"/>
              </p:cNvCxnSpPr>
              <p:nvPr/>
            </p:nvCxnSpPr>
            <p:spPr>
              <a:xfrm>
                <a:off x="4314660" y="2334551"/>
                <a:ext cx="787793" cy="5549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8" name="Oval 177"/>
              <p:cNvSpPr/>
              <p:nvPr/>
            </p:nvSpPr>
            <p:spPr>
              <a:xfrm>
                <a:off x="5102452" y="3088214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9" name="Straight Arrow Connector 178"/>
              <p:cNvCxnSpPr>
                <a:endCxn id="178" idx="2"/>
              </p:cNvCxnSpPr>
              <p:nvPr/>
            </p:nvCxnSpPr>
            <p:spPr>
              <a:xfrm>
                <a:off x="4314658" y="3052998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Arrow Connector 179"/>
              <p:cNvCxnSpPr>
                <a:endCxn id="178" idx="2"/>
              </p:cNvCxnSpPr>
              <p:nvPr/>
            </p:nvCxnSpPr>
            <p:spPr>
              <a:xfrm flipV="1">
                <a:off x="4314657" y="3232015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Arrow Connector 180"/>
              <p:cNvCxnSpPr>
                <a:endCxn id="178" idx="2"/>
              </p:cNvCxnSpPr>
              <p:nvPr/>
            </p:nvCxnSpPr>
            <p:spPr>
              <a:xfrm flipV="1">
                <a:off x="4316505" y="3232015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Arrow Connector 181"/>
              <p:cNvCxnSpPr>
                <a:stCxn id="109" idx="6"/>
                <a:endCxn id="178" idx="2"/>
              </p:cNvCxnSpPr>
              <p:nvPr/>
            </p:nvCxnSpPr>
            <p:spPr>
              <a:xfrm>
                <a:off x="4314659" y="2712329"/>
                <a:ext cx="787793" cy="51968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Arrow Connector 182"/>
              <p:cNvCxnSpPr>
                <a:stCxn id="103" idx="6"/>
                <a:endCxn id="178" idx="2"/>
              </p:cNvCxnSpPr>
              <p:nvPr/>
            </p:nvCxnSpPr>
            <p:spPr>
              <a:xfrm>
                <a:off x="4314660" y="2334551"/>
                <a:ext cx="787792" cy="89746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4" name="Oval 183"/>
              <p:cNvSpPr/>
              <p:nvPr/>
            </p:nvSpPr>
            <p:spPr>
              <a:xfrm>
                <a:off x="5102454" y="34505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5" name="Straight Arrow Connector 184"/>
              <p:cNvCxnSpPr>
                <a:endCxn id="184" idx="2"/>
              </p:cNvCxnSpPr>
              <p:nvPr/>
            </p:nvCxnSpPr>
            <p:spPr>
              <a:xfrm>
                <a:off x="4314660" y="34153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Arrow Connector 185"/>
              <p:cNvCxnSpPr>
                <a:endCxn id="184" idx="2"/>
              </p:cNvCxnSpPr>
              <p:nvPr/>
            </p:nvCxnSpPr>
            <p:spPr>
              <a:xfrm flipV="1">
                <a:off x="4314659" y="35943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Arrow Connector 186"/>
              <p:cNvCxnSpPr>
                <a:stCxn id="115" idx="6"/>
                <a:endCxn id="184" idx="2"/>
              </p:cNvCxnSpPr>
              <p:nvPr/>
            </p:nvCxnSpPr>
            <p:spPr>
              <a:xfrm>
                <a:off x="4316507" y="3059487"/>
                <a:ext cx="785947" cy="53486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Arrow Connector 187"/>
              <p:cNvCxnSpPr>
                <a:stCxn id="109" idx="6"/>
                <a:endCxn id="184" idx="2"/>
              </p:cNvCxnSpPr>
              <p:nvPr/>
            </p:nvCxnSpPr>
            <p:spPr>
              <a:xfrm>
                <a:off x="4314659" y="2712329"/>
                <a:ext cx="787795" cy="88202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Arrow Connector 188"/>
              <p:cNvCxnSpPr>
                <a:stCxn id="103" idx="6"/>
                <a:endCxn id="184" idx="2"/>
              </p:cNvCxnSpPr>
              <p:nvPr/>
            </p:nvCxnSpPr>
            <p:spPr>
              <a:xfrm>
                <a:off x="4314660" y="2334551"/>
                <a:ext cx="787794" cy="12598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0" name="TextBox 189"/>
            <p:cNvSpPr txBox="1"/>
            <p:nvPr/>
          </p:nvSpPr>
          <p:spPr>
            <a:xfrm>
              <a:off x="99059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1</a:t>
              </a:r>
            </a:p>
          </p:txBody>
        </p:sp>
        <p:sp>
          <p:nvSpPr>
            <p:cNvPr id="191" name="TextBox 190"/>
            <p:cNvSpPr txBox="1"/>
            <p:nvPr/>
          </p:nvSpPr>
          <p:spPr>
            <a:xfrm>
              <a:off x="178701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2</a:t>
              </a:r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2715597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3</a:t>
              </a:r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3596641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4</a:t>
              </a:r>
            </a:p>
          </p:txBody>
        </p:sp>
      </p:grp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592" y="2779949"/>
            <a:ext cx="1093470" cy="22098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4572000" y="2190750"/>
            <a:ext cx="0" cy="28194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5" name="TextBox 194"/>
          <p:cNvSpPr txBox="1"/>
          <p:nvPr/>
        </p:nvSpPr>
        <p:spPr>
          <a:xfrm>
            <a:off x="4528845" y="2215202"/>
            <a:ext cx="4724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/>
              <a:t>Multi-class classification </a:t>
            </a:r>
            <a:r>
              <a:rPr lang="en-US" sz="2400" dirty="0"/>
              <a:t>(K classes)</a:t>
            </a:r>
            <a:endParaRPr lang="en-US" sz="2400" u="sng" dirty="0"/>
          </a:p>
          <a:p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endParaRPr lang="en-US" sz="3200" dirty="0"/>
          </a:p>
          <a:p>
            <a:r>
              <a:rPr lang="en-US" sz="2400" dirty="0"/>
              <a:t>  K output units</a:t>
            </a:r>
          </a:p>
          <a:p>
            <a:endParaRPr lang="en-US" sz="2400" dirty="0"/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2661285"/>
            <a:ext cx="950976" cy="31775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766" y="592484"/>
            <a:ext cx="4444365" cy="29146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766" y="1026795"/>
            <a:ext cx="417195" cy="1733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7844" y="1504950"/>
            <a:ext cx="438150" cy="1524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913880" y="928806"/>
            <a:ext cx="28928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total no. of layers in network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4913880" y="1379130"/>
            <a:ext cx="38814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no. of units (not counting bias unit) in layer 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5938686" y="2693361"/>
            <a:ext cx="2864778" cy="760074"/>
            <a:chOff x="1405530" y="3808422"/>
            <a:chExt cx="4232139" cy="1131625"/>
          </a:xfrm>
        </p:grpSpPr>
        <p:pic>
          <p:nvPicPr>
            <p:cNvPr id="202" name="Picture 201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9033" y="3808422"/>
              <a:ext cx="393192" cy="731520"/>
            </a:xfrm>
            <a:prstGeom prst="rect">
              <a:avLst/>
            </a:prstGeom>
          </p:spPr>
        </p:pic>
        <p:pic>
          <p:nvPicPr>
            <p:cNvPr id="203" name="Picture 202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79548" y="3808422"/>
              <a:ext cx="393192" cy="731520"/>
            </a:xfrm>
            <a:prstGeom prst="rect">
              <a:avLst/>
            </a:prstGeom>
          </p:spPr>
        </p:pic>
        <p:pic>
          <p:nvPicPr>
            <p:cNvPr id="204" name="Picture 203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35651" y="3808422"/>
              <a:ext cx="393192" cy="731520"/>
            </a:xfrm>
            <a:prstGeom prst="rect">
              <a:avLst/>
            </a:prstGeom>
          </p:spPr>
        </p:pic>
        <p:pic>
          <p:nvPicPr>
            <p:cNvPr id="205" name="Picture 20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22851" y="3808422"/>
              <a:ext cx="393192" cy="731520"/>
            </a:xfrm>
            <a:prstGeom prst="rect">
              <a:avLst/>
            </a:prstGeom>
          </p:spPr>
        </p:pic>
        <p:sp>
          <p:nvSpPr>
            <p:cNvPr id="206" name="TextBox 205"/>
            <p:cNvSpPr txBox="1"/>
            <p:nvPr/>
          </p:nvSpPr>
          <p:spPr>
            <a:xfrm>
              <a:off x="1405530" y="4473245"/>
              <a:ext cx="4232139" cy="4668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pedestrian  car  motorcycle   truck</a:t>
              </a:r>
            </a:p>
          </p:txBody>
        </p:sp>
      </p:grpSp>
      <p:sp>
        <p:nvSpPr>
          <p:cNvPr id="207" name="TextBox 206"/>
          <p:cNvSpPr txBox="1"/>
          <p:nvPr/>
        </p:nvSpPr>
        <p:spPr>
          <a:xfrm>
            <a:off x="5786286" y="2694378"/>
            <a:ext cx="2864778" cy="313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E.g.           ,             ,                 ,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0725" y="1745753"/>
            <a:ext cx="57150" cy="17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658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" grpId="0"/>
      <p:bldP spid="195" grpId="0"/>
      <p:bldP spid="20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Cost function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14400" y="870297"/>
            <a:ext cx="3657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Logistic regression: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Neural network: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379488"/>
            <a:ext cx="7392924" cy="70123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2" y="3242455"/>
            <a:ext cx="7154609" cy="68408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227" y="4061461"/>
            <a:ext cx="2330006" cy="69608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654" y="2798494"/>
            <a:ext cx="1570482" cy="33375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3262" y="2798494"/>
            <a:ext cx="2834640" cy="33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589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Neural Networks: Learning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67200" y="2114550"/>
            <a:ext cx="4255345" cy="1676400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Backpropagation algorithm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838200" y="1747157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526610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Gradient computation</a:t>
            </a:r>
          </a:p>
        </p:txBody>
      </p:sp>
      <p:pic>
        <p:nvPicPr>
          <p:cNvPr id="77" name="Picture 7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882334"/>
            <a:ext cx="6741414" cy="68408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625" y="1701340"/>
            <a:ext cx="2330006" cy="69608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56027"/>
            <a:ext cx="1188720" cy="43205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838200" y="3409950"/>
            <a:ext cx="64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Need code to compute: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 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 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364" y="3909149"/>
            <a:ext cx="621792" cy="30632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664" y="4251884"/>
            <a:ext cx="1259586" cy="5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066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Gradient computation</a:t>
            </a:r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819" y="1809750"/>
            <a:ext cx="1040130" cy="276606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714948" y="84200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Given one training example (   ,    ):</a:t>
            </a:r>
          </a:p>
        </p:txBody>
      </p:sp>
      <p:pic>
        <p:nvPicPr>
          <p:cNvPr id="2" name="Picture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598" y="1034737"/>
            <a:ext cx="153162" cy="1371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780" y="1042357"/>
            <a:ext cx="144018" cy="1965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6622" y="12763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Forward propagation: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2205699"/>
            <a:ext cx="1885950" cy="27432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819" y="2613938"/>
            <a:ext cx="1723644" cy="34975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3020161"/>
            <a:ext cx="1885950" cy="27432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819" y="3405275"/>
            <a:ext cx="1723644" cy="3497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3821772"/>
            <a:ext cx="1885950" cy="27432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4203192"/>
            <a:ext cx="2916936" cy="34975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2556788"/>
            <a:ext cx="1255014" cy="406908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2557" y="3301514"/>
            <a:ext cx="1255014" cy="406908"/>
          </a:xfrm>
          <a:prstGeom prst="rect">
            <a:avLst/>
          </a:prstGeom>
        </p:spPr>
      </p:pic>
      <p:grpSp>
        <p:nvGrpSpPr>
          <p:cNvPr id="33" name="Group 32"/>
          <p:cNvGrpSpPr/>
          <p:nvPr/>
        </p:nvGrpSpPr>
        <p:grpSpPr>
          <a:xfrm>
            <a:off x="5253859" y="1759891"/>
            <a:ext cx="3055882" cy="1588057"/>
            <a:chOff x="990599" y="738216"/>
            <a:chExt cx="3381620" cy="1757334"/>
          </a:xfrm>
        </p:grpSpPr>
        <p:grpSp>
          <p:nvGrpSpPr>
            <p:cNvPr id="34" name="Group 33"/>
            <p:cNvGrpSpPr/>
            <p:nvPr/>
          </p:nvGrpSpPr>
          <p:grpSpPr>
            <a:xfrm>
              <a:off x="1239873" y="738216"/>
              <a:ext cx="2862230" cy="1432793"/>
              <a:chOff x="1905000" y="2190750"/>
              <a:chExt cx="3483917" cy="1744001"/>
            </a:xfrm>
          </p:grpSpPr>
          <p:sp>
            <p:nvSpPr>
              <p:cNvPr id="39" name="Oval 38"/>
              <p:cNvSpPr/>
              <p:nvPr/>
            </p:nvSpPr>
            <p:spPr>
              <a:xfrm>
                <a:off x="1905000" y="318349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1905000" y="284853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1905000" y="251356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/>
              <p:cNvSpPr/>
              <p:nvPr/>
            </p:nvSpPr>
            <p:spPr>
              <a:xfrm>
                <a:off x="2899779" y="2190751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/>
              <p:cNvSpPr/>
              <p:nvPr/>
            </p:nvSpPr>
            <p:spPr>
              <a:xfrm>
                <a:off x="5102454" y="236976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" name="Straight Arrow Connector 43"/>
              <p:cNvCxnSpPr>
                <a:stCxn id="41" idx="6"/>
                <a:endCxn id="42" idx="2"/>
              </p:cNvCxnSpPr>
              <p:nvPr/>
            </p:nvCxnSpPr>
            <p:spPr>
              <a:xfrm flipV="1">
                <a:off x="2191463" y="2334552"/>
                <a:ext cx="708316" cy="3228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/>
              <p:cNvCxnSpPr>
                <a:stCxn id="40" idx="6"/>
                <a:endCxn id="42" idx="2"/>
              </p:cNvCxnSpPr>
              <p:nvPr/>
            </p:nvCxnSpPr>
            <p:spPr>
              <a:xfrm flipV="1">
                <a:off x="2191463" y="2334552"/>
                <a:ext cx="708316" cy="6577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/>
              <p:cNvCxnSpPr>
                <a:stCxn id="39" idx="6"/>
                <a:endCxn id="42" idx="2"/>
              </p:cNvCxnSpPr>
              <p:nvPr/>
            </p:nvCxnSpPr>
            <p:spPr>
              <a:xfrm flipV="1">
                <a:off x="2191463" y="2334552"/>
                <a:ext cx="708316" cy="9927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/>
              <p:cNvSpPr/>
              <p:nvPr/>
            </p:nvSpPr>
            <p:spPr>
              <a:xfrm>
                <a:off x="2899778" y="2564055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Arrow Connector 47"/>
              <p:cNvCxnSpPr>
                <a:stCxn id="41" idx="6"/>
                <a:endCxn id="47" idx="2"/>
              </p:cNvCxnSpPr>
              <p:nvPr/>
            </p:nvCxnSpPr>
            <p:spPr>
              <a:xfrm>
                <a:off x="2191463" y="2657369"/>
                <a:ext cx="708315" cy="5048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/>
              <p:cNvCxnSpPr>
                <a:stCxn id="40" idx="6"/>
                <a:endCxn id="47" idx="2"/>
              </p:cNvCxnSpPr>
              <p:nvPr/>
            </p:nvCxnSpPr>
            <p:spPr>
              <a:xfrm flipV="1">
                <a:off x="2191463" y="2707856"/>
                <a:ext cx="708315" cy="2844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/>
              <p:cNvCxnSpPr>
                <a:stCxn id="39" idx="6"/>
                <a:endCxn id="47" idx="2"/>
              </p:cNvCxnSpPr>
              <p:nvPr/>
            </p:nvCxnSpPr>
            <p:spPr>
              <a:xfrm flipV="1">
                <a:off x="2191463" y="2707856"/>
                <a:ext cx="708315" cy="61944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/>
              <p:cNvSpPr/>
              <p:nvPr/>
            </p:nvSpPr>
            <p:spPr>
              <a:xfrm>
                <a:off x="2899777" y="292277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" name="Straight Arrow Connector 51"/>
              <p:cNvCxnSpPr>
                <a:stCxn id="41" idx="6"/>
                <a:endCxn id="51" idx="2"/>
              </p:cNvCxnSpPr>
              <p:nvPr/>
            </p:nvCxnSpPr>
            <p:spPr>
              <a:xfrm>
                <a:off x="2191463" y="2657369"/>
                <a:ext cx="708314" cy="40920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/>
              <p:cNvCxnSpPr>
                <a:stCxn id="40" idx="6"/>
                <a:endCxn id="51" idx="2"/>
              </p:cNvCxnSpPr>
              <p:nvPr/>
            </p:nvCxnSpPr>
            <p:spPr>
              <a:xfrm>
                <a:off x="2191463" y="2992333"/>
                <a:ext cx="708314" cy="742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/>
              <p:cNvCxnSpPr>
                <a:stCxn id="39" idx="6"/>
                <a:endCxn id="51" idx="2"/>
              </p:cNvCxnSpPr>
              <p:nvPr/>
            </p:nvCxnSpPr>
            <p:spPr>
              <a:xfrm flipV="1">
                <a:off x="2191463" y="3066578"/>
                <a:ext cx="708314" cy="2607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Oval 54"/>
              <p:cNvSpPr/>
              <p:nvPr/>
            </p:nvSpPr>
            <p:spPr>
              <a:xfrm>
                <a:off x="2899776" y="3273713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Arrow Connector 55"/>
              <p:cNvCxnSpPr>
                <a:stCxn id="41" idx="6"/>
                <a:endCxn id="55" idx="2"/>
              </p:cNvCxnSpPr>
              <p:nvPr/>
            </p:nvCxnSpPr>
            <p:spPr>
              <a:xfrm>
                <a:off x="2191463" y="2657369"/>
                <a:ext cx="708313" cy="7601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/>
              <p:cNvCxnSpPr>
                <a:stCxn id="40" idx="6"/>
                <a:endCxn id="55" idx="2"/>
              </p:cNvCxnSpPr>
              <p:nvPr/>
            </p:nvCxnSpPr>
            <p:spPr>
              <a:xfrm>
                <a:off x="2191463" y="2992333"/>
                <a:ext cx="708313" cy="4251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/>
              <p:cNvCxnSpPr>
                <a:stCxn id="39" idx="6"/>
                <a:endCxn id="55" idx="2"/>
              </p:cNvCxnSpPr>
              <p:nvPr/>
            </p:nvCxnSpPr>
            <p:spPr>
              <a:xfrm>
                <a:off x="2191463" y="3327297"/>
                <a:ext cx="708313" cy="902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Oval 58"/>
              <p:cNvSpPr/>
              <p:nvPr/>
            </p:nvSpPr>
            <p:spPr>
              <a:xfrm>
                <a:off x="2899779" y="36385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0" name="Straight Arrow Connector 59"/>
              <p:cNvCxnSpPr>
                <a:stCxn id="41" idx="6"/>
                <a:endCxn id="59" idx="2"/>
              </p:cNvCxnSpPr>
              <p:nvPr/>
            </p:nvCxnSpPr>
            <p:spPr>
              <a:xfrm>
                <a:off x="2191463" y="2657369"/>
                <a:ext cx="708316" cy="112498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/>
              <p:cNvCxnSpPr>
                <a:stCxn id="40" idx="6"/>
                <a:endCxn id="59" idx="2"/>
              </p:cNvCxnSpPr>
              <p:nvPr/>
            </p:nvCxnSpPr>
            <p:spPr>
              <a:xfrm>
                <a:off x="2191463" y="2992333"/>
                <a:ext cx="708316" cy="79001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/>
              <p:cNvCxnSpPr>
                <a:stCxn id="39" idx="6"/>
                <a:endCxn id="59" idx="2"/>
              </p:cNvCxnSpPr>
              <p:nvPr/>
            </p:nvCxnSpPr>
            <p:spPr>
              <a:xfrm>
                <a:off x="2191463" y="3327297"/>
                <a:ext cx="708316" cy="45505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/>
              <p:cNvSpPr/>
              <p:nvPr/>
            </p:nvSpPr>
            <p:spPr>
              <a:xfrm>
                <a:off x="4028197" y="21907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4" name="Straight Arrow Connector 63"/>
              <p:cNvCxnSpPr>
                <a:stCxn id="42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/>
              <p:cNvCxnSpPr>
                <a:stCxn id="47" idx="6"/>
                <a:endCxn id="63" idx="2"/>
              </p:cNvCxnSpPr>
              <p:nvPr/>
            </p:nvCxnSpPr>
            <p:spPr>
              <a:xfrm flipV="1">
                <a:off x="3186241" y="233455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/>
              <p:cNvCxnSpPr>
                <a:stCxn id="51" idx="6"/>
                <a:endCxn id="63" idx="2"/>
              </p:cNvCxnSpPr>
              <p:nvPr/>
            </p:nvCxnSpPr>
            <p:spPr>
              <a:xfrm flipV="1">
                <a:off x="3186240" y="2334551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/>
              <p:cNvCxnSpPr>
                <a:stCxn id="55" idx="6"/>
                <a:endCxn id="63" idx="2"/>
              </p:cNvCxnSpPr>
              <p:nvPr/>
            </p:nvCxnSpPr>
            <p:spPr>
              <a:xfrm flipV="1">
                <a:off x="3186239" y="2334551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/>
              <p:cNvCxnSpPr>
                <a:stCxn id="59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447800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Oval 68"/>
              <p:cNvSpPr/>
              <p:nvPr/>
            </p:nvSpPr>
            <p:spPr>
              <a:xfrm>
                <a:off x="4028196" y="256852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0" name="Straight Arrow Connector 69"/>
              <p:cNvCxnSpPr>
                <a:endCxn id="69" idx="2"/>
              </p:cNvCxnSpPr>
              <p:nvPr/>
            </p:nvCxnSpPr>
            <p:spPr>
              <a:xfrm flipV="1">
                <a:off x="3186241" y="2712329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/>
              <p:cNvCxnSpPr>
                <a:stCxn id="51" idx="6"/>
                <a:endCxn id="69" idx="2"/>
              </p:cNvCxnSpPr>
              <p:nvPr/>
            </p:nvCxnSpPr>
            <p:spPr>
              <a:xfrm flipV="1">
                <a:off x="3186240" y="2712329"/>
                <a:ext cx="841956" cy="3542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/>
              <p:cNvCxnSpPr>
                <a:endCxn id="69" idx="2"/>
              </p:cNvCxnSpPr>
              <p:nvPr/>
            </p:nvCxnSpPr>
            <p:spPr>
              <a:xfrm flipV="1">
                <a:off x="3186239" y="2712329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/>
              <p:cNvCxnSpPr>
                <a:endCxn id="69" idx="2"/>
              </p:cNvCxnSpPr>
              <p:nvPr/>
            </p:nvCxnSpPr>
            <p:spPr>
              <a:xfrm flipV="1">
                <a:off x="3186238" y="2712329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/>
              <p:cNvCxnSpPr>
                <a:stCxn id="42" idx="6"/>
                <a:endCxn id="69" idx="2"/>
              </p:cNvCxnSpPr>
              <p:nvPr/>
            </p:nvCxnSpPr>
            <p:spPr>
              <a:xfrm>
                <a:off x="3186242" y="2334552"/>
                <a:ext cx="841954" cy="3777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Oval 74"/>
              <p:cNvSpPr/>
              <p:nvPr/>
            </p:nvSpPr>
            <p:spPr>
              <a:xfrm>
                <a:off x="4030044" y="291568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6" name="Straight Arrow Connector 75"/>
              <p:cNvCxnSpPr>
                <a:endCxn id="75" idx="2"/>
              </p:cNvCxnSpPr>
              <p:nvPr/>
            </p:nvCxnSpPr>
            <p:spPr>
              <a:xfrm flipV="1">
                <a:off x="3188089" y="3059487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/>
              <p:cNvCxnSpPr>
                <a:endCxn id="75" idx="2"/>
              </p:cNvCxnSpPr>
              <p:nvPr/>
            </p:nvCxnSpPr>
            <p:spPr>
              <a:xfrm flipV="1">
                <a:off x="3188088" y="3059487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/>
              <p:cNvCxnSpPr>
                <a:endCxn id="75" idx="2"/>
              </p:cNvCxnSpPr>
              <p:nvPr/>
            </p:nvCxnSpPr>
            <p:spPr>
              <a:xfrm flipV="1">
                <a:off x="3188087" y="3059487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/>
              <p:cNvCxnSpPr>
                <a:stCxn id="47" idx="6"/>
                <a:endCxn id="75" idx="2"/>
              </p:cNvCxnSpPr>
              <p:nvPr/>
            </p:nvCxnSpPr>
            <p:spPr>
              <a:xfrm>
                <a:off x="3186241" y="2707856"/>
                <a:ext cx="843803" cy="35163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/>
              <p:cNvCxnSpPr>
                <a:stCxn id="42" idx="6"/>
                <a:endCxn id="75" idx="2"/>
              </p:cNvCxnSpPr>
              <p:nvPr/>
            </p:nvCxnSpPr>
            <p:spPr>
              <a:xfrm>
                <a:off x="3186242" y="2334552"/>
                <a:ext cx="843802" cy="72493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Oval 83"/>
              <p:cNvSpPr/>
              <p:nvPr/>
            </p:nvSpPr>
            <p:spPr>
              <a:xfrm>
                <a:off x="4028195" y="326390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Arrow Connector 84"/>
              <p:cNvCxnSpPr>
                <a:stCxn id="55" idx="6"/>
                <a:endCxn id="84" idx="2"/>
              </p:cNvCxnSpPr>
              <p:nvPr/>
            </p:nvCxnSpPr>
            <p:spPr>
              <a:xfrm flipV="1">
                <a:off x="3186239" y="3407701"/>
                <a:ext cx="841956" cy="981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/>
              <p:cNvCxnSpPr>
                <a:endCxn id="84" idx="2"/>
              </p:cNvCxnSpPr>
              <p:nvPr/>
            </p:nvCxnSpPr>
            <p:spPr>
              <a:xfrm flipV="1">
                <a:off x="3186239" y="340770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/>
              <p:cNvCxnSpPr>
                <a:stCxn id="51" idx="6"/>
                <a:endCxn id="84" idx="2"/>
              </p:cNvCxnSpPr>
              <p:nvPr/>
            </p:nvCxnSpPr>
            <p:spPr>
              <a:xfrm>
                <a:off x="3186240" y="3066578"/>
                <a:ext cx="841955" cy="34112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/>
              <p:cNvCxnSpPr>
                <a:stCxn id="47" idx="6"/>
                <a:endCxn id="84" idx="2"/>
              </p:cNvCxnSpPr>
              <p:nvPr/>
            </p:nvCxnSpPr>
            <p:spPr>
              <a:xfrm>
                <a:off x="3186241" y="2707856"/>
                <a:ext cx="841954" cy="6998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/>
              <p:cNvCxnSpPr>
                <a:stCxn id="42" idx="6"/>
                <a:endCxn id="84" idx="2"/>
              </p:cNvCxnSpPr>
              <p:nvPr/>
            </p:nvCxnSpPr>
            <p:spPr>
              <a:xfrm>
                <a:off x="3186242" y="2334552"/>
                <a:ext cx="841953" cy="10731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Oval 89"/>
              <p:cNvSpPr/>
              <p:nvPr/>
            </p:nvSpPr>
            <p:spPr>
              <a:xfrm>
                <a:off x="4028194" y="36471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1" name="Straight Arrow Connector 90"/>
              <p:cNvCxnSpPr>
                <a:endCxn id="90" idx="2"/>
              </p:cNvCxnSpPr>
              <p:nvPr/>
            </p:nvCxnSpPr>
            <p:spPr>
              <a:xfrm flipV="1">
                <a:off x="3186239" y="37909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/>
              <p:cNvCxnSpPr>
                <a:stCxn id="55" idx="6"/>
                <a:endCxn id="90" idx="2"/>
              </p:cNvCxnSpPr>
              <p:nvPr/>
            </p:nvCxnSpPr>
            <p:spPr>
              <a:xfrm>
                <a:off x="3186239" y="3417514"/>
                <a:ext cx="841955" cy="37343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/>
              <p:cNvCxnSpPr>
                <a:stCxn id="51" idx="6"/>
                <a:endCxn id="90" idx="2"/>
              </p:cNvCxnSpPr>
              <p:nvPr/>
            </p:nvCxnSpPr>
            <p:spPr>
              <a:xfrm>
                <a:off x="3186240" y="3066578"/>
                <a:ext cx="841954" cy="72437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/>
              <p:cNvCxnSpPr>
                <a:stCxn id="47" idx="6"/>
                <a:endCxn id="90" idx="2"/>
              </p:cNvCxnSpPr>
              <p:nvPr/>
            </p:nvCxnSpPr>
            <p:spPr>
              <a:xfrm>
                <a:off x="3186241" y="2707856"/>
                <a:ext cx="841953" cy="108309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/>
              <p:cNvCxnSpPr>
                <a:stCxn id="42" idx="6"/>
                <a:endCxn id="90" idx="2"/>
              </p:cNvCxnSpPr>
              <p:nvPr/>
            </p:nvCxnSpPr>
            <p:spPr>
              <a:xfrm>
                <a:off x="3186242" y="2334552"/>
                <a:ext cx="841952" cy="145639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/>
              <p:cNvCxnSpPr>
                <a:stCxn id="63" idx="6"/>
                <a:endCxn id="43" idx="2"/>
              </p:cNvCxnSpPr>
              <p:nvPr/>
            </p:nvCxnSpPr>
            <p:spPr>
              <a:xfrm>
                <a:off x="4314660" y="2334551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/>
              <p:cNvCxnSpPr>
                <a:stCxn id="69" idx="6"/>
                <a:endCxn id="43" idx="2"/>
              </p:cNvCxnSpPr>
              <p:nvPr/>
            </p:nvCxnSpPr>
            <p:spPr>
              <a:xfrm flipV="1">
                <a:off x="4314659" y="2513568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/>
              <p:cNvCxnSpPr>
                <a:stCxn id="75" idx="6"/>
                <a:endCxn id="43" idx="2"/>
              </p:cNvCxnSpPr>
              <p:nvPr/>
            </p:nvCxnSpPr>
            <p:spPr>
              <a:xfrm flipV="1">
                <a:off x="4316507" y="2513568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/>
              <p:cNvCxnSpPr>
                <a:stCxn id="84" idx="6"/>
                <a:endCxn id="43" idx="2"/>
              </p:cNvCxnSpPr>
              <p:nvPr/>
            </p:nvCxnSpPr>
            <p:spPr>
              <a:xfrm flipV="1">
                <a:off x="4314658" y="2513568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/>
              <p:cNvCxnSpPr>
                <a:stCxn id="90" idx="6"/>
                <a:endCxn id="43" idx="2"/>
              </p:cNvCxnSpPr>
              <p:nvPr/>
            </p:nvCxnSpPr>
            <p:spPr>
              <a:xfrm flipV="1">
                <a:off x="4314657" y="2513568"/>
                <a:ext cx="787797" cy="127738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Oval 100"/>
              <p:cNvSpPr/>
              <p:nvPr/>
            </p:nvSpPr>
            <p:spPr>
              <a:xfrm>
                <a:off x="5102453" y="27456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2" name="Straight Arrow Connector 101"/>
              <p:cNvCxnSpPr>
                <a:endCxn id="101" idx="2"/>
              </p:cNvCxnSpPr>
              <p:nvPr/>
            </p:nvCxnSpPr>
            <p:spPr>
              <a:xfrm>
                <a:off x="4314659" y="27104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/>
              <p:cNvCxnSpPr>
                <a:endCxn id="101" idx="2"/>
              </p:cNvCxnSpPr>
              <p:nvPr/>
            </p:nvCxnSpPr>
            <p:spPr>
              <a:xfrm flipV="1">
                <a:off x="4314658" y="28894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/>
              <p:cNvCxnSpPr>
                <a:endCxn id="101" idx="2"/>
              </p:cNvCxnSpPr>
              <p:nvPr/>
            </p:nvCxnSpPr>
            <p:spPr>
              <a:xfrm flipV="1">
                <a:off x="4316506" y="2889453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/>
              <p:cNvCxnSpPr>
                <a:endCxn id="101" idx="2"/>
              </p:cNvCxnSpPr>
              <p:nvPr/>
            </p:nvCxnSpPr>
            <p:spPr>
              <a:xfrm flipV="1">
                <a:off x="4314657" y="2889453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/>
              <p:cNvCxnSpPr>
                <a:stCxn id="63" idx="6"/>
                <a:endCxn id="101" idx="2"/>
              </p:cNvCxnSpPr>
              <p:nvPr/>
            </p:nvCxnSpPr>
            <p:spPr>
              <a:xfrm>
                <a:off x="4314660" y="2334551"/>
                <a:ext cx="787793" cy="5549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Oval 106"/>
              <p:cNvSpPr/>
              <p:nvPr/>
            </p:nvSpPr>
            <p:spPr>
              <a:xfrm>
                <a:off x="5102452" y="3088214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8" name="Straight Arrow Connector 107"/>
              <p:cNvCxnSpPr>
                <a:endCxn id="107" idx="2"/>
              </p:cNvCxnSpPr>
              <p:nvPr/>
            </p:nvCxnSpPr>
            <p:spPr>
              <a:xfrm>
                <a:off x="4314658" y="3052998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Arrow Connector 108"/>
              <p:cNvCxnSpPr>
                <a:endCxn id="107" idx="2"/>
              </p:cNvCxnSpPr>
              <p:nvPr/>
            </p:nvCxnSpPr>
            <p:spPr>
              <a:xfrm flipV="1">
                <a:off x="4314657" y="3232015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/>
              <p:cNvCxnSpPr>
                <a:endCxn id="107" idx="2"/>
              </p:cNvCxnSpPr>
              <p:nvPr/>
            </p:nvCxnSpPr>
            <p:spPr>
              <a:xfrm flipV="1">
                <a:off x="4316505" y="3232015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/>
              <p:cNvCxnSpPr>
                <a:stCxn id="69" idx="6"/>
                <a:endCxn id="107" idx="2"/>
              </p:cNvCxnSpPr>
              <p:nvPr/>
            </p:nvCxnSpPr>
            <p:spPr>
              <a:xfrm>
                <a:off x="4314659" y="2712329"/>
                <a:ext cx="787793" cy="51968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Arrow Connector 111"/>
              <p:cNvCxnSpPr>
                <a:stCxn id="63" idx="6"/>
                <a:endCxn id="107" idx="2"/>
              </p:cNvCxnSpPr>
              <p:nvPr/>
            </p:nvCxnSpPr>
            <p:spPr>
              <a:xfrm>
                <a:off x="4314660" y="2334551"/>
                <a:ext cx="787792" cy="89746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Oval 112"/>
              <p:cNvSpPr/>
              <p:nvPr/>
            </p:nvSpPr>
            <p:spPr>
              <a:xfrm>
                <a:off x="5102454" y="34505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4" name="Straight Arrow Connector 113"/>
              <p:cNvCxnSpPr>
                <a:endCxn id="113" idx="2"/>
              </p:cNvCxnSpPr>
              <p:nvPr/>
            </p:nvCxnSpPr>
            <p:spPr>
              <a:xfrm>
                <a:off x="4314660" y="34153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Arrow Connector 114"/>
              <p:cNvCxnSpPr>
                <a:endCxn id="113" idx="2"/>
              </p:cNvCxnSpPr>
              <p:nvPr/>
            </p:nvCxnSpPr>
            <p:spPr>
              <a:xfrm flipV="1">
                <a:off x="4314659" y="35943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Arrow Connector 115"/>
              <p:cNvCxnSpPr>
                <a:stCxn id="75" idx="6"/>
                <a:endCxn id="113" idx="2"/>
              </p:cNvCxnSpPr>
              <p:nvPr/>
            </p:nvCxnSpPr>
            <p:spPr>
              <a:xfrm>
                <a:off x="4316507" y="3059487"/>
                <a:ext cx="785947" cy="53486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/>
              <p:cNvCxnSpPr>
                <a:stCxn id="69" idx="6"/>
                <a:endCxn id="113" idx="2"/>
              </p:cNvCxnSpPr>
              <p:nvPr/>
            </p:nvCxnSpPr>
            <p:spPr>
              <a:xfrm>
                <a:off x="4314659" y="2712329"/>
                <a:ext cx="787795" cy="88202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Arrow Connector 117"/>
              <p:cNvCxnSpPr>
                <a:stCxn id="63" idx="6"/>
                <a:endCxn id="113" idx="2"/>
              </p:cNvCxnSpPr>
              <p:nvPr/>
            </p:nvCxnSpPr>
            <p:spPr>
              <a:xfrm>
                <a:off x="4314660" y="2334551"/>
                <a:ext cx="787794" cy="12598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/>
            <p:cNvSpPr txBox="1"/>
            <p:nvPr/>
          </p:nvSpPr>
          <p:spPr>
            <a:xfrm>
              <a:off x="99059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1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78701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2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715597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3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596641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4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0CBAF29-4824-D4DB-D2A5-7E8DDB01B33D}"/>
              </a:ext>
            </a:extLst>
          </p:cNvPr>
          <p:cNvSpPr/>
          <p:nvPr/>
        </p:nvSpPr>
        <p:spPr>
          <a:xfrm>
            <a:off x="1066800" y="2172360"/>
            <a:ext cx="3505200" cy="2590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B696D90-15BF-8DC8-2DAD-47754189DF40}"/>
                  </a:ext>
                </a:extLst>
              </p:cNvPr>
              <p:cNvSpPr txBox="1"/>
              <p:nvPr/>
            </p:nvSpPr>
            <p:spPr>
              <a:xfrm>
                <a:off x="5265270" y="1535119"/>
                <a:ext cx="677813" cy="4129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B696D90-15BF-8DC8-2DAD-47754189DF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5270" y="1535119"/>
                <a:ext cx="677813" cy="41293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5161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95CE4-193E-C3D9-BAB0-91CFCFC2A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5DBBAC-063F-2F94-B993-252A139AC087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Gradient computation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25D3F7-545B-C86E-5A96-422C80B662A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819" y="1809750"/>
            <a:ext cx="1040130" cy="276606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298A66F5-ABCC-0656-E3BA-3ADF8D18602D}"/>
              </a:ext>
            </a:extLst>
          </p:cNvPr>
          <p:cNvSpPr txBox="1"/>
          <p:nvPr/>
        </p:nvSpPr>
        <p:spPr>
          <a:xfrm>
            <a:off x="714948" y="84200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Given one training example (   ,    ):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66ABA1-6C48-B3D7-D348-8CCADFA53BE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598" y="1034737"/>
            <a:ext cx="153162" cy="1371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1E8F99-025F-190E-0775-5AD0838A1AC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780" y="1042357"/>
            <a:ext cx="144018" cy="1965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8CFAE27-2928-4EAC-F898-477929F27DCD}"/>
              </a:ext>
            </a:extLst>
          </p:cNvPr>
          <p:cNvSpPr txBox="1"/>
          <p:nvPr/>
        </p:nvSpPr>
        <p:spPr>
          <a:xfrm>
            <a:off x="716622" y="12763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Forward propagation: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36E5CE-2E83-6C3B-CD5A-3C81D09EF51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2205699"/>
            <a:ext cx="1885950" cy="2743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6B9731-9E5D-0735-FE34-F97CB613118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819" y="2613938"/>
            <a:ext cx="1723644" cy="3497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55BE8D-AA80-8C9E-A168-A65FF41B706A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3020161"/>
            <a:ext cx="1885950" cy="27432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C36590D-1645-F159-4E0E-52569F1D86CF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819" y="3405275"/>
            <a:ext cx="1723644" cy="3497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D931ED-7E6B-AD76-1B8A-6F4FC2A4BC4B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3821772"/>
            <a:ext cx="1885950" cy="274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76B699C-9AD6-94FC-3FE6-6B440E2BCD62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4203192"/>
            <a:ext cx="2916936" cy="34975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8D92166-7FB7-9104-BC48-73BB8D50DD0E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2556788"/>
            <a:ext cx="1255014" cy="40690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9B6BDFF-FFB9-57CE-06A5-BEDCA0BBB219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2557" y="3301514"/>
            <a:ext cx="1255014" cy="406908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8F6E33C6-6E0D-6D74-8E47-9DCDBF8399D4}"/>
              </a:ext>
            </a:extLst>
          </p:cNvPr>
          <p:cNvGrpSpPr/>
          <p:nvPr/>
        </p:nvGrpSpPr>
        <p:grpSpPr>
          <a:xfrm>
            <a:off x="5253859" y="1759891"/>
            <a:ext cx="3055882" cy="1588057"/>
            <a:chOff x="990599" y="738216"/>
            <a:chExt cx="3381620" cy="175733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0D6EFBB-4C5F-5AD0-1711-CC6516339849}"/>
                </a:ext>
              </a:extLst>
            </p:cNvPr>
            <p:cNvGrpSpPr/>
            <p:nvPr/>
          </p:nvGrpSpPr>
          <p:grpSpPr>
            <a:xfrm>
              <a:off x="1239873" y="738216"/>
              <a:ext cx="2862230" cy="1432793"/>
              <a:chOff x="1905000" y="2190750"/>
              <a:chExt cx="3483917" cy="1744001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68C2537D-F2CB-906C-2075-F4CED778540D}"/>
                  </a:ext>
                </a:extLst>
              </p:cNvPr>
              <p:cNvSpPr/>
              <p:nvPr/>
            </p:nvSpPr>
            <p:spPr>
              <a:xfrm>
                <a:off x="1905000" y="318349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30167093-AAFB-BFCE-C2D0-0A635FA55032}"/>
                  </a:ext>
                </a:extLst>
              </p:cNvPr>
              <p:cNvSpPr/>
              <p:nvPr/>
            </p:nvSpPr>
            <p:spPr>
              <a:xfrm>
                <a:off x="1905000" y="284853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2BD4DF23-D1E5-B698-3CF9-980F3174A41C}"/>
                  </a:ext>
                </a:extLst>
              </p:cNvPr>
              <p:cNvSpPr/>
              <p:nvPr/>
            </p:nvSpPr>
            <p:spPr>
              <a:xfrm>
                <a:off x="1905000" y="251356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A607EFE-87C8-4091-F6CA-4D2E8F362555}"/>
                  </a:ext>
                </a:extLst>
              </p:cNvPr>
              <p:cNvSpPr/>
              <p:nvPr/>
            </p:nvSpPr>
            <p:spPr>
              <a:xfrm>
                <a:off x="2899779" y="2190751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D84A178A-C43B-A7E5-4DCA-C8EE2E1E9D35}"/>
                  </a:ext>
                </a:extLst>
              </p:cNvPr>
              <p:cNvSpPr/>
              <p:nvPr/>
            </p:nvSpPr>
            <p:spPr>
              <a:xfrm>
                <a:off x="5102454" y="236976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E4B8801D-51F7-E5BB-8012-725374E01FF9}"/>
                  </a:ext>
                </a:extLst>
              </p:cNvPr>
              <p:cNvCxnSpPr>
                <a:stCxn id="41" idx="6"/>
                <a:endCxn id="42" idx="2"/>
              </p:cNvCxnSpPr>
              <p:nvPr/>
            </p:nvCxnSpPr>
            <p:spPr>
              <a:xfrm flipV="1">
                <a:off x="2191463" y="2334552"/>
                <a:ext cx="708316" cy="3228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D0E0EEEE-F802-EB69-4571-14141E4225A0}"/>
                  </a:ext>
                </a:extLst>
              </p:cNvPr>
              <p:cNvCxnSpPr>
                <a:stCxn id="40" idx="6"/>
                <a:endCxn id="42" idx="2"/>
              </p:cNvCxnSpPr>
              <p:nvPr/>
            </p:nvCxnSpPr>
            <p:spPr>
              <a:xfrm flipV="1">
                <a:off x="2191463" y="2334552"/>
                <a:ext cx="708316" cy="6577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0C3A6D6C-CA7F-31FD-B3AE-2ED2B357EDA8}"/>
                  </a:ext>
                </a:extLst>
              </p:cNvPr>
              <p:cNvCxnSpPr>
                <a:stCxn id="39" idx="6"/>
                <a:endCxn id="42" idx="2"/>
              </p:cNvCxnSpPr>
              <p:nvPr/>
            </p:nvCxnSpPr>
            <p:spPr>
              <a:xfrm flipV="1">
                <a:off x="2191463" y="2334552"/>
                <a:ext cx="708316" cy="9927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1879A1CA-9200-3386-B217-1A9B8EE93AF8}"/>
                  </a:ext>
                </a:extLst>
              </p:cNvPr>
              <p:cNvSpPr/>
              <p:nvPr/>
            </p:nvSpPr>
            <p:spPr>
              <a:xfrm>
                <a:off x="2899778" y="2564055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59795D82-5D38-05AD-46FD-B6549AB51148}"/>
                  </a:ext>
                </a:extLst>
              </p:cNvPr>
              <p:cNvCxnSpPr>
                <a:stCxn id="41" idx="6"/>
                <a:endCxn id="47" idx="2"/>
              </p:cNvCxnSpPr>
              <p:nvPr/>
            </p:nvCxnSpPr>
            <p:spPr>
              <a:xfrm>
                <a:off x="2191463" y="2657369"/>
                <a:ext cx="708315" cy="5048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3D50D1B1-8880-3A1B-000F-0B08225BD21E}"/>
                  </a:ext>
                </a:extLst>
              </p:cNvPr>
              <p:cNvCxnSpPr>
                <a:stCxn id="40" idx="6"/>
                <a:endCxn id="47" idx="2"/>
              </p:cNvCxnSpPr>
              <p:nvPr/>
            </p:nvCxnSpPr>
            <p:spPr>
              <a:xfrm flipV="1">
                <a:off x="2191463" y="2707856"/>
                <a:ext cx="708315" cy="2844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D56A0C26-31E6-2510-3845-E3D0EF769B18}"/>
                  </a:ext>
                </a:extLst>
              </p:cNvPr>
              <p:cNvCxnSpPr>
                <a:stCxn id="39" idx="6"/>
                <a:endCxn id="47" idx="2"/>
              </p:cNvCxnSpPr>
              <p:nvPr/>
            </p:nvCxnSpPr>
            <p:spPr>
              <a:xfrm flipV="1">
                <a:off x="2191463" y="2707856"/>
                <a:ext cx="708315" cy="61944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02FC7104-D3DC-C9EB-8481-58421A54A3CB}"/>
                  </a:ext>
                </a:extLst>
              </p:cNvPr>
              <p:cNvSpPr/>
              <p:nvPr/>
            </p:nvSpPr>
            <p:spPr>
              <a:xfrm>
                <a:off x="2899777" y="292277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706FB388-2578-89D1-6F5C-6A7C4DBB7AA3}"/>
                  </a:ext>
                </a:extLst>
              </p:cNvPr>
              <p:cNvCxnSpPr>
                <a:stCxn id="41" idx="6"/>
                <a:endCxn id="51" idx="2"/>
              </p:cNvCxnSpPr>
              <p:nvPr/>
            </p:nvCxnSpPr>
            <p:spPr>
              <a:xfrm>
                <a:off x="2191463" y="2657369"/>
                <a:ext cx="708314" cy="40920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F2BA95D2-4435-69A5-DCC2-FFD916072C87}"/>
                  </a:ext>
                </a:extLst>
              </p:cNvPr>
              <p:cNvCxnSpPr>
                <a:stCxn id="40" idx="6"/>
                <a:endCxn id="51" idx="2"/>
              </p:cNvCxnSpPr>
              <p:nvPr/>
            </p:nvCxnSpPr>
            <p:spPr>
              <a:xfrm>
                <a:off x="2191463" y="2992333"/>
                <a:ext cx="708314" cy="742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EF4AD877-028E-0A31-D591-26B2A34A15E4}"/>
                  </a:ext>
                </a:extLst>
              </p:cNvPr>
              <p:cNvCxnSpPr>
                <a:stCxn id="39" idx="6"/>
                <a:endCxn id="51" idx="2"/>
              </p:cNvCxnSpPr>
              <p:nvPr/>
            </p:nvCxnSpPr>
            <p:spPr>
              <a:xfrm flipV="1">
                <a:off x="2191463" y="3066578"/>
                <a:ext cx="708314" cy="2607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2BBEBE93-0FF3-C60B-90FC-286CC85739D9}"/>
                  </a:ext>
                </a:extLst>
              </p:cNvPr>
              <p:cNvSpPr/>
              <p:nvPr/>
            </p:nvSpPr>
            <p:spPr>
              <a:xfrm>
                <a:off x="2899776" y="3273713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13375CF8-3D81-615A-2FA2-1C30431EDE6A}"/>
                  </a:ext>
                </a:extLst>
              </p:cNvPr>
              <p:cNvCxnSpPr>
                <a:stCxn id="41" idx="6"/>
                <a:endCxn id="55" idx="2"/>
              </p:cNvCxnSpPr>
              <p:nvPr/>
            </p:nvCxnSpPr>
            <p:spPr>
              <a:xfrm>
                <a:off x="2191463" y="2657369"/>
                <a:ext cx="708313" cy="7601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A8F7A2EA-12ED-8625-E84A-FEF94CEC2603}"/>
                  </a:ext>
                </a:extLst>
              </p:cNvPr>
              <p:cNvCxnSpPr>
                <a:stCxn id="40" idx="6"/>
                <a:endCxn id="55" idx="2"/>
              </p:cNvCxnSpPr>
              <p:nvPr/>
            </p:nvCxnSpPr>
            <p:spPr>
              <a:xfrm>
                <a:off x="2191463" y="2992333"/>
                <a:ext cx="708313" cy="4251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6C0537AF-63D4-25E8-BC13-B3D2151B3C43}"/>
                  </a:ext>
                </a:extLst>
              </p:cNvPr>
              <p:cNvCxnSpPr>
                <a:stCxn id="39" idx="6"/>
                <a:endCxn id="55" idx="2"/>
              </p:cNvCxnSpPr>
              <p:nvPr/>
            </p:nvCxnSpPr>
            <p:spPr>
              <a:xfrm>
                <a:off x="2191463" y="3327297"/>
                <a:ext cx="708313" cy="902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CF7D9551-C402-CC28-D95E-D4253277E868}"/>
                  </a:ext>
                </a:extLst>
              </p:cNvPr>
              <p:cNvSpPr/>
              <p:nvPr/>
            </p:nvSpPr>
            <p:spPr>
              <a:xfrm>
                <a:off x="2899779" y="36385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4473A035-460B-B79F-D722-27FFF0F63964}"/>
                  </a:ext>
                </a:extLst>
              </p:cNvPr>
              <p:cNvCxnSpPr>
                <a:stCxn id="41" idx="6"/>
                <a:endCxn id="59" idx="2"/>
              </p:cNvCxnSpPr>
              <p:nvPr/>
            </p:nvCxnSpPr>
            <p:spPr>
              <a:xfrm>
                <a:off x="2191463" y="2657369"/>
                <a:ext cx="708316" cy="112498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0AFC68CD-E80F-3D66-B0D3-32D657F76A1B}"/>
                  </a:ext>
                </a:extLst>
              </p:cNvPr>
              <p:cNvCxnSpPr>
                <a:stCxn id="40" idx="6"/>
                <a:endCxn id="59" idx="2"/>
              </p:cNvCxnSpPr>
              <p:nvPr/>
            </p:nvCxnSpPr>
            <p:spPr>
              <a:xfrm>
                <a:off x="2191463" y="2992333"/>
                <a:ext cx="708316" cy="79001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D1E2A893-BE58-B156-CC3B-E5C4DC505FA0}"/>
                  </a:ext>
                </a:extLst>
              </p:cNvPr>
              <p:cNvCxnSpPr>
                <a:stCxn id="39" idx="6"/>
                <a:endCxn id="59" idx="2"/>
              </p:cNvCxnSpPr>
              <p:nvPr/>
            </p:nvCxnSpPr>
            <p:spPr>
              <a:xfrm>
                <a:off x="2191463" y="3327297"/>
                <a:ext cx="708316" cy="45505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2F768950-46CE-B8C1-5640-A86A98E4C6AD}"/>
                  </a:ext>
                </a:extLst>
              </p:cNvPr>
              <p:cNvSpPr/>
              <p:nvPr/>
            </p:nvSpPr>
            <p:spPr>
              <a:xfrm>
                <a:off x="4028197" y="21907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C08A3752-E036-FAC9-B802-B6A4613ACF94}"/>
                  </a:ext>
                </a:extLst>
              </p:cNvPr>
              <p:cNvCxnSpPr>
                <a:stCxn id="42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27B86098-534B-3841-E2EC-9B752F0EAB4D}"/>
                  </a:ext>
                </a:extLst>
              </p:cNvPr>
              <p:cNvCxnSpPr>
                <a:stCxn id="47" idx="6"/>
                <a:endCxn id="63" idx="2"/>
              </p:cNvCxnSpPr>
              <p:nvPr/>
            </p:nvCxnSpPr>
            <p:spPr>
              <a:xfrm flipV="1">
                <a:off x="3186241" y="233455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04040A9B-23BC-CFC0-73F9-3E336DC6D1F1}"/>
                  </a:ext>
                </a:extLst>
              </p:cNvPr>
              <p:cNvCxnSpPr>
                <a:stCxn id="51" idx="6"/>
                <a:endCxn id="63" idx="2"/>
              </p:cNvCxnSpPr>
              <p:nvPr/>
            </p:nvCxnSpPr>
            <p:spPr>
              <a:xfrm flipV="1">
                <a:off x="3186240" y="2334551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7D20E381-998D-C852-5B51-91958A6E3C69}"/>
                  </a:ext>
                </a:extLst>
              </p:cNvPr>
              <p:cNvCxnSpPr>
                <a:stCxn id="55" idx="6"/>
                <a:endCxn id="63" idx="2"/>
              </p:cNvCxnSpPr>
              <p:nvPr/>
            </p:nvCxnSpPr>
            <p:spPr>
              <a:xfrm flipV="1">
                <a:off x="3186239" y="2334551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386DE50F-B780-F330-C3C1-FF36D574314A}"/>
                  </a:ext>
                </a:extLst>
              </p:cNvPr>
              <p:cNvCxnSpPr>
                <a:stCxn id="59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447800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1B3D31B9-EDDC-5B84-38E8-0CDAFC8C07A2}"/>
                  </a:ext>
                </a:extLst>
              </p:cNvPr>
              <p:cNvSpPr/>
              <p:nvPr/>
            </p:nvSpPr>
            <p:spPr>
              <a:xfrm>
                <a:off x="4028196" y="256852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6F1F2378-3A56-1E94-6CD5-BA41E3A3710B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41" y="2712329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2DFF9F0E-3198-20DB-F1DB-23737521E155}"/>
                  </a:ext>
                </a:extLst>
              </p:cNvPr>
              <p:cNvCxnSpPr>
                <a:stCxn id="51" idx="6"/>
                <a:endCxn id="69" idx="2"/>
              </p:cNvCxnSpPr>
              <p:nvPr/>
            </p:nvCxnSpPr>
            <p:spPr>
              <a:xfrm flipV="1">
                <a:off x="3186240" y="2712329"/>
                <a:ext cx="841956" cy="3542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43187B48-430C-1FA3-B2A1-7B570C87525D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9" y="2712329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3FB1BACA-535B-F11C-C1E3-DE8636D96719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8" y="2712329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BE4F88B3-5218-F49D-6DDF-ACB845FBFD2F}"/>
                  </a:ext>
                </a:extLst>
              </p:cNvPr>
              <p:cNvCxnSpPr>
                <a:stCxn id="42" idx="6"/>
                <a:endCxn id="69" idx="2"/>
              </p:cNvCxnSpPr>
              <p:nvPr/>
            </p:nvCxnSpPr>
            <p:spPr>
              <a:xfrm>
                <a:off x="3186242" y="2334552"/>
                <a:ext cx="841954" cy="3777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B20723F8-93A3-4B6A-5F55-E9E85B73EA7A}"/>
                  </a:ext>
                </a:extLst>
              </p:cNvPr>
              <p:cNvSpPr/>
              <p:nvPr/>
            </p:nvSpPr>
            <p:spPr>
              <a:xfrm>
                <a:off x="4030044" y="291568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05CA495B-78C5-47BF-AA85-52F960C28249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9" y="3059487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7EB3376C-15E1-7EFD-8C46-D1ADFB6D7D33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8" y="3059487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2F41B0A0-D084-A1DF-465A-6A29B7BFB720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7" y="3059487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A92FFC2E-BD69-780C-D4B4-7FC174B4C871}"/>
                  </a:ext>
                </a:extLst>
              </p:cNvPr>
              <p:cNvCxnSpPr>
                <a:stCxn id="47" idx="6"/>
                <a:endCxn id="75" idx="2"/>
              </p:cNvCxnSpPr>
              <p:nvPr/>
            </p:nvCxnSpPr>
            <p:spPr>
              <a:xfrm>
                <a:off x="3186241" y="2707856"/>
                <a:ext cx="843803" cy="35163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4904A59F-C01E-FA81-9ECE-6B77D72011ED}"/>
                  </a:ext>
                </a:extLst>
              </p:cNvPr>
              <p:cNvCxnSpPr>
                <a:stCxn id="42" idx="6"/>
                <a:endCxn id="75" idx="2"/>
              </p:cNvCxnSpPr>
              <p:nvPr/>
            </p:nvCxnSpPr>
            <p:spPr>
              <a:xfrm>
                <a:off x="3186242" y="2334552"/>
                <a:ext cx="843802" cy="72493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BAB8D528-8E1B-6839-F037-D52B9860FBBF}"/>
                  </a:ext>
                </a:extLst>
              </p:cNvPr>
              <p:cNvSpPr/>
              <p:nvPr/>
            </p:nvSpPr>
            <p:spPr>
              <a:xfrm>
                <a:off x="4028195" y="326390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97A86DED-04E9-C2C5-21A3-D776272FFED1}"/>
                  </a:ext>
                </a:extLst>
              </p:cNvPr>
              <p:cNvCxnSpPr>
                <a:stCxn id="55" idx="6"/>
                <a:endCxn id="84" idx="2"/>
              </p:cNvCxnSpPr>
              <p:nvPr/>
            </p:nvCxnSpPr>
            <p:spPr>
              <a:xfrm flipV="1">
                <a:off x="3186239" y="3407701"/>
                <a:ext cx="841956" cy="981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65597DA5-9CA1-C43F-7772-8345FAAE5A1D}"/>
                  </a:ext>
                </a:extLst>
              </p:cNvPr>
              <p:cNvCxnSpPr>
                <a:endCxn id="84" idx="2"/>
              </p:cNvCxnSpPr>
              <p:nvPr/>
            </p:nvCxnSpPr>
            <p:spPr>
              <a:xfrm flipV="1">
                <a:off x="3186239" y="340770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0CAC20C6-A1FA-BD1D-9D5C-92C161F9D9A6}"/>
                  </a:ext>
                </a:extLst>
              </p:cNvPr>
              <p:cNvCxnSpPr>
                <a:stCxn id="51" idx="6"/>
                <a:endCxn id="84" idx="2"/>
              </p:cNvCxnSpPr>
              <p:nvPr/>
            </p:nvCxnSpPr>
            <p:spPr>
              <a:xfrm>
                <a:off x="3186240" y="3066578"/>
                <a:ext cx="841955" cy="34112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7A4DB866-4A1C-1743-F733-0CD93DC8F73E}"/>
                  </a:ext>
                </a:extLst>
              </p:cNvPr>
              <p:cNvCxnSpPr>
                <a:stCxn id="47" idx="6"/>
                <a:endCxn id="84" idx="2"/>
              </p:cNvCxnSpPr>
              <p:nvPr/>
            </p:nvCxnSpPr>
            <p:spPr>
              <a:xfrm>
                <a:off x="3186241" y="2707856"/>
                <a:ext cx="841954" cy="6998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07C9E803-4BF5-A6CE-E163-CCA97B37369D}"/>
                  </a:ext>
                </a:extLst>
              </p:cNvPr>
              <p:cNvCxnSpPr>
                <a:stCxn id="42" idx="6"/>
                <a:endCxn id="84" idx="2"/>
              </p:cNvCxnSpPr>
              <p:nvPr/>
            </p:nvCxnSpPr>
            <p:spPr>
              <a:xfrm>
                <a:off x="3186242" y="2334552"/>
                <a:ext cx="841953" cy="10731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43B99041-E544-596A-240A-4C9072F6F22B}"/>
                  </a:ext>
                </a:extLst>
              </p:cNvPr>
              <p:cNvSpPr/>
              <p:nvPr/>
            </p:nvSpPr>
            <p:spPr>
              <a:xfrm>
                <a:off x="4028194" y="36471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B741676A-7A89-462A-0E89-0B3033F62C0D}"/>
                  </a:ext>
                </a:extLst>
              </p:cNvPr>
              <p:cNvCxnSpPr>
                <a:endCxn id="90" idx="2"/>
              </p:cNvCxnSpPr>
              <p:nvPr/>
            </p:nvCxnSpPr>
            <p:spPr>
              <a:xfrm flipV="1">
                <a:off x="3186239" y="37909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1835E045-F4D5-4D60-132F-7ED6C09B1572}"/>
                  </a:ext>
                </a:extLst>
              </p:cNvPr>
              <p:cNvCxnSpPr>
                <a:stCxn id="55" idx="6"/>
                <a:endCxn id="90" idx="2"/>
              </p:cNvCxnSpPr>
              <p:nvPr/>
            </p:nvCxnSpPr>
            <p:spPr>
              <a:xfrm>
                <a:off x="3186239" y="3417514"/>
                <a:ext cx="841955" cy="37343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53638703-020F-A307-0055-FA8846E5D8FC}"/>
                  </a:ext>
                </a:extLst>
              </p:cNvPr>
              <p:cNvCxnSpPr>
                <a:stCxn id="51" idx="6"/>
                <a:endCxn id="90" idx="2"/>
              </p:cNvCxnSpPr>
              <p:nvPr/>
            </p:nvCxnSpPr>
            <p:spPr>
              <a:xfrm>
                <a:off x="3186240" y="3066578"/>
                <a:ext cx="841954" cy="72437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DFFB0FCE-EB38-0E63-582C-B93243F2C56C}"/>
                  </a:ext>
                </a:extLst>
              </p:cNvPr>
              <p:cNvCxnSpPr>
                <a:stCxn id="47" idx="6"/>
                <a:endCxn id="90" idx="2"/>
              </p:cNvCxnSpPr>
              <p:nvPr/>
            </p:nvCxnSpPr>
            <p:spPr>
              <a:xfrm>
                <a:off x="3186241" y="2707856"/>
                <a:ext cx="841953" cy="108309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4747BDF3-C8A6-7869-E351-922EB52F940B}"/>
                  </a:ext>
                </a:extLst>
              </p:cNvPr>
              <p:cNvCxnSpPr>
                <a:stCxn id="42" idx="6"/>
                <a:endCxn id="90" idx="2"/>
              </p:cNvCxnSpPr>
              <p:nvPr/>
            </p:nvCxnSpPr>
            <p:spPr>
              <a:xfrm>
                <a:off x="3186242" y="2334552"/>
                <a:ext cx="841952" cy="145639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902E0BAE-BCA5-2510-5465-A7D1A3F134BB}"/>
                  </a:ext>
                </a:extLst>
              </p:cNvPr>
              <p:cNvCxnSpPr>
                <a:stCxn id="63" idx="6"/>
                <a:endCxn id="43" idx="2"/>
              </p:cNvCxnSpPr>
              <p:nvPr/>
            </p:nvCxnSpPr>
            <p:spPr>
              <a:xfrm>
                <a:off x="4314660" y="2334551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454B3E80-295C-EE84-2C19-75C50855F461}"/>
                  </a:ext>
                </a:extLst>
              </p:cNvPr>
              <p:cNvCxnSpPr>
                <a:stCxn id="69" idx="6"/>
                <a:endCxn id="43" idx="2"/>
              </p:cNvCxnSpPr>
              <p:nvPr/>
            </p:nvCxnSpPr>
            <p:spPr>
              <a:xfrm flipV="1">
                <a:off x="4314659" y="2513568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6A63F6A0-9660-3F5D-42C5-3D52EA2A9768}"/>
                  </a:ext>
                </a:extLst>
              </p:cNvPr>
              <p:cNvCxnSpPr>
                <a:stCxn id="75" idx="6"/>
                <a:endCxn id="43" idx="2"/>
              </p:cNvCxnSpPr>
              <p:nvPr/>
            </p:nvCxnSpPr>
            <p:spPr>
              <a:xfrm flipV="1">
                <a:off x="4316507" y="2513568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384589D0-4D46-D8DC-C8C1-EF3D0DF83B29}"/>
                  </a:ext>
                </a:extLst>
              </p:cNvPr>
              <p:cNvCxnSpPr>
                <a:stCxn id="84" idx="6"/>
                <a:endCxn id="43" idx="2"/>
              </p:cNvCxnSpPr>
              <p:nvPr/>
            </p:nvCxnSpPr>
            <p:spPr>
              <a:xfrm flipV="1">
                <a:off x="4314658" y="2513568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B0906DC0-7F73-67A7-1452-BDDF2744E979}"/>
                  </a:ext>
                </a:extLst>
              </p:cNvPr>
              <p:cNvCxnSpPr>
                <a:stCxn id="90" idx="6"/>
                <a:endCxn id="43" idx="2"/>
              </p:cNvCxnSpPr>
              <p:nvPr/>
            </p:nvCxnSpPr>
            <p:spPr>
              <a:xfrm flipV="1">
                <a:off x="4314657" y="2513568"/>
                <a:ext cx="787797" cy="127738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F7AFD5FD-6CE0-E49B-EBD3-7B78938CC7FA}"/>
                  </a:ext>
                </a:extLst>
              </p:cNvPr>
              <p:cNvSpPr/>
              <p:nvPr/>
            </p:nvSpPr>
            <p:spPr>
              <a:xfrm>
                <a:off x="5102453" y="27456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3961E736-8FEA-63AF-92E9-679BB4CBA1A7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>
                <a:off x="4314659" y="27104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FE55FC49-D8B6-4672-DB28-B14080B28875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8" y="28894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4AF291FF-E35C-A998-6A95-E8D1D954824E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6506" y="2889453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5D68DE45-ED23-4A72-7A60-70E30552141A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7" y="2889453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4C2B0AAB-399E-88DD-C760-24D4BE735EE8}"/>
                  </a:ext>
                </a:extLst>
              </p:cNvPr>
              <p:cNvCxnSpPr>
                <a:stCxn id="63" idx="6"/>
                <a:endCxn id="101" idx="2"/>
              </p:cNvCxnSpPr>
              <p:nvPr/>
            </p:nvCxnSpPr>
            <p:spPr>
              <a:xfrm>
                <a:off x="4314660" y="2334551"/>
                <a:ext cx="787793" cy="5549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2475B3A1-821C-B49E-C150-211513C1636A}"/>
                  </a:ext>
                </a:extLst>
              </p:cNvPr>
              <p:cNvSpPr/>
              <p:nvPr/>
            </p:nvSpPr>
            <p:spPr>
              <a:xfrm>
                <a:off x="5102452" y="3088214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E36406C9-927C-F68A-C6D8-5A5F566A8572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>
                <a:off x="4314658" y="3052998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54BAA32D-DE5C-35EF-BCAA-0CC67CE533AC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4657" y="3232015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FE4C1931-B190-8AD9-65DD-2A93845B06B6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6505" y="3232015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26276E65-BD58-E147-A2DB-21F5FB6DB37A}"/>
                  </a:ext>
                </a:extLst>
              </p:cNvPr>
              <p:cNvCxnSpPr>
                <a:stCxn id="69" idx="6"/>
                <a:endCxn id="107" idx="2"/>
              </p:cNvCxnSpPr>
              <p:nvPr/>
            </p:nvCxnSpPr>
            <p:spPr>
              <a:xfrm>
                <a:off x="4314659" y="2712329"/>
                <a:ext cx="787793" cy="51968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FA1C3742-23C1-1261-653D-B59D0663AD49}"/>
                  </a:ext>
                </a:extLst>
              </p:cNvPr>
              <p:cNvCxnSpPr>
                <a:stCxn id="63" idx="6"/>
                <a:endCxn id="107" idx="2"/>
              </p:cNvCxnSpPr>
              <p:nvPr/>
            </p:nvCxnSpPr>
            <p:spPr>
              <a:xfrm>
                <a:off x="4314660" y="2334551"/>
                <a:ext cx="787792" cy="89746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9132476-B4BE-C951-F6A1-99945ADC729E}"/>
                  </a:ext>
                </a:extLst>
              </p:cNvPr>
              <p:cNvSpPr/>
              <p:nvPr/>
            </p:nvSpPr>
            <p:spPr>
              <a:xfrm>
                <a:off x="5102454" y="34505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CB4F3441-C559-007C-78B3-B8759074DAFD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>
                <a:off x="4314660" y="34153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C081E2A3-996F-A2C2-3C94-63266009FA1A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 flipV="1">
                <a:off x="4314659" y="35943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DD661973-4E98-CEC7-4C45-632D37173C5E}"/>
                  </a:ext>
                </a:extLst>
              </p:cNvPr>
              <p:cNvCxnSpPr>
                <a:stCxn id="75" idx="6"/>
                <a:endCxn id="113" idx="2"/>
              </p:cNvCxnSpPr>
              <p:nvPr/>
            </p:nvCxnSpPr>
            <p:spPr>
              <a:xfrm>
                <a:off x="4316507" y="3059487"/>
                <a:ext cx="785947" cy="53486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EF487ED6-0F25-7E80-01B2-7B0AD2A37DCC}"/>
                  </a:ext>
                </a:extLst>
              </p:cNvPr>
              <p:cNvCxnSpPr>
                <a:stCxn id="69" idx="6"/>
                <a:endCxn id="113" idx="2"/>
              </p:cNvCxnSpPr>
              <p:nvPr/>
            </p:nvCxnSpPr>
            <p:spPr>
              <a:xfrm>
                <a:off x="4314659" y="2712329"/>
                <a:ext cx="787795" cy="88202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Arrow Connector 117">
                <a:extLst>
                  <a:ext uri="{FF2B5EF4-FFF2-40B4-BE49-F238E27FC236}">
                    <a16:creationId xmlns:a16="http://schemas.microsoft.com/office/drawing/2014/main" id="{07EA614F-A6B5-D315-7F00-3ABF74F8384D}"/>
                  </a:ext>
                </a:extLst>
              </p:cNvPr>
              <p:cNvCxnSpPr>
                <a:stCxn id="63" idx="6"/>
                <a:endCxn id="113" idx="2"/>
              </p:cNvCxnSpPr>
              <p:nvPr/>
            </p:nvCxnSpPr>
            <p:spPr>
              <a:xfrm>
                <a:off x="4314660" y="2334551"/>
                <a:ext cx="787794" cy="12598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5DC942A-6AD4-B7A7-3BC5-B3D5293BAFDD}"/>
                </a:ext>
              </a:extLst>
            </p:cNvPr>
            <p:cNvSpPr txBox="1"/>
            <p:nvPr/>
          </p:nvSpPr>
          <p:spPr>
            <a:xfrm>
              <a:off x="99059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5CF1145-ED51-4F22-F5BB-B0F5408B9898}"/>
                </a:ext>
              </a:extLst>
            </p:cNvPr>
            <p:cNvSpPr txBox="1"/>
            <p:nvPr/>
          </p:nvSpPr>
          <p:spPr>
            <a:xfrm>
              <a:off x="178701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ABD42BC-5EC7-49AC-0077-9F2865144834}"/>
                </a:ext>
              </a:extLst>
            </p:cNvPr>
            <p:cNvSpPr txBox="1"/>
            <p:nvPr/>
          </p:nvSpPr>
          <p:spPr>
            <a:xfrm>
              <a:off x="2715597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C03E39D-E5ED-F377-28F4-D24FDE0D05B4}"/>
                </a:ext>
              </a:extLst>
            </p:cNvPr>
            <p:cNvSpPr txBox="1"/>
            <p:nvPr/>
          </p:nvSpPr>
          <p:spPr>
            <a:xfrm>
              <a:off x="3596641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4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DFE34623-1366-73BB-8572-6CDC2E3EC812}"/>
              </a:ext>
            </a:extLst>
          </p:cNvPr>
          <p:cNvSpPr/>
          <p:nvPr/>
        </p:nvSpPr>
        <p:spPr>
          <a:xfrm>
            <a:off x="1066800" y="2554040"/>
            <a:ext cx="3505200" cy="2209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BB25DDF-7AAC-FF06-E4B3-A0C405431FA8}"/>
                  </a:ext>
                </a:extLst>
              </p:cNvPr>
              <p:cNvSpPr txBox="1"/>
              <p:nvPr/>
            </p:nvSpPr>
            <p:spPr>
              <a:xfrm>
                <a:off x="5265270" y="1535119"/>
                <a:ext cx="677813" cy="4129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BB25DDF-7AAC-FF06-E4B3-A0C405431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5270" y="1535119"/>
                <a:ext cx="677813" cy="41293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6D594AF6-CB13-0B8B-F995-161DB17EC5E0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25940" y="2898250"/>
            <a:ext cx="3505200" cy="209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547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A357B-64EB-10AE-BF69-60BE0429E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C587E4-BE80-60A9-61B4-A8AE0412982F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Gradient computation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191AD3-BDA3-53BF-4995-4ECEC3304CC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819" y="1809750"/>
            <a:ext cx="1040130" cy="276606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9630DDD1-2860-A5EA-9A88-030FDB229F15}"/>
              </a:ext>
            </a:extLst>
          </p:cNvPr>
          <p:cNvSpPr txBox="1"/>
          <p:nvPr/>
        </p:nvSpPr>
        <p:spPr>
          <a:xfrm>
            <a:off x="714948" y="84200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Given one training example (   ,    ):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E4CC94-82E4-FBED-7E13-79653FB8ECF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598" y="1034737"/>
            <a:ext cx="153162" cy="1371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46E6FC-C197-1CA2-CE6F-B4925CDF126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780" y="1042357"/>
            <a:ext cx="144018" cy="1965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F96E7A5-0A57-8650-7654-BC5118B4C722}"/>
              </a:ext>
            </a:extLst>
          </p:cNvPr>
          <p:cNvSpPr txBox="1"/>
          <p:nvPr/>
        </p:nvSpPr>
        <p:spPr>
          <a:xfrm>
            <a:off x="716622" y="12763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Forward propagation: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766DB9-C072-E8C0-19CD-D14947FB153A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2205699"/>
            <a:ext cx="1885950" cy="2743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C7D1A1-FC67-1CC3-8FA7-EACC3263D4E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819" y="2613938"/>
            <a:ext cx="1723644" cy="3497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F1B81E-98D9-ACDD-1C9C-D3D41FCBFDB4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3020161"/>
            <a:ext cx="1885950" cy="27432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A041B48-91AE-CBA7-FF3F-9E525801682B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819" y="3405275"/>
            <a:ext cx="1723644" cy="3497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B63C9F-DD78-8EED-8EEF-2E0E02E36CC5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3821772"/>
            <a:ext cx="1885950" cy="274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16A8FD-4B23-3DED-B746-9C020667D5F7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4203192"/>
            <a:ext cx="2916936" cy="34975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B2B1389-06C5-7A57-9281-B6E0F5DA641B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2556788"/>
            <a:ext cx="1255014" cy="40690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AE02C1B-966F-93C5-6D4D-DD17CAD5B797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2557" y="3301514"/>
            <a:ext cx="1255014" cy="406908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A039755A-0C18-7AD3-62B7-0199E2322DB4}"/>
              </a:ext>
            </a:extLst>
          </p:cNvPr>
          <p:cNvGrpSpPr/>
          <p:nvPr/>
        </p:nvGrpSpPr>
        <p:grpSpPr>
          <a:xfrm>
            <a:off x="5253859" y="1759891"/>
            <a:ext cx="3055882" cy="1588057"/>
            <a:chOff x="990599" y="738216"/>
            <a:chExt cx="3381620" cy="175733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A41FF56-77CF-1B7B-E9C6-9B029134116B}"/>
                </a:ext>
              </a:extLst>
            </p:cNvPr>
            <p:cNvGrpSpPr/>
            <p:nvPr/>
          </p:nvGrpSpPr>
          <p:grpSpPr>
            <a:xfrm>
              <a:off x="1239873" y="738216"/>
              <a:ext cx="2862230" cy="1432793"/>
              <a:chOff x="1905000" y="2190750"/>
              <a:chExt cx="3483917" cy="1744001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6475615C-FE49-3D55-9F0D-A1A0A4D9CFAB}"/>
                  </a:ext>
                </a:extLst>
              </p:cNvPr>
              <p:cNvSpPr/>
              <p:nvPr/>
            </p:nvSpPr>
            <p:spPr>
              <a:xfrm>
                <a:off x="1905000" y="318349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02FD7D16-C5BB-F2BF-1EB4-4E724E8E07E9}"/>
                  </a:ext>
                </a:extLst>
              </p:cNvPr>
              <p:cNvSpPr/>
              <p:nvPr/>
            </p:nvSpPr>
            <p:spPr>
              <a:xfrm>
                <a:off x="1905000" y="284853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1949E225-B45E-B637-885E-2F061F8BDEDA}"/>
                  </a:ext>
                </a:extLst>
              </p:cNvPr>
              <p:cNvSpPr/>
              <p:nvPr/>
            </p:nvSpPr>
            <p:spPr>
              <a:xfrm>
                <a:off x="1905000" y="251356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81B9A495-35FD-2E59-5D4F-104D86241795}"/>
                  </a:ext>
                </a:extLst>
              </p:cNvPr>
              <p:cNvSpPr/>
              <p:nvPr/>
            </p:nvSpPr>
            <p:spPr>
              <a:xfrm>
                <a:off x="2899779" y="2190751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071DE9AB-2276-3D1B-284C-35BB65511F21}"/>
                  </a:ext>
                </a:extLst>
              </p:cNvPr>
              <p:cNvSpPr/>
              <p:nvPr/>
            </p:nvSpPr>
            <p:spPr>
              <a:xfrm>
                <a:off x="5102454" y="236976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F330898F-A5CB-FE08-62BB-D283B2A3DFB0}"/>
                  </a:ext>
                </a:extLst>
              </p:cNvPr>
              <p:cNvCxnSpPr>
                <a:stCxn id="41" idx="6"/>
                <a:endCxn id="42" idx="2"/>
              </p:cNvCxnSpPr>
              <p:nvPr/>
            </p:nvCxnSpPr>
            <p:spPr>
              <a:xfrm flipV="1">
                <a:off x="2191463" y="2334552"/>
                <a:ext cx="708316" cy="3228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04CBDEB7-E7F6-258D-F46E-40C51AA345D5}"/>
                  </a:ext>
                </a:extLst>
              </p:cNvPr>
              <p:cNvCxnSpPr>
                <a:stCxn id="40" idx="6"/>
                <a:endCxn id="42" idx="2"/>
              </p:cNvCxnSpPr>
              <p:nvPr/>
            </p:nvCxnSpPr>
            <p:spPr>
              <a:xfrm flipV="1">
                <a:off x="2191463" y="2334552"/>
                <a:ext cx="708316" cy="6577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CB5163BB-5EF2-67EF-FD67-661A71C9B6A3}"/>
                  </a:ext>
                </a:extLst>
              </p:cNvPr>
              <p:cNvCxnSpPr>
                <a:stCxn id="39" idx="6"/>
                <a:endCxn id="42" idx="2"/>
              </p:cNvCxnSpPr>
              <p:nvPr/>
            </p:nvCxnSpPr>
            <p:spPr>
              <a:xfrm flipV="1">
                <a:off x="2191463" y="2334552"/>
                <a:ext cx="708316" cy="9927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87C082D5-CEBC-3C38-41AF-38A353968DEE}"/>
                  </a:ext>
                </a:extLst>
              </p:cNvPr>
              <p:cNvSpPr/>
              <p:nvPr/>
            </p:nvSpPr>
            <p:spPr>
              <a:xfrm>
                <a:off x="2899778" y="2564055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7F45D4F6-81C3-94E4-5546-D87023516C57}"/>
                  </a:ext>
                </a:extLst>
              </p:cNvPr>
              <p:cNvCxnSpPr>
                <a:stCxn id="41" idx="6"/>
                <a:endCxn id="47" idx="2"/>
              </p:cNvCxnSpPr>
              <p:nvPr/>
            </p:nvCxnSpPr>
            <p:spPr>
              <a:xfrm>
                <a:off x="2191463" y="2657369"/>
                <a:ext cx="708315" cy="5048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999D1B2F-2452-3FEF-61FD-9335B79CF145}"/>
                  </a:ext>
                </a:extLst>
              </p:cNvPr>
              <p:cNvCxnSpPr>
                <a:stCxn id="40" idx="6"/>
                <a:endCxn id="47" idx="2"/>
              </p:cNvCxnSpPr>
              <p:nvPr/>
            </p:nvCxnSpPr>
            <p:spPr>
              <a:xfrm flipV="1">
                <a:off x="2191463" y="2707856"/>
                <a:ext cx="708315" cy="2844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2CA321F2-EC42-D2E0-FEFE-C3818922B393}"/>
                  </a:ext>
                </a:extLst>
              </p:cNvPr>
              <p:cNvCxnSpPr>
                <a:stCxn id="39" idx="6"/>
                <a:endCxn id="47" idx="2"/>
              </p:cNvCxnSpPr>
              <p:nvPr/>
            </p:nvCxnSpPr>
            <p:spPr>
              <a:xfrm flipV="1">
                <a:off x="2191463" y="2707856"/>
                <a:ext cx="708315" cy="61944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EE53B13D-DB3A-47F0-427E-C49104396437}"/>
                  </a:ext>
                </a:extLst>
              </p:cNvPr>
              <p:cNvSpPr/>
              <p:nvPr/>
            </p:nvSpPr>
            <p:spPr>
              <a:xfrm>
                <a:off x="2899777" y="292277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B9D7B3F9-3158-8807-B5DE-2BE68E9D5FDA}"/>
                  </a:ext>
                </a:extLst>
              </p:cNvPr>
              <p:cNvCxnSpPr>
                <a:stCxn id="41" idx="6"/>
                <a:endCxn id="51" idx="2"/>
              </p:cNvCxnSpPr>
              <p:nvPr/>
            </p:nvCxnSpPr>
            <p:spPr>
              <a:xfrm>
                <a:off x="2191463" y="2657369"/>
                <a:ext cx="708314" cy="40920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9A911731-AA45-AF21-577F-32712DD65FCD}"/>
                  </a:ext>
                </a:extLst>
              </p:cNvPr>
              <p:cNvCxnSpPr>
                <a:stCxn id="40" idx="6"/>
                <a:endCxn id="51" idx="2"/>
              </p:cNvCxnSpPr>
              <p:nvPr/>
            </p:nvCxnSpPr>
            <p:spPr>
              <a:xfrm>
                <a:off x="2191463" y="2992333"/>
                <a:ext cx="708314" cy="742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8C086388-0E57-31C0-C3B7-A38ED62AA197}"/>
                  </a:ext>
                </a:extLst>
              </p:cNvPr>
              <p:cNvCxnSpPr>
                <a:stCxn id="39" idx="6"/>
                <a:endCxn id="51" idx="2"/>
              </p:cNvCxnSpPr>
              <p:nvPr/>
            </p:nvCxnSpPr>
            <p:spPr>
              <a:xfrm flipV="1">
                <a:off x="2191463" y="3066578"/>
                <a:ext cx="708314" cy="2607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4DF77107-C9EA-9519-272D-92708AACF604}"/>
                  </a:ext>
                </a:extLst>
              </p:cNvPr>
              <p:cNvSpPr/>
              <p:nvPr/>
            </p:nvSpPr>
            <p:spPr>
              <a:xfrm>
                <a:off x="2899776" y="3273713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6FC71EAD-FC68-5062-7705-105CF721D7BC}"/>
                  </a:ext>
                </a:extLst>
              </p:cNvPr>
              <p:cNvCxnSpPr>
                <a:stCxn id="41" idx="6"/>
                <a:endCxn id="55" idx="2"/>
              </p:cNvCxnSpPr>
              <p:nvPr/>
            </p:nvCxnSpPr>
            <p:spPr>
              <a:xfrm>
                <a:off x="2191463" y="2657369"/>
                <a:ext cx="708313" cy="7601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8DDE8301-AA7C-8623-01E1-0AF38B112EB4}"/>
                  </a:ext>
                </a:extLst>
              </p:cNvPr>
              <p:cNvCxnSpPr>
                <a:stCxn id="40" idx="6"/>
                <a:endCxn id="55" idx="2"/>
              </p:cNvCxnSpPr>
              <p:nvPr/>
            </p:nvCxnSpPr>
            <p:spPr>
              <a:xfrm>
                <a:off x="2191463" y="2992333"/>
                <a:ext cx="708313" cy="4251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1CF507A2-5BEB-D40B-94C8-BEA835F95CD2}"/>
                  </a:ext>
                </a:extLst>
              </p:cNvPr>
              <p:cNvCxnSpPr>
                <a:stCxn id="39" idx="6"/>
                <a:endCxn id="55" idx="2"/>
              </p:cNvCxnSpPr>
              <p:nvPr/>
            </p:nvCxnSpPr>
            <p:spPr>
              <a:xfrm>
                <a:off x="2191463" y="3327297"/>
                <a:ext cx="708313" cy="902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8E338D35-9DBB-61F1-2E81-BE12314CDD19}"/>
                  </a:ext>
                </a:extLst>
              </p:cNvPr>
              <p:cNvSpPr/>
              <p:nvPr/>
            </p:nvSpPr>
            <p:spPr>
              <a:xfrm>
                <a:off x="2899779" y="36385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171F4556-477B-722E-DB55-649A34B33575}"/>
                  </a:ext>
                </a:extLst>
              </p:cNvPr>
              <p:cNvCxnSpPr>
                <a:stCxn id="41" idx="6"/>
                <a:endCxn id="59" idx="2"/>
              </p:cNvCxnSpPr>
              <p:nvPr/>
            </p:nvCxnSpPr>
            <p:spPr>
              <a:xfrm>
                <a:off x="2191463" y="2657369"/>
                <a:ext cx="708316" cy="112498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1B95EFCC-8594-704A-E71E-71BB59DEB988}"/>
                  </a:ext>
                </a:extLst>
              </p:cNvPr>
              <p:cNvCxnSpPr>
                <a:stCxn id="40" idx="6"/>
                <a:endCxn id="59" idx="2"/>
              </p:cNvCxnSpPr>
              <p:nvPr/>
            </p:nvCxnSpPr>
            <p:spPr>
              <a:xfrm>
                <a:off x="2191463" y="2992333"/>
                <a:ext cx="708316" cy="79001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DDE4EE64-4A5F-45C2-F039-FF3D594DF52D}"/>
                  </a:ext>
                </a:extLst>
              </p:cNvPr>
              <p:cNvCxnSpPr>
                <a:stCxn id="39" idx="6"/>
                <a:endCxn id="59" idx="2"/>
              </p:cNvCxnSpPr>
              <p:nvPr/>
            </p:nvCxnSpPr>
            <p:spPr>
              <a:xfrm>
                <a:off x="2191463" y="3327297"/>
                <a:ext cx="708316" cy="45505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2ED86F21-7F9E-9CD5-1972-946758B7C806}"/>
                  </a:ext>
                </a:extLst>
              </p:cNvPr>
              <p:cNvSpPr/>
              <p:nvPr/>
            </p:nvSpPr>
            <p:spPr>
              <a:xfrm>
                <a:off x="4028197" y="21907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5E6C66C1-C13B-1B4E-AB45-1A171EDED777}"/>
                  </a:ext>
                </a:extLst>
              </p:cNvPr>
              <p:cNvCxnSpPr>
                <a:stCxn id="42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B2C9E343-D97B-113B-B918-0DD839F29AC8}"/>
                  </a:ext>
                </a:extLst>
              </p:cNvPr>
              <p:cNvCxnSpPr>
                <a:stCxn id="47" idx="6"/>
                <a:endCxn id="63" idx="2"/>
              </p:cNvCxnSpPr>
              <p:nvPr/>
            </p:nvCxnSpPr>
            <p:spPr>
              <a:xfrm flipV="1">
                <a:off x="3186241" y="233455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724F7D3A-ECA2-0219-E299-45D3475DFA5A}"/>
                  </a:ext>
                </a:extLst>
              </p:cNvPr>
              <p:cNvCxnSpPr>
                <a:stCxn id="51" idx="6"/>
                <a:endCxn id="63" idx="2"/>
              </p:cNvCxnSpPr>
              <p:nvPr/>
            </p:nvCxnSpPr>
            <p:spPr>
              <a:xfrm flipV="1">
                <a:off x="3186240" y="2334551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7DCC42B3-230E-3127-D7E7-B2B48B86D674}"/>
                  </a:ext>
                </a:extLst>
              </p:cNvPr>
              <p:cNvCxnSpPr>
                <a:stCxn id="55" idx="6"/>
                <a:endCxn id="63" idx="2"/>
              </p:cNvCxnSpPr>
              <p:nvPr/>
            </p:nvCxnSpPr>
            <p:spPr>
              <a:xfrm flipV="1">
                <a:off x="3186239" y="2334551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ADC7E817-634C-50D3-8918-54C21711B42D}"/>
                  </a:ext>
                </a:extLst>
              </p:cNvPr>
              <p:cNvCxnSpPr>
                <a:stCxn id="59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447800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19691FCA-6AC5-AFA3-2731-54588A15165F}"/>
                  </a:ext>
                </a:extLst>
              </p:cNvPr>
              <p:cNvSpPr/>
              <p:nvPr/>
            </p:nvSpPr>
            <p:spPr>
              <a:xfrm>
                <a:off x="4028196" y="256852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2E5C481D-0D9B-6B29-E7EA-533FD076D0DC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41" y="2712329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E05BA33B-4AFC-0672-0075-47AEEA844E2C}"/>
                  </a:ext>
                </a:extLst>
              </p:cNvPr>
              <p:cNvCxnSpPr>
                <a:stCxn id="51" idx="6"/>
                <a:endCxn id="69" idx="2"/>
              </p:cNvCxnSpPr>
              <p:nvPr/>
            </p:nvCxnSpPr>
            <p:spPr>
              <a:xfrm flipV="1">
                <a:off x="3186240" y="2712329"/>
                <a:ext cx="841956" cy="3542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799EC913-00D1-CF17-A623-D64E9FB99D66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9" y="2712329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5A1ECCB1-FC6A-8846-EC81-A56BB029420D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8" y="2712329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9E5A0BC7-1494-5714-C3FA-91F9FC32CEA2}"/>
                  </a:ext>
                </a:extLst>
              </p:cNvPr>
              <p:cNvCxnSpPr>
                <a:stCxn id="42" idx="6"/>
                <a:endCxn id="69" idx="2"/>
              </p:cNvCxnSpPr>
              <p:nvPr/>
            </p:nvCxnSpPr>
            <p:spPr>
              <a:xfrm>
                <a:off x="3186242" y="2334552"/>
                <a:ext cx="841954" cy="3777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1D7B1754-40B9-F145-47B6-98F2E7C9DB0A}"/>
                  </a:ext>
                </a:extLst>
              </p:cNvPr>
              <p:cNvSpPr/>
              <p:nvPr/>
            </p:nvSpPr>
            <p:spPr>
              <a:xfrm>
                <a:off x="4030044" y="291568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53B01075-4357-25EB-7AD8-A3D872E2B46C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9" y="3059487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5E951D60-9E69-2E6D-F29A-7F6BDA24969C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8" y="3059487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3BA683A9-C97E-6B20-5E76-E37B41847586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7" y="3059487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113C7EDC-326C-2567-334C-B7EE07F5172C}"/>
                  </a:ext>
                </a:extLst>
              </p:cNvPr>
              <p:cNvCxnSpPr>
                <a:stCxn id="47" idx="6"/>
                <a:endCxn id="75" idx="2"/>
              </p:cNvCxnSpPr>
              <p:nvPr/>
            </p:nvCxnSpPr>
            <p:spPr>
              <a:xfrm>
                <a:off x="3186241" y="2707856"/>
                <a:ext cx="843803" cy="35163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6E096D41-0A52-0313-BA68-8E87399817D6}"/>
                  </a:ext>
                </a:extLst>
              </p:cNvPr>
              <p:cNvCxnSpPr>
                <a:stCxn id="42" idx="6"/>
                <a:endCxn id="75" idx="2"/>
              </p:cNvCxnSpPr>
              <p:nvPr/>
            </p:nvCxnSpPr>
            <p:spPr>
              <a:xfrm>
                <a:off x="3186242" y="2334552"/>
                <a:ext cx="843802" cy="72493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5F2E5A80-2F2D-5DA1-12A0-67FF5C5DF1D0}"/>
                  </a:ext>
                </a:extLst>
              </p:cNvPr>
              <p:cNvSpPr/>
              <p:nvPr/>
            </p:nvSpPr>
            <p:spPr>
              <a:xfrm>
                <a:off x="4028195" y="326390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5F7985F5-C405-2931-071F-6A98B49D35B3}"/>
                  </a:ext>
                </a:extLst>
              </p:cNvPr>
              <p:cNvCxnSpPr>
                <a:stCxn id="55" idx="6"/>
                <a:endCxn id="84" idx="2"/>
              </p:cNvCxnSpPr>
              <p:nvPr/>
            </p:nvCxnSpPr>
            <p:spPr>
              <a:xfrm flipV="1">
                <a:off x="3186239" y="3407701"/>
                <a:ext cx="841956" cy="981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989464DC-02F4-8E0E-161E-EEC7813C28BF}"/>
                  </a:ext>
                </a:extLst>
              </p:cNvPr>
              <p:cNvCxnSpPr>
                <a:endCxn id="84" idx="2"/>
              </p:cNvCxnSpPr>
              <p:nvPr/>
            </p:nvCxnSpPr>
            <p:spPr>
              <a:xfrm flipV="1">
                <a:off x="3186239" y="340770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49342BB7-0E25-8515-EA6D-F369CA4844F6}"/>
                  </a:ext>
                </a:extLst>
              </p:cNvPr>
              <p:cNvCxnSpPr>
                <a:stCxn id="51" idx="6"/>
                <a:endCxn id="84" idx="2"/>
              </p:cNvCxnSpPr>
              <p:nvPr/>
            </p:nvCxnSpPr>
            <p:spPr>
              <a:xfrm>
                <a:off x="3186240" y="3066578"/>
                <a:ext cx="841955" cy="34112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6B8FBEF0-D45E-293A-C0DD-8AB3306ACA6A}"/>
                  </a:ext>
                </a:extLst>
              </p:cNvPr>
              <p:cNvCxnSpPr>
                <a:stCxn id="47" idx="6"/>
                <a:endCxn id="84" idx="2"/>
              </p:cNvCxnSpPr>
              <p:nvPr/>
            </p:nvCxnSpPr>
            <p:spPr>
              <a:xfrm>
                <a:off x="3186241" y="2707856"/>
                <a:ext cx="841954" cy="6998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DA2B3B05-D2DC-C6F2-58E1-ADB538034E2C}"/>
                  </a:ext>
                </a:extLst>
              </p:cNvPr>
              <p:cNvCxnSpPr>
                <a:stCxn id="42" idx="6"/>
                <a:endCxn id="84" idx="2"/>
              </p:cNvCxnSpPr>
              <p:nvPr/>
            </p:nvCxnSpPr>
            <p:spPr>
              <a:xfrm>
                <a:off x="3186242" y="2334552"/>
                <a:ext cx="841953" cy="10731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221017AA-7ADF-29E3-DD99-A8A2DB508E55}"/>
                  </a:ext>
                </a:extLst>
              </p:cNvPr>
              <p:cNvSpPr/>
              <p:nvPr/>
            </p:nvSpPr>
            <p:spPr>
              <a:xfrm>
                <a:off x="4028194" y="36471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798C5DBC-8541-D56C-77BB-89ED832185F5}"/>
                  </a:ext>
                </a:extLst>
              </p:cNvPr>
              <p:cNvCxnSpPr>
                <a:endCxn id="90" idx="2"/>
              </p:cNvCxnSpPr>
              <p:nvPr/>
            </p:nvCxnSpPr>
            <p:spPr>
              <a:xfrm flipV="1">
                <a:off x="3186239" y="37909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0712C088-7CAA-3F5D-D06E-165E3115BCFA}"/>
                  </a:ext>
                </a:extLst>
              </p:cNvPr>
              <p:cNvCxnSpPr>
                <a:stCxn id="55" idx="6"/>
                <a:endCxn id="90" idx="2"/>
              </p:cNvCxnSpPr>
              <p:nvPr/>
            </p:nvCxnSpPr>
            <p:spPr>
              <a:xfrm>
                <a:off x="3186239" y="3417514"/>
                <a:ext cx="841955" cy="37343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30EEA8E4-4EF2-33BC-80EE-42BECBF18F9A}"/>
                  </a:ext>
                </a:extLst>
              </p:cNvPr>
              <p:cNvCxnSpPr>
                <a:stCxn id="51" idx="6"/>
                <a:endCxn id="90" idx="2"/>
              </p:cNvCxnSpPr>
              <p:nvPr/>
            </p:nvCxnSpPr>
            <p:spPr>
              <a:xfrm>
                <a:off x="3186240" y="3066578"/>
                <a:ext cx="841954" cy="72437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E1A19874-3A37-5BB9-DDAA-3B251D2B0E7C}"/>
                  </a:ext>
                </a:extLst>
              </p:cNvPr>
              <p:cNvCxnSpPr>
                <a:stCxn id="47" idx="6"/>
                <a:endCxn id="90" idx="2"/>
              </p:cNvCxnSpPr>
              <p:nvPr/>
            </p:nvCxnSpPr>
            <p:spPr>
              <a:xfrm>
                <a:off x="3186241" y="2707856"/>
                <a:ext cx="841953" cy="108309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CB6EADD9-A3E0-472B-AFDD-3B544242066C}"/>
                  </a:ext>
                </a:extLst>
              </p:cNvPr>
              <p:cNvCxnSpPr>
                <a:stCxn id="42" idx="6"/>
                <a:endCxn id="90" idx="2"/>
              </p:cNvCxnSpPr>
              <p:nvPr/>
            </p:nvCxnSpPr>
            <p:spPr>
              <a:xfrm>
                <a:off x="3186242" y="2334552"/>
                <a:ext cx="841952" cy="145639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6C5047C7-8304-CED7-1E6A-E24E4E64FABF}"/>
                  </a:ext>
                </a:extLst>
              </p:cNvPr>
              <p:cNvCxnSpPr>
                <a:stCxn id="63" idx="6"/>
                <a:endCxn id="43" idx="2"/>
              </p:cNvCxnSpPr>
              <p:nvPr/>
            </p:nvCxnSpPr>
            <p:spPr>
              <a:xfrm>
                <a:off x="4314660" y="2334551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BA9E4382-EB47-1DC9-F3E4-0DF87ED6CA34}"/>
                  </a:ext>
                </a:extLst>
              </p:cNvPr>
              <p:cNvCxnSpPr>
                <a:stCxn id="69" idx="6"/>
                <a:endCxn id="43" idx="2"/>
              </p:cNvCxnSpPr>
              <p:nvPr/>
            </p:nvCxnSpPr>
            <p:spPr>
              <a:xfrm flipV="1">
                <a:off x="4314659" y="2513568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0B83D9D1-348B-14C6-EE27-9095E262F6F7}"/>
                  </a:ext>
                </a:extLst>
              </p:cNvPr>
              <p:cNvCxnSpPr>
                <a:stCxn id="75" idx="6"/>
                <a:endCxn id="43" idx="2"/>
              </p:cNvCxnSpPr>
              <p:nvPr/>
            </p:nvCxnSpPr>
            <p:spPr>
              <a:xfrm flipV="1">
                <a:off x="4316507" y="2513568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9288DACF-5A9D-D96C-3AD7-77DE82A0BECE}"/>
                  </a:ext>
                </a:extLst>
              </p:cNvPr>
              <p:cNvCxnSpPr>
                <a:stCxn id="84" idx="6"/>
                <a:endCxn id="43" idx="2"/>
              </p:cNvCxnSpPr>
              <p:nvPr/>
            </p:nvCxnSpPr>
            <p:spPr>
              <a:xfrm flipV="1">
                <a:off x="4314658" y="2513568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6F4C119D-92D4-A006-3384-C9A7D0E8AC3C}"/>
                  </a:ext>
                </a:extLst>
              </p:cNvPr>
              <p:cNvCxnSpPr>
                <a:stCxn id="90" idx="6"/>
                <a:endCxn id="43" idx="2"/>
              </p:cNvCxnSpPr>
              <p:nvPr/>
            </p:nvCxnSpPr>
            <p:spPr>
              <a:xfrm flipV="1">
                <a:off x="4314657" y="2513568"/>
                <a:ext cx="787797" cy="127738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A13D8931-EB13-1A12-E478-737AAE596768}"/>
                  </a:ext>
                </a:extLst>
              </p:cNvPr>
              <p:cNvSpPr/>
              <p:nvPr/>
            </p:nvSpPr>
            <p:spPr>
              <a:xfrm>
                <a:off x="5102453" y="27456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488A856E-9772-ABE2-025F-289B19386154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>
                <a:off x="4314659" y="27104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3EE75B6A-9D7E-571D-AB5F-01CD4B28592F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8" y="28894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36962D58-9E9F-DFB2-26AC-E47129518BBB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6506" y="2889453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CECF6005-829E-B526-C7B1-A706B89A9705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7" y="2889453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A0B06671-2706-F926-4239-FE21D232F5E0}"/>
                  </a:ext>
                </a:extLst>
              </p:cNvPr>
              <p:cNvCxnSpPr>
                <a:stCxn id="63" idx="6"/>
                <a:endCxn id="101" idx="2"/>
              </p:cNvCxnSpPr>
              <p:nvPr/>
            </p:nvCxnSpPr>
            <p:spPr>
              <a:xfrm>
                <a:off x="4314660" y="2334551"/>
                <a:ext cx="787793" cy="5549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1D867E5C-B0F4-36B5-6812-CBE715B56984}"/>
                  </a:ext>
                </a:extLst>
              </p:cNvPr>
              <p:cNvSpPr/>
              <p:nvPr/>
            </p:nvSpPr>
            <p:spPr>
              <a:xfrm>
                <a:off x="5102452" y="3088214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B8EEE70A-8BC3-6075-85B5-4D574EFE2B78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>
                <a:off x="4314658" y="3052998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0C1035AF-1AB9-7768-6FC9-460242E9F7FE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4657" y="3232015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F5E5B978-7F74-BD07-F7FB-715029A47DC3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6505" y="3232015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8AC1AFE1-9B8D-70CF-A4DE-DE07AF69CD0A}"/>
                  </a:ext>
                </a:extLst>
              </p:cNvPr>
              <p:cNvCxnSpPr>
                <a:stCxn id="69" idx="6"/>
                <a:endCxn id="107" idx="2"/>
              </p:cNvCxnSpPr>
              <p:nvPr/>
            </p:nvCxnSpPr>
            <p:spPr>
              <a:xfrm>
                <a:off x="4314659" y="2712329"/>
                <a:ext cx="787793" cy="51968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354F7C1D-B0E8-DF3E-6A82-46A0A0106988}"/>
                  </a:ext>
                </a:extLst>
              </p:cNvPr>
              <p:cNvCxnSpPr>
                <a:stCxn id="63" idx="6"/>
                <a:endCxn id="107" idx="2"/>
              </p:cNvCxnSpPr>
              <p:nvPr/>
            </p:nvCxnSpPr>
            <p:spPr>
              <a:xfrm>
                <a:off x="4314660" y="2334551"/>
                <a:ext cx="787792" cy="89746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28AB94F5-B6B3-629F-D329-BF904DF7888E}"/>
                  </a:ext>
                </a:extLst>
              </p:cNvPr>
              <p:cNvSpPr/>
              <p:nvPr/>
            </p:nvSpPr>
            <p:spPr>
              <a:xfrm>
                <a:off x="5102454" y="34505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7897186A-2F2D-E90F-4F02-D1BA68AA2B31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>
                <a:off x="4314660" y="34153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CDDBC745-0E98-E20B-9076-AA0729EC8BCF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 flipV="1">
                <a:off x="4314659" y="35943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37E4556B-04C5-34BC-601D-FC58247DBDC0}"/>
                  </a:ext>
                </a:extLst>
              </p:cNvPr>
              <p:cNvCxnSpPr>
                <a:stCxn id="75" idx="6"/>
                <a:endCxn id="113" idx="2"/>
              </p:cNvCxnSpPr>
              <p:nvPr/>
            </p:nvCxnSpPr>
            <p:spPr>
              <a:xfrm>
                <a:off x="4316507" y="3059487"/>
                <a:ext cx="785947" cy="53486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A9AAFD82-598E-82F1-A3FB-789B7D1390E4}"/>
                  </a:ext>
                </a:extLst>
              </p:cNvPr>
              <p:cNvCxnSpPr>
                <a:stCxn id="69" idx="6"/>
                <a:endCxn id="113" idx="2"/>
              </p:cNvCxnSpPr>
              <p:nvPr/>
            </p:nvCxnSpPr>
            <p:spPr>
              <a:xfrm>
                <a:off x="4314659" y="2712329"/>
                <a:ext cx="787795" cy="88202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Arrow Connector 117">
                <a:extLst>
                  <a:ext uri="{FF2B5EF4-FFF2-40B4-BE49-F238E27FC236}">
                    <a16:creationId xmlns:a16="http://schemas.microsoft.com/office/drawing/2014/main" id="{F1243E57-631A-7CD8-FA00-DB8873B1E8BE}"/>
                  </a:ext>
                </a:extLst>
              </p:cNvPr>
              <p:cNvCxnSpPr>
                <a:stCxn id="63" idx="6"/>
                <a:endCxn id="113" idx="2"/>
              </p:cNvCxnSpPr>
              <p:nvPr/>
            </p:nvCxnSpPr>
            <p:spPr>
              <a:xfrm>
                <a:off x="4314660" y="2334551"/>
                <a:ext cx="787794" cy="12598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730674C-BD2E-1AE3-1FFE-B7F706507646}"/>
                </a:ext>
              </a:extLst>
            </p:cNvPr>
            <p:cNvSpPr txBox="1"/>
            <p:nvPr/>
          </p:nvSpPr>
          <p:spPr>
            <a:xfrm>
              <a:off x="99059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BF828C5-37EF-7CF7-642D-A2318387CF7D}"/>
                </a:ext>
              </a:extLst>
            </p:cNvPr>
            <p:cNvSpPr txBox="1"/>
            <p:nvPr/>
          </p:nvSpPr>
          <p:spPr>
            <a:xfrm>
              <a:off x="178701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9597BF9-1821-BC79-30E2-486988208898}"/>
                </a:ext>
              </a:extLst>
            </p:cNvPr>
            <p:cNvSpPr txBox="1"/>
            <p:nvPr/>
          </p:nvSpPr>
          <p:spPr>
            <a:xfrm>
              <a:off x="2715597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1B7F814-8309-D7CB-EBCC-FB97751D9718}"/>
                </a:ext>
              </a:extLst>
            </p:cNvPr>
            <p:cNvSpPr txBox="1"/>
            <p:nvPr/>
          </p:nvSpPr>
          <p:spPr>
            <a:xfrm>
              <a:off x="3596641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4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03C10FEF-19B4-D92C-DABC-A3816298D8F2}"/>
              </a:ext>
            </a:extLst>
          </p:cNvPr>
          <p:cNvSpPr/>
          <p:nvPr/>
        </p:nvSpPr>
        <p:spPr>
          <a:xfrm>
            <a:off x="1066800" y="2554040"/>
            <a:ext cx="3505200" cy="2209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04A15C-22A7-1A09-74E9-8BBF9DF9BBB0}"/>
                  </a:ext>
                </a:extLst>
              </p:cNvPr>
              <p:cNvSpPr txBox="1"/>
              <p:nvPr/>
            </p:nvSpPr>
            <p:spPr>
              <a:xfrm>
                <a:off x="5265270" y="1535119"/>
                <a:ext cx="677813" cy="4129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04A15C-22A7-1A09-74E9-8BBF9DF9B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5270" y="1535119"/>
                <a:ext cx="677813" cy="41293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98102F8F-1BAD-4A3A-C602-8BB7041A53DA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25940" y="2898250"/>
            <a:ext cx="3505200" cy="2097489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145470-09A0-9ABD-7705-8C8A0256608F}"/>
              </a:ext>
            </a:extLst>
          </p:cNvPr>
          <p:cNvCxnSpPr>
            <a:cxnSpLocks/>
          </p:cNvCxnSpPr>
          <p:nvPr/>
        </p:nvCxnSpPr>
        <p:spPr>
          <a:xfrm>
            <a:off x="1447800" y="2529562"/>
            <a:ext cx="609600" cy="5755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0824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BB69D-1D54-1062-9638-381427905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B77D4A-895B-B432-C99A-BA02856B16B8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Gradient computation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C59979-6798-A9ED-8E58-7BCA4456E14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819" y="1809750"/>
            <a:ext cx="1040130" cy="276606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BA0D0945-A5BD-CC34-34B1-B440AF3D4D2A}"/>
              </a:ext>
            </a:extLst>
          </p:cNvPr>
          <p:cNvSpPr txBox="1"/>
          <p:nvPr/>
        </p:nvSpPr>
        <p:spPr>
          <a:xfrm>
            <a:off x="714948" y="84200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Given one training example (   ,    ):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B32FB2F-E17F-3844-2941-4BA9E991DAC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598" y="1034737"/>
            <a:ext cx="153162" cy="1371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F6AD76-2285-FE1F-F811-114D64F97DA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780" y="1042357"/>
            <a:ext cx="144018" cy="1965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D1B06FB-AA8A-35DC-96E9-B1983529ADC4}"/>
              </a:ext>
            </a:extLst>
          </p:cNvPr>
          <p:cNvSpPr txBox="1"/>
          <p:nvPr/>
        </p:nvSpPr>
        <p:spPr>
          <a:xfrm>
            <a:off x="716622" y="12763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Forward propagation: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5FAF99-7559-4250-A1B4-51731C78A8E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2205699"/>
            <a:ext cx="1885950" cy="2743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2F9464B-4EA7-54E1-7F14-4D75C573A7C4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819" y="2613938"/>
            <a:ext cx="1723644" cy="3497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0ACFB5-B154-4989-B373-16E4ECE9F022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3020161"/>
            <a:ext cx="1885950" cy="27432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8983FD3-499F-8B61-C506-6D5335F89850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819" y="3405275"/>
            <a:ext cx="1723644" cy="3497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462422-AE88-1B5B-F1A7-164E9E17D8E2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3821772"/>
            <a:ext cx="1885950" cy="274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0601C2-9F18-ECCE-84E3-6C19563A07B9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4203192"/>
            <a:ext cx="2916936" cy="34975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F6E8B11-F49B-D845-29D1-45D24D81DCFC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2556788"/>
            <a:ext cx="1255014" cy="40690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826C4A5-431C-9F41-99CA-FB3F80EE213E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2557" y="3301514"/>
            <a:ext cx="1255014" cy="406908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D497D7E9-EFC0-16DB-5F35-F5A557F1DFB9}"/>
              </a:ext>
            </a:extLst>
          </p:cNvPr>
          <p:cNvGrpSpPr/>
          <p:nvPr/>
        </p:nvGrpSpPr>
        <p:grpSpPr>
          <a:xfrm>
            <a:off x="5253859" y="1759891"/>
            <a:ext cx="3055882" cy="1588057"/>
            <a:chOff x="990599" y="738216"/>
            <a:chExt cx="3381620" cy="175733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3EEAAFD-2B13-C275-22C1-5445B6930F65}"/>
                </a:ext>
              </a:extLst>
            </p:cNvPr>
            <p:cNvGrpSpPr/>
            <p:nvPr/>
          </p:nvGrpSpPr>
          <p:grpSpPr>
            <a:xfrm>
              <a:off x="1239873" y="738216"/>
              <a:ext cx="2862230" cy="1432793"/>
              <a:chOff x="1905000" y="2190750"/>
              <a:chExt cx="3483917" cy="1744001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919E6329-36E5-E3A4-3ED7-1CAD80B6170D}"/>
                  </a:ext>
                </a:extLst>
              </p:cNvPr>
              <p:cNvSpPr/>
              <p:nvPr/>
            </p:nvSpPr>
            <p:spPr>
              <a:xfrm>
                <a:off x="1905000" y="318349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47257DAE-4701-9DEB-159D-310ACB1E71E4}"/>
                  </a:ext>
                </a:extLst>
              </p:cNvPr>
              <p:cNvSpPr/>
              <p:nvPr/>
            </p:nvSpPr>
            <p:spPr>
              <a:xfrm>
                <a:off x="1905000" y="284853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BDF0C670-D4EE-390D-0DCB-E83EF970114D}"/>
                  </a:ext>
                </a:extLst>
              </p:cNvPr>
              <p:cNvSpPr/>
              <p:nvPr/>
            </p:nvSpPr>
            <p:spPr>
              <a:xfrm>
                <a:off x="1905000" y="251356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BE1861AF-3D13-DEDF-55A7-6A5D681BCC50}"/>
                  </a:ext>
                </a:extLst>
              </p:cNvPr>
              <p:cNvSpPr/>
              <p:nvPr/>
            </p:nvSpPr>
            <p:spPr>
              <a:xfrm>
                <a:off x="2899779" y="2190751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0FAAF192-C0EB-8839-0C66-9D343D5E184C}"/>
                  </a:ext>
                </a:extLst>
              </p:cNvPr>
              <p:cNvSpPr/>
              <p:nvPr/>
            </p:nvSpPr>
            <p:spPr>
              <a:xfrm>
                <a:off x="5102454" y="236976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1B97B41F-0E84-52EE-3DDE-EF424F915C5D}"/>
                  </a:ext>
                </a:extLst>
              </p:cNvPr>
              <p:cNvCxnSpPr>
                <a:stCxn id="41" idx="6"/>
                <a:endCxn id="42" idx="2"/>
              </p:cNvCxnSpPr>
              <p:nvPr/>
            </p:nvCxnSpPr>
            <p:spPr>
              <a:xfrm flipV="1">
                <a:off x="2191463" y="2334552"/>
                <a:ext cx="708316" cy="3228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E157BC84-C349-C382-E23C-769818401107}"/>
                  </a:ext>
                </a:extLst>
              </p:cNvPr>
              <p:cNvCxnSpPr>
                <a:stCxn id="40" idx="6"/>
                <a:endCxn id="42" idx="2"/>
              </p:cNvCxnSpPr>
              <p:nvPr/>
            </p:nvCxnSpPr>
            <p:spPr>
              <a:xfrm flipV="1">
                <a:off x="2191463" y="2334552"/>
                <a:ext cx="708316" cy="6577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D4938035-998E-9981-ECBE-76AC27F71322}"/>
                  </a:ext>
                </a:extLst>
              </p:cNvPr>
              <p:cNvCxnSpPr>
                <a:stCxn id="39" idx="6"/>
                <a:endCxn id="42" idx="2"/>
              </p:cNvCxnSpPr>
              <p:nvPr/>
            </p:nvCxnSpPr>
            <p:spPr>
              <a:xfrm flipV="1">
                <a:off x="2191463" y="2334552"/>
                <a:ext cx="708316" cy="9927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3EF0C8F4-B620-CF84-6062-CCC4F1A3FD51}"/>
                  </a:ext>
                </a:extLst>
              </p:cNvPr>
              <p:cNvSpPr/>
              <p:nvPr/>
            </p:nvSpPr>
            <p:spPr>
              <a:xfrm>
                <a:off x="2899778" y="2564055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30CFE57D-7F26-7D4D-5726-0BCD09F09FF1}"/>
                  </a:ext>
                </a:extLst>
              </p:cNvPr>
              <p:cNvCxnSpPr>
                <a:stCxn id="41" idx="6"/>
                <a:endCxn id="47" idx="2"/>
              </p:cNvCxnSpPr>
              <p:nvPr/>
            </p:nvCxnSpPr>
            <p:spPr>
              <a:xfrm>
                <a:off x="2191463" y="2657369"/>
                <a:ext cx="708315" cy="5048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140D29CD-909A-F25C-9231-C4C21B8AF956}"/>
                  </a:ext>
                </a:extLst>
              </p:cNvPr>
              <p:cNvCxnSpPr>
                <a:stCxn id="40" idx="6"/>
                <a:endCxn id="47" idx="2"/>
              </p:cNvCxnSpPr>
              <p:nvPr/>
            </p:nvCxnSpPr>
            <p:spPr>
              <a:xfrm flipV="1">
                <a:off x="2191463" y="2707856"/>
                <a:ext cx="708315" cy="2844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17663EC1-120B-EDBC-75E9-554B1442448E}"/>
                  </a:ext>
                </a:extLst>
              </p:cNvPr>
              <p:cNvCxnSpPr>
                <a:stCxn id="39" idx="6"/>
                <a:endCxn id="47" idx="2"/>
              </p:cNvCxnSpPr>
              <p:nvPr/>
            </p:nvCxnSpPr>
            <p:spPr>
              <a:xfrm flipV="1">
                <a:off x="2191463" y="2707856"/>
                <a:ext cx="708315" cy="61944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DE2F3FC1-10A0-A5F0-FFA0-001F74B333BD}"/>
                  </a:ext>
                </a:extLst>
              </p:cNvPr>
              <p:cNvSpPr/>
              <p:nvPr/>
            </p:nvSpPr>
            <p:spPr>
              <a:xfrm>
                <a:off x="2899777" y="292277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0A3F9A7C-A241-1437-8D4C-02C0B88AEB32}"/>
                  </a:ext>
                </a:extLst>
              </p:cNvPr>
              <p:cNvCxnSpPr>
                <a:stCxn id="41" idx="6"/>
                <a:endCxn id="51" idx="2"/>
              </p:cNvCxnSpPr>
              <p:nvPr/>
            </p:nvCxnSpPr>
            <p:spPr>
              <a:xfrm>
                <a:off x="2191463" y="2657369"/>
                <a:ext cx="708314" cy="40920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7BE627B7-359F-6B29-4044-C85B263D0219}"/>
                  </a:ext>
                </a:extLst>
              </p:cNvPr>
              <p:cNvCxnSpPr>
                <a:stCxn id="40" idx="6"/>
                <a:endCxn id="51" idx="2"/>
              </p:cNvCxnSpPr>
              <p:nvPr/>
            </p:nvCxnSpPr>
            <p:spPr>
              <a:xfrm>
                <a:off x="2191463" y="2992333"/>
                <a:ext cx="708314" cy="742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3E2A20A0-393C-3943-8EE7-40CE8EA9279E}"/>
                  </a:ext>
                </a:extLst>
              </p:cNvPr>
              <p:cNvCxnSpPr>
                <a:stCxn id="39" idx="6"/>
                <a:endCxn id="51" idx="2"/>
              </p:cNvCxnSpPr>
              <p:nvPr/>
            </p:nvCxnSpPr>
            <p:spPr>
              <a:xfrm flipV="1">
                <a:off x="2191463" y="3066578"/>
                <a:ext cx="708314" cy="2607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5B99B0F7-1835-ACCE-95C2-A9A8BE5CEDBA}"/>
                  </a:ext>
                </a:extLst>
              </p:cNvPr>
              <p:cNvSpPr/>
              <p:nvPr/>
            </p:nvSpPr>
            <p:spPr>
              <a:xfrm>
                <a:off x="2899776" y="3273713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4E622951-69F5-CBE8-7EA1-087931A27D51}"/>
                  </a:ext>
                </a:extLst>
              </p:cNvPr>
              <p:cNvCxnSpPr>
                <a:stCxn id="41" idx="6"/>
                <a:endCxn id="55" idx="2"/>
              </p:cNvCxnSpPr>
              <p:nvPr/>
            </p:nvCxnSpPr>
            <p:spPr>
              <a:xfrm>
                <a:off x="2191463" y="2657369"/>
                <a:ext cx="708313" cy="7601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D2249DE8-C46C-1C8D-02EA-0A9B07C5E54A}"/>
                  </a:ext>
                </a:extLst>
              </p:cNvPr>
              <p:cNvCxnSpPr>
                <a:stCxn id="40" idx="6"/>
                <a:endCxn id="55" idx="2"/>
              </p:cNvCxnSpPr>
              <p:nvPr/>
            </p:nvCxnSpPr>
            <p:spPr>
              <a:xfrm>
                <a:off x="2191463" y="2992333"/>
                <a:ext cx="708313" cy="4251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6F1FCFA3-A579-6427-EAE1-311D8CFDDFD9}"/>
                  </a:ext>
                </a:extLst>
              </p:cNvPr>
              <p:cNvCxnSpPr>
                <a:stCxn id="39" idx="6"/>
                <a:endCxn id="55" idx="2"/>
              </p:cNvCxnSpPr>
              <p:nvPr/>
            </p:nvCxnSpPr>
            <p:spPr>
              <a:xfrm>
                <a:off x="2191463" y="3327297"/>
                <a:ext cx="708313" cy="902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E88A6873-43A6-0E7C-9808-607DBA8F072D}"/>
                  </a:ext>
                </a:extLst>
              </p:cNvPr>
              <p:cNvSpPr/>
              <p:nvPr/>
            </p:nvSpPr>
            <p:spPr>
              <a:xfrm>
                <a:off x="2899779" y="36385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FA5CD269-E9E9-890C-7C92-62850C857EAC}"/>
                  </a:ext>
                </a:extLst>
              </p:cNvPr>
              <p:cNvCxnSpPr>
                <a:stCxn id="41" idx="6"/>
                <a:endCxn id="59" idx="2"/>
              </p:cNvCxnSpPr>
              <p:nvPr/>
            </p:nvCxnSpPr>
            <p:spPr>
              <a:xfrm>
                <a:off x="2191463" y="2657369"/>
                <a:ext cx="708316" cy="112498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1E2B92E1-1D88-C828-0169-50FC8207AB29}"/>
                  </a:ext>
                </a:extLst>
              </p:cNvPr>
              <p:cNvCxnSpPr>
                <a:stCxn id="40" idx="6"/>
                <a:endCxn id="59" idx="2"/>
              </p:cNvCxnSpPr>
              <p:nvPr/>
            </p:nvCxnSpPr>
            <p:spPr>
              <a:xfrm>
                <a:off x="2191463" y="2992333"/>
                <a:ext cx="708316" cy="79001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2A9CBC15-0315-3EDD-0B64-742D995C6060}"/>
                  </a:ext>
                </a:extLst>
              </p:cNvPr>
              <p:cNvCxnSpPr>
                <a:stCxn id="39" idx="6"/>
                <a:endCxn id="59" idx="2"/>
              </p:cNvCxnSpPr>
              <p:nvPr/>
            </p:nvCxnSpPr>
            <p:spPr>
              <a:xfrm>
                <a:off x="2191463" y="3327297"/>
                <a:ext cx="708316" cy="45505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A6DA17AB-E632-CDDA-D43A-C2EDE31D97F0}"/>
                  </a:ext>
                </a:extLst>
              </p:cNvPr>
              <p:cNvSpPr/>
              <p:nvPr/>
            </p:nvSpPr>
            <p:spPr>
              <a:xfrm>
                <a:off x="4028197" y="21907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714B7020-AD37-957B-5AEB-550D45C53161}"/>
                  </a:ext>
                </a:extLst>
              </p:cNvPr>
              <p:cNvCxnSpPr>
                <a:stCxn id="42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0D5EBBF5-286C-4B0D-373D-9D125AB8D1B5}"/>
                  </a:ext>
                </a:extLst>
              </p:cNvPr>
              <p:cNvCxnSpPr>
                <a:stCxn id="47" idx="6"/>
                <a:endCxn id="63" idx="2"/>
              </p:cNvCxnSpPr>
              <p:nvPr/>
            </p:nvCxnSpPr>
            <p:spPr>
              <a:xfrm flipV="1">
                <a:off x="3186241" y="233455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594DCD3F-BE2B-9421-BFFD-7614A4C09748}"/>
                  </a:ext>
                </a:extLst>
              </p:cNvPr>
              <p:cNvCxnSpPr>
                <a:stCxn id="51" idx="6"/>
                <a:endCxn id="63" idx="2"/>
              </p:cNvCxnSpPr>
              <p:nvPr/>
            </p:nvCxnSpPr>
            <p:spPr>
              <a:xfrm flipV="1">
                <a:off x="3186240" y="2334551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04232D0F-2515-DA16-57E1-A4C57A1954D9}"/>
                  </a:ext>
                </a:extLst>
              </p:cNvPr>
              <p:cNvCxnSpPr>
                <a:stCxn id="55" idx="6"/>
                <a:endCxn id="63" idx="2"/>
              </p:cNvCxnSpPr>
              <p:nvPr/>
            </p:nvCxnSpPr>
            <p:spPr>
              <a:xfrm flipV="1">
                <a:off x="3186239" y="2334551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147BE702-57C2-2871-DD9B-201A3E50CFF1}"/>
                  </a:ext>
                </a:extLst>
              </p:cNvPr>
              <p:cNvCxnSpPr>
                <a:stCxn id="59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447800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3879D6EA-2F58-5F2A-AC37-176BEAF5917B}"/>
                  </a:ext>
                </a:extLst>
              </p:cNvPr>
              <p:cNvSpPr/>
              <p:nvPr/>
            </p:nvSpPr>
            <p:spPr>
              <a:xfrm>
                <a:off x="4028196" y="256852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BF9EAC0D-8CA0-109C-1ACD-87117239BADA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41" y="2712329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F4AC1B0D-3DB7-D8B9-81C6-137154F9B0A2}"/>
                  </a:ext>
                </a:extLst>
              </p:cNvPr>
              <p:cNvCxnSpPr>
                <a:stCxn id="51" idx="6"/>
                <a:endCxn id="69" idx="2"/>
              </p:cNvCxnSpPr>
              <p:nvPr/>
            </p:nvCxnSpPr>
            <p:spPr>
              <a:xfrm flipV="1">
                <a:off x="3186240" y="2712329"/>
                <a:ext cx="841956" cy="3542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5C09FD1A-EAF5-7946-91EE-ED7F73CC4312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9" y="2712329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AE33E214-2585-EBFA-6269-1F9A7FEDFF80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8" y="2712329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8321D32E-0475-9A30-3037-8642442FBCDE}"/>
                  </a:ext>
                </a:extLst>
              </p:cNvPr>
              <p:cNvCxnSpPr>
                <a:stCxn id="42" idx="6"/>
                <a:endCxn id="69" idx="2"/>
              </p:cNvCxnSpPr>
              <p:nvPr/>
            </p:nvCxnSpPr>
            <p:spPr>
              <a:xfrm>
                <a:off x="3186242" y="2334552"/>
                <a:ext cx="841954" cy="3777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3AEC56E2-DC01-5CDC-9CFA-97F98BC0AAD8}"/>
                  </a:ext>
                </a:extLst>
              </p:cNvPr>
              <p:cNvSpPr/>
              <p:nvPr/>
            </p:nvSpPr>
            <p:spPr>
              <a:xfrm>
                <a:off x="4030044" y="291568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B4E28D63-10FF-1E27-AF3A-5D916C5159EF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9" y="3059487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DA6D7E40-7EA7-7FC2-F4D9-EE71BA7C00C1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8" y="3059487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295D582C-42BF-2E63-8099-7567BF86665D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7" y="3059487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0844EE28-504B-3288-32F4-33D3C1DCCB82}"/>
                  </a:ext>
                </a:extLst>
              </p:cNvPr>
              <p:cNvCxnSpPr>
                <a:stCxn id="47" idx="6"/>
                <a:endCxn id="75" idx="2"/>
              </p:cNvCxnSpPr>
              <p:nvPr/>
            </p:nvCxnSpPr>
            <p:spPr>
              <a:xfrm>
                <a:off x="3186241" y="2707856"/>
                <a:ext cx="843803" cy="35163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FF03A56F-5B3C-377F-0CB4-8E0FF1E402F3}"/>
                  </a:ext>
                </a:extLst>
              </p:cNvPr>
              <p:cNvCxnSpPr>
                <a:stCxn id="42" idx="6"/>
                <a:endCxn id="75" idx="2"/>
              </p:cNvCxnSpPr>
              <p:nvPr/>
            </p:nvCxnSpPr>
            <p:spPr>
              <a:xfrm>
                <a:off x="3186242" y="2334552"/>
                <a:ext cx="843802" cy="72493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01E0C8EC-F9A0-5CCC-BF50-A81171D47424}"/>
                  </a:ext>
                </a:extLst>
              </p:cNvPr>
              <p:cNvSpPr/>
              <p:nvPr/>
            </p:nvSpPr>
            <p:spPr>
              <a:xfrm>
                <a:off x="4028195" y="326390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9EEAAF94-6E5E-7001-1CBB-CBB7CCF6425D}"/>
                  </a:ext>
                </a:extLst>
              </p:cNvPr>
              <p:cNvCxnSpPr>
                <a:stCxn id="55" idx="6"/>
                <a:endCxn id="84" idx="2"/>
              </p:cNvCxnSpPr>
              <p:nvPr/>
            </p:nvCxnSpPr>
            <p:spPr>
              <a:xfrm flipV="1">
                <a:off x="3186239" y="3407701"/>
                <a:ext cx="841956" cy="981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E7129837-0D74-9A47-92DA-515DEB38D0BA}"/>
                  </a:ext>
                </a:extLst>
              </p:cNvPr>
              <p:cNvCxnSpPr>
                <a:endCxn id="84" idx="2"/>
              </p:cNvCxnSpPr>
              <p:nvPr/>
            </p:nvCxnSpPr>
            <p:spPr>
              <a:xfrm flipV="1">
                <a:off x="3186239" y="340770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EFEC9EF2-6EBE-84C2-0E51-0FDC4A2BB352}"/>
                  </a:ext>
                </a:extLst>
              </p:cNvPr>
              <p:cNvCxnSpPr>
                <a:stCxn id="51" idx="6"/>
                <a:endCxn id="84" idx="2"/>
              </p:cNvCxnSpPr>
              <p:nvPr/>
            </p:nvCxnSpPr>
            <p:spPr>
              <a:xfrm>
                <a:off x="3186240" y="3066578"/>
                <a:ext cx="841955" cy="34112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9109C2CF-1630-6165-B0A6-8E705FF59D9B}"/>
                  </a:ext>
                </a:extLst>
              </p:cNvPr>
              <p:cNvCxnSpPr>
                <a:stCxn id="47" idx="6"/>
                <a:endCxn id="84" idx="2"/>
              </p:cNvCxnSpPr>
              <p:nvPr/>
            </p:nvCxnSpPr>
            <p:spPr>
              <a:xfrm>
                <a:off x="3186241" y="2707856"/>
                <a:ext cx="841954" cy="6998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D2D06D42-646C-4B02-5B4A-23FDBC32AA74}"/>
                  </a:ext>
                </a:extLst>
              </p:cNvPr>
              <p:cNvCxnSpPr>
                <a:stCxn id="42" idx="6"/>
                <a:endCxn id="84" idx="2"/>
              </p:cNvCxnSpPr>
              <p:nvPr/>
            </p:nvCxnSpPr>
            <p:spPr>
              <a:xfrm>
                <a:off x="3186242" y="2334552"/>
                <a:ext cx="841953" cy="10731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10AAD64D-D5C8-6A1E-D919-ABA39794F00E}"/>
                  </a:ext>
                </a:extLst>
              </p:cNvPr>
              <p:cNvSpPr/>
              <p:nvPr/>
            </p:nvSpPr>
            <p:spPr>
              <a:xfrm>
                <a:off x="4028194" y="36471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BBF9CD1C-35AC-A2A1-AE39-CBE08DBF2B7B}"/>
                  </a:ext>
                </a:extLst>
              </p:cNvPr>
              <p:cNvCxnSpPr>
                <a:endCxn id="90" idx="2"/>
              </p:cNvCxnSpPr>
              <p:nvPr/>
            </p:nvCxnSpPr>
            <p:spPr>
              <a:xfrm flipV="1">
                <a:off x="3186239" y="37909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591D4384-854B-5E26-AFE2-59318BFEFB54}"/>
                  </a:ext>
                </a:extLst>
              </p:cNvPr>
              <p:cNvCxnSpPr>
                <a:stCxn id="55" idx="6"/>
                <a:endCxn id="90" idx="2"/>
              </p:cNvCxnSpPr>
              <p:nvPr/>
            </p:nvCxnSpPr>
            <p:spPr>
              <a:xfrm>
                <a:off x="3186239" y="3417514"/>
                <a:ext cx="841955" cy="37343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E7F2047D-89BD-1127-E5CD-CE27156A01C6}"/>
                  </a:ext>
                </a:extLst>
              </p:cNvPr>
              <p:cNvCxnSpPr>
                <a:stCxn id="51" idx="6"/>
                <a:endCxn id="90" idx="2"/>
              </p:cNvCxnSpPr>
              <p:nvPr/>
            </p:nvCxnSpPr>
            <p:spPr>
              <a:xfrm>
                <a:off x="3186240" y="3066578"/>
                <a:ext cx="841954" cy="72437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403BC5CD-55F1-B3C1-3621-308DB790AB23}"/>
                  </a:ext>
                </a:extLst>
              </p:cNvPr>
              <p:cNvCxnSpPr>
                <a:stCxn id="47" idx="6"/>
                <a:endCxn id="90" idx="2"/>
              </p:cNvCxnSpPr>
              <p:nvPr/>
            </p:nvCxnSpPr>
            <p:spPr>
              <a:xfrm>
                <a:off x="3186241" y="2707856"/>
                <a:ext cx="841953" cy="108309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88B3A676-A45F-6484-B65F-24D141D1B646}"/>
                  </a:ext>
                </a:extLst>
              </p:cNvPr>
              <p:cNvCxnSpPr>
                <a:stCxn id="42" idx="6"/>
                <a:endCxn id="90" idx="2"/>
              </p:cNvCxnSpPr>
              <p:nvPr/>
            </p:nvCxnSpPr>
            <p:spPr>
              <a:xfrm>
                <a:off x="3186242" y="2334552"/>
                <a:ext cx="841952" cy="145639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A9A726D5-ED5E-6B62-90E4-7FCB1E76252B}"/>
                  </a:ext>
                </a:extLst>
              </p:cNvPr>
              <p:cNvCxnSpPr>
                <a:stCxn id="63" idx="6"/>
                <a:endCxn id="43" idx="2"/>
              </p:cNvCxnSpPr>
              <p:nvPr/>
            </p:nvCxnSpPr>
            <p:spPr>
              <a:xfrm>
                <a:off x="4314660" y="2334551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378B7BA0-37ED-050D-C131-B27A9E82FEFF}"/>
                  </a:ext>
                </a:extLst>
              </p:cNvPr>
              <p:cNvCxnSpPr>
                <a:stCxn id="69" idx="6"/>
                <a:endCxn id="43" idx="2"/>
              </p:cNvCxnSpPr>
              <p:nvPr/>
            </p:nvCxnSpPr>
            <p:spPr>
              <a:xfrm flipV="1">
                <a:off x="4314659" y="2513568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15665BE6-07FB-0DA0-4FF0-E5C57617C4C9}"/>
                  </a:ext>
                </a:extLst>
              </p:cNvPr>
              <p:cNvCxnSpPr>
                <a:stCxn id="75" idx="6"/>
                <a:endCxn id="43" idx="2"/>
              </p:cNvCxnSpPr>
              <p:nvPr/>
            </p:nvCxnSpPr>
            <p:spPr>
              <a:xfrm flipV="1">
                <a:off x="4316507" y="2513568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9AF2D5D9-B40C-ED51-00C5-8A6D1D9979CE}"/>
                  </a:ext>
                </a:extLst>
              </p:cNvPr>
              <p:cNvCxnSpPr>
                <a:stCxn id="84" idx="6"/>
                <a:endCxn id="43" idx="2"/>
              </p:cNvCxnSpPr>
              <p:nvPr/>
            </p:nvCxnSpPr>
            <p:spPr>
              <a:xfrm flipV="1">
                <a:off x="4314658" y="2513568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09D697A7-2F88-207B-8BDB-BE33B903DEA6}"/>
                  </a:ext>
                </a:extLst>
              </p:cNvPr>
              <p:cNvCxnSpPr>
                <a:stCxn id="90" idx="6"/>
                <a:endCxn id="43" idx="2"/>
              </p:cNvCxnSpPr>
              <p:nvPr/>
            </p:nvCxnSpPr>
            <p:spPr>
              <a:xfrm flipV="1">
                <a:off x="4314657" y="2513568"/>
                <a:ext cx="787797" cy="127738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5F829BDB-4843-A2B8-1272-283CA6CBD4E6}"/>
                  </a:ext>
                </a:extLst>
              </p:cNvPr>
              <p:cNvSpPr/>
              <p:nvPr/>
            </p:nvSpPr>
            <p:spPr>
              <a:xfrm>
                <a:off x="5102453" y="27456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0E1F3267-36A3-CD65-BF3F-0F92AE96D854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>
                <a:off x="4314659" y="27104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64631518-10BE-C2ED-D552-B99EACD8045E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8" y="28894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97155A12-3052-458D-5DCA-A6985419111D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6506" y="2889453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CB2D3576-120C-8D0C-4C4B-C430B5B2430F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7" y="2889453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225234CF-5B74-D6CE-2466-998227FCC8D7}"/>
                  </a:ext>
                </a:extLst>
              </p:cNvPr>
              <p:cNvCxnSpPr>
                <a:stCxn id="63" idx="6"/>
                <a:endCxn id="101" idx="2"/>
              </p:cNvCxnSpPr>
              <p:nvPr/>
            </p:nvCxnSpPr>
            <p:spPr>
              <a:xfrm>
                <a:off x="4314660" y="2334551"/>
                <a:ext cx="787793" cy="5549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13913FF2-4C57-FFF4-093A-869D88B76F1C}"/>
                  </a:ext>
                </a:extLst>
              </p:cNvPr>
              <p:cNvSpPr/>
              <p:nvPr/>
            </p:nvSpPr>
            <p:spPr>
              <a:xfrm>
                <a:off x="5102452" y="3088214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E5FD248A-0CB5-250B-615F-F598A3DF69B2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>
                <a:off x="4314658" y="3052998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2248C02D-D327-AE03-2073-2B4D0EF77F38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4657" y="3232015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BB4870F9-CCBD-6596-4CA1-2A190450D26F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6505" y="3232015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825AAF83-495F-2206-2C2F-6B9B6D71FD17}"/>
                  </a:ext>
                </a:extLst>
              </p:cNvPr>
              <p:cNvCxnSpPr>
                <a:stCxn id="69" idx="6"/>
                <a:endCxn id="107" idx="2"/>
              </p:cNvCxnSpPr>
              <p:nvPr/>
            </p:nvCxnSpPr>
            <p:spPr>
              <a:xfrm>
                <a:off x="4314659" y="2712329"/>
                <a:ext cx="787793" cy="51968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F119AACC-AC5E-3259-1B4E-47D3F2A4F3F6}"/>
                  </a:ext>
                </a:extLst>
              </p:cNvPr>
              <p:cNvCxnSpPr>
                <a:stCxn id="63" idx="6"/>
                <a:endCxn id="107" idx="2"/>
              </p:cNvCxnSpPr>
              <p:nvPr/>
            </p:nvCxnSpPr>
            <p:spPr>
              <a:xfrm>
                <a:off x="4314660" y="2334551"/>
                <a:ext cx="787792" cy="89746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61F6EC3E-F48D-594A-3933-D79E4FF50314}"/>
                  </a:ext>
                </a:extLst>
              </p:cNvPr>
              <p:cNvSpPr/>
              <p:nvPr/>
            </p:nvSpPr>
            <p:spPr>
              <a:xfrm>
                <a:off x="5102454" y="34505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D661485D-5DE6-588E-7FC2-8A433237F2FB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>
                <a:off x="4314660" y="34153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A0B43CEC-42DB-91D1-3B86-4C0EE4844B9D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 flipV="1">
                <a:off x="4314659" y="35943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F4BF56FB-CA7E-ED53-185C-DD62617B5212}"/>
                  </a:ext>
                </a:extLst>
              </p:cNvPr>
              <p:cNvCxnSpPr>
                <a:stCxn id="75" idx="6"/>
                <a:endCxn id="113" idx="2"/>
              </p:cNvCxnSpPr>
              <p:nvPr/>
            </p:nvCxnSpPr>
            <p:spPr>
              <a:xfrm>
                <a:off x="4316507" y="3059487"/>
                <a:ext cx="785947" cy="53486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C8A7C2CF-193B-613E-BB26-79C9DE66F881}"/>
                  </a:ext>
                </a:extLst>
              </p:cNvPr>
              <p:cNvCxnSpPr>
                <a:stCxn id="69" idx="6"/>
                <a:endCxn id="113" idx="2"/>
              </p:cNvCxnSpPr>
              <p:nvPr/>
            </p:nvCxnSpPr>
            <p:spPr>
              <a:xfrm>
                <a:off x="4314659" y="2712329"/>
                <a:ext cx="787795" cy="88202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Arrow Connector 117">
                <a:extLst>
                  <a:ext uri="{FF2B5EF4-FFF2-40B4-BE49-F238E27FC236}">
                    <a16:creationId xmlns:a16="http://schemas.microsoft.com/office/drawing/2014/main" id="{165960F5-0797-FDF2-AF94-9DB3CA23D102}"/>
                  </a:ext>
                </a:extLst>
              </p:cNvPr>
              <p:cNvCxnSpPr>
                <a:stCxn id="63" idx="6"/>
                <a:endCxn id="113" idx="2"/>
              </p:cNvCxnSpPr>
              <p:nvPr/>
            </p:nvCxnSpPr>
            <p:spPr>
              <a:xfrm>
                <a:off x="4314660" y="2334551"/>
                <a:ext cx="787794" cy="12598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921BCCF-20D8-CEF2-C8C1-52CBB922A238}"/>
                </a:ext>
              </a:extLst>
            </p:cNvPr>
            <p:cNvSpPr txBox="1"/>
            <p:nvPr/>
          </p:nvSpPr>
          <p:spPr>
            <a:xfrm>
              <a:off x="99059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A9744EF-F51E-2794-F81E-45DDFEC18EA2}"/>
                </a:ext>
              </a:extLst>
            </p:cNvPr>
            <p:cNvSpPr txBox="1"/>
            <p:nvPr/>
          </p:nvSpPr>
          <p:spPr>
            <a:xfrm>
              <a:off x="178701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1C20F11-C7C0-FA48-D3D8-30B92025D617}"/>
                </a:ext>
              </a:extLst>
            </p:cNvPr>
            <p:cNvSpPr txBox="1"/>
            <p:nvPr/>
          </p:nvSpPr>
          <p:spPr>
            <a:xfrm>
              <a:off x="2715597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F889F50-9DA3-95ED-65DB-80638B8704B3}"/>
                </a:ext>
              </a:extLst>
            </p:cNvPr>
            <p:cNvSpPr txBox="1"/>
            <p:nvPr/>
          </p:nvSpPr>
          <p:spPr>
            <a:xfrm>
              <a:off x="3596641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4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4180A140-1D0F-76C5-38E0-D6D9C30DECC0}"/>
              </a:ext>
            </a:extLst>
          </p:cNvPr>
          <p:cNvSpPr/>
          <p:nvPr/>
        </p:nvSpPr>
        <p:spPr>
          <a:xfrm>
            <a:off x="1066800" y="3010988"/>
            <a:ext cx="3505200" cy="17521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1F48D54-BAE0-9BEB-CF56-68CCD5CE6864}"/>
                  </a:ext>
                </a:extLst>
              </p:cNvPr>
              <p:cNvSpPr txBox="1"/>
              <p:nvPr/>
            </p:nvSpPr>
            <p:spPr>
              <a:xfrm>
                <a:off x="5265270" y="1535119"/>
                <a:ext cx="677813" cy="4129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1F48D54-BAE0-9BEB-CF56-68CCD5CE68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5270" y="1535119"/>
                <a:ext cx="677813" cy="41293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8AE1C4-5DB4-343B-CD6F-2B8E812314A5}"/>
                  </a:ext>
                </a:extLst>
              </p:cNvPr>
              <p:cNvSpPr txBox="1"/>
              <p:nvPr/>
            </p:nvSpPr>
            <p:spPr>
              <a:xfrm>
                <a:off x="5996620" y="1276350"/>
                <a:ext cx="677814" cy="4129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8AE1C4-5DB4-343B-CD6F-2B8E81231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620" y="1276350"/>
                <a:ext cx="677814" cy="41293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3ADB4E29-9930-99A8-13F2-C830D634C49A}"/>
              </a:ext>
            </a:extLst>
          </p:cNvPr>
          <p:cNvSpPr txBox="1"/>
          <p:nvPr/>
        </p:nvSpPr>
        <p:spPr>
          <a:xfrm>
            <a:off x="3545557" y="1737306"/>
            <a:ext cx="1090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Bias term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EAF3CA5-3D7B-CCAC-2FFD-A153795B7C12}"/>
              </a:ext>
            </a:extLst>
          </p:cNvPr>
          <p:cNvCxnSpPr>
            <a:stCxn id="17" idx="2"/>
            <a:endCxn id="23" idx="0"/>
          </p:cNvCxnSpPr>
          <p:nvPr/>
        </p:nvCxnSpPr>
        <p:spPr>
          <a:xfrm flipH="1">
            <a:off x="3827907" y="2106638"/>
            <a:ext cx="263024" cy="45015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4947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4E0DD-D889-88AC-7C78-130076336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B4846E-F1DF-6288-ED44-05D8B42A18B0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Gradient computation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EAB536-5A72-E72B-7D03-A5B869156B5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819" y="1809750"/>
            <a:ext cx="1040130" cy="276606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005635CA-71A0-3D2D-8E32-B0E5A2517494}"/>
              </a:ext>
            </a:extLst>
          </p:cNvPr>
          <p:cNvSpPr txBox="1"/>
          <p:nvPr/>
        </p:nvSpPr>
        <p:spPr>
          <a:xfrm>
            <a:off x="714948" y="84200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Given one training example (   ,    ):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5EA9BF-1E4B-F63A-FFDA-298F5C518A0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598" y="1034737"/>
            <a:ext cx="153162" cy="1371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D3CAE0-2123-1DD3-BF88-6D86A39AEDD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780" y="1042357"/>
            <a:ext cx="144018" cy="1965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CA13716-1AD1-F1D1-6694-64C81AF22F2C}"/>
              </a:ext>
            </a:extLst>
          </p:cNvPr>
          <p:cNvSpPr txBox="1"/>
          <p:nvPr/>
        </p:nvSpPr>
        <p:spPr>
          <a:xfrm>
            <a:off x="716622" y="12763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Forward propagation: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E7D62B-A80E-615E-628B-ED30C133897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2205699"/>
            <a:ext cx="1885950" cy="2743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607E6A7-673B-F747-64C4-827DB6DCCE3D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819" y="2613938"/>
            <a:ext cx="1723644" cy="3497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AD71A9-6C9A-0CC8-C3E5-277D7AF56CF1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3020161"/>
            <a:ext cx="1885950" cy="27432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18A4677-E9BD-F252-A1DA-71B6837B5371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819" y="3405275"/>
            <a:ext cx="1723644" cy="3497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FA37CB-6FF6-D411-4534-F6C3CD0F7351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3821772"/>
            <a:ext cx="1885950" cy="274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F789F4-525A-F23A-D286-AE661A1D1587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4203192"/>
            <a:ext cx="2916936" cy="34975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9E5D0FF-6846-AB7D-A144-0D6C8B87EBCF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2556788"/>
            <a:ext cx="1255014" cy="40690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BE8E7DD-1C68-1974-2148-689C4BD3AABD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2557" y="3301514"/>
            <a:ext cx="1255014" cy="406908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CD9D0C6A-E5B3-BF98-4452-AF4C8C7D3DA3}"/>
              </a:ext>
            </a:extLst>
          </p:cNvPr>
          <p:cNvGrpSpPr/>
          <p:nvPr/>
        </p:nvGrpSpPr>
        <p:grpSpPr>
          <a:xfrm>
            <a:off x="5253859" y="1759891"/>
            <a:ext cx="3055882" cy="1588057"/>
            <a:chOff x="990599" y="738216"/>
            <a:chExt cx="3381620" cy="175733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0D0F2B0-2E1E-AB9E-7F98-473EFFF19E71}"/>
                </a:ext>
              </a:extLst>
            </p:cNvPr>
            <p:cNvGrpSpPr/>
            <p:nvPr/>
          </p:nvGrpSpPr>
          <p:grpSpPr>
            <a:xfrm>
              <a:off x="1239873" y="738216"/>
              <a:ext cx="2862230" cy="1432793"/>
              <a:chOff x="1905000" y="2190750"/>
              <a:chExt cx="3483917" cy="1744001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CD638C60-FFA0-A297-F6AC-30011E31E6A7}"/>
                  </a:ext>
                </a:extLst>
              </p:cNvPr>
              <p:cNvSpPr/>
              <p:nvPr/>
            </p:nvSpPr>
            <p:spPr>
              <a:xfrm>
                <a:off x="1905000" y="318349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AD7C8BCD-8028-7F57-706E-207A2C0FC5AA}"/>
                  </a:ext>
                </a:extLst>
              </p:cNvPr>
              <p:cNvSpPr/>
              <p:nvPr/>
            </p:nvSpPr>
            <p:spPr>
              <a:xfrm>
                <a:off x="1905000" y="284853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BE03741D-B133-63EE-3015-218067258531}"/>
                  </a:ext>
                </a:extLst>
              </p:cNvPr>
              <p:cNvSpPr/>
              <p:nvPr/>
            </p:nvSpPr>
            <p:spPr>
              <a:xfrm>
                <a:off x="1905000" y="251356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AF2E0537-00D4-F9B7-3608-58AF60EBB73E}"/>
                  </a:ext>
                </a:extLst>
              </p:cNvPr>
              <p:cNvSpPr/>
              <p:nvPr/>
            </p:nvSpPr>
            <p:spPr>
              <a:xfrm>
                <a:off x="2899779" y="2190751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D5C4880D-363A-A909-A4FE-EBAD1C59B063}"/>
                  </a:ext>
                </a:extLst>
              </p:cNvPr>
              <p:cNvSpPr/>
              <p:nvPr/>
            </p:nvSpPr>
            <p:spPr>
              <a:xfrm>
                <a:off x="5102454" y="236976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B7370BB3-3C9E-3502-1FF3-CD46A7FAA847}"/>
                  </a:ext>
                </a:extLst>
              </p:cNvPr>
              <p:cNvCxnSpPr>
                <a:stCxn id="41" idx="6"/>
                <a:endCxn id="42" idx="2"/>
              </p:cNvCxnSpPr>
              <p:nvPr/>
            </p:nvCxnSpPr>
            <p:spPr>
              <a:xfrm flipV="1">
                <a:off x="2191463" y="2334552"/>
                <a:ext cx="708316" cy="3228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88BE36C0-84F5-719B-087A-5B01FDFB3504}"/>
                  </a:ext>
                </a:extLst>
              </p:cNvPr>
              <p:cNvCxnSpPr>
                <a:stCxn id="40" idx="6"/>
                <a:endCxn id="42" idx="2"/>
              </p:cNvCxnSpPr>
              <p:nvPr/>
            </p:nvCxnSpPr>
            <p:spPr>
              <a:xfrm flipV="1">
                <a:off x="2191463" y="2334552"/>
                <a:ext cx="708316" cy="6577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B8FCD739-DE15-E9B5-D6FD-42D2A29DADEA}"/>
                  </a:ext>
                </a:extLst>
              </p:cNvPr>
              <p:cNvCxnSpPr>
                <a:stCxn id="39" idx="6"/>
                <a:endCxn id="42" idx="2"/>
              </p:cNvCxnSpPr>
              <p:nvPr/>
            </p:nvCxnSpPr>
            <p:spPr>
              <a:xfrm flipV="1">
                <a:off x="2191463" y="2334552"/>
                <a:ext cx="708316" cy="9927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390298B7-F8FA-B35C-8F80-FE742176155B}"/>
                  </a:ext>
                </a:extLst>
              </p:cNvPr>
              <p:cNvSpPr/>
              <p:nvPr/>
            </p:nvSpPr>
            <p:spPr>
              <a:xfrm>
                <a:off x="2899778" y="2564055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4E226887-9767-348C-2914-E9FFE56FF8E7}"/>
                  </a:ext>
                </a:extLst>
              </p:cNvPr>
              <p:cNvCxnSpPr>
                <a:stCxn id="41" idx="6"/>
                <a:endCxn id="47" idx="2"/>
              </p:cNvCxnSpPr>
              <p:nvPr/>
            </p:nvCxnSpPr>
            <p:spPr>
              <a:xfrm>
                <a:off x="2191463" y="2657369"/>
                <a:ext cx="708315" cy="5048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18A7F9C8-FFC7-D254-17B0-6D873D530986}"/>
                  </a:ext>
                </a:extLst>
              </p:cNvPr>
              <p:cNvCxnSpPr>
                <a:stCxn id="40" idx="6"/>
                <a:endCxn id="47" idx="2"/>
              </p:cNvCxnSpPr>
              <p:nvPr/>
            </p:nvCxnSpPr>
            <p:spPr>
              <a:xfrm flipV="1">
                <a:off x="2191463" y="2707856"/>
                <a:ext cx="708315" cy="2844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7061D186-EA22-40CD-EA04-6B0984550B46}"/>
                  </a:ext>
                </a:extLst>
              </p:cNvPr>
              <p:cNvCxnSpPr>
                <a:stCxn id="39" idx="6"/>
                <a:endCxn id="47" idx="2"/>
              </p:cNvCxnSpPr>
              <p:nvPr/>
            </p:nvCxnSpPr>
            <p:spPr>
              <a:xfrm flipV="1">
                <a:off x="2191463" y="2707856"/>
                <a:ext cx="708315" cy="61944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D0CED595-F4FA-836A-BAF4-6058279F41D1}"/>
                  </a:ext>
                </a:extLst>
              </p:cNvPr>
              <p:cNvSpPr/>
              <p:nvPr/>
            </p:nvSpPr>
            <p:spPr>
              <a:xfrm>
                <a:off x="2899777" y="292277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1912EF54-B4F6-4041-D438-E6497D2C9A60}"/>
                  </a:ext>
                </a:extLst>
              </p:cNvPr>
              <p:cNvCxnSpPr>
                <a:stCxn id="41" idx="6"/>
                <a:endCxn id="51" idx="2"/>
              </p:cNvCxnSpPr>
              <p:nvPr/>
            </p:nvCxnSpPr>
            <p:spPr>
              <a:xfrm>
                <a:off x="2191463" y="2657369"/>
                <a:ext cx="708314" cy="40920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758E7D68-7522-B1EB-95F4-05A81C24A85B}"/>
                  </a:ext>
                </a:extLst>
              </p:cNvPr>
              <p:cNvCxnSpPr>
                <a:stCxn id="40" idx="6"/>
                <a:endCxn id="51" idx="2"/>
              </p:cNvCxnSpPr>
              <p:nvPr/>
            </p:nvCxnSpPr>
            <p:spPr>
              <a:xfrm>
                <a:off x="2191463" y="2992333"/>
                <a:ext cx="708314" cy="742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8E189A42-7F55-A168-681F-5EBA540F9D26}"/>
                  </a:ext>
                </a:extLst>
              </p:cNvPr>
              <p:cNvCxnSpPr>
                <a:stCxn id="39" idx="6"/>
                <a:endCxn id="51" idx="2"/>
              </p:cNvCxnSpPr>
              <p:nvPr/>
            </p:nvCxnSpPr>
            <p:spPr>
              <a:xfrm flipV="1">
                <a:off x="2191463" y="3066578"/>
                <a:ext cx="708314" cy="2607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D19CA3CE-FA4D-E732-D0E7-1DA0D9872003}"/>
                  </a:ext>
                </a:extLst>
              </p:cNvPr>
              <p:cNvSpPr/>
              <p:nvPr/>
            </p:nvSpPr>
            <p:spPr>
              <a:xfrm>
                <a:off x="2899776" y="3273713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590E2117-B533-1A22-7F9F-DFB902EE31F6}"/>
                  </a:ext>
                </a:extLst>
              </p:cNvPr>
              <p:cNvCxnSpPr>
                <a:stCxn id="41" idx="6"/>
                <a:endCxn id="55" idx="2"/>
              </p:cNvCxnSpPr>
              <p:nvPr/>
            </p:nvCxnSpPr>
            <p:spPr>
              <a:xfrm>
                <a:off x="2191463" y="2657369"/>
                <a:ext cx="708313" cy="7601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0E0768D7-5763-8FE8-A391-FE5DC03017B4}"/>
                  </a:ext>
                </a:extLst>
              </p:cNvPr>
              <p:cNvCxnSpPr>
                <a:stCxn id="40" idx="6"/>
                <a:endCxn id="55" idx="2"/>
              </p:cNvCxnSpPr>
              <p:nvPr/>
            </p:nvCxnSpPr>
            <p:spPr>
              <a:xfrm>
                <a:off x="2191463" y="2992333"/>
                <a:ext cx="708313" cy="4251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5AF60D6B-1678-3430-1030-DD306B451C7B}"/>
                  </a:ext>
                </a:extLst>
              </p:cNvPr>
              <p:cNvCxnSpPr>
                <a:stCxn id="39" idx="6"/>
                <a:endCxn id="55" idx="2"/>
              </p:cNvCxnSpPr>
              <p:nvPr/>
            </p:nvCxnSpPr>
            <p:spPr>
              <a:xfrm>
                <a:off x="2191463" y="3327297"/>
                <a:ext cx="708313" cy="902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3734D8B4-A7A2-04F2-E057-3ABD1290393B}"/>
                  </a:ext>
                </a:extLst>
              </p:cNvPr>
              <p:cNvSpPr/>
              <p:nvPr/>
            </p:nvSpPr>
            <p:spPr>
              <a:xfrm>
                <a:off x="2899779" y="36385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2CA2377F-F1A1-4423-6C2B-96E3B16249F4}"/>
                  </a:ext>
                </a:extLst>
              </p:cNvPr>
              <p:cNvCxnSpPr>
                <a:stCxn id="41" idx="6"/>
                <a:endCxn id="59" idx="2"/>
              </p:cNvCxnSpPr>
              <p:nvPr/>
            </p:nvCxnSpPr>
            <p:spPr>
              <a:xfrm>
                <a:off x="2191463" y="2657369"/>
                <a:ext cx="708316" cy="112498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1E3C47ED-E4E7-D021-21A1-B3582B864820}"/>
                  </a:ext>
                </a:extLst>
              </p:cNvPr>
              <p:cNvCxnSpPr>
                <a:stCxn id="40" idx="6"/>
                <a:endCxn id="59" idx="2"/>
              </p:cNvCxnSpPr>
              <p:nvPr/>
            </p:nvCxnSpPr>
            <p:spPr>
              <a:xfrm>
                <a:off x="2191463" y="2992333"/>
                <a:ext cx="708316" cy="79001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FC5EB5EE-97B7-35A1-9C26-06EBF3793D02}"/>
                  </a:ext>
                </a:extLst>
              </p:cNvPr>
              <p:cNvCxnSpPr>
                <a:stCxn id="39" idx="6"/>
                <a:endCxn id="59" idx="2"/>
              </p:cNvCxnSpPr>
              <p:nvPr/>
            </p:nvCxnSpPr>
            <p:spPr>
              <a:xfrm>
                <a:off x="2191463" y="3327297"/>
                <a:ext cx="708316" cy="45505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0B11607E-E162-BAC7-6507-14FDEB18B9EB}"/>
                  </a:ext>
                </a:extLst>
              </p:cNvPr>
              <p:cNvSpPr/>
              <p:nvPr/>
            </p:nvSpPr>
            <p:spPr>
              <a:xfrm>
                <a:off x="4028197" y="21907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AFCF4CC7-0256-B340-8A1F-B4BD9539481B}"/>
                  </a:ext>
                </a:extLst>
              </p:cNvPr>
              <p:cNvCxnSpPr>
                <a:stCxn id="42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25E0FF80-3FB8-1CA7-DA6F-61497E047D8B}"/>
                  </a:ext>
                </a:extLst>
              </p:cNvPr>
              <p:cNvCxnSpPr>
                <a:stCxn id="47" idx="6"/>
                <a:endCxn id="63" idx="2"/>
              </p:cNvCxnSpPr>
              <p:nvPr/>
            </p:nvCxnSpPr>
            <p:spPr>
              <a:xfrm flipV="1">
                <a:off x="3186241" y="233455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979C9D4B-2FE3-CBFB-5A1B-5DCCC3A6635E}"/>
                  </a:ext>
                </a:extLst>
              </p:cNvPr>
              <p:cNvCxnSpPr>
                <a:stCxn id="51" idx="6"/>
                <a:endCxn id="63" idx="2"/>
              </p:cNvCxnSpPr>
              <p:nvPr/>
            </p:nvCxnSpPr>
            <p:spPr>
              <a:xfrm flipV="1">
                <a:off x="3186240" y="2334551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278B5513-7D28-7588-89BA-AB6FBE1E07BE}"/>
                  </a:ext>
                </a:extLst>
              </p:cNvPr>
              <p:cNvCxnSpPr>
                <a:stCxn id="55" idx="6"/>
                <a:endCxn id="63" idx="2"/>
              </p:cNvCxnSpPr>
              <p:nvPr/>
            </p:nvCxnSpPr>
            <p:spPr>
              <a:xfrm flipV="1">
                <a:off x="3186239" y="2334551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097FC39A-6B33-1C35-1109-D6C55FD02202}"/>
                  </a:ext>
                </a:extLst>
              </p:cNvPr>
              <p:cNvCxnSpPr>
                <a:stCxn id="59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447800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50BF2170-359B-0258-1B4E-BB6D2CC31128}"/>
                  </a:ext>
                </a:extLst>
              </p:cNvPr>
              <p:cNvSpPr/>
              <p:nvPr/>
            </p:nvSpPr>
            <p:spPr>
              <a:xfrm>
                <a:off x="4028196" y="256852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F60A5448-0EE8-3E09-9C08-AA3E4EC62682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41" y="2712329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0166EDEB-8A76-94BE-1A03-92E0418CF38B}"/>
                  </a:ext>
                </a:extLst>
              </p:cNvPr>
              <p:cNvCxnSpPr>
                <a:stCxn id="51" idx="6"/>
                <a:endCxn id="69" idx="2"/>
              </p:cNvCxnSpPr>
              <p:nvPr/>
            </p:nvCxnSpPr>
            <p:spPr>
              <a:xfrm flipV="1">
                <a:off x="3186240" y="2712329"/>
                <a:ext cx="841956" cy="3542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12D46903-94B8-C664-633B-F8B1E49B2E66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9" y="2712329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C8DD09A4-CC50-31A5-5FE4-9AC3E40E4672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8" y="2712329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45187EC2-C7EB-1EEF-CEFF-1F5342426AFD}"/>
                  </a:ext>
                </a:extLst>
              </p:cNvPr>
              <p:cNvCxnSpPr>
                <a:stCxn id="42" idx="6"/>
                <a:endCxn id="69" idx="2"/>
              </p:cNvCxnSpPr>
              <p:nvPr/>
            </p:nvCxnSpPr>
            <p:spPr>
              <a:xfrm>
                <a:off x="3186242" y="2334552"/>
                <a:ext cx="841954" cy="3777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2E653B94-3085-F4EE-FAB8-3B340A86299C}"/>
                  </a:ext>
                </a:extLst>
              </p:cNvPr>
              <p:cNvSpPr/>
              <p:nvPr/>
            </p:nvSpPr>
            <p:spPr>
              <a:xfrm>
                <a:off x="4030044" y="291568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86D89EAC-885D-8318-7C18-359422345D4E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9" y="3059487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3329F073-DE71-DAAE-8F32-8A906FC75A4A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8" y="3059487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FFECA71D-BE88-3D00-C459-765D7DBB9BB1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7" y="3059487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D90BB9C0-C4AD-6052-CA22-55C541117428}"/>
                  </a:ext>
                </a:extLst>
              </p:cNvPr>
              <p:cNvCxnSpPr>
                <a:stCxn id="47" idx="6"/>
                <a:endCxn id="75" idx="2"/>
              </p:cNvCxnSpPr>
              <p:nvPr/>
            </p:nvCxnSpPr>
            <p:spPr>
              <a:xfrm>
                <a:off x="3186241" y="2707856"/>
                <a:ext cx="843803" cy="35163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2B24C647-10DA-BB26-44EC-9C09378D4BB2}"/>
                  </a:ext>
                </a:extLst>
              </p:cNvPr>
              <p:cNvCxnSpPr>
                <a:stCxn id="42" idx="6"/>
                <a:endCxn id="75" idx="2"/>
              </p:cNvCxnSpPr>
              <p:nvPr/>
            </p:nvCxnSpPr>
            <p:spPr>
              <a:xfrm>
                <a:off x="3186242" y="2334552"/>
                <a:ext cx="843802" cy="72493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F5ED86E5-0CE6-68A7-C027-ACB3365EE93C}"/>
                  </a:ext>
                </a:extLst>
              </p:cNvPr>
              <p:cNvSpPr/>
              <p:nvPr/>
            </p:nvSpPr>
            <p:spPr>
              <a:xfrm>
                <a:off x="4028195" y="326390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696024B0-7B02-12E2-C378-A86E8CCFAB40}"/>
                  </a:ext>
                </a:extLst>
              </p:cNvPr>
              <p:cNvCxnSpPr>
                <a:stCxn id="55" idx="6"/>
                <a:endCxn id="84" idx="2"/>
              </p:cNvCxnSpPr>
              <p:nvPr/>
            </p:nvCxnSpPr>
            <p:spPr>
              <a:xfrm flipV="1">
                <a:off x="3186239" y="3407701"/>
                <a:ext cx="841956" cy="981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DD13320A-82C8-2996-1F4B-A92283883BB4}"/>
                  </a:ext>
                </a:extLst>
              </p:cNvPr>
              <p:cNvCxnSpPr>
                <a:endCxn id="84" idx="2"/>
              </p:cNvCxnSpPr>
              <p:nvPr/>
            </p:nvCxnSpPr>
            <p:spPr>
              <a:xfrm flipV="1">
                <a:off x="3186239" y="340770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BF26F901-BFA3-F1B3-65A6-3DAA644A24AC}"/>
                  </a:ext>
                </a:extLst>
              </p:cNvPr>
              <p:cNvCxnSpPr>
                <a:stCxn id="51" idx="6"/>
                <a:endCxn id="84" idx="2"/>
              </p:cNvCxnSpPr>
              <p:nvPr/>
            </p:nvCxnSpPr>
            <p:spPr>
              <a:xfrm>
                <a:off x="3186240" y="3066578"/>
                <a:ext cx="841955" cy="34112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52EB3BE8-C1AB-20F0-CB39-477898D4DE76}"/>
                  </a:ext>
                </a:extLst>
              </p:cNvPr>
              <p:cNvCxnSpPr>
                <a:stCxn id="47" idx="6"/>
                <a:endCxn id="84" idx="2"/>
              </p:cNvCxnSpPr>
              <p:nvPr/>
            </p:nvCxnSpPr>
            <p:spPr>
              <a:xfrm>
                <a:off x="3186241" y="2707856"/>
                <a:ext cx="841954" cy="6998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3D61FB1A-0500-AD2E-8093-5156D79C8186}"/>
                  </a:ext>
                </a:extLst>
              </p:cNvPr>
              <p:cNvCxnSpPr>
                <a:stCxn id="42" idx="6"/>
                <a:endCxn id="84" idx="2"/>
              </p:cNvCxnSpPr>
              <p:nvPr/>
            </p:nvCxnSpPr>
            <p:spPr>
              <a:xfrm>
                <a:off x="3186242" y="2334552"/>
                <a:ext cx="841953" cy="10731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434AF661-9B3A-4BAD-FCC6-EAC0CED899CF}"/>
                  </a:ext>
                </a:extLst>
              </p:cNvPr>
              <p:cNvSpPr/>
              <p:nvPr/>
            </p:nvSpPr>
            <p:spPr>
              <a:xfrm>
                <a:off x="4028194" y="36471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3F627902-E1F2-D6DD-8B7E-BD75A5FCEA93}"/>
                  </a:ext>
                </a:extLst>
              </p:cNvPr>
              <p:cNvCxnSpPr>
                <a:endCxn id="90" idx="2"/>
              </p:cNvCxnSpPr>
              <p:nvPr/>
            </p:nvCxnSpPr>
            <p:spPr>
              <a:xfrm flipV="1">
                <a:off x="3186239" y="37909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BF86BB13-1D9C-F5A9-AFBA-93161664E614}"/>
                  </a:ext>
                </a:extLst>
              </p:cNvPr>
              <p:cNvCxnSpPr>
                <a:stCxn id="55" idx="6"/>
                <a:endCxn id="90" idx="2"/>
              </p:cNvCxnSpPr>
              <p:nvPr/>
            </p:nvCxnSpPr>
            <p:spPr>
              <a:xfrm>
                <a:off x="3186239" y="3417514"/>
                <a:ext cx="841955" cy="37343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C4D6D716-E749-C923-141A-EB341C9F9727}"/>
                  </a:ext>
                </a:extLst>
              </p:cNvPr>
              <p:cNvCxnSpPr>
                <a:stCxn id="51" idx="6"/>
                <a:endCxn id="90" idx="2"/>
              </p:cNvCxnSpPr>
              <p:nvPr/>
            </p:nvCxnSpPr>
            <p:spPr>
              <a:xfrm>
                <a:off x="3186240" y="3066578"/>
                <a:ext cx="841954" cy="72437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F36708E5-78A4-4871-1B75-BDEACC8604C8}"/>
                  </a:ext>
                </a:extLst>
              </p:cNvPr>
              <p:cNvCxnSpPr>
                <a:stCxn id="47" idx="6"/>
                <a:endCxn id="90" idx="2"/>
              </p:cNvCxnSpPr>
              <p:nvPr/>
            </p:nvCxnSpPr>
            <p:spPr>
              <a:xfrm>
                <a:off x="3186241" y="2707856"/>
                <a:ext cx="841953" cy="108309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2C66EC70-51CA-C204-92BD-309A72BF56F9}"/>
                  </a:ext>
                </a:extLst>
              </p:cNvPr>
              <p:cNvCxnSpPr>
                <a:stCxn id="42" idx="6"/>
                <a:endCxn id="90" idx="2"/>
              </p:cNvCxnSpPr>
              <p:nvPr/>
            </p:nvCxnSpPr>
            <p:spPr>
              <a:xfrm>
                <a:off x="3186242" y="2334552"/>
                <a:ext cx="841952" cy="145639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A253D84F-1A4A-7855-2838-EAD04A151E9B}"/>
                  </a:ext>
                </a:extLst>
              </p:cNvPr>
              <p:cNvCxnSpPr>
                <a:stCxn id="63" idx="6"/>
                <a:endCxn id="43" idx="2"/>
              </p:cNvCxnSpPr>
              <p:nvPr/>
            </p:nvCxnSpPr>
            <p:spPr>
              <a:xfrm>
                <a:off x="4314660" y="2334551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58342C62-7123-5E3C-50FE-E1E8296000B9}"/>
                  </a:ext>
                </a:extLst>
              </p:cNvPr>
              <p:cNvCxnSpPr>
                <a:stCxn id="69" idx="6"/>
                <a:endCxn id="43" idx="2"/>
              </p:cNvCxnSpPr>
              <p:nvPr/>
            </p:nvCxnSpPr>
            <p:spPr>
              <a:xfrm flipV="1">
                <a:off x="4314659" y="2513568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9EA0F894-CB1A-833B-C8FC-3E2B87B749E7}"/>
                  </a:ext>
                </a:extLst>
              </p:cNvPr>
              <p:cNvCxnSpPr>
                <a:stCxn id="75" idx="6"/>
                <a:endCxn id="43" idx="2"/>
              </p:cNvCxnSpPr>
              <p:nvPr/>
            </p:nvCxnSpPr>
            <p:spPr>
              <a:xfrm flipV="1">
                <a:off x="4316507" y="2513568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5ED7C351-248E-49C6-786D-926DC5EB821E}"/>
                  </a:ext>
                </a:extLst>
              </p:cNvPr>
              <p:cNvCxnSpPr>
                <a:stCxn id="84" idx="6"/>
                <a:endCxn id="43" idx="2"/>
              </p:cNvCxnSpPr>
              <p:nvPr/>
            </p:nvCxnSpPr>
            <p:spPr>
              <a:xfrm flipV="1">
                <a:off x="4314658" y="2513568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3A2EBA6B-6CB7-B734-7A89-37A953B27A08}"/>
                  </a:ext>
                </a:extLst>
              </p:cNvPr>
              <p:cNvCxnSpPr>
                <a:stCxn id="90" idx="6"/>
                <a:endCxn id="43" idx="2"/>
              </p:cNvCxnSpPr>
              <p:nvPr/>
            </p:nvCxnSpPr>
            <p:spPr>
              <a:xfrm flipV="1">
                <a:off x="4314657" y="2513568"/>
                <a:ext cx="787797" cy="127738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02A4C75E-16A3-2DF2-0607-E33374A0AB96}"/>
                  </a:ext>
                </a:extLst>
              </p:cNvPr>
              <p:cNvSpPr/>
              <p:nvPr/>
            </p:nvSpPr>
            <p:spPr>
              <a:xfrm>
                <a:off x="5102453" y="27456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2893FEDC-D7DD-3A58-5FB3-FD35B251D35C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>
                <a:off x="4314659" y="27104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B8FD3CD1-5054-BA2F-05F4-B92D10693EED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8" y="28894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4A9EAF71-DA82-3853-D462-E53D641555CF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6506" y="2889453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A82362EE-C593-A783-DB95-8CAB81321BD8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7" y="2889453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2A826E83-1099-6ACE-0B7C-50470629E385}"/>
                  </a:ext>
                </a:extLst>
              </p:cNvPr>
              <p:cNvCxnSpPr>
                <a:stCxn id="63" idx="6"/>
                <a:endCxn id="101" idx="2"/>
              </p:cNvCxnSpPr>
              <p:nvPr/>
            </p:nvCxnSpPr>
            <p:spPr>
              <a:xfrm>
                <a:off x="4314660" y="2334551"/>
                <a:ext cx="787793" cy="5549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6C608C59-4D08-ED4E-9822-55F0B2764B41}"/>
                  </a:ext>
                </a:extLst>
              </p:cNvPr>
              <p:cNvSpPr/>
              <p:nvPr/>
            </p:nvSpPr>
            <p:spPr>
              <a:xfrm>
                <a:off x="5102452" y="3088214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BD69B1A0-C0AB-793D-9530-A49F7EF2DB67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>
                <a:off x="4314658" y="3052998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20CA47B2-F9F3-9C49-0C03-CBCCD9B3114D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4657" y="3232015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B9D5E7B0-28B9-E955-26CE-BE6620FA6DE1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6505" y="3232015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A88306D1-2C0C-D7EA-C4E1-0F44DEE58176}"/>
                  </a:ext>
                </a:extLst>
              </p:cNvPr>
              <p:cNvCxnSpPr>
                <a:stCxn id="69" idx="6"/>
                <a:endCxn id="107" idx="2"/>
              </p:cNvCxnSpPr>
              <p:nvPr/>
            </p:nvCxnSpPr>
            <p:spPr>
              <a:xfrm>
                <a:off x="4314659" y="2712329"/>
                <a:ext cx="787793" cy="51968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D67229A2-577B-397A-FE25-C3E4807AF262}"/>
                  </a:ext>
                </a:extLst>
              </p:cNvPr>
              <p:cNvCxnSpPr>
                <a:stCxn id="63" idx="6"/>
                <a:endCxn id="107" idx="2"/>
              </p:cNvCxnSpPr>
              <p:nvPr/>
            </p:nvCxnSpPr>
            <p:spPr>
              <a:xfrm>
                <a:off x="4314660" y="2334551"/>
                <a:ext cx="787792" cy="89746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39ECAF52-CE4B-0C58-7224-A0E3CE7CCF27}"/>
                  </a:ext>
                </a:extLst>
              </p:cNvPr>
              <p:cNvSpPr/>
              <p:nvPr/>
            </p:nvSpPr>
            <p:spPr>
              <a:xfrm>
                <a:off x="5102454" y="34505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B46BD27D-8E88-47BB-32A8-33166B7005F5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>
                <a:off x="4314660" y="34153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9A6E1BA1-7C79-B9F2-1B77-10B85B7A904C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 flipV="1">
                <a:off x="4314659" y="35943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CDD5288E-41E8-E5A9-38A5-E67E28EA1FFE}"/>
                  </a:ext>
                </a:extLst>
              </p:cNvPr>
              <p:cNvCxnSpPr>
                <a:stCxn id="75" idx="6"/>
                <a:endCxn id="113" idx="2"/>
              </p:cNvCxnSpPr>
              <p:nvPr/>
            </p:nvCxnSpPr>
            <p:spPr>
              <a:xfrm>
                <a:off x="4316507" y="3059487"/>
                <a:ext cx="785947" cy="53486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5B4236DE-3958-79E0-89D6-7F449F49A37B}"/>
                  </a:ext>
                </a:extLst>
              </p:cNvPr>
              <p:cNvCxnSpPr>
                <a:stCxn id="69" idx="6"/>
                <a:endCxn id="113" idx="2"/>
              </p:cNvCxnSpPr>
              <p:nvPr/>
            </p:nvCxnSpPr>
            <p:spPr>
              <a:xfrm>
                <a:off x="4314659" y="2712329"/>
                <a:ext cx="787795" cy="88202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Arrow Connector 117">
                <a:extLst>
                  <a:ext uri="{FF2B5EF4-FFF2-40B4-BE49-F238E27FC236}">
                    <a16:creationId xmlns:a16="http://schemas.microsoft.com/office/drawing/2014/main" id="{14C56A75-3016-4F90-D53E-AB8152F7616C}"/>
                  </a:ext>
                </a:extLst>
              </p:cNvPr>
              <p:cNvCxnSpPr>
                <a:stCxn id="63" idx="6"/>
                <a:endCxn id="113" idx="2"/>
              </p:cNvCxnSpPr>
              <p:nvPr/>
            </p:nvCxnSpPr>
            <p:spPr>
              <a:xfrm>
                <a:off x="4314660" y="2334551"/>
                <a:ext cx="787794" cy="12598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F4F2A9A-979E-D864-8198-FAC5E9FDCEB2}"/>
                </a:ext>
              </a:extLst>
            </p:cNvPr>
            <p:cNvSpPr txBox="1"/>
            <p:nvPr/>
          </p:nvSpPr>
          <p:spPr>
            <a:xfrm>
              <a:off x="99059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DE9DD7D-7B9E-ADB3-63AC-D389342A6F5D}"/>
                </a:ext>
              </a:extLst>
            </p:cNvPr>
            <p:cNvSpPr txBox="1"/>
            <p:nvPr/>
          </p:nvSpPr>
          <p:spPr>
            <a:xfrm>
              <a:off x="178701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6A56559-F0C8-FA6C-CE41-A94E1724ECB4}"/>
                </a:ext>
              </a:extLst>
            </p:cNvPr>
            <p:cNvSpPr txBox="1"/>
            <p:nvPr/>
          </p:nvSpPr>
          <p:spPr>
            <a:xfrm>
              <a:off x="2715597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F538309-1C20-C717-FF11-CC3DC7F8D4F5}"/>
                </a:ext>
              </a:extLst>
            </p:cNvPr>
            <p:cNvSpPr txBox="1"/>
            <p:nvPr/>
          </p:nvSpPr>
          <p:spPr>
            <a:xfrm>
              <a:off x="3596641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4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EB3AF9-EE29-E5E2-992E-FD586C84548B}"/>
                  </a:ext>
                </a:extLst>
              </p:cNvPr>
              <p:cNvSpPr txBox="1"/>
              <p:nvPr/>
            </p:nvSpPr>
            <p:spPr>
              <a:xfrm>
                <a:off x="5265270" y="1535119"/>
                <a:ext cx="677813" cy="4129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EB3AF9-EE29-E5E2-992E-FD586C845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5270" y="1535119"/>
                <a:ext cx="677813" cy="41293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A36B40C-04F1-B954-63B5-E5143462AB29}"/>
                  </a:ext>
                </a:extLst>
              </p:cNvPr>
              <p:cNvSpPr txBox="1"/>
              <p:nvPr/>
            </p:nvSpPr>
            <p:spPr>
              <a:xfrm>
                <a:off x="5996620" y="1276350"/>
                <a:ext cx="677814" cy="4129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A36B40C-04F1-B954-63B5-E5143462A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620" y="1276350"/>
                <a:ext cx="677814" cy="41293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DC982CF-6402-040F-FD1B-A1456C2C1842}"/>
                  </a:ext>
                </a:extLst>
              </p:cNvPr>
              <p:cNvSpPr txBox="1"/>
              <p:nvPr/>
            </p:nvSpPr>
            <p:spPr>
              <a:xfrm>
                <a:off x="6824223" y="1270960"/>
                <a:ext cx="677814" cy="4129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DC982CF-6402-040F-FD1B-A1456C2C18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4223" y="1270960"/>
                <a:ext cx="677814" cy="41293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0350D15-8E9C-192C-2A98-930386D70E57}"/>
                  </a:ext>
                </a:extLst>
              </p:cNvPr>
              <p:cNvSpPr txBox="1"/>
              <p:nvPr/>
            </p:nvSpPr>
            <p:spPr>
              <a:xfrm>
                <a:off x="7620399" y="1264973"/>
                <a:ext cx="677814" cy="4129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0350D15-8E9C-192C-2A98-930386D70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399" y="1264973"/>
                <a:ext cx="677814" cy="41293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1486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8CCED-5234-AB8E-D2F7-98EE5B3B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865090-9B1F-A509-B19F-144904FDA948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Gradient computation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FDDEDA-87EB-248D-8C93-D3850E771B7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819" y="1809750"/>
            <a:ext cx="1040130" cy="276606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D540243C-EF94-0052-FBB0-B2BFB1F7C815}"/>
              </a:ext>
            </a:extLst>
          </p:cNvPr>
          <p:cNvSpPr txBox="1"/>
          <p:nvPr/>
        </p:nvSpPr>
        <p:spPr>
          <a:xfrm>
            <a:off x="714948" y="84200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Given one training example (   ,    ):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B367EE-1D81-2651-CC5B-1099C502B51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598" y="1034737"/>
            <a:ext cx="153162" cy="1371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0462BC-5475-EE3D-AF7D-00B9A7C5632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780" y="1042357"/>
            <a:ext cx="144018" cy="1965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54D7986-D236-BECC-12BE-8DC3B499DED1}"/>
              </a:ext>
            </a:extLst>
          </p:cNvPr>
          <p:cNvSpPr txBox="1"/>
          <p:nvPr/>
        </p:nvSpPr>
        <p:spPr>
          <a:xfrm>
            <a:off x="716622" y="12763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Forward propagation: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3A735C-B22E-6911-5A5F-D1C047D5982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2205699"/>
            <a:ext cx="1885950" cy="2743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3B64706-978D-7573-ACDC-0EDA4E699D0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819" y="2613938"/>
            <a:ext cx="1723644" cy="3497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045C6A-45DC-6170-5DC9-C5403BCFDFE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3020161"/>
            <a:ext cx="1885950" cy="27432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2054859-43AE-1B1C-C92C-B65F0AC070BF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819" y="3405275"/>
            <a:ext cx="1723644" cy="3497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7DBD46-B3A8-CDE2-F00D-5EC6C4400841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3821772"/>
            <a:ext cx="1885950" cy="274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A59909-0287-11D0-ED3E-F5032ED34FBC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4203192"/>
            <a:ext cx="2916936" cy="34975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EFE7F08-7967-D49F-BAD9-D2AC077EFEC7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2556788"/>
            <a:ext cx="1255014" cy="40690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3E520E3-DE00-7BDA-8D7E-918E294BF7E1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2557" y="3301514"/>
            <a:ext cx="1255014" cy="406908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47F01D9E-B609-1040-095E-15BD69576144}"/>
              </a:ext>
            </a:extLst>
          </p:cNvPr>
          <p:cNvGrpSpPr/>
          <p:nvPr/>
        </p:nvGrpSpPr>
        <p:grpSpPr>
          <a:xfrm>
            <a:off x="5253859" y="1759891"/>
            <a:ext cx="3055882" cy="1588057"/>
            <a:chOff x="990599" y="738216"/>
            <a:chExt cx="3381620" cy="175733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40A1152-60AA-5C6B-E7DE-EECD9ECBEAFE}"/>
                </a:ext>
              </a:extLst>
            </p:cNvPr>
            <p:cNvGrpSpPr/>
            <p:nvPr/>
          </p:nvGrpSpPr>
          <p:grpSpPr>
            <a:xfrm>
              <a:off x="1239873" y="738216"/>
              <a:ext cx="2862230" cy="1432793"/>
              <a:chOff x="1905000" y="2190750"/>
              <a:chExt cx="3483917" cy="1744001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911D41F0-CA84-70D4-5693-4768F119656B}"/>
                  </a:ext>
                </a:extLst>
              </p:cNvPr>
              <p:cNvSpPr/>
              <p:nvPr/>
            </p:nvSpPr>
            <p:spPr>
              <a:xfrm>
                <a:off x="1905000" y="318349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16EACD83-DD89-0929-8B45-0996E62131AB}"/>
                  </a:ext>
                </a:extLst>
              </p:cNvPr>
              <p:cNvSpPr/>
              <p:nvPr/>
            </p:nvSpPr>
            <p:spPr>
              <a:xfrm>
                <a:off x="1905000" y="284853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F606924A-DAF2-E3AE-9EDA-F59955F914BD}"/>
                  </a:ext>
                </a:extLst>
              </p:cNvPr>
              <p:cNvSpPr/>
              <p:nvPr/>
            </p:nvSpPr>
            <p:spPr>
              <a:xfrm>
                <a:off x="1905000" y="251356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88E81530-37E6-D65B-6756-291894FC50D0}"/>
                  </a:ext>
                </a:extLst>
              </p:cNvPr>
              <p:cNvSpPr/>
              <p:nvPr/>
            </p:nvSpPr>
            <p:spPr>
              <a:xfrm>
                <a:off x="2899779" y="2190751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1CC7C956-1C8F-49BA-51F5-7C51401E0B7F}"/>
                  </a:ext>
                </a:extLst>
              </p:cNvPr>
              <p:cNvSpPr/>
              <p:nvPr/>
            </p:nvSpPr>
            <p:spPr>
              <a:xfrm>
                <a:off x="5102454" y="236976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95985CE3-FE1B-1AB8-4493-8AE5863E29ED}"/>
                  </a:ext>
                </a:extLst>
              </p:cNvPr>
              <p:cNvCxnSpPr>
                <a:stCxn id="41" idx="6"/>
                <a:endCxn id="42" idx="2"/>
              </p:cNvCxnSpPr>
              <p:nvPr/>
            </p:nvCxnSpPr>
            <p:spPr>
              <a:xfrm flipV="1">
                <a:off x="2191463" y="2334552"/>
                <a:ext cx="708316" cy="3228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0C02ED42-E692-22EC-DF73-F66DE0BA18D7}"/>
                  </a:ext>
                </a:extLst>
              </p:cNvPr>
              <p:cNvCxnSpPr>
                <a:stCxn id="40" idx="6"/>
                <a:endCxn id="42" idx="2"/>
              </p:cNvCxnSpPr>
              <p:nvPr/>
            </p:nvCxnSpPr>
            <p:spPr>
              <a:xfrm flipV="1">
                <a:off x="2191463" y="2334552"/>
                <a:ext cx="708316" cy="6577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82AA6139-7D9E-CF8A-B550-16BF3D4CCC3E}"/>
                  </a:ext>
                </a:extLst>
              </p:cNvPr>
              <p:cNvCxnSpPr>
                <a:stCxn id="39" idx="6"/>
                <a:endCxn id="42" idx="2"/>
              </p:cNvCxnSpPr>
              <p:nvPr/>
            </p:nvCxnSpPr>
            <p:spPr>
              <a:xfrm flipV="1">
                <a:off x="2191463" y="2334552"/>
                <a:ext cx="708316" cy="9927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AD748F5B-2BD9-54FB-6E19-7817600D6940}"/>
                  </a:ext>
                </a:extLst>
              </p:cNvPr>
              <p:cNvSpPr/>
              <p:nvPr/>
            </p:nvSpPr>
            <p:spPr>
              <a:xfrm>
                <a:off x="2899778" y="2564055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0E5B3088-F909-1FE9-B2C2-594661961F3D}"/>
                  </a:ext>
                </a:extLst>
              </p:cNvPr>
              <p:cNvCxnSpPr>
                <a:stCxn id="41" idx="6"/>
                <a:endCxn id="47" idx="2"/>
              </p:cNvCxnSpPr>
              <p:nvPr/>
            </p:nvCxnSpPr>
            <p:spPr>
              <a:xfrm>
                <a:off x="2191463" y="2657369"/>
                <a:ext cx="708315" cy="5048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E2EBDFFF-ED3D-3B74-D137-9F44D16DD753}"/>
                  </a:ext>
                </a:extLst>
              </p:cNvPr>
              <p:cNvCxnSpPr>
                <a:stCxn id="40" idx="6"/>
                <a:endCxn id="47" idx="2"/>
              </p:cNvCxnSpPr>
              <p:nvPr/>
            </p:nvCxnSpPr>
            <p:spPr>
              <a:xfrm flipV="1">
                <a:off x="2191463" y="2707856"/>
                <a:ext cx="708315" cy="2844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182A7B79-9606-E174-EA24-ED31B4A0A0BB}"/>
                  </a:ext>
                </a:extLst>
              </p:cNvPr>
              <p:cNvCxnSpPr>
                <a:stCxn id="39" idx="6"/>
                <a:endCxn id="47" idx="2"/>
              </p:cNvCxnSpPr>
              <p:nvPr/>
            </p:nvCxnSpPr>
            <p:spPr>
              <a:xfrm flipV="1">
                <a:off x="2191463" y="2707856"/>
                <a:ext cx="708315" cy="61944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34C9D278-E730-1420-C29F-002A3CA2D0DD}"/>
                  </a:ext>
                </a:extLst>
              </p:cNvPr>
              <p:cNvSpPr/>
              <p:nvPr/>
            </p:nvSpPr>
            <p:spPr>
              <a:xfrm>
                <a:off x="2899777" y="292277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AD67A976-F54F-BA8A-3734-7551967ECCC8}"/>
                  </a:ext>
                </a:extLst>
              </p:cNvPr>
              <p:cNvCxnSpPr>
                <a:stCxn id="41" idx="6"/>
                <a:endCxn id="51" idx="2"/>
              </p:cNvCxnSpPr>
              <p:nvPr/>
            </p:nvCxnSpPr>
            <p:spPr>
              <a:xfrm>
                <a:off x="2191463" y="2657369"/>
                <a:ext cx="708314" cy="40920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DF0799FE-CCC7-FBEF-B343-AB6FDAF7F880}"/>
                  </a:ext>
                </a:extLst>
              </p:cNvPr>
              <p:cNvCxnSpPr>
                <a:stCxn id="40" idx="6"/>
                <a:endCxn id="51" idx="2"/>
              </p:cNvCxnSpPr>
              <p:nvPr/>
            </p:nvCxnSpPr>
            <p:spPr>
              <a:xfrm>
                <a:off x="2191463" y="2992333"/>
                <a:ext cx="708314" cy="742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0E336811-ABD4-C282-A5E5-0268F013BD9C}"/>
                  </a:ext>
                </a:extLst>
              </p:cNvPr>
              <p:cNvCxnSpPr>
                <a:stCxn id="39" idx="6"/>
                <a:endCxn id="51" idx="2"/>
              </p:cNvCxnSpPr>
              <p:nvPr/>
            </p:nvCxnSpPr>
            <p:spPr>
              <a:xfrm flipV="1">
                <a:off x="2191463" y="3066578"/>
                <a:ext cx="708314" cy="2607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FBC38CBD-315A-89CD-6DDF-10395FD98293}"/>
                  </a:ext>
                </a:extLst>
              </p:cNvPr>
              <p:cNvSpPr/>
              <p:nvPr/>
            </p:nvSpPr>
            <p:spPr>
              <a:xfrm>
                <a:off x="2899776" y="3273713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2C7B2F40-D8E9-FE2A-4E0F-2D27FF9ED8FA}"/>
                  </a:ext>
                </a:extLst>
              </p:cNvPr>
              <p:cNvCxnSpPr>
                <a:stCxn id="41" idx="6"/>
                <a:endCxn id="55" idx="2"/>
              </p:cNvCxnSpPr>
              <p:nvPr/>
            </p:nvCxnSpPr>
            <p:spPr>
              <a:xfrm>
                <a:off x="2191463" y="2657369"/>
                <a:ext cx="708313" cy="7601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7BAEEA1E-3146-D68C-17D6-2C12066BD59A}"/>
                  </a:ext>
                </a:extLst>
              </p:cNvPr>
              <p:cNvCxnSpPr>
                <a:stCxn id="40" idx="6"/>
                <a:endCxn id="55" idx="2"/>
              </p:cNvCxnSpPr>
              <p:nvPr/>
            </p:nvCxnSpPr>
            <p:spPr>
              <a:xfrm>
                <a:off x="2191463" y="2992333"/>
                <a:ext cx="708313" cy="4251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D7F5F2C4-9AAC-A4C8-CAD7-03C8D4DCD5D7}"/>
                  </a:ext>
                </a:extLst>
              </p:cNvPr>
              <p:cNvCxnSpPr>
                <a:stCxn id="39" idx="6"/>
                <a:endCxn id="55" idx="2"/>
              </p:cNvCxnSpPr>
              <p:nvPr/>
            </p:nvCxnSpPr>
            <p:spPr>
              <a:xfrm>
                <a:off x="2191463" y="3327297"/>
                <a:ext cx="708313" cy="902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C5EF43A5-E71E-E96A-3EDA-FCB6819CAB6B}"/>
                  </a:ext>
                </a:extLst>
              </p:cNvPr>
              <p:cNvSpPr/>
              <p:nvPr/>
            </p:nvSpPr>
            <p:spPr>
              <a:xfrm>
                <a:off x="2899779" y="36385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63E277BD-34EF-B90C-36B5-B66FF36847B1}"/>
                  </a:ext>
                </a:extLst>
              </p:cNvPr>
              <p:cNvCxnSpPr>
                <a:stCxn id="41" idx="6"/>
                <a:endCxn id="59" idx="2"/>
              </p:cNvCxnSpPr>
              <p:nvPr/>
            </p:nvCxnSpPr>
            <p:spPr>
              <a:xfrm>
                <a:off x="2191463" y="2657369"/>
                <a:ext cx="708316" cy="112498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A0317F3D-0838-C59C-D970-49DD0E71B2D0}"/>
                  </a:ext>
                </a:extLst>
              </p:cNvPr>
              <p:cNvCxnSpPr>
                <a:stCxn id="40" idx="6"/>
                <a:endCxn id="59" idx="2"/>
              </p:cNvCxnSpPr>
              <p:nvPr/>
            </p:nvCxnSpPr>
            <p:spPr>
              <a:xfrm>
                <a:off x="2191463" y="2992333"/>
                <a:ext cx="708316" cy="79001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F224DE60-420D-9368-2BC6-855DDD42C455}"/>
                  </a:ext>
                </a:extLst>
              </p:cNvPr>
              <p:cNvCxnSpPr>
                <a:stCxn id="39" idx="6"/>
                <a:endCxn id="59" idx="2"/>
              </p:cNvCxnSpPr>
              <p:nvPr/>
            </p:nvCxnSpPr>
            <p:spPr>
              <a:xfrm>
                <a:off x="2191463" y="3327297"/>
                <a:ext cx="708316" cy="45505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06593D6C-4938-AC54-A1E3-1C77D6F06CD7}"/>
                  </a:ext>
                </a:extLst>
              </p:cNvPr>
              <p:cNvSpPr/>
              <p:nvPr/>
            </p:nvSpPr>
            <p:spPr>
              <a:xfrm>
                <a:off x="4028197" y="21907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D36F348F-8089-E65A-9A62-5931B14ADB61}"/>
                  </a:ext>
                </a:extLst>
              </p:cNvPr>
              <p:cNvCxnSpPr>
                <a:stCxn id="42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48438DA2-D18F-17D3-4E43-5E1DF3956937}"/>
                  </a:ext>
                </a:extLst>
              </p:cNvPr>
              <p:cNvCxnSpPr>
                <a:stCxn id="47" idx="6"/>
                <a:endCxn id="63" idx="2"/>
              </p:cNvCxnSpPr>
              <p:nvPr/>
            </p:nvCxnSpPr>
            <p:spPr>
              <a:xfrm flipV="1">
                <a:off x="3186241" y="233455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F607CAEE-0BEE-F7B8-470E-CB958187F072}"/>
                  </a:ext>
                </a:extLst>
              </p:cNvPr>
              <p:cNvCxnSpPr>
                <a:stCxn id="51" idx="6"/>
                <a:endCxn id="63" idx="2"/>
              </p:cNvCxnSpPr>
              <p:nvPr/>
            </p:nvCxnSpPr>
            <p:spPr>
              <a:xfrm flipV="1">
                <a:off x="3186240" y="2334551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79E041C3-42F0-6E67-DAC2-F4D276456F7E}"/>
                  </a:ext>
                </a:extLst>
              </p:cNvPr>
              <p:cNvCxnSpPr>
                <a:stCxn id="55" idx="6"/>
                <a:endCxn id="63" idx="2"/>
              </p:cNvCxnSpPr>
              <p:nvPr/>
            </p:nvCxnSpPr>
            <p:spPr>
              <a:xfrm flipV="1">
                <a:off x="3186239" y="2334551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6878DAB8-EF82-4B72-B3E9-7A3B04833CAA}"/>
                  </a:ext>
                </a:extLst>
              </p:cNvPr>
              <p:cNvCxnSpPr>
                <a:stCxn id="59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447800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2E466D44-23F2-BE7A-C754-90474310F8A4}"/>
                  </a:ext>
                </a:extLst>
              </p:cNvPr>
              <p:cNvSpPr/>
              <p:nvPr/>
            </p:nvSpPr>
            <p:spPr>
              <a:xfrm>
                <a:off x="4028196" y="256852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65D04F53-AFCE-9C9A-4A47-6AB2235282D3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41" y="2712329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10F5FB5D-640F-BDAF-D44B-ECB35942A1D7}"/>
                  </a:ext>
                </a:extLst>
              </p:cNvPr>
              <p:cNvCxnSpPr>
                <a:stCxn id="51" idx="6"/>
                <a:endCxn id="69" idx="2"/>
              </p:cNvCxnSpPr>
              <p:nvPr/>
            </p:nvCxnSpPr>
            <p:spPr>
              <a:xfrm flipV="1">
                <a:off x="3186240" y="2712329"/>
                <a:ext cx="841956" cy="3542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C579A3C5-43B7-2CF7-1E8E-5F6665B12F84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9" y="2712329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89895580-8B72-61FD-0482-34560C032124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8" y="2712329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E3CF2899-9EE8-2588-CAC3-4A4D898402EE}"/>
                  </a:ext>
                </a:extLst>
              </p:cNvPr>
              <p:cNvCxnSpPr>
                <a:stCxn id="42" idx="6"/>
                <a:endCxn id="69" idx="2"/>
              </p:cNvCxnSpPr>
              <p:nvPr/>
            </p:nvCxnSpPr>
            <p:spPr>
              <a:xfrm>
                <a:off x="3186242" y="2334552"/>
                <a:ext cx="841954" cy="3777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92EC288B-76B1-DF07-8610-2751CF3C1FB0}"/>
                  </a:ext>
                </a:extLst>
              </p:cNvPr>
              <p:cNvSpPr/>
              <p:nvPr/>
            </p:nvSpPr>
            <p:spPr>
              <a:xfrm>
                <a:off x="4030044" y="291568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DD83D13F-B0C1-9538-B88C-4C73A6B6F672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9" y="3059487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64CFF619-CFB0-501E-6877-972CC5CB8548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8" y="3059487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0A1859DB-2AF7-0853-9294-AEC74D38F02C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7" y="3059487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EF214B60-1484-8A12-C2E6-1C97AF0234CD}"/>
                  </a:ext>
                </a:extLst>
              </p:cNvPr>
              <p:cNvCxnSpPr>
                <a:stCxn id="47" idx="6"/>
                <a:endCxn id="75" idx="2"/>
              </p:cNvCxnSpPr>
              <p:nvPr/>
            </p:nvCxnSpPr>
            <p:spPr>
              <a:xfrm>
                <a:off x="3186241" y="2707856"/>
                <a:ext cx="843803" cy="35163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B07A0D60-66B7-900F-5223-0E80F3E36562}"/>
                  </a:ext>
                </a:extLst>
              </p:cNvPr>
              <p:cNvCxnSpPr>
                <a:stCxn id="42" idx="6"/>
                <a:endCxn id="75" idx="2"/>
              </p:cNvCxnSpPr>
              <p:nvPr/>
            </p:nvCxnSpPr>
            <p:spPr>
              <a:xfrm>
                <a:off x="3186242" y="2334552"/>
                <a:ext cx="843802" cy="72493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D5F5B32C-E089-EADE-60FE-5F68CEC2BE90}"/>
                  </a:ext>
                </a:extLst>
              </p:cNvPr>
              <p:cNvSpPr/>
              <p:nvPr/>
            </p:nvSpPr>
            <p:spPr>
              <a:xfrm>
                <a:off x="4028195" y="326390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D5478E84-3A09-CE9F-2C91-B90A05B3B21B}"/>
                  </a:ext>
                </a:extLst>
              </p:cNvPr>
              <p:cNvCxnSpPr>
                <a:stCxn id="55" idx="6"/>
                <a:endCxn id="84" idx="2"/>
              </p:cNvCxnSpPr>
              <p:nvPr/>
            </p:nvCxnSpPr>
            <p:spPr>
              <a:xfrm flipV="1">
                <a:off x="3186239" y="3407701"/>
                <a:ext cx="841956" cy="981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A61692D7-3521-A155-EEFC-0824F5785EF4}"/>
                  </a:ext>
                </a:extLst>
              </p:cNvPr>
              <p:cNvCxnSpPr>
                <a:endCxn id="84" idx="2"/>
              </p:cNvCxnSpPr>
              <p:nvPr/>
            </p:nvCxnSpPr>
            <p:spPr>
              <a:xfrm flipV="1">
                <a:off x="3186239" y="340770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908E4EAE-E7FE-A197-04F4-02B408EA304F}"/>
                  </a:ext>
                </a:extLst>
              </p:cNvPr>
              <p:cNvCxnSpPr>
                <a:stCxn id="51" idx="6"/>
                <a:endCxn id="84" idx="2"/>
              </p:cNvCxnSpPr>
              <p:nvPr/>
            </p:nvCxnSpPr>
            <p:spPr>
              <a:xfrm>
                <a:off x="3186240" y="3066578"/>
                <a:ext cx="841955" cy="34112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C6D56B9E-3738-7D45-BEDA-584C6BDDC2A0}"/>
                  </a:ext>
                </a:extLst>
              </p:cNvPr>
              <p:cNvCxnSpPr>
                <a:stCxn id="47" idx="6"/>
                <a:endCxn id="84" idx="2"/>
              </p:cNvCxnSpPr>
              <p:nvPr/>
            </p:nvCxnSpPr>
            <p:spPr>
              <a:xfrm>
                <a:off x="3186241" y="2707856"/>
                <a:ext cx="841954" cy="6998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CE308AD5-11DD-7B23-15CA-FD3652051E8F}"/>
                  </a:ext>
                </a:extLst>
              </p:cNvPr>
              <p:cNvCxnSpPr>
                <a:stCxn id="42" idx="6"/>
                <a:endCxn id="84" idx="2"/>
              </p:cNvCxnSpPr>
              <p:nvPr/>
            </p:nvCxnSpPr>
            <p:spPr>
              <a:xfrm>
                <a:off x="3186242" y="2334552"/>
                <a:ext cx="841953" cy="10731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0343DD64-A637-4332-C116-459FD16E04B0}"/>
                  </a:ext>
                </a:extLst>
              </p:cNvPr>
              <p:cNvSpPr/>
              <p:nvPr/>
            </p:nvSpPr>
            <p:spPr>
              <a:xfrm>
                <a:off x="4028194" y="36471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6423AD40-8315-BAF6-A28E-7AB8035766A8}"/>
                  </a:ext>
                </a:extLst>
              </p:cNvPr>
              <p:cNvCxnSpPr>
                <a:endCxn id="90" idx="2"/>
              </p:cNvCxnSpPr>
              <p:nvPr/>
            </p:nvCxnSpPr>
            <p:spPr>
              <a:xfrm flipV="1">
                <a:off x="3186239" y="37909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04197E5E-B6C9-958A-3706-E8DE243706F8}"/>
                  </a:ext>
                </a:extLst>
              </p:cNvPr>
              <p:cNvCxnSpPr>
                <a:stCxn id="55" idx="6"/>
                <a:endCxn id="90" idx="2"/>
              </p:cNvCxnSpPr>
              <p:nvPr/>
            </p:nvCxnSpPr>
            <p:spPr>
              <a:xfrm>
                <a:off x="3186239" y="3417514"/>
                <a:ext cx="841955" cy="37343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44CDBB7F-FCDF-6766-4061-79CA93F7BA09}"/>
                  </a:ext>
                </a:extLst>
              </p:cNvPr>
              <p:cNvCxnSpPr>
                <a:stCxn id="51" idx="6"/>
                <a:endCxn id="90" idx="2"/>
              </p:cNvCxnSpPr>
              <p:nvPr/>
            </p:nvCxnSpPr>
            <p:spPr>
              <a:xfrm>
                <a:off x="3186240" y="3066578"/>
                <a:ext cx="841954" cy="72437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3BBB79D6-521C-428C-C971-CBBACFFA9177}"/>
                  </a:ext>
                </a:extLst>
              </p:cNvPr>
              <p:cNvCxnSpPr>
                <a:stCxn id="47" idx="6"/>
                <a:endCxn id="90" idx="2"/>
              </p:cNvCxnSpPr>
              <p:nvPr/>
            </p:nvCxnSpPr>
            <p:spPr>
              <a:xfrm>
                <a:off x="3186241" y="2707856"/>
                <a:ext cx="841953" cy="108309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7737FA48-06D0-4343-D61C-B895A6C678E2}"/>
                  </a:ext>
                </a:extLst>
              </p:cNvPr>
              <p:cNvCxnSpPr>
                <a:stCxn id="42" idx="6"/>
                <a:endCxn id="90" idx="2"/>
              </p:cNvCxnSpPr>
              <p:nvPr/>
            </p:nvCxnSpPr>
            <p:spPr>
              <a:xfrm>
                <a:off x="3186242" y="2334552"/>
                <a:ext cx="841952" cy="145639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BDCA5775-EA7A-5B86-9662-4B0002549684}"/>
                  </a:ext>
                </a:extLst>
              </p:cNvPr>
              <p:cNvCxnSpPr>
                <a:stCxn id="63" idx="6"/>
                <a:endCxn id="43" idx="2"/>
              </p:cNvCxnSpPr>
              <p:nvPr/>
            </p:nvCxnSpPr>
            <p:spPr>
              <a:xfrm>
                <a:off x="4314660" y="2334551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9955CD04-2C5C-964F-BCAC-1391F08B9FB1}"/>
                  </a:ext>
                </a:extLst>
              </p:cNvPr>
              <p:cNvCxnSpPr>
                <a:stCxn id="69" idx="6"/>
                <a:endCxn id="43" idx="2"/>
              </p:cNvCxnSpPr>
              <p:nvPr/>
            </p:nvCxnSpPr>
            <p:spPr>
              <a:xfrm flipV="1">
                <a:off x="4314659" y="2513568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56BEE39D-937C-8E02-1D43-7D48B4204C12}"/>
                  </a:ext>
                </a:extLst>
              </p:cNvPr>
              <p:cNvCxnSpPr>
                <a:stCxn id="75" idx="6"/>
                <a:endCxn id="43" idx="2"/>
              </p:cNvCxnSpPr>
              <p:nvPr/>
            </p:nvCxnSpPr>
            <p:spPr>
              <a:xfrm flipV="1">
                <a:off x="4316507" y="2513568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AE8F7C0F-A08C-2BF5-111F-8FC001147982}"/>
                  </a:ext>
                </a:extLst>
              </p:cNvPr>
              <p:cNvCxnSpPr>
                <a:stCxn id="84" idx="6"/>
                <a:endCxn id="43" idx="2"/>
              </p:cNvCxnSpPr>
              <p:nvPr/>
            </p:nvCxnSpPr>
            <p:spPr>
              <a:xfrm flipV="1">
                <a:off x="4314658" y="2513568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85581C77-85C1-2C46-4855-64FD93F03142}"/>
                  </a:ext>
                </a:extLst>
              </p:cNvPr>
              <p:cNvCxnSpPr>
                <a:stCxn id="90" idx="6"/>
                <a:endCxn id="43" idx="2"/>
              </p:cNvCxnSpPr>
              <p:nvPr/>
            </p:nvCxnSpPr>
            <p:spPr>
              <a:xfrm flipV="1">
                <a:off x="4314657" y="2513568"/>
                <a:ext cx="787797" cy="127738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098D194A-D8DA-B35C-657C-C9A5E9F3B3AE}"/>
                  </a:ext>
                </a:extLst>
              </p:cNvPr>
              <p:cNvSpPr/>
              <p:nvPr/>
            </p:nvSpPr>
            <p:spPr>
              <a:xfrm>
                <a:off x="5102453" y="27456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395DD6A0-9A59-AFCD-EA0A-1F4DBCA89DAC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>
                <a:off x="4314659" y="27104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C50DB7C2-612E-C6F2-793F-8FBCCFA1E7C5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8" y="28894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3C4D09FC-CBFE-B80C-A351-C949351D9E43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6506" y="2889453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E7D99753-37E0-B7CC-6E62-C7DBCF0E2C50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7" y="2889453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0F1DB5D8-1B22-1FD2-96FF-ECB1B56BE633}"/>
                  </a:ext>
                </a:extLst>
              </p:cNvPr>
              <p:cNvCxnSpPr>
                <a:stCxn id="63" idx="6"/>
                <a:endCxn id="101" idx="2"/>
              </p:cNvCxnSpPr>
              <p:nvPr/>
            </p:nvCxnSpPr>
            <p:spPr>
              <a:xfrm>
                <a:off x="4314660" y="2334551"/>
                <a:ext cx="787793" cy="5549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14339714-C333-FCFD-89A9-6E5877CDB595}"/>
                  </a:ext>
                </a:extLst>
              </p:cNvPr>
              <p:cNvSpPr/>
              <p:nvPr/>
            </p:nvSpPr>
            <p:spPr>
              <a:xfrm>
                <a:off x="5102452" y="3088214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45A19266-458C-D75F-F920-FB98BED0C9BE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>
                <a:off x="4314658" y="3052998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DAEA3D9F-BC0C-0C07-2533-10B6336336C1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4657" y="3232015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705A0CAE-8248-75C8-D558-64B779B1B785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6505" y="3232015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30FD22CB-1050-88EF-F02F-6EDBA0D90295}"/>
                  </a:ext>
                </a:extLst>
              </p:cNvPr>
              <p:cNvCxnSpPr>
                <a:stCxn id="69" idx="6"/>
                <a:endCxn id="107" idx="2"/>
              </p:cNvCxnSpPr>
              <p:nvPr/>
            </p:nvCxnSpPr>
            <p:spPr>
              <a:xfrm>
                <a:off x="4314659" y="2712329"/>
                <a:ext cx="787793" cy="51968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BC9CDFBB-AE02-70AE-5A09-93736D2E10D7}"/>
                  </a:ext>
                </a:extLst>
              </p:cNvPr>
              <p:cNvCxnSpPr>
                <a:stCxn id="63" idx="6"/>
                <a:endCxn id="107" idx="2"/>
              </p:cNvCxnSpPr>
              <p:nvPr/>
            </p:nvCxnSpPr>
            <p:spPr>
              <a:xfrm>
                <a:off x="4314660" y="2334551"/>
                <a:ext cx="787792" cy="89746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F2C9FE6E-B57B-6417-474F-AF5E68C144C1}"/>
                  </a:ext>
                </a:extLst>
              </p:cNvPr>
              <p:cNvSpPr/>
              <p:nvPr/>
            </p:nvSpPr>
            <p:spPr>
              <a:xfrm>
                <a:off x="5102454" y="34505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FD3353E2-CD37-05A8-92EA-E99EBEF85F1E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>
                <a:off x="4314660" y="34153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A91454C3-6399-B112-ED21-CD39A2C47C30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 flipV="1">
                <a:off x="4314659" y="35943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7699F5EA-87CC-EC24-7C58-854F99E46C2F}"/>
                  </a:ext>
                </a:extLst>
              </p:cNvPr>
              <p:cNvCxnSpPr>
                <a:stCxn id="75" idx="6"/>
                <a:endCxn id="113" idx="2"/>
              </p:cNvCxnSpPr>
              <p:nvPr/>
            </p:nvCxnSpPr>
            <p:spPr>
              <a:xfrm>
                <a:off x="4316507" y="3059487"/>
                <a:ext cx="785947" cy="53486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3E86AB96-21B1-8474-2D55-41E531487393}"/>
                  </a:ext>
                </a:extLst>
              </p:cNvPr>
              <p:cNvCxnSpPr>
                <a:stCxn id="69" idx="6"/>
                <a:endCxn id="113" idx="2"/>
              </p:cNvCxnSpPr>
              <p:nvPr/>
            </p:nvCxnSpPr>
            <p:spPr>
              <a:xfrm>
                <a:off x="4314659" y="2712329"/>
                <a:ext cx="787795" cy="88202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Arrow Connector 117">
                <a:extLst>
                  <a:ext uri="{FF2B5EF4-FFF2-40B4-BE49-F238E27FC236}">
                    <a16:creationId xmlns:a16="http://schemas.microsoft.com/office/drawing/2014/main" id="{43C7A616-C1CD-4451-8A95-05BF566234F7}"/>
                  </a:ext>
                </a:extLst>
              </p:cNvPr>
              <p:cNvCxnSpPr>
                <a:stCxn id="63" idx="6"/>
                <a:endCxn id="113" idx="2"/>
              </p:cNvCxnSpPr>
              <p:nvPr/>
            </p:nvCxnSpPr>
            <p:spPr>
              <a:xfrm>
                <a:off x="4314660" y="2334551"/>
                <a:ext cx="787794" cy="12598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B2F814B-DDCC-009E-9D7B-40779A674761}"/>
                </a:ext>
              </a:extLst>
            </p:cNvPr>
            <p:cNvSpPr txBox="1"/>
            <p:nvPr/>
          </p:nvSpPr>
          <p:spPr>
            <a:xfrm>
              <a:off x="99059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713644E-0139-6D6F-7942-7850E96EEEE9}"/>
                </a:ext>
              </a:extLst>
            </p:cNvPr>
            <p:cNvSpPr txBox="1"/>
            <p:nvPr/>
          </p:nvSpPr>
          <p:spPr>
            <a:xfrm>
              <a:off x="178701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2C41CFC-72C5-665E-F738-AAAA592430DE}"/>
                </a:ext>
              </a:extLst>
            </p:cNvPr>
            <p:cNvSpPr txBox="1"/>
            <p:nvPr/>
          </p:nvSpPr>
          <p:spPr>
            <a:xfrm>
              <a:off x="2715597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7A03109-8B06-7D15-2404-C1B12C125FC1}"/>
                </a:ext>
              </a:extLst>
            </p:cNvPr>
            <p:cNvSpPr txBox="1"/>
            <p:nvPr/>
          </p:nvSpPr>
          <p:spPr>
            <a:xfrm>
              <a:off x="3596641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4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F4E9F68-F8F4-AAB7-0710-20786688982E}"/>
                  </a:ext>
                </a:extLst>
              </p:cNvPr>
              <p:cNvSpPr txBox="1"/>
              <p:nvPr/>
            </p:nvSpPr>
            <p:spPr>
              <a:xfrm>
                <a:off x="5265270" y="1535119"/>
                <a:ext cx="677813" cy="4129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F4E9F68-F8F4-AAB7-0710-207866889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5270" y="1535119"/>
                <a:ext cx="677813" cy="41293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4FC942C-286C-9FAC-9423-0E685BC8E988}"/>
                  </a:ext>
                </a:extLst>
              </p:cNvPr>
              <p:cNvSpPr txBox="1"/>
              <p:nvPr/>
            </p:nvSpPr>
            <p:spPr>
              <a:xfrm>
                <a:off x="5996620" y="1276350"/>
                <a:ext cx="677814" cy="4129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4FC942C-286C-9FAC-9423-0E685BC8E9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620" y="1276350"/>
                <a:ext cx="677814" cy="41293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2B6CAA0-6077-D2D1-DD3E-FB742809C57E}"/>
                  </a:ext>
                </a:extLst>
              </p:cNvPr>
              <p:cNvSpPr txBox="1"/>
              <p:nvPr/>
            </p:nvSpPr>
            <p:spPr>
              <a:xfrm>
                <a:off x="6824223" y="1270960"/>
                <a:ext cx="677814" cy="4129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2B6CAA0-6077-D2D1-DD3E-FB742809C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4223" y="1270960"/>
                <a:ext cx="677814" cy="41293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666A7B2-F233-2B2E-3127-A0932FCF2CED}"/>
                  </a:ext>
                </a:extLst>
              </p:cNvPr>
              <p:cNvSpPr txBox="1"/>
              <p:nvPr/>
            </p:nvSpPr>
            <p:spPr>
              <a:xfrm>
                <a:off x="7620399" y="1264973"/>
                <a:ext cx="677814" cy="4129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666A7B2-F233-2B2E-3127-A0932FCF2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399" y="1264973"/>
                <a:ext cx="677814" cy="41293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DC5B8490-37FC-DAB5-0B30-F26005143F22}"/>
              </a:ext>
            </a:extLst>
          </p:cNvPr>
          <p:cNvSpPr txBox="1"/>
          <p:nvPr/>
        </p:nvSpPr>
        <p:spPr>
          <a:xfrm>
            <a:off x="127227" y="2370558"/>
            <a:ext cx="855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Layer 2</a:t>
            </a: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46214C41-14E7-291E-5C00-D19A0ACF002C}"/>
              </a:ext>
            </a:extLst>
          </p:cNvPr>
          <p:cNvSpPr/>
          <p:nvPr/>
        </p:nvSpPr>
        <p:spPr>
          <a:xfrm>
            <a:off x="1034168" y="2170224"/>
            <a:ext cx="108832" cy="757997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93FC82-B7C2-E2A6-E775-B74D1634AF0F}"/>
              </a:ext>
            </a:extLst>
          </p:cNvPr>
          <p:cNvSpPr txBox="1"/>
          <p:nvPr/>
        </p:nvSpPr>
        <p:spPr>
          <a:xfrm>
            <a:off x="93869" y="3220609"/>
            <a:ext cx="855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Layer 3</a:t>
            </a:r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AF67B910-6A5F-690D-4C21-9E4B7432F9C6}"/>
              </a:ext>
            </a:extLst>
          </p:cNvPr>
          <p:cNvSpPr/>
          <p:nvPr/>
        </p:nvSpPr>
        <p:spPr>
          <a:xfrm>
            <a:off x="1028849" y="3020275"/>
            <a:ext cx="108832" cy="757997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2A4BA8-8289-97C9-5E48-51047A059CC3}"/>
              </a:ext>
            </a:extLst>
          </p:cNvPr>
          <p:cNvSpPr txBox="1"/>
          <p:nvPr/>
        </p:nvSpPr>
        <p:spPr>
          <a:xfrm>
            <a:off x="93869" y="4067697"/>
            <a:ext cx="855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Layer 4</a:t>
            </a:r>
          </a:p>
        </p:txBody>
      </p:sp>
      <p:sp>
        <p:nvSpPr>
          <p:cNvPr id="25" name="Left Brace 24">
            <a:extLst>
              <a:ext uri="{FF2B5EF4-FFF2-40B4-BE49-F238E27FC236}">
                <a16:creationId xmlns:a16="http://schemas.microsoft.com/office/drawing/2014/main" id="{09E7F6B1-A7B0-1B0F-5D7A-633779844104}"/>
              </a:ext>
            </a:extLst>
          </p:cNvPr>
          <p:cNvSpPr/>
          <p:nvPr/>
        </p:nvSpPr>
        <p:spPr>
          <a:xfrm>
            <a:off x="1028849" y="3867363"/>
            <a:ext cx="108832" cy="757997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497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90921-737C-8794-7EDF-1FEBDFAF8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37DFE5-CE5E-5CFF-4494-2ABA17988DC8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Gradient computation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5DC5FB-FDA8-DE2D-0A2B-E4C4E54FDC5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819" y="1809750"/>
            <a:ext cx="1040130" cy="276606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BEB6F1A8-21BB-D548-A04D-E049F37C243A}"/>
              </a:ext>
            </a:extLst>
          </p:cNvPr>
          <p:cNvSpPr txBox="1"/>
          <p:nvPr/>
        </p:nvSpPr>
        <p:spPr>
          <a:xfrm>
            <a:off x="714948" y="84200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Given one training example (   ,    ):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0E29E3-54BD-B92A-6146-801B77384CC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598" y="1034737"/>
            <a:ext cx="153162" cy="1371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2CAD18-FF17-4A68-C6BB-036653368D0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780" y="1042357"/>
            <a:ext cx="144018" cy="1965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D1B42A5-0A25-98F1-81C3-0F9F0D64B348}"/>
              </a:ext>
            </a:extLst>
          </p:cNvPr>
          <p:cNvSpPr txBox="1"/>
          <p:nvPr/>
        </p:nvSpPr>
        <p:spPr>
          <a:xfrm>
            <a:off x="716622" y="12763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Forward propagation: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0B574E-B677-D19A-3A9D-A30CDF9AAF0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2205699"/>
            <a:ext cx="1885950" cy="2743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1F7250E-17B0-BFDF-64BD-54591F34E8F4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819" y="2613938"/>
            <a:ext cx="1723644" cy="3497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DAF7B9-D3B2-6A88-B8BC-D64FB1E9718D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3020161"/>
            <a:ext cx="1885950" cy="27432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F669E26-5163-CB8A-D7F5-E1050D65AC04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819" y="3405275"/>
            <a:ext cx="1723644" cy="3497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724542-C427-DFBE-2903-867523AB4F5D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3821772"/>
            <a:ext cx="1885950" cy="274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27905B-A71B-B64C-ED5D-1FB393B4E75F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4203192"/>
            <a:ext cx="2916936" cy="34975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75D0E70-2138-96C7-7067-F74AC2879451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2556788"/>
            <a:ext cx="1255014" cy="40690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1785710-2854-0698-E00F-C29E6B1CA510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2557" y="3301514"/>
            <a:ext cx="1255014" cy="406908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DADD6F12-A774-0632-EDCC-072F23412760}"/>
              </a:ext>
            </a:extLst>
          </p:cNvPr>
          <p:cNvGrpSpPr/>
          <p:nvPr/>
        </p:nvGrpSpPr>
        <p:grpSpPr>
          <a:xfrm>
            <a:off x="5253859" y="1759891"/>
            <a:ext cx="3055882" cy="1588057"/>
            <a:chOff x="990599" y="738216"/>
            <a:chExt cx="3381620" cy="175733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8F0FFF5-31A2-95D6-0072-F2BB3769A40D}"/>
                </a:ext>
              </a:extLst>
            </p:cNvPr>
            <p:cNvGrpSpPr/>
            <p:nvPr/>
          </p:nvGrpSpPr>
          <p:grpSpPr>
            <a:xfrm>
              <a:off x="1239873" y="738216"/>
              <a:ext cx="2862230" cy="1432793"/>
              <a:chOff x="1905000" y="2190750"/>
              <a:chExt cx="3483917" cy="1744001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A491CE2-F04E-B2FD-F52E-8BF997B895E8}"/>
                  </a:ext>
                </a:extLst>
              </p:cNvPr>
              <p:cNvSpPr/>
              <p:nvPr/>
            </p:nvSpPr>
            <p:spPr>
              <a:xfrm>
                <a:off x="1905000" y="318349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5FEA5C04-BD9A-D85F-8410-86FADFEF97AB}"/>
                  </a:ext>
                </a:extLst>
              </p:cNvPr>
              <p:cNvSpPr/>
              <p:nvPr/>
            </p:nvSpPr>
            <p:spPr>
              <a:xfrm>
                <a:off x="1905000" y="284853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C92A3AFB-EDD0-C2E4-BE21-50236007DA55}"/>
                  </a:ext>
                </a:extLst>
              </p:cNvPr>
              <p:cNvSpPr/>
              <p:nvPr/>
            </p:nvSpPr>
            <p:spPr>
              <a:xfrm>
                <a:off x="1905000" y="251356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416C6628-CEFF-D52C-7881-BDDB2584FA7D}"/>
                  </a:ext>
                </a:extLst>
              </p:cNvPr>
              <p:cNvSpPr/>
              <p:nvPr/>
            </p:nvSpPr>
            <p:spPr>
              <a:xfrm>
                <a:off x="2899779" y="2190751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7AF47F75-A3EC-89EC-DA2F-CC6E45199887}"/>
                  </a:ext>
                </a:extLst>
              </p:cNvPr>
              <p:cNvSpPr/>
              <p:nvPr/>
            </p:nvSpPr>
            <p:spPr>
              <a:xfrm>
                <a:off x="5102454" y="236976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5C37A218-21FC-D6BB-454E-5162AC3CFC9C}"/>
                  </a:ext>
                </a:extLst>
              </p:cNvPr>
              <p:cNvCxnSpPr>
                <a:stCxn id="41" idx="6"/>
                <a:endCxn id="42" idx="2"/>
              </p:cNvCxnSpPr>
              <p:nvPr/>
            </p:nvCxnSpPr>
            <p:spPr>
              <a:xfrm flipV="1">
                <a:off x="2191463" y="2334552"/>
                <a:ext cx="708316" cy="3228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CAA06E1A-3AC5-B16D-D05E-96C82685617A}"/>
                  </a:ext>
                </a:extLst>
              </p:cNvPr>
              <p:cNvCxnSpPr>
                <a:stCxn id="40" idx="6"/>
                <a:endCxn id="42" idx="2"/>
              </p:cNvCxnSpPr>
              <p:nvPr/>
            </p:nvCxnSpPr>
            <p:spPr>
              <a:xfrm flipV="1">
                <a:off x="2191463" y="2334552"/>
                <a:ext cx="708316" cy="6577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146C6DA1-B59A-107D-2CE0-10BE9E1345F5}"/>
                  </a:ext>
                </a:extLst>
              </p:cNvPr>
              <p:cNvCxnSpPr>
                <a:stCxn id="39" idx="6"/>
                <a:endCxn id="42" idx="2"/>
              </p:cNvCxnSpPr>
              <p:nvPr/>
            </p:nvCxnSpPr>
            <p:spPr>
              <a:xfrm flipV="1">
                <a:off x="2191463" y="2334552"/>
                <a:ext cx="708316" cy="9927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42891322-EF06-80AD-2B39-67189CAFE7F4}"/>
                  </a:ext>
                </a:extLst>
              </p:cNvPr>
              <p:cNvSpPr/>
              <p:nvPr/>
            </p:nvSpPr>
            <p:spPr>
              <a:xfrm>
                <a:off x="2899778" y="2564055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BB0617D3-D0CC-EC21-AC0F-583C7E457CDE}"/>
                  </a:ext>
                </a:extLst>
              </p:cNvPr>
              <p:cNvCxnSpPr>
                <a:stCxn id="41" idx="6"/>
                <a:endCxn id="47" idx="2"/>
              </p:cNvCxnSpPr>
              <p:nvPr/>
            </p:nvCxnSpPr>
            <p:spPr>
              <a:xfrm>
                <a:off x="2191463" y="2657369"/>
                <a:ext cx="708315" cy="5048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149C8087-7C95-DB3C-A6F6-9275B1B56BD3}"/>
                  </a:ext>
                </a:extLst>
              </p:cNvPr>
              <p:cNvCxnSpPr>
                <a:stCxn id="40" idx="6"/>
                <a:endCxn id="47" idx="2"/>
              </p:cNvCxnSpPr>
              <p:nvPr/>
            </p:nvCxnSpPr>
            <p:spPr>
              <a:xfrm flipV="1">
                <a:off x="2191463" y="2707856"/>
                <a:ext cx="708315" cy="2844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944FB5D6-AF56-1618-1653-0CE0D99C7D7D}"/>
                  </a:ext>
                </a:extLst>
              </p:cNvPr>
              <p:cNvCxnSpPr>
                <a:stCxn id="39" idx="6"/>
                <a:endCxn id="47" idx="2"/>
              </p:cNvCxnSpPr>
              <p:nvPr/>
            </p:nvCxnSpPr>
            <p:spPr>
              <a:xfrm flipV="1">
                <a:off x="2191463" y="2707856"/>
                <a:ext cx="708315" cy="61944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0F280748-4155-1C2D-73B1-42B12907D176}"/>
                  </a:ext>
                </a:extLst>
              </p:cNvPr>
              <p:cNvSpPr/>
              <p:nvPr/>
            </p:nvSpPr>
            <p:spPr>
              <a:xfrm>
                <a:off x="2899777" y="292277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0B6204F7-9C84-0924-46C8-478DEE06F926}"/>
                  </a:ext>
                </a:extLst>
              </p:cNvPr>
              <p:cNvCxnSpPr>
                <a:stCxn id="41" idx="6"/>
                <a:endCxn id="51" idx="2"/>
              </p:cNvCxnSpPr>
              <p:nvPr/>
            </p:nvCxnSpPr>
            <p:spPr>
              <a:xfrm>
                <a:off x="2191463" y="2657369"/>
                <a:ext cx="708314" cy="40920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B98C3120-E72C-4BF5-B06B-E396DF071621}"/>
                  </a:ext>
                </a:extLst>
              </p:cNvPr>
              <p:cNvCxnSpPr>
                <a:stCxn id="40" idx="6"/>
                <a:endCxn id="51" idx="2"/>
              </p:cNvCxnSpPr>
              <p:nvPr/>
            </p:nvCxnSpPr>
            <p:spPr>
              <a:xfrm>
                <a:off x="2191463" y="2992333"/>
                <a:ext cx="708314" cy="742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23FD2A18-A734-B2A1-38FA-AE3849303ADC}"/>
                  </a:ext>
                </a:extLst>
              </p:cNvPr>
              <p:cNvCxnSpPr>
                <a:stCxn id="39" idx="6"/>
                <a:endCxn id="51" idx="2"/>
              </p:cNvCxnSpPr>
              <p:nvPr/>
            </p:nvCxnSpPr>
            <p:spPr>
              <a:xfrm flipV="1">
                <a:off x="2191463" y="3066578"/>
                <a:ext cx="708314" cy="2607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E3B0260C-E243-FDB0-4EB5-2CC953247C1D}"/>
                  </a:ext>
                </a:extLst>
              </p:cNvPr>
              <p:cNvSpPr/>
              <p:nvPr/>
            </p:nvSpPr>
            <p:spPr>
              <a:xfrm>
                <a:off x="2899776" y="3273713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9035ECB0-FFF3-9F3B-7F6B-F42DD253DA13}"/>
                  </a:ext>
                </a:extLst>
              </p:cNvPr>
              <p:cNvCxnSpPr>
                <a:stCxn id="41" idx="6"/>
                <a:endCxn id="55" idx="2"/>
              </p:cNvCxnSpPr>
              <p:nvPr/>
            </p:nvCxnSpPr>
            <p:spPr>
              <a:xfrm>
                <a:off x="2191463" y="2657369"/>
                <a:ext cx="708313" cy="7601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8FB79471-DA20-7CB3-8B6A-4B726C6F9555}"/>
                  </a:ext>
                </a:extLst>
              </p:cNvPr>
              <p:cNvCxnSpPr>
                <a:stCxn id="40" idx="6"/>
                <a:endCxn id="55" idx="2"/>
              </p:cNvCxnSpPr>
              <p:nvPr/>
            </p:nvCxnSpPr>
            <p:spPr>
              <a:xfrm>
                <a:off x="2191463" y="2992333"/>
                <a:ext cx="708313" cy="4251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99D2859B-09E2-F585-75AB-7E0572456BD9}"/>
                  </a:ext>
                </a:extLst>
              </p:cNvPr>
              <p:cNvCxnSpPr>
                <a:stCxn id="39" idx="6"/>
                <a:endCxn id="55" idx="2"/>
              </p:cNvCxnSpPr>
              <p:nvPr/>
            </p:nvCxnSpPr>
            <p:spPr>
              <a:xfrm>
                <a:off x="2191463" y="3327297"/>
                <a:ext cx="708313" cy="902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7C2C9FED-F741-4676-0B9C-EA86303392AE}"/>
                  </a:ext>
                </a:extLst>
              </p:cNvPr>
              <p:cNvSpPr/>
              <p:nvPr/>
            </p:nvSpPr>
            <p:spPr>
              <a:xfrm>
                <a:off x="2899779" y="36385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C6DBD7D8-4EB1-2B26-A11D-C47F1D59566C}"/>
                  </a:ext>
                </a:extLst>
              </p:cNvPr>
              <p:cNvCxnSpPr>
                <a:stCxn id="41" idx="6"/>
                <a:endCxn id="59" idx="2"/>
              </p:cNvCxnSpPr>
              <p:nvPr/>
            </p:nvCxnSpPr>
            <p:spPr>
              <a:xfrm>
                <a:off x="2191463" y="2657369"/>
                <a:ext cx="708316" cy="112498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71FC171C-5001-A830-6814-94623901BE48}"/>
                  </a:ext>
                </a:extLst>
              </p:cNvPr>
              <p:cNvCxnSpPr>
                <a:stCxn id="40" idx="6"/>
                <a:endCxn id="59" idx="2"/>
              </p:cNvCxnSpPr>
              <p:nvPr/>
            </p:nvCxnSpPr>
            <p:spPr>
              <a:xfrm>
                <a:off x="2191463" y="2992333"/>
                <a:ext cx="708316" cy="79001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D3B52106-28E2-F02E-76BE-504C50F80C93}"/>
                  </a:ext>
                </a:extLst>
              </p:cNvPr>
              <p:cNvCxnSpPr>
                <a:stCxn id="39" idx="6"/>
                <a:endCxn id="59" idx="2"/>
              </p:cNvCxnSpPr>
              <p:nvPr/>
            </p:nvCxnSpPr>
            <p:spPr>
              <a:xfrm>
                <a:off x="2191463" y="3327297"/>
                <a:ext cx="708316" cy="45505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D37C54D1-6C7C-9551-CE4F-3122C52EFC1F}"/>
                  </a:ext>
                </a:extLst>
              </p:cNvPr>
              <p:cNvSpPr/>
              <p:nvPr/>
            </p:nvSpPr>
            <p:spPr>
              <a:xfrm>
                <a:off x="4028197" y="21907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A8DF18FA-C42C-2EC8-8CDA-7CA4372D4F22}"/>
                  </a:ext>
                </a:extLst>
              </p:cNvPr>
              <p:cNvCxnSpPr>
                <a:stCxn id="42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E7D844C7-8788-4DB6-0256-AAF6F2AC3C2A}"/>
                  </a:ext>
                </a:extLst>
              </p:cNvPr>
              <p:cNvCxnSpPr>
                <a:stCxn id="47" idx="6"/>
                <a:endCxn id="63" idx="2"/>
              </p:cNvCxnSpPr>
              <p:nvPr/>
            </p:nvCxnSpPr>
            <p:spPr>
              <a:xfrm flipV="1">
                <a:off x="3186241" y="233455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90673F44-4246-6650-A242-D6D2153864E9}"/>
                  </a:ext>
                </a:extLst>
              </p:cNvPr>
              <p:cNvCxnSpPr>
                <a:stCxn id="51" idx="6"/>
                <a:endCxn id="63" idx="2"/>
              </p:cNvCxnSpPr>
              <p:nvPr/>
            </p:nvCxnSpPr>
            <p:spPr>
              <a:xfrm flipV="1">
                <a:off x="3186240" y="2334551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EDF852A2-F8BB-546E-B8ED-4A1E3ADE2FD5}"/>
                  </a:ext>
                </a:extLst>
              </p:cNvPr>
              <p:cNvCxnSpPr>
                <a:stCxn id="55" idx="6"/>
                <a:endCxn id="63" idx="2"/>
              </p:cNvCxnSpPr>
              <p:nvPr/>
            </p:nvCxnSpPr>
            <p:spPr>
              <a:xfrm flipV="1">
                <a:off x="3186239" y="2334551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07BCC72F-BE17-356A-8EBA-7CD09085C7F0}"/>
                  </a:ext>
                </a:extLst>
              </p:cNvPr>
              <p:cNvCxnSpPr>
                <a:stCxn id="59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447800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8A8D22B5-1E73-0514-9679-3B83CD0C57BC}"/>
                  </a:ext>
                </a:extLst>
              </p:cNvPr>
              <p:cNvSpPr/>
              <p:nvPr/>
            </p:nvSpPr>
            <p:spPr>
              <a:xfrm>
                <a:off x="4028196" y="256852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A2950C86-9735-DF7F-9966-FB58AF644701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41" y="2712329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261A1C1F-D5B1-1514-938E-6F9F51C234C4}"/>
                  </a:ext>
                </a:extLst>
              </p:cNvPr>
              <p:cNvCxnSpPr>
                <a:stCxn id="51" idx="6"/>
                <a:endCxn id="69" idx="2"/>
              </p:cNvCxnSpPr>
              <p:nvPr/>
            </p:nvCxnSpPr>
            <p:spPr>
              <a:xfrm flipV="1">
                <a:off x="3186240" y="2712329"/>
                <a:ext cx="841956" cy="3542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5B46F712-764C-4AC7-83B2-05A67410CA55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9" y="2712329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534664E0-D936-C152-621B-E91DF61D9734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8" y="2712329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EDF8C43B-055B-3F13-AB20-F68F6282BD9C}"/>
                  </a:ext>
                </a:extLst>
              </p:cNvPr>
              <p:cNvCxnSpPr>
                <a:stCxn id="42" idx="6"/>
                <a:endCxn id="69" idx="2"/>
              </p:cNvCxnSpPr>
              <p:nvPr/>
            </p:nvCxnSpPr>
            <p:spPr>
              <a:xfrm>
                <a:off x="3186242" y="2334552"/>
                <a:ext cx="841954" cy="3777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E3807299-853B-095C-3FC0-2D66FC42521F}"/>
                  </a:ext>
                </a:extLst>
              </p:cNvPr>
              <p:cNvSpPr/>
              <p:nvPr/>
            </p:nvSpPr>
            <p:spPr>
              <a:xfrm>
                <a:off x="4030044" y="291568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E0C6ABA9-18C3-F1F2-FCD2-5EEFA499EF23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9" y="3059487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04406C22-82FD-D382-228C-7BCEE4758E21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8" y="3059487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9C196E0E-D84D-D183-D485-93B019BA5DFB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7" y="3059487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9F61C0EA-74C0-671B-81D1-E58CF47BDC6E}"/>
                  </a:ext>
                </a:extLst>
              </p:cNvPr>
              <p:cNvCxnSpPr>
                <a:stCxn id="47" idx="6"/>
                <a:endCxn id="75" idx="2"/>
              </p:cNvCxnSpPr>
              <p:nvPr/>
            </p:nvCxnSpPr>
            <p:spPr>
              <a:xfrm>
                <a:off x="3186241" y="2707856"/>
                <a:ext cx="843803" cy="35163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60DCF32D-EE02-B289-D0CE-5467ED0D50A6}"/>
                  </a:ext>
                </a:extLst>
              </p:cNvPr>
              <p:cNvCxnSpPr>
                <a:stCxn id="42" idx="6"/>
                <a:endCxn id="75" idx="2"/>
              </p:cNvCxnSpPr>
              <p:nvPr/>
            </p:nvCxnSpPr>
            <p:spPr>
              <a:xfrm>
                <a:off x="3186242" y="2334552"/>
                <a:ext cx="843802" cy="72493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317E5E98-74AC-4F1F-F67C-953ABF25617E}"/>
                  </a:ext>
                </a:extLst>
              </p:cNvPr>
              <p:cNvSpPr/>
              <p:nvPr/>
            </p:nvSpPr>
            <p:spPr>
              <a:xfrm>
                <a:off x="4028195" y="326390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3ABBDC3E-D607-30F1-86E6-C4D6690E3D22}"/>
                  </a:ext>
                </a:extLst>
              </p:cNvPr>
              <p:cNvCxnSpPr>
                <a:stCxn id="55" idx="6"/>
                <a:endCxn id="84" idx="2"/>
              </p:cNvCxnSpPr>
              <p:nvPr/>
            </p:nvCxnSpPr>
            <p:spPr>
              <a:xfrm flipV="1">
                <a:off x="3186239" y="3407701"/>
                <a:ext cx="841956" cy="981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FD75A896-934D-0FA9-F7BB-B38AEF05599F}"/>
                  </a:ext>
                </a:extLst>
              </p:cNvPr>
              <p:cNvCxnSpPr>
                <a:endCxn id="84" idx="2"/>
              </p:cNvCxnSpPr>
              <p:nvPr/>
            </p:nvCxnSpPr>
            <p:spPr>
              <a:xfrm flipV="1">
                <a:off x="3186239" y="340770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EA825B0E-5B8C-63BE-2B74-98B403596E00}"/>
                  </a:ext>
                </a:extLst>
              </p:cNvPr>
              <p:cNvCxnSpPr>
                <a:stCxn id="51" idx="6"/>
                <a:endCxn id="84" idx="2"/>
              </p:cNvCxnSpPr>
              <p:nvPr/>
            </p:nvCxnSpPr>
            <p:spPr>
              <a:xfrm>
                <a:off x="3186240" y="3066578"/>
                <a:ext cx="841955" cy="34112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24644607-0A97-D7A6-9643-6EE45AC2EDE4}"/>
                  </a:ext>
                </a:extLst>
              </p:cNvPr>
              <p:cNvCxnSpPr>
                <a:stCxn id="47" idx="6"/>
                <a:endCxn id="84" idx="2"/>
              </p:cNvCxnSpPr>
              <p:nvPr/>
            </p:nvCxnSpPr>
            <p:spPr>
              <a:xfrm>
                <a:off x="3186241" y="2707856"/>
                <a:ext cx="841954" cy="6998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A6BB26CA-B80A-B8A6-70BA-057DB617624F}"/>
                  </a:ext>
                </a:extLst>
              </p:cNvPr>
              <p:cNvCxnSpPr>
                <a:stCxn id="42" idx="6"/>
                <a:endCxn id="84" idx="2"/>
              </p:cNvCxnSpPr>
              <p:nvPr/>
            </p:nvCxnSpPr>
            <p:spPr>
              <a:xfrm>
                <a:off x="3186242" y="2334552"/>
                <a:ext cx="841953" cy="10731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DDCB2B2C-9B5B-77CF-F022-1F7EE25209B7}"/>
                  </a:ext>
                </a:extLst>
              </p:cNvPr>
              <p:cNvSpPr/>
              <p:nvPr/>
            </p:nvSpPr>
            <p:spPr>
              <a:xfrm>
                <a:off x="4028194" y="36471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CF1028B4-81F7-1EBF-9EB1-A57CFDCD4C6B}"/>
                  </a:ext>
                </a:extLst>
              </p:cNvPr>
              <p:cNvCxnSpPr>
                <a:endCxn id="90" idx="2"/>
              </p:cNvCxnSpPr>
              <p:nvPr/>
            </p:nvCxnSpPr>
            <p:spPr>
              <a:xfrm flipV="1">
                <a:off x="3186239" y="37909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205BECAE-EAFE-7310-EB1E-77B93C2FD6B2}"/>
                  </a:ext>
                </a:extLst>
              </p:cNvPr>
              <p:cNvCxnSpPr>
                <a:stCxn id="55" idx="6"/>
                <a:endCxn id="90" idx="2"/>
              </p:cNvCxnSpPr>
              <p:nvPr/>
            </p:nvCxnSpPr>
            <p:spPr>
              <a:xfrm>
                <a:off x="3186239" y="3417514"/>
                <a:ext cx="841955" cy="37343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A3D88DAD-D56B-3ADF-CFF0-08951383C1C1}"/>
                  </a:ext>
                </a:extLst>
              </p:cNvPr>
              <p:cNvCxnSpPr>
                <a:stCxn id="51" idx="6"/>
                <a:endCxn id="90" idx="2"/>
              </p:cNvCxnSpPr>
              <p:nvPr/>
            </p:nvCxnSpPr>
            <p:spPr>
              <a:xfrm>
                <a:off x="3186240" y="3066578"/>
                <a:ext cx="841954" cy="72437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27F2A04A-D375-B1F7-5DEF-A184B4425E8C}"/>
                  </a:ext>
                </a:extLst>
              </p:cNvPr>
              <p:cNvCxnSpPr>
                <a:stCxn id="47" idx="6"/>
                <a:endCxn id="90" idx="2"/>
              </p:cNvCxnSpPr>
              <p:nvPr/>
            </p:nvCxnSpPr>
            <p:spPr>
              <a:xfrm>
                <a:off x="3186241" y="2707856"/>
                <a:ext cx="841953" cy="108309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64D8480B-0BC3-E74B-D758-41525F0E49C1}"/>
                  </a:ext>
                </a:extLst>
              </p:cNvPr>
              <p:cNvCxnSpPr>
                <a:stCxn id="42" idx="6"/>
                <a:endCxn id="90" idx="2"/>
              </p:cNvCxnSpPr>
              <p:nvPr/>
            </p:nvCxnSpPr>
            <p:spPr>
              <a:xfrm>
                <a:off x="3186242" y="2334552"/>
                <a:ext cx="841952" cy="145639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29421701-D9DF-0121-B062-1F7CB2FA11A9}"/>
                  </a:ext>
                </a:extLst>
              </p:cNvPr>
              <p:cNvCxnSpPr>
                <a:stCxn id="63" idx="6"/>
                <a:endCxn id="43" idx="2"/>
              </p:cNvCxnSpPr>
              <p:nvPr/>
            </p:nvCxnSpPr>
            <p:spPr>
              <a:xfrm>
                <a:off x="4314660" y="2334551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D2CA003E-D3EE-1612-CB07-B3FF98C37535}"/>
                  </a:ext>
                </a:extLst>
              </p:cNvPr>
              <p:cNvCxnSpPr>
                <a:stCxn id="69" idx="6"/>
                <a:endCxn id="43" idx="2"/>
              </p:cNvCxnSpPr>
              <p:nvPr/>
            </p:nvCxnSpPr>
            <p:spPr>
              <a:xfrm flipV="1">
                <a:off x="4314659" y="2513568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E46EE8B7-2E55-0983-D765-AA288238944A}"/>
                  </a:ext>
                </a:extLst>
              </p:cNvPr>
              <p:cNvCxnSpPr>
                <a:stCxn id="75" idx="6"/>
                <a:endCxn id="43" idx="2"/>
              </p:cNvCxnSpPr>
              <p:nvPr/>
            </p:nvCxnSpPr>
            <p:spPr>
              <a:xfrm flipV="1">
                <a:off x="4316507" y="2513568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3D330EF7-66C2-26F9-DFC6-332A35220BC0}"/>
                  </a:ext>
                </a:extLst>
              </p:cNvPr>
              <p:cNvCxnSpPr>
                <a:stCxn id="84" idx="6"/>
                <a:endCxn id="43" idx="2"/>
              </p:cNvCxnSpPr>
              <p:nvPr/>
            </p:nvCxnSpPr>
            <p:spPr>
              <a:xfrm flipV="1">
                <a:off x="4314658" y="2513568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9F5F0B76-1B3C-E187-0CCA-8DC703508507}"/>
                  </a:ext>
                </a:extLst>
              </p:cNvPr>
              <p:cNvCxnSpPr>
                <a:stCxn id="90" idx="6"/>
                <a:endCxn id="43" idx="2"/>
              </p:cNvCxnSpPr>
              <p:nvPr/>
            </p:nvCxnSpPr>
            <p:spPr>
              <a:xfrm flipV="1">
                <a:off x="4314657" y="2513568"/>
                <a:ext cx="787797" cy="127738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C35A8497-72AD-A289-8F7D-6BB49214BDF4}"/>
                  </a:ext>
                </a:extLst>
              </p:cNvPr>
              <p:cNvSpPr/>
              <p:nvPr/>
            </p:nvSpPr>
            <p:spPr>
              <a:xfrm>
                <a:off x="5102453" y="27456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B6F0CD1C-1820-5356-A052-33F384C7A169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>
                <a:off x="4314659" y="27104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2DC61E9C-DEF5-1B26-A493-618615E9A8B8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8" y="28894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80049FB2-7D2A-4FBD-4770-8DA11DF9DEB3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6506" y="2889453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61308660-51C0-AA1C-9ECD-CEAFCBDD0A13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7" y="2889453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09214508-0189-F67E-356E-A44ED53917EC}"/>
                  </a:ext>
                </a:extLst>
              </p:cNvPr>
              <p:cNvCxnSpPr>
                <a:stCxn id="63" idx="6"/>
                <a:endCxn id="101" idx="2"/>
              </p:cNvCxnSpPr>
              <p:nvPr/>
            </p:nvCxnSpPr>
            <p:spPr>
              <a:xfrm>
                <a:off x="4314660" y="2334551"/>
                <a:ext cx="787793" cy="5549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962A5221-F419-8DF4-228B-BE60127BA8A2}"/>
                  </a:ext>
                </a:extLst>
              </p:cNvPr>
              <p:cNvSpPr/>
              <p:nvPr/>
            </p:nvSpPr>
            <p:spPr>
              <a:xfrm>
                <a:off x="5102452" y="3088214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B1AB9144-CDD3-FB1F-AF69-D662AA897878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>
                <a:off x="4314658" y="3052998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1E1B9981-4B13-01E1-EE99-1A3823388EC4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4657" y="3232015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F808F2DD-7C40-535E-4B57-E9C847F3997B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6505" y="3232015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7051BCCB-2317-0B98-92D0-2A03C455692B}"/>
                  </a:ext>
                </a:extLst>
              </p:cNvPr>
              <p:cNvCxnSpPr>
                <a:stCxn id="69" idx="6"/>
                <a:endCxn id="107" idx="2"/>
              </p:cNvCxnSpPr>
              <p:nvPr/>
            </p:nvCxnSpPr>
            <p:spPr>
              <a:xfrm>
                <a:off x="4314659" y="2712329"/>
                <a:ext cx="787793" cy="51968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B07924B1-B221-4C0F-DAC7-DA850E6679FD}"/>
                  </a:ext>
                </a:extLst>
              </p:cNvPr>
              <p:cNvCxnSpPr>
                <a:stCxn id="63" idx="6"/>
                <a:endCxn id="107" idx="2"/>
              </p:cNvCxnSpPr>
              <p:nvPr/>
            </p:nvCxnSpPr>
            <p:spPr>
              <a:xfrm>
                <a:off x="4314660" y="2334551"/>
                <a:ext cx="787792" cy="89746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AE43E915-EB6B-BABA-9361-EE952B4EE473}"/>
                  </a:ext>
                </a:extLst>
              </p:cNvPr>
              <p:cNvSpPr/>
              <p:nvPr/>
            </p:nvSpPr>
            <p:spPr>
              <a:xfrm>
                <a:off x="5102454" y="34505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D15F6062-F057-F22D-1CD9-E9ECE8DE0CE2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>
                <a:off x="4314660" y="34153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E362504A-FDEF-63B7-D491-3178176B389B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 flipV="1">
                <a:off x="4314659" y="35943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61870C23-6019-3D47-EE46-0334EE41B18F}"/>
                  </a:ext>
                </a:extLst>
              </p:cNvPr>
              <p:cNvCxnSpPr>
                <a:stCxn id="75" idx="6"/>
                <a:endCxn id="113" idx="2"/>
              </p:cNvCxnSpPr>
              <p:nvPr/>
            </p:nvCxnSpPr>
            <p:spPr>
              <a:xfrm>
                <a:off x="4316507" y="3059487"/>
                <a:ext cx="785947" cy="53486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2B208E40-2D5B-783A-099D-B867599AF536}"/>
                  </a:ext>
                </a:extLst>
              </p:cNvPr>
              <p:cNvCxnSpPr>
                <a:stCxn id="69" idx="6"/>
                <a:endCxn id="113" idx="2"/>
              </p:cNvCxnSpPr>
              <p:nvPr/>
            </p:nvCxnSpPr>
            <p:spPr>
              <a:xfrm>
                <a:off x="4314659" y="2712329"/>
                <a:ext cx="787795" cy="88202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Arrow Connector 117">
                <a:extLst>
                  <a:ext uri="{FF2B5EF4-FFF2-40B4-BE49-F238E27FC236}">
                    <a16:creationId xmlns:a16="http://schemas.microsoft.com/office/drawing/2014/main" id="{5F1A6E7A-BD69-0F1E-EF60-2AC7147D5F1A}"/>
                  </a:ext>
                </a:extLst>
              </p:cNvPr>
              <p:cNvCxnSpPr>
                <a:stCxn id="63" idx="6"/>
                <a:endCxn id="113" idx="2"/>
              </p:cNvCxnSpPr>
              <p:nvPr/>
            </p:nvCxnSpPr>
            <p:spPr>
              <a:xfrm>
                <a:off x="4314660" y="2334551"/>
                <a:ext cx="787794" cy="12598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2F5E237-4368-92DD-C68B-1FB70E2EAD27}"/>
                </a:ext>
              </a:extLst>
            </p:cNvPr>
            <p:cNvSpPr txBox="1"/>
            <p:nvPr/>
          </p:nvSpPr>
          <p:spPr>
            <a:xfrm>
              <a:off x="99059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F86FF51-3F3E-6B51-FF61-60DD92FB9973}"/>
                </a:ext>
              </a:extLst>
            </p:cNvPr>
            <p:cNvSpPr txBox="1"/>
            <p:nvPr/>
          </p:nvSpPr>
          <p:spPr>
            <a:xfrm>
              <a:off x="178701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EB6B456-5ACC-E17B-962A-9144D4EAD3BF}"/>
                </a:ext>
              </a:extLst>
            </p:cNvPr>
            <p:cNvSpPr txBox="1"/>
            <p:nvPr/>
          </p:nvSpPr>
          <p:spPr>
            <a:xfrm>
              <a:off x="2715597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5507F66-BA3A-E487-4007-65AB7A68429D}"/>
                </a:ext>
              </a:extLst>
            </p:cNvPr>
            <p:cNvSpPr txBox="1"/>
            <p:nvPr/>
          </p:nvSpPr>
          <p:spPr>
            <a:xfrm>
              <a:off x="3596641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4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27BF5EC-D57A-9B2F-CC41-50C3864452A0}"/>
                  </a:ext>
                </a:extLst>
              </p:cNvPr>
              <p:cNvSpPr txBox="1"/>
              <p:nvPr/>
            </p:nvSpPr>
            <p:spPr>
              <a:xfrm>
                <a:off x="5265270" y="1535119"/>
                <a:ext cx="677813" cy="4129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27BF5EC-D57A-9B2F-CC41-50C386445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5270" y="1535119"/>
                <a:ext cx="677813" cy="41293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DDB332F-0D49-C325-4B58-88A35F411399}"/>
                  </a:ext>
                </a:extLst>
              </p:cNvPr>
              <p:cNvSpPr txBox="1"/>
              <p:nvPr/>
            </p:nvSpPr>
            <p:spPr>
              <a:xfrm>
                <a:off x="5996620" y="1276350"/>
                <a:ext cx="677814" cy="4129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DDB332F-0D49-C325-4B58-88A35F411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620" y="1276350"/>
                <a:ext cx="677814" cy="41293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AD04920-D36A-62BA-4421-4BBD88751021}"/>
                  </a:ext>
                </a:extLst>
              </p:cNvPr>
              <p:cNvSpPr txBox="1"/>
              <p:nvPr/>
            </p:nvSpPr>
            <p:spPr>
              <a:xfrm>
                <a:off x="6824223" y="1270960"/>
                <a:ext cx="677814" cy="4129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AD04920-D36A-62BA-4421-4BBD88751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4223" y="1270960"/>
                <a:ext cx="677814" cy="41293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63C9023-E26E-1AE8-10D5-2048AE41B03D}"/>
                  </a:ext>
                </a:extLst>
              </p:cNvPr>
              <p:cNvSpPr txBox="1"/>
              <p:nvPr/>
            </p:nvSpPr>
            <p:spPr>
              <a:xfrm>
                <a:off x="7620399" y="1264973"/>
                <a:ext cx="677814" cy="4129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63C9023-E26E-1AE8-10D5-2048AE41B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399" y="1264973"/>
                <a:ext cx="677814" cy="41293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9CDE7D50-A344-5A56-F0AD-C1CF78D8774C}"/>
              </a:ext>
            </a:extLst>
          </p:cNvPr>
          <p:cNvSpPr txBox="1"/>
          <p:nvPr/>
        </p:nvSpPr>
        <p:spPr>
          <a:xfrm>
            <a:off x="127227" y="2370558"/>
            <a:ext cx="855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Layer 2</a:t>
            </a: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2E9D34FB-0CA7-69E2-CD00-05F4B5B5A846}"/>
              </a:ext>
            </a:extLst>
          </p:cNvPr>
          <p:cNvSpPr/>
          <p:nvPr/>
        </p:nvSpPr>
        <p:spPr>
          <a:xfrm>
            <a:off x="1034168" y="2170224"/>
            <a:ext cx="108832" cy="757997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47ACF7-4A96-56B1-273F-2DF10D893FDA}"/>
              </a:ext>
            </a:extLst>
          </p:cNvPr>
          <p:cNvSpPr txBox="1"/>
          <p:nvPr/>
        </p:nvSpPr>
        <p:spPr>
          <a:xfrm>
            <a:off x="93869" y="3220609"/>
            <a:ext cx="855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Layer 3</a:t>
            </a:r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D3EFF058-02DD-5126-073B-E2369D98B1D8}"/>
              </a:ext>
            </a:extLst>
          </p:cNvPr>
          <p:cNvSpPr/>
          <p:nvPr/>
        </p:nvSpPr>
        <p:spPr>
          <a:xfrm>
            <a:off x="1028849" y="3020275"/>
            <a:ext cx="108832" cy="757997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288290-CB05-21DD-B610-0087FF552050}"/>
              </a:ext>
            </a:extLst>
          </p:cNvPr>
          <p:cNvSpPr txBox="1"/>
          <p:nvPr/>
        </p:nvSpPr>
        <p:spPr>
          <a:xfrm>
            <a:off x="93869" y="4067697"/>
            <a:ext cx="855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Layer 4</a:t>
            </a:r>
          </a:p>
        </p:txBody>
      </p:sp>
      <p:sp>
        <p:nvSpPr>
          <p:cNvPr id="25" name="Left Brace 24">
            <a:extLst>
              <a:ext uri="{FF2B5EF4-FFF2-40B4-BE49-F238E27FC236}">
                <a16:creationId xmlns:a16="http://schemas.microsoft.com/office/drawing/2014/main" id="{DF7996F9-BF5E-86D7-FC47-CB69F74AFEA9}"/>
              </a:ext>
            </a:extLst>
          </p:cNvPr>
          <p:cNvSpPr/>
          <p:nvPr/>
        </p:nvSpPr>
        <p:spPr>
          <a:xfrm>
            <a:off x="1028849" y="3867363"/>
            <a:ext cx="108832" cy="757997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Bracket 8">
            <a:extLst>
              <a:ext uri="{FF2B5EF4-FFF2-40B4-BE49-F238E27FC236}">
                <a16:creationId xmlns:a16="http://schemas.microsoft.com/office/drawing/2014/main" id="{5036B730-11BC-D764-97F5-C46F94575704}"/>
              </a:ext>
            </a:extLst>
          </p:cNvPr>
          <p:cNvSpPr/>
          <p:nvPr/>
        </p:nvSpPr>
        <p:spPr>
          <a:xfrm>
            <a:off x="4267200" y="3817613"/>
            <a:ext cx="188214" cy="757997"/>
          </a:xfrm>
          <a:prstGeom prst="rightBracke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E7DC517-3A29-38F2-ACD1-11DC90D20971}"/>
              </a:ext>
            </a:extLst>
          </p:cNvPr>
          <p:cNvCxnSpPr>
            <a:stCxn id="9" idx="2"/>
          </p:cNvCxnSpPr>
          <p:nvPr/>
        </p:nvCxnSpPr>
        <p:spPr>
          <a:xfrm flipV="1">
            <a:off x="4455414" y="4196611"/>
            <a:ext cx="573786" cy="1"/>
          </a:xfrm>
          <a:prstGeom prst="straightConnector1">
            <a:avLst/>
          </a:prstGeom>
          <a:ln w="38100">
            <a:solidFill>
              <a:srgbClr val="00CC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BDDC529-26E0-5DCB-C171-68356E234FB7}"/>
              </a:ext>
            </a:extLst>
          </p:cNvPr>
          <p:cNvSpPr txBox="1"/>
          <p:nvPr/>
        </p:nvSpPr>
        <p:spPr>
          <a:xfrm>
            <a:off x="5105400" y="4018526"/>
            <a:ext cx="3727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Output / Prediction / Predicted Label</a:t>
            </a:r>
          </a:p>
        </p:txBody>
      </p:sp>
    </p:spTree>
    <p:extLst>
      <p:ext uri="{BB962C8B-B14F-4D97-AF65-F5344CB8AC3E}">
        <p14:creationId xmlns:p14="http://schemas.microsoft.com/office/powerpoint/2010/main" val="2311516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0D5D3-2677-3CC9-400C-58812AE18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C1B1C8-1295-70E0-CD2E-52F53E2E197B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Gradient computation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283CD8-4D79-C2F2-F2E1-CF382FDA932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819" y="1809750"/>
            <a:ext cx="1040130" cy="276606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0FE02F21-F487-7131-F7AF-6DEC94DE565D}"/>
              </a:ext>
            </a:extLst>
          </p:cNvPr>
          <p:cNvSpPr txBox="1"/>
          <p:nvPr/>
        </p:nvSpPr>
        <p:spPr>
          <a:xfrm>
            <a:off x="714948" y="84200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Given one training example (   ,    ):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EB199C-8CA7-F0E9-FF1B-BE7A2B16BCC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598" y="1034737"/>
            <a:ext cx="153162" cy="1371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E28603-C8C0-C5EE-66F9-7C064BEF673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780" y="1042357"/>
            <a:ext cx="144018" cy="1965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A0D0389-129B-6B9D-18D3-2E4D92D0A7A6}"/>
              </a:ext>
            </a:extLst>
          </p:cNvPr>
          <p:cNvSpPr txBox="1"/>
          <p:nvPr/>
        </p:nvSpPr>
        <p:spPr>
          <a:xfrm>
            <a:off x="716622" y="12763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Forward propagation: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A31467-A352-3776-559D-45A15155FBE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2205699"/>
            <a:ext cx="1885950" cy="2743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36C45A-DEDF-0E16-50C2-748ADF44DB2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819" y="2613938"/>
            <a:ext cx="1723644" cy="3497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9B7833-4634-76BA-86B4-D2ED05868F9A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3020161"/>
            <a:ext cx="1885950" cy="27432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E212C26-6075-AF10-48D9-DB2B12042E0A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819" y="3405275"/>
            <a:ext cx="1723644" cy="3497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4D8085-D44A-EB88-26D6-C16CD65CAD50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3821772"/>
            <a:ext cx="1885950" cy="274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C139530-83D5-D80B-1CEC-CCF4470B5486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4203192"/>
            <a:ext cx="2916936" cy="34975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26A18BA-ACC7-C596-2B3D-CA0765B16C7D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2556788"/>
            <a:ext cx="1255014" cy="40690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8BC0A26-3EFB-EE25-98FE-C871E5F354FF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2557" y="3301514"/>
            <a:ext cx="1255014" cy="406908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7D3AE957-C4DF-9E70-C72A-77E935C75BF6}"/>
              </a:ext>
            </a:extLst>
          </p:cNvPr>
          <p:cNvGrpSpPr/>
          <p:nvPr/>
        </p:nvGrpSpPr>
        <p:grpSpPr>
          <a:xfrm>
            <a:off x="5733776" y="1058125"/>
            <a:ext cx="3055882" cy="1588057"/>
            <a:chOff x="990599" y="738216"/>
            <a:chExt cx="3381620" cy="175733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FDDEBE6-7854-8E49-B92F-7404017B632D}"/>
                </a:ext>
              </a:extLst>
            </p:cNvPr>
            <p:cNvGrpSpPr/>
            <p:nvPr/>
          </p:nvGrpSpPr>
          <p:grpSpPr>
            <a:xfrm>
              <a:off x="1239873" y="738216"/>
              <a:ext cx="2862230" cy="1432793"/>
              <a:chOff x="1905000" y="2190750"/>
              <a:chExt cx="3483917" cy="1744001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FA258E29-077D-E28D-A0EF-1A53BAB5E45D}"/>
                  </a:ext>
                </a:extLst>
              </p:cNvPr>
              <p:cNvSpPr/>
              <p:nvPr/>
            </p:nvSpPr>
            <p:spPr>
              <a:xfrm>
                <a:off x="1905000" y="318349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BA9235BD-1AA8-ADDA-3579-76CDFEEE9B56}"/>
                  </a:ext>
                </a:extLst>
              </p:cNvPr>
              <p:cNvSpPr/>
              <p:nvPr/>
            </p:nvSpPr>
            <p:spPr>
              <a:xfrm>
                <a:off x="1905000" y="284853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2D6A4749-5160-DBEE-33BF-3AD4C66B66C5}"/>
                  </a:ext>
                </a:extLst>
              </p:cNvPr>
              <p:cNvSpPr/>
              <p:nvPr/>
            </p:nvSpPr>
            <p:spPr>
              <a:xfrm>
                <a:off x="1905000" y="251356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455E0378-6E86-796E-29A3-1A2AE5777214}"/>
                  </a:ext>
                </a:extLst>
              </p:cNvPr>
              <p:cNvSpPr/>
              <p:nvPr/>
            </p:nvSpPr>
            <p:spPr>
              <a:xfrm>
                <a:off x="2899779" y="2190751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E229E3C2-9909-4A97-B83F-04FE53DA4730}"/>
                  </a:ext>
                </a:extLst>
              </p:cNvPr>
              <p:cNvSpPr/>
              <p:nvPr/>
            </p:nvSpPr>
            <p:spPr>
              <a:xfrm>
                <a:off x="5102454" y="236976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49BA2F99-A790-E360-4D5B-CDC045356627}"/>
                  </a:ext>
                </a:extLst>
              </p:cNvPr>
              <p:cNvCxnSpPr>
                <a:stCxn id="41" idx="6"/>
                <a:endCxn id="42" idx="2"/>
              </p:cNvCxnSpPr>
              <p:nvPr/>
            </p:nvCxnSpPr>
            <p:spPr>
              <a:xfrm flipV="1">
                <a:off x="2191463" y="2334552"/>
                <a:ext cx="708316" cy="3228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7E56D46F-ED10-29E1-1C71-C956C6701FB7}"/>
                  </a:ext>
                </a:extLst>
              </p:cNvPr>
              <p:cNvCxnSpPr>
                <a:stCxn id="40" idx="6"/>
                <a:endCxn id="42" idx="2"/>
              </p:cNvCxnSpPr>
              <p:nvPr/>
            </p:nvCxnSpPr>
            <p:spPr>
              <a:xfrm flipV="1">
                <a:off x="2191463" y="2334552"/>
                <a:ext cx="708316" cy="6577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F9363188-DE03-DB32-E8FE-A8A47002974F}"/>
                  </a:ext>
                </a:extLst>
              </p:cNvPr>
              <p:cNvCxnSpPr>
                <a:stCxn id="39" idx="6"/>
                <a:endCxn id="42" idx="2"/>
              </p:cNvCxnSpPr>
              <p:nvPr/>
            </p:nvCxnSpPr>
            <p:spPr>
              <a:xfrm flipV="1">
                <a:off x="2191463" y="2334552"/>
                <a:ext cx="708316" cy="9927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0DC0F87A-5B8B-92CD-ED23-397C7B3BEF72}"/>
                  </a:ext>
                </a:extLst>
              </p:cNvPr>
              <p:cNvSpPr/>
              <p:nvPr/>
            </p:nvSpPr>
            <p:spPr>
              <a:xfrm>
                <a:off x="2899778" y="2564055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1B0CFA9E-FA19-99CE-CC8A-4FC15586570F}"/>
                  </a:ext>
                </a:extLst>
              </p:cNvPr>
              <p:cNvCxnSpPr>
                <a:stCxn id="41" idx="6"/>
                <a:endCxn id="47" idx="2"/>
              </p:cNvCxnSpPr>
              <p:nvPr/>
            </p:nvCxnSpPr>
            <p:spPr>
              <a:xfrm>
                <a:off x="2191463" y="2657369"/>
                <a:ext cx="708315" cy="5048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3BBFE9DD-E45D-2EAA-1A07-E56E40C7556E}"/>
                  </a:ext>
                </a:extLst>
              </p:cNvPr>
              <p:cNvCxnSpPr>
                <a:stCxn id="40" idx="6"/>
                <a:endCxn id="47" idx="2"/>
              </p:cNvCxnSpPr>
              <p:nvPr/>
            </p:nvCxnSpPr>
            <p:spPr>
              <a:xfrm flipV="1">
                <a:off x="2191463" y="2707856"/>
                <a:ext cx="708315" cy="2844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5477AF97-461E-62AC-1758-2EE53EA45ED5}"/>
                  </a:ext>
                </a:extLst>
              </p:cNvPr>
              <p:cNvCxnSpPr>
                <a:stCxn id="39" idx="6"/>
                <a:endCxn id="47" idx="2"/>
              </p:cNvCxnSpPr>
              <p:nvPr/>
            </p:nvCxnSpPr>
            <p:spPr>
              <a:xfrm flipV="1">
                <a:off x="2191463" y="2707856"/>
                <a:ext cx="708315" cy="61944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9694385F-981D-2AB4-2F5E-620360BF208E}"/>
                  </a:ext>
                </a:extLst>
              </p:cNvPr>
              <p:cNvSpPr/>
              <p:nvPr/>
            </p:nvSpPr>
            <p:spPr>
              <a:xfrm>
                <a:off x="2899777" y="292277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10CE7B8C-3689-5566-702A-590E400054F9}"/>
                  </a:ext>
                </a:extLst>
              </p:cNvPr>
              <p:cNvCxnSpPr>
                <a:stCxn id="41" idx="6"/>
                <a:endCxn id="51" idx="2"/>
              </p:cNvCxnSpPr>
              <p:nvPr/>
            </p:nvCxnSpPr>
            <p:spPr>
              <a:xfrm>
                <a:off x="2191463" y="2657369"/>
                <a:ext cx="708314" cy="40920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71A43E93-2EBF-DF82-9E8A-4637D51329DE}"/>
                  </a:ext>
                </a:extLst>
              </p:cNvPr>
              <p:cNvCxnSpPr>
                <a:stCxn id="40" idx="6"/>
                <a:endCxn id="51" idx="2"/>
              </p:cNvCxnSpPr>
              <p:nvPr/>
            </p:nvCxnSpPr>
            <p:spPr>
              <a:xfrm>
                <a:off x="2191463" y="2992333"/>
                <a:ext cx="708314" cy="742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90EA1917-2FB0-19C0-6DC5-8DF6FCB0737F}"/>
                  </a:ext>
                </a:extLst>
              </p:cNvPr>
              <p:cNvCxnSpPr>
                <a:stCxn id="39" idx="6"/>
                <a:endCxn id="51" idx="2"/>
              </p:cNvCxnSpPr>
              <p:nvPr/>
            </p:nvCxnSpPr>
            <p:spPr>
              <a:xfrm flipV="1">
                <a:off x="2191463" y="3066578"/>
                <a:ext cx="708314" cy="2607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53FFE8A5-D4F9-A531-6B55-0B6FD85C9B81}"/>
                  </a:ext>
                </a:extLst>
              </p:cNvPr>
              <p:cNvSpPr/>
              <p:nvPr/>
            </p:nvSpPr>
            <p:spPr>
              <a:xfrm>
                <a:off x="2899776" y="3273713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A1BD67E6-3D6A-FE1F-3750-00CCFEEDDC7C}"/>
                  </a:ext>
                </a:extLst>
              </p:cNvPr>
              <p:cNvCxnSpPr>
                <a:stCxn id="41" idx="6"/>
                <a:endCxn id="55" idx="2"/>
              </p:cNvCxnSpPr>
              <p:nvPr/>
            </p:nvCxnSpPr>
            <p:spPr>
              <a:xfrm>
                <a:off x="2191463" y="2657369"/>
                <a:ext cx="708313" cy="7601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6F41EDD8-A3C2-DC56-8A1C-7ABEE6D8358B}"/>
                  </a:ext>
                </a:extLst>
              </p:cNvPr>
              <p:cNvCxnSpPr>
                <a:stCxn id="40" idx="6"/>
                <a:endCxn id="55" idx="2"/>
              </p:cNvCxnSpPr>
              <p:nvPr/>
            </p:nvCxnSpPr>
            <p:spPr>
              <a:xfrm>
                <a:off x="2191463" y="2992333"/>
                <a:ext cx="708313" cy="4251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E75E0F6B-D5DA-7207-B95B-84A6272085EB}"/>
                  </a:ext>
                </a:extLst>
              </p:cNvPr>
              <p:cNvCxnSpPr>
                <a:stCxn id="39" idx="6"/>
                <a:endCxn id="55" idx="2"/>
              </p:cNvCxnSpPr>
              <p:nvPr/>
            </p:nvCxnSpPr>
            <p:spPr>
              <a:xfrm>
                <a:off x="2191463" y="3327297"/>
                <a:ext cx="708313" cy="902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DB6BCA90-9605-E0A9-05BC-11532421CA65}"/>
                  </a:ext>
                </a:extLst>
              </p:cNvPr>
              <p:cNvSpPr/>
              <p:nvPr/>
            </p:nvSpPr>
            <p:spPr>
              <a:xfrm>
                <a:off x="2899779" y="36385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87D27292-6679-CCF6-6ED3-1DD4F046B68F}"/>
                  </a:ext>
                </a:extLst>
              </p:cNvPr>
              <p:cNvCxnSpPr>
                <a:stCxn id="41" idx="6"/>
                <a:endCxn id="59" idx="2"/>
              </p:cNvCxnSpPr>
              <p:nvPr/>
            </p:nvCxnSpPr>
            <p:spPr>
              <a:xfrm>
                <a:off x="2191463" y="2657369"/>
                <a:ext cx="708316" cy="112498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93CE99EF-89EE-E04A-110E-E3D2EDD5484C}"/>
                  </a:ext>
                </a:extLst>
              </p:cNvPr>
              <p:cNvCxnSpPr>
                <a:stCxn id="40" idx="6"/>
                <a:endCxn id="59" idx="2"/>
              </p:cNvCxnSpPr>
              <p:nvPr/>
            </p:nvCxnSpPr>
            <p:spPr>
              <a:xfrm>
                <a:off x="2191463" y="2992333"/>
                <a:ext cx="708316" cy="79001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790DF25C-07B6-340B-B352-320FD721A5FA}"/>
                  </a:ext>
                </a:extLst>
              </p:cNvPr>
              <p:cNvCxnSpPr>
                <a:stCxn id="39" idx="6"/>
                <a:endCxn id="59" idx="2"/>
              </p:cNvCxnSpPr>
              <p:nvPr/>
            </p:nvCxnSpPr>
            <p:spPr>
              <a:xfrm>
                <a:off x="2191463" y="3327297"/>
                <a:ext cx="708316" cy="45505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81AAF878-4F2B-6A05-F1FD-60E32E832E80}"/>
                  </a:ext>
                </a:extLst>
              </p:cNvPr>
              <p:cNvSpPr/>
              <p:nvPr/>
            </p:nvSpPr>
            <p:spPr>
              <a:xfrm>
                <a:off x="4028197" y="21907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85D26553-8718-11C6-C4EA-F8F02E72298B}"/>
                  </a:ext>
                </a:extLst>
              </p:cNvPr>
              <p:cNvCxnSpPr>
                <a:stCxn id="42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E0F3541C-FFAA-3B22-C8BB-03CE7E3E7413}"/>
                  </a:ext>
                </a:extLst>
              </p:cNvPr>
              <p:cNvCxnSpPr>
                <a:stCxn id="47" idx="6"/>
                <a:endCxn id="63" idx="2"/>
              </p:cNvCxnSpPr>
              <p:nvPr/>
            </p:nvCxnSpPr>
            <p:spPr>
              <a:xfrm flipV="1">
                <a:off x="3186241" y="233455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07F6D3FA-CBEB-8188-3FA1-373200FD8FAC}"/>
                  </a:ext>
                </a:extLst>
              </p:cNvPr>
              <p:cNvCxnSpPr>
                <a:stCxn id="51" idx="6"/>
                <a:endCxn id="63" idx="2"/>
              </p:cNvCxnSpPr>
              <p:nvPr/>
            </p:nvCxnSpPr>
            <p:spPr>
              <a:xfrm flipV="1">
                <a:off x="3186240" y="2334551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FB539D34-81B9-42DC-5749-EC7080BA760D}"/>
                  </a:ext>
                </a:extLst>
              </p:cNvPr>
              <p:cNvCxnSpPr>
                <a:stCxn id="55" idx="6"/>
                <a:endCxn id="63" idx="2"/>
              </p:cNvCxnSpPr>
              <p:nvPr/>
            </p:nvCxnSpPr>
            <p:spPr>
              <a:xfrm flipV="1">
                <a:off x="3186239" y="2334551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2EAA964A-A04F-E3A6-14D8-AE6F2301B009}"/>
                  </a:ext>
                </a:extLst>
              </p:cNvPr>
              <p:cNvCxnSpPr>
                <a:stCxn id="59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447800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C0D0236F-0708-1F25-E877-0CEAF713323B}"/>
                  </a:ext>
                </a:extLst>
              </p:cNvPr>
              <p:cNvSpPr/>
              <p:nvPr/>
            </p:nvSpPr>
            <p:spPr>
              <a:xfrm>
                <a:off x="4028196" y="256852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03AD9EC5-E4D7-4AA2-A6A8-E1637E79DAE0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41" y="2712329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DD3E4A55-85C7-1B09-CD15-C6EBDA9B3EA1}"/>
                  </a:ext>
                </a:extLst>
              </p:cNvPr>
              <p:cNvCxnSpPr>
                <a:stCxn id="51" idx="6"/>
                <a:endCxn id="69" idx="2"/>
              </p:cNvCxnSpPr>
              <p:nvPr/>
            </p:nvCxnSpPr>
            <p:spPr>
              <a:xfrm flipV="1">
                <a:off x="3186240" y="2712329"/>
                <a:ext cx="841956" cy="3542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73CD988C-9C0A-56D4-590F-630E3F9EBAD9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9" y="2712329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6CB8E7E6-7EE9-9831-73E2-7545815624AB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8" y="2712329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31610C5F-769E-46BB-A2DA-0EFB30225106}"/>
                  </a:ext>
                </a:extLst>
              </p:cNvPr>
              <p:cNvCxnSpPr>
                <a:stCxn id="42" idx="6"/>
                <a:endCxn id="69" idx="2"/>
              </p:cNvCxnSpPr>
              <p:nvPr/>
            </p:nvCxnSpPr>
            <p:spPr>
              <a:xfrm>
                <a:off x="3186242" y="2334552"/>
                <a:ext cx="841954" cy="3777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5248D908-2F6F-FC70-773D-47041D89606F}"/>
                  </a:ext>
                </a:extLst>
              </p:cNvPr>
              <p:cNvSpPr/>
              <p:nvPr/>
            </p:nvSpPr>
            <p:spPr>
              <a:xfrm>
                <a:off x="4030044" y="291568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1D63A115-5D10-85F9-6108-1B438049A066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9" y="3059487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4C0ADF86-FA2F-B9FA-8A5C-828C71CC34C8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8" y="3059487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6C5B48E5-EB0D-C67B-22B3-B9E7D4D9B87B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7" y="3059487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A99D5497-F967-EEA5-3C49-DF73935C0337}"/>
                  </a:ext>
                </a:extLst>
              </p:cNvPr>
              <p:cNvCxnSpPr>
                <a:stCxn id="47" idx="6"/>
                <a:endCxn id="75" idx="2"/>
              </p:cNvCxnSpPr>
              <p:nvPr/>
            </p:nvCxnSpPr>
            <p:spPr>
              <a:xfrm>
                <a:off x="3186241" y="2707856"/>
                <a:ext cx="843803" cy="35163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43B60A96-FB1C-58D9-AA4E-66A8D78E3887}"/>
                  </a:ext>
                </a:extLst>
              </p:cNvPr>
              <p:cNvCxnSpPr>
                <a:stCxn id="42" idx="6"/>
                <a:endCxn id="75" idx="2"/>
              </p:cNvCxnSpPr>
              <p:nvPr/>
            </p:nvCxnSpPr>
            <p:spPr>
              <a:xfrm>
                <a:off x="3186242" y="2334552"/>
                <a:ext cx="843802" cy="72493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4FA6833F-810F-7333-BDAF-958B0E895564}"/>
                  </a:ext>
                </a:extLst>
              </p:cNvPr>
              <p:cNvSpPr/>
              <p:nvPr/>
            </p:nvSpPr>
            <p:spPr>
              <a:xfrm>
                <a:off x="4028195" y="326390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92D01606-3A6F-1DAD-3AE2-3724A42CCA8E}"/>
                  </a:ext>
                </a:extLst>
              </p:cNvPr>
              <p:cNvCxnSpPr>
                <a:stCxn id="55" idx="6"/>
                <a:endCxn id="84" idx="2"/>
              </p:cNvCxnSpPr>
              <p:nvPr/>
            </p:nvCxnSpPr>
            <p:spPr>
              <a:xfrm flipV="1">
                <a:off x="3186239" y="3407701"/>
                <a:ext cx="841956" cy="981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59886A74-F6EB-E731-9D6A-E88AAA560AE3}"/>
                  </a:ext>
                </a:extLst>
              </p:cNvPr>
              <p:cNvCxnSpPr>
                <a:endCxn id="84" idx="2"/>
              </p:cNvCxnSpPr>
              <p:nvPr/>
            </p:nvCxnSpPr>
            <p:spPr>
              <a:xfrm flipV="1">
                <a:off x="3186239" y="340770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1A377EED-1846-2D2E-2689-2C8CEA5E8F3A}"/>
                  </a:ext>
                </a:extLst>
              </p:cNvPr>
              <p:cNvCxnSpPr>
                <a:stCxn id="51" idx="6"/>
                <a:endCxn id="84" idx="2"/>
              </p:cNvCxnSpPr>
              <p:nvPr/>
            </p:nvCxnSpPr>
            <p:spPr>
              <a:xfrm>
                <a:off x="3186240" y="3066578"/>
                <a:ext cx="841955" cy="34112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F8B8C805-FE73-321E-0BE6-D5F8D7627FB1}"/>
                  </a:ext>
                </a:extLst>
              </p:cNvPr>
              <p:cNvCxnSpPr>
                <a:stCxn id="47" idx="6"/>
                <a:endCxn id="84" idx="2"/>
              </p:cNvCxnSpPr>
              <p:nvPr/>
            </p:nvCxnSpPr>
            <p:spPr>
              <a:xfrm>
                <a:off x="3186241" y="2707856"/>
                <a:ext cx="841954" cy="6998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69324561-1F10-6A6B-BC74-8B2E1C8104F1}"/>
                  </a:ext>
                </a:extLst>
              </p:cNvPr>
              <p:cNvCxnSpPr>
                <a:stCxn id="42" idx="6"/>
                <a:endCxn id="84" idx="2"/>
              </p:cNvCxnSpPr>
              <p:nvPr/>
            </p:nvCxnSpPr>
            <p:spPr>
              <a:xfrm>
                <a:off x="3186242" y="2334552"/>
                <a:ext cx="841953" cy="10731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62E54E5E-9707-57FC-028D-6A5CE04F164E}"/>
                  </a:ext>
                </a:extLst>
              </p:cNvPr>
              <p:cNvSpPr/>
              <p:nvPr/>
            </p:nvSpPr>
            <p:spPr>
              <a:xfrm>
                <a:off x="4028194" y="36471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0590EE53-833C-485A-0AC4-D50A33AC85E4}"/>
                  </a:ext>
                </a:extLst>
              </p:cNvPr>
              <p:cNvCxnSpPr>
                <a:endCxn id="90" idx="2"/>
              </p:cNvCxnSpPr>
              <p:nvPr/>
            </p:nvCxnSpPr>
            <p:spPr>
              <a:xfrm flipV="1">
                <a:off x="3186239" y="37909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3816B0A0-1DDC-E3C9-E363-469B2FE25F45}"/>
                  </a:ext>
                </a:extLst>
              </p:cNvPr>
              <p:cNvCxnSpPr>
                <a:stCxn id="55" idx="6"/>
                <a:endCxn id="90" idx="2"/>
              </p:cNvCxnSpPr>
              <p:nvPr/>
            </p:nvCxnSpPr>
            <p:spPr>
              <a:xfrm>
                <a:off x="3186239" y="3417514"/>
                <a:ext cx="841955" cy="37343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6F4429E2-DD54-910E-AD3B-6040DCE94B7B}"/>
                  </a:ext>
                </a:extLst>
              </p:cNvPr>
              <p:cNvCxnSpPr>
                <a:stCxn id="51" idx="6"/>
                <a:endCxn id="90" idx="2"/>
              </p:cNvCxnSpPr>
              <p:nvPr/>
            </p:nvCxnSpPr>
            <p:spPr>
              <a:xfrm>
                <a:off x="3186240" y="3066578"/>
                <a:ext cx="841954" cy="72437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17A08068-A2AB-0923-3F3A-E4B8CD39821F}"/>
                  </a:ext>
                </a:extLst>
              </p:cNvPr>
              <p:cNvCxnSpPr>
                <a:stCxn id="47" idx="6"/>
                <a:endCxn id="90" idx="2"/>
              </p:cNvCxnSpPr>
              <p:nvPr/>
            </p:nvCxnSpPr>
            <p:spPr>
              <a:xfrm>
                <a:off x="3186241" y="2707856"/>
                <a:ext cx="841953" cy="108309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B481C17E-F030-485A-3F64-D043B3D836BA}"/>
                  </a:ext>
                </a:extLst>
              </p:cNvPr>
              <p:cNvCxnSpPr>
                <a:stCxn id="42" idx="6"/>
                <a:endCxn id="90" idx="2"/>
              </p:cNvCxnSpPr>
              <p:nvPr/>
            </p:nvCxnSpPr>
            <p:spPr>
              <a:xfrm>
                <a:off x="3186242" y="2334552"/>
                <a:ext cx="841952" cy="145639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F31709F3-12E8-0CC1-1D40-56859F12A0B4}"/>
                  </a:ext>
                </a:extLst>
              </p:cNvPr>
              <p:cNvCxnSpPr>
                <a:stCxn id="63" idx="6"/>
                <a:endCxn id="43" idx="2"/>
              </p:cNvCxnSpPr>
              <p:nvPr/>
            </p:nvCxnSpPr>
            <p:spPr>
              <a:xfrm>
                <a:off x="4314660" y="2334551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3C804ACE-734E-B3F9-D64E-0AAEE434492E}"/>
                  </a:ext>
                </a:extLst>
              </p:cNvPr>
              <p:cNvCxnSpPr>
                <a:stCxn id="69" idx="6"/>
                <a:endCxn id="43" idx="2"/>
              </p:cNvCxnSpPr>
              <p:nvPr/>
            </p:nvCxnSpPr>
            <p:spPr>
              <a:xfrm flipV="1">
                <a:off x="4314659" y="2513568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29B95F03-8D03-0BA3-D40F-AAFDDC325E5B}"/>
                  </a:ext>
                </a:extLst>
              </p:cNvPr>
              <p:cNvCxnSpPr>
                <a:stCxn id="75" idx="6"/>
                <a:endCxn id="43" idx="2"/>
              </p:cNvCxnSpPr>
              <p:nvPr/>
            </p:nvCxnSpPr>
            <p:spPr>
              <a:xfrm flipV="1">
                <a:off x="4316507" y="2513568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4C2DD22F-DCEF-3DB5-5E2E-57A5C64B7170}"/>
                  </a:ext>
                </a:extLst>
              </p:cNvPr>
              <p:cNvCxnSpPr>
                <a:stCxn id="84" idx="6"/>
                <a:endCxn id="43" idx="2"/>
              </p:cNvCxnSpPr>
              <p:nvPr/>
            </p:nvCxnSpPr>
            <p:spPr>
              <a:xfrm flipV="1">
                <a:off x="4314658" y="2513568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ACDD3A2C-42EE-71CD-D72D-782815C5A8E5}"/>
                  </a:ext>
                </a:extLst>
              </p:cNvPr>
              <p:cNvCxnSpPr>
                <a:stCxn id="90" idx="6"/>
                <a:endCxn id="43" idx="2"/>
              </p:cNvCxnSpPr>
              <p:nvPr/>
            </p:nvCxnSpPr>
            <p:spPr>
              <a:xfrm flipV="1">
                <a:off x="4314657" y="2513568"/>
                <a:ext cx="787797" cy="127738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B5F18C92-E59A-80D2-70A7-065180265CAC}"/>
                  </a:ext>
                </a:extLst>
              </p:cNvPr>
              <p:cNvSpPr/>
              <p:nvPr/>
            </p:nvSpPr>
            <p:spPr>
              <a:xfrm>
                <a:off x="5102453" y="27456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B4742AB7-48D8-D065-0FD4-B61A2027DFC6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>
                <a:off x="4314659" y="27104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31A0631D-9360-EA81-B4ED-CDE5C90BC87F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8" y="28894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63970907-2998-AAB2-A7DD-F9B1DE1AAE94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6506" y="2889453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5C4FE216-DCC9-DFF3-6E7C-16D2FA1BEE7F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7" y="2889453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05F20822-FAA1-0CA5-6C7C-D728BC9750D0}"/>
                  </a:ext>
                </a:extLst>
              </p:cNvPr>
              <p:cNvCxnSpPr>
                <a:stCxn id="63" idx="6"/>
                <a:endCxn id="101" idx="2"/>
              </p:cNvCxnSpPr>
              <p:nvPr/>
            </p:nvCxnSpPr>
            <p:spPr>
              <a:xfrm>
                <a:off x="4314660" y="2334551"/>
                <a:ext cx="787793" cy="5549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D28A7D05-1AB2-33F9-1AED-59385AE5AC20}"/>
                  </a:ext>
                </a:extLst>
              </p:cNvPr>
              <p:cNvSpPr/>
              <p:nvPr/>
            </p:nvSpPr>
            <p:spPr>
              <a:xfrm>
                <a:off x="5102452" y="3088214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D192B942-A02A-C365-B86D-0C01B938BA28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>
                <a:off x="4314658" y="3052998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50D6A7DB-ACFF-2DA1-6F14-9F4E14C93568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4657" y="3232015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ED9F7C63-263D-8159-85F6-4A446F93003E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6505" y="3232015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DC6DD0E9-3C9F-94E3-233A-2386827B74FE}"/>
                  </a:ext>
                </a:extLst>
              </p:cNvPr>
              <p:cNvCxnSpPr>
                <a:stCxn id="69" idx="6"/>
                <a:endCxn id="107" idx="2"/>
              </p:cNvCxnSpPr>
              <p:nvPr/>
            </p:nvCxnSpPr>
            <p:spPr>
              <a:xfrm>
                <a:off x="4314659" y="2712329"/>
                <a:ext cx="787793" cy="51968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0C7BDE15-3C97-F7AE-4602-7F965B41A35C}"/>
                  </a:ext>
                </a:extLst>
              </p:cNvPr>
              <p:cNvCxnSpPr>
                <a:stCxn id="63" idx="6"/>
                <a:endCxn id="107" idx="2"/>
              </p:cNvCxnSpPr>
              <p:nvPr/>
            </p:nvCxnSpPr>
            <p:spPr>
              <a:xfrm>
                <a:off x="4314660" y="2334551"/>
                <a:ext cx="787792" cy="89746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C979EA42-9FBD-1BBD-28CA-AE35C9EC5F1A}"/>
                  </a:ext>
                </a:extLst>
              </p:cNvPr>
              <p:cNvSpPr/>
              <p:nvPr/>
            </p:nvSpPr>
            <p:spPr>
              <a:xfrm>
                <a:off x="5102454" y="34505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B243B0F9-84D6-2607-C377-44C402E34AF5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>
                <a:off x="4314660" y="34153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761888D6-73CD-FBFD-A04C-4C481B5202F7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 flipV="1">
                <a:off x="4314659" y="35943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36163453-CEC1-C0B7-6DD8-78D37563C171}"/>
                  </a:ext>
                </a:extLst>
              </p:cNvPr>
              <p:cNvCxnSpPr>
                <a:stCxn id="75" idx="6"/>
                <a:endCxn id="113" idx="2"/>
              </p:cNvCxnSpPr>
              <p:nvPr/>
            </p:nvCxnSpPr>
            <p:spPr>
              <a:xfrm>
                <a:off x="4316507" y="3059487"/>
                <a:ext cx="785947" cy="53486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61753D65-BA5F-525F-F99C-8C792D473435}"/>
                  </a:ext>
                </a:extLst>
              </p:cNvPr>
              <p:cNvCxnSpPr>
                <a:stCxn id="69" idx="6"/>
                <a:endCxn id="113" idx="2"/>
              </p:cNvCxnSpPr>
              <p:nvPr/>
            </p:nvCxnSpPr>
            <p:spPr>
              <a:xfrm>
                <a:off x="4314659" y="2712329"/>
                <a:ext cx="787795" cy="88202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Arrow Connector 117">
                <a:extLst>
                  <a:ext uri="{FF2B5EF4-FFF2-40B4-BE49-F238E27FC236}">
                    <a16:creationId xmlns:a16="http://schemas.microsoft.com/office/drawing/2014/main" id="{E004270F-5322-48AC-69D3-5D6B0B601075}"/>
                  </a:ext>
                </a:extLst>
              </p:cNvPr>
              <p:cNvCxnSpPr>
                <a:stCxn id="63" idx="6"/>
                <a:endCxn id="113" idx="2"/>
              </p:cNvCxnSpPr>
              <p:nvPr/>
            </p:nvCxnSpPr>
            <p:spPr>
              <a:xfrm>
                <a:off x="4314660" y="2334551"/>
                <a:ext cx="787794" cy="12598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F6CD429-EB85-0502-AD22-5023063AE3D0}"/>
                </a:ext>
              </a:extLst>
            </p:cNvPr>
            <p:cNvSpPr txBox="1"/>
            <p:nvPr/>
          </p:nvSpPr>
          <p:spPr>
            <a:xfrm>
              <a:off x="99059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7E57F49-A174-F290-2B85-76746F0E1E60}"/>
                </a:ext>
              </a:extLst>
            </p:cNvPr>
            <p:cNvSpPr txBox="1"/>
            <p:nvPr/>
          </p:nvSpPr>
          <p:spPr>
            <a:xfrm>
              <a:off x="178701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8673F76-13DE-3A1D-A37E-C02CE2F9CB14}"/>
                </a:ext>
              </a:extLst>
            </p:cNvPr>
            <p:cNvSpPr txBox="1"/>
            <p:nvPr/>
          </p:nvSpPr>
          <p:spPr>
            <a:xfrm>
              <a:off x="2715597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8DFC785-40D7-408B-71E4-C1C51EC0B928}"/>
                </a:ext>
              </a:extLst>
            </p:cNvPr>
            <p:cNvSpPr txBox="1"/>
            <p:nvPr/>
          </p:nvSpPr>
          <p:spPr>
            <a:xfrm>
              <a:off x="3596641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4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6FB2695-15B2-A651-EFDB-9EF9863A039D}"/>
                  </a:ext>
                </a:extLst>
              </p:cNvPr>
              <p:cNvSpPr txBox="1"/>
              <p:nvPr/>
            </p:nvSpPr>
            <p:spPr>
              <a:xfrm>
                <a:off x="5745187" y="833353"/>
                <a:ext cx="677813" cy="4129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6FB2695-15B2-A651-EFDB-9EF9863A03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5187" y="833353"/>
                <a:ext cx="677813" cy="41293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E1C8F81-51D7-3FBE-249F-4858D7CF41E7}"/>
                  </a:ext>
                </a:extLst>
              </p:cNvPr>
              <p:cNvSpPr txBox="1"/>
              <p:nvPr/>
            </p:nvSpPr>
            <p:spPr>
              <a:xfrm>
                <a:off x="6476537" y="574584"/>
                <a:ext cx="677814" cy="4129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E1C8F81-51D7-3FBE-249F-4858D7CF4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6537" y="574584"/>
                <a:ext cx="677814" cy="41293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4FB0E2C-9A5D-A965-2C93-1BF4784E1A22}"/>
                  </a:ext>
                </a:extLst>
              </p:cNvPr>
              <p:cNvSpPr txBox="1"/>
              <p:nvPr/>
            </p:nvSpPr>
            <p:spPr>
              <a:xfrm>
                <a:off x="7304140" y="569194"/>
                <a:ext cx="677814" cy="4129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4FB0E2C-9A5D-A965-2C93-1BF4784E1A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4140" y="569194"/>
                <a:ext cx="677814" cy="41293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FDCE820-3F70-83EB-41D4-3F87D5FA6D83}"/>
                  </a:ext>
                </a:extLst>
              </p:cNvPr>
              <p:cNvSpPr txBox="1"/>
              <p:nvPr/>
            </p:nvSpPr>
            <p:spPr>
              <a:xfrm>
                <a:off x="8100316" y="563207"/>
                <a:ext cx="677814" cy="4129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FDCE820-3F70-83EB-41D4-3F87D5FA6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0316" y="563207"/>
                <a:ext cx="677814" cy="41293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0A8AEC78-9602-79DC-03D9-C3542A0AAC8D}"/>
              </a:ext>
            </a:extLst>
          </p:cNvPr>
          <p:cNvSpPr txBox="1"/>
          <p:nvPr/>
        </p:nvSpPr>
        <p:spPr>
          <a:xfrm>
            <a:off x="127227" y="2370558"/>
            <a:ext cx="855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Layer 2</a:t>
            </a: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BA4C59F4-A126-55C4-3F84-6FF4ACAED4AD}"/>
              </a:ext>
            </a:extLst>
          </p:cNvPr>
          <p:cNvSpPr/>
          <p:nvPr/>
        </p:nvSpPr>
        <p:spPr>
          <a:xfrm>
            <a:off x="1034168" y="2170224"/>
            <a:ext cx="108832" cy="757997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2CF0A0-9FB9-29AC-7920-C8D71174B5A7}"/>
              </a:ext>
            </a:extLst>
          </p:cNvPr>
          <p:cNvSpPr txBox="1"/>
          <p:nvPr/>
        </p:nvSpPr>
        <p:spPr>
          <a:xfrm>
            <a:off x="93869" y="3220609"/>
            <a:ext cx="855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Layer 3</a:t>
            </a:r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5158E900-051C-1535-B6AC-1D1AB014B5FB}"/>
              </a:ext>
            </a:extLst>
          </p:cNvPr>
          <p:cNvSpPr/>
          <p:nvPr/>
        </p:nvSpPr>
        <p:spPr>
          <a:xfrm>
            <a:off x="1028849" y="3020275"/>
            <a:ext cx="108832" cy="757997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2FD42F-EB4F-7D99-42EC-9E66D34ED3F6}"/>
              </a:ext>
            </a:extLst>
          </p:cNvPr>
          <p:cNvSpPr txBox="1"/>
          <p:nvPr/>
        </p:nvSpPr>
        <p:spPr>
          <a:xfrm>
            <a:off x="93869" y="4067697"/>
            <a:ext cx="855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Layer 4</a:t>
            </a:r>
          </a:p>
        </p:txBody>
      </p:sp>
      <p:sp>
        <p:nvSpPr>
          <p:cNvPr id="25" name="Left Brace 24">
            <a:extLst>
              <a:ext uri="{FF2B5EF4-FFF2-40B4-BE49-F238E27FC236}">
                <a16:creationId xmlns:a16="http://schemas.microsoft.com/office/drawing/2014/main" id="{16B84FBC-B1A1-6221-1A7A-AC8B81F9F4C8}"/>
              </a:ext>
            </a:extLst>
          </p:cNvPr>
          <p:cNvSpPr/>
          <p:nvPr/>
        </p:nvSpPr>
        <p:spPr>
          <a:xfrm>
            <a:off x="1028849" y="3867363"/>
            <a:ext cx="108832" cy="757997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Bracket 8">
            <a:extLst>
              <a:ext uri="{FF2B5EF4-FFF2-40B4-BE49-F238E27FC236}">
                <a16:creationId xmlns:a16="http://schemas.microsoft.com/office/drawing/2014/main" id="{E20066A8-8CFD-0F96-6795-9C217D752D1C}"/>
              </a:ext>
            </a:extLst>
          </p:cNvPr>
          <p:cNvSpPr/>
          <p:nvPr/>
        </p:nvSpPr>
        <p:spPr>
          <a:xfrm>
            <a:off x="4267200" y="3817613"/>
            <a:ext cx="188214" cy="757997"/>
          </a:xfrm>
          <a:prstGeom prst="rightBracke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Left Bracket 25">
            <a:extLst>
              <a:ext uri="{FF2B5EF4-FFF2-40B4-BE49-F238E27FC236}">
                <a16:creationId xmlns:a16="http://schemas.microsoft.com/office/drawing/2014/main" id="{84333544-732D-CCF3-9C4F-0C89440219C6}"/>
              </a:ext>
            </a:extLst>
          </p:cNvPr>
          <p:cNvSpPr/>
          <p:nvPr/>
        </p:nvSpPr>
        <p:spPr>
          <a:xfrm>
            <a:off x="5175689" y="3409950"/>
            <a:ext cx="156341" cy="1581150"/>
          </a:xfrm>
          <a:prstGeom prst="leftBracket">
            <a:avLst>
              <a:gd name="adj" fmla="val 0"/>
            </a:avLst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Left Bracket 28">
            <a:extLst>
              <a:ext uri="{FF2B5EF4-FFF2-40B4-BE49-F238E27FC236}">
                <a16:creationId xmlns:a16="http://schemas.microsoft.com/office/drawing/2014/main" id="{89017BF7-D210-2042-77C9-3FF39D50B690}"/>
              </a:ext>
            </a:extLst>
          </p:cNvPr>
          <p:cNvSpPr/>
          <p:nvPr/>
        </p:nvSpPr>
        <p:spPr>
          <a:xfrm rot="10800000">
            <a:off x="5582860" y="3409950"/>
            <a:ext cx="156341" cy="1581149"/>
          </a:xfrm>
          <a:prstGeom prst="leftBracket">
            <a:avLst>
              <a:gd name="adj" fmla="val 0"/>
            </a:avLst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lowchart: Process 29">
            <a:extLst>
              <a:ext uri="{FF2B5EF4-FFF2-40B4-BE49-F238E27FC236}">
                <a16:creationId xmlns:a16="http://schemas.microsoft.com/office/drawing/2014/main" id="{5D71FB6F-296C-D081-4D95-817361215CD5}"/>
              </a:ext>
            </a:extLst>
          </p:cNvPr>
          <p:cNvSpPr/>
          <p:nvPr/>
        </p:nvSpPr>
        <p:spPr>
          <a:xfrm>
            <a:off x="5343145" y="3473712"/>
            <a:ext cx="228600" cy="23379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lowchart: Process 30">
            <a:extLst>
              <a:ext uri="{FF2B5EF4-FFF2-40B4-BE49-F238E27FC236}">
                <a16:creationId xmlns:a16="http://schemas.microsoft.com/office/drawing/2014/main" id="{41804DF3-9142-9E70-0569-75B57A769B7B}"/>
              </a:ext>
            </a:extLst>
          </p:cNvPr>
          <p:cNvSpPr/>
          <p:nvPr/>
        </p:nvSpPr>
        <p:spPr>
          <a:xfrm>
            <a:off x="5343145" y="3888570"/>
            <a:ext cx="228600" cy="23379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Process 31">
            <a:extLst>
              <a:ext uri="{FF2B5EF4-FFF2-40B4-BE49-F238E27FC236}">
                <a16:creationId xmlns:a16="http://schemas.microsoft.com/office/drawing/2014/main" id="{E130D1D9-D0D6-3703-2305-0A682D58DDF0}"/>
              </a:ext>
            </a:extLst>
          </p:cNvPr>
          <p:cNvSpPr/>
          <p:nvPr/>
        </p:nvSpPr>
        <p:spPr>
          <a:xfrm>
            <a:off x="5343145" y="4303428"/>
            <a:ext cx="228600" cy="23379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Flowchart: Process 76">
            <a:extLst>
              <a:ext uri="{FF2B5EF4-FFF2-40B4-BE49-F238E27FC236}">
                <a16:creationId xmlns:a16="http://schemas.microsoft.com/office/drawing/2014/main" id="{E925F0AB-199F-70FE-50FC-44D166761847}"/>
              </a:ext>
            </a:extLst>
          </p:cNvPr>
          <p:cNvSpPr/>
          <p:nvPr/>
        </p:nvSpPr>
        <p:spPr>
          <a:xfrm>
            <a:off x="5343145" y="4705350"/>
            <a:ext cx="228600" cy="23379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056F182-7B88-2200-A219-506EDBAA9EF3}"/>
              </a:ext>
            </a:extLst>
          </p:cNvPr>
          <p:cNvCxnSpPr>
            <a:cxnSpLocks/>
            <a:stCxn id="9" idx="2"/>
            <a:endCxn id="26" idx="1"/>
          </p:cNvCxnSpPr>
          <p:nvPr/>
        </p:nvCxnSpPr>
        <p:spPr>
          <a:xfrm>
            <a:off x="4455414" y="4196612"/>
            <a:ext cx="720275" cy="3913"/>
          </a:xfrm>
          <a:prstGeom prst="straightConnector1">
            <a:avLst/>
          </a:prstGeom>
          <a:ln w="38100">
            <a:solidFill>
              <a:srgbClr val="00CC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4449F7F6-8061-5FBB-6380-80CBDE871F22}"/>
                  </a:ext>
                </a:extLst>
              </p:cNvPr>
              <p:cNvSpPr txBox="1"/>
              <p:nvPr/>
            </p:nvSpPr>
            <p:spPr>
              <a:xfrm>
                <a:off x="5822574" y="3383036"/>
                <a:ext cx="435184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4449F7F6-8061-5FBB-6380-80CBDE871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2574" y="3383036"/>
                <a:ext cx="435184" cy="358431"/>
              </a:xfrm>
              <a:prstGeom prst="rect">
                <a:avLst/>
              </a:prstGeom>
              <a:blipFill>
                <a:blip r:embed="rId28"/>
                <a:stretch>
                  <a:fillRect l="-6944" t="-3390" r="-11111" b="-11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C18224C8-1C26-3B52-8EA9-81BB2D6FFE55}"/>
                  </a:ext>
                </a:extLst>
              </p:cNvPr>
              <p:cNvSpPr txBox="1"/>
              <p:nvPr/>
            </p:nvSpPr>
            <p:spPr>
              <a:xfrm>
                <a:off x="5822574" y="3826253"/>
                <a:ext cx="435184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C18224C8-1C26-3B52-8EA9-81BB2D6FF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2574" y="3826253"/>
                <a:ext cx="435184" cy="358431"/>
              </a:xfrm>
              <a:prstGeom prst="rect">
                <a:avLst/>
              </a:prstGeom>
              <a:blipFill>
                <a:blip r:embed="rId29"/>
                <a:stretch>
                  <a:fillRect l="-6944" t="-3448" r="-11111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3ECAD45E-BD72-E071-9465-237165AE39C1}"/>
                  </a:ext>
                </a:extLst>
              </p:cNvPr>
              <p:cNvSpPr txBox="1"/>
              <p:nvPr/>
            </p:nvSpPr>
            <p:spPr>
              <a:xfrm>
                <a:off x="5827151" y="4229190"/>
                <a:ext cx="435184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3ECAD45E-BD72-E071-9465-237165AE3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151" y="4229190"/>
                <a:ext cx="435184" cy="358431"/>
              </a:xfrm>
              <a:prstGeom prst="rect">
                <a:avLst/>
              </a:prstGeom>
              <a:blipFill>
                <a:blip r:embed="rId30"/>
                <a:stretch>
                  <a:fillRect l="-7042" t="-3390" r="-11268" b="-11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9F3FDE6E-E25F-66CB-838D-420D529A5B04}"/>
                  </a:ext>
                </a:extLst>
              </p:cNvPr>
              <p:cNvSpPr txBox="1"/>
              <p:nvPr/>
            </p:nvSpPr>
            <p:spPr>
              <a:xfrm>
                <a:off x="5822574" y="4632127"/>
                <a:ext cx="435184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9F3FDE6E-E25F-66CB-838D-420D529A5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2574" y="4632127"/>
                <a:ext cx="435184" cy="358431"/>
              </a:xfrm>
              <a:prstGeom prst="rect">
                <a:avLst/>
              </a:prstGeom>
              <a:blipFill>
                <a:blip r:embed="rId31"/>
                <a:stretch>
                  <a:fillRect l="-6944" t="-3390" r="-11111" b="-11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9208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95055-0234-6E58-9793-4F4F8785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D2FD86-0598-A512-2D0F-C948DE175FE3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Gradient computation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22960E-4D53-B85A-2A66-B3DD7213757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819" y="1809750"/>
            <a:ext cx="1040130" cy="276606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1987A9D6-A515-AC25-223C-D84801A5B0B9}"/>
              </a:ext>
            </a:extLst>
          </p:cNvPr>
          <p:cNvSpPr txBox="1"/>
          <p:nvPr/>
        </p:nvSpPr>
        <p:spPr>
          <a:xfrm>
            <a:off x="714948" y="84200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Given one training example (   ,    ):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F82588-3675-5B06-1218-268DB917D75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598" y="1034737"/>
            <a:ext cx="153162" cy="1371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A31B51-109E-461A-EFC6-F48FD9B401A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780" y="1042357"/>
            <a:ext cx="144018" cy="1965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389A280-DF6A-3C9D-9B9B-A623F48F8EE4}"/>
              </a:ext>
            </a:extLst>
          </p:cNvPr>
          <p:cNvSpPr txBox="1"/>
          <p:nvPr/>
        </p:nvSpPr>
        <p:spPr>
          <a:xfrm>
            <a:off x="716622" y="12763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Forward propagation: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502CE6-F3D1-1529-98B9-CF953406791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2205699"/>
            <a:ext cx="1885950" cy="2743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320227-FC0B-10B1-9350-D14B033BEDF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819" y="2613938"/>
            <a:ext cx="1723644" cy="3497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37D3E5-2E4B-F8D6-7710-165C9B31CC4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3020161"/>
            <a:ext cx="1885950" cy="27432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4C4591C-6FAA-BAF2-DEAF-FCFB5D5FB50F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819" y="3405275"/>
            <a:ext cx="1723644" cy="3497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7BBE1D-BF0F-6B4C-0DDB-8C65E81748B2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3821772"/>
            <a:ext cx="1885950" cy="274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7F9089-CE08-667C-C0DA-CA65915741D9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4203192"/>
            <a:ext cx="2916936" cy="34975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DB8DDF0-15CB-5D1C-6E9B-DCD1E5DA0054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2556788"/>
            <a:ext cx="1255014" cy="40690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396DB3C-94E1-E8B3-078C-0B098C975CF0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2557" y="3301514"/>
            <a:ext cx="1255014" cy="406908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25A6F741-9B9A-0470-7503-FAA3F7B7B2C1}"/>
              </a:ext>
            </a:extLst>
          </p:cNvPr>
          <p:cNvGrpSpPr/>
          <p:nvPr/>
        </p:nvGrpSpPr>
        <p:grpSpPr>
          <a:xfrm>
            <a:off x="5733776" y="1058125"/>
            <a:ext cx="3055882" cy="1588057"/>
            <a:chOff x="990599" y="738216"/>
            <a:chExt cx="3381620" cy="175733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D75688E-DAE7-0FEE-FAE6-36D8A287D037}"/>
                </a:ext>
              </a:extLst>
            </p:cNvPr>
            <p:cNvGrpSpPr/>
            <p:nvPr/>
          </p:nvGrpSpPr>
          <p:grpSpPr>
            <a:xfrm>
              <a:off x="1239873" y="738216"/>
              <a:ext cx="2862230" cy="1432793"/>
              <a:chOff x="1905000" y="2190750"/>
              <a:chExt cx="3483917" cy="1744001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5DB63714-BCC6-6D0C-5BF4-C8F5F7AA002B}"/>
                  </a:ext>
                </a:extLst>
              </p:cNvPr>
              <p:cNvSpPr/>
              <p:nvPr/>
            </p:nvSpPr>
            <p:spPr>
              <a:xfrm>
                <a:off x="1905000" y="318349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69798053-4C9B-79AC-6098-638F3FD38D10}"/>
                  </a:ext>
                </a:extLst>
              </p:cNvPr>
              <p:cNvSpPr/>
              <p:nvPr/>
            </p:nvSpPr>
            <p:spPr>
              <a:xfrm>
                <a:off x="1905000" y="284853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16D97FF9-66BD-19E7-E4E5-DB3D316507BD}"/>
                  </a:ext>
                </a:extLst>
              </p:cNvPr>
              <p:cNvSpPr/>
              <p:nvPr/>
            </p:nvSpPr>
            <p:spPr>
              <a:xfrm>
                <a:off x="1905000" y="251356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653790EB-EA81-0D6D-C251-EDDFE67A2CD2}"/>
                  </a:ext>
                </a:extLst>
              </p:cNvPr>
              <p:cNvSpPr/>
              <p:nvPr/>
            </p:nvSpPr>
            <p:spPr>
              <a:xfrm>
                <a:off x="2899779" y="2190751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575A60F7-4523-986A-D817-0EC1DDE43C8C}"/>
                  </a:ext>
                </a:extLst>
              </p:cNvPr>
              <p:cNvSpPr/>
              <p:nvPr/>
            </p:nvSpPr>
            <p:spPr>
              <a:xfrm>
                <a:off x="5102454" y="236976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8134D0FD-205B-404A-687F-0A506FD4D0AE}"/>
                  </a:ext>
                </a:extLst>
              </p:cNvPr>
              <p:cNvCxnSpPr>
                <a:stCxn id="41" idx="6"/>
                <a:endCxn id="42" idx="2"/>
              </p:cNvCxnSpPr>
              <p:nvPr/>
            </p:nvCxnSpPr>
            <p:spPr>
              <a:xfrm flipV="1">
                <a:off x="2191463" y="2334552"/>
                <a:ext cx="708316" cy="3228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B9642AAE-51A5-7CD0-0D94-25B876DAE717}"/>
                  </a:ext>
                </a:extLst>
              </p:cNvPr>
              <p:cNvCxnSpPr>
                <a:stCxn id="40" idx="6"/>
                <a:endCxn id="42" idx="2"/>
              </p:cNvCxnSpPr>
              <p:nvPr/>
            </p:nvCxnSpPr>
            <p:spPr>
              <a:xfrm flipV="1">
                <a:off x="2191463" y="2334552"/>
                <a:ext cx="708316" cy="6577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363A69F7-06B6-34D3-78C8-2605A2906A4B}"/>
                  </a:ext>
                </a:extLst>
              </p:cNvPr>
              <p:cNvCxnSpPr>
                <a:stCxn id="39" idx="6"/>
                <a:endCxn id="42" idx="2"/>
              </p:cNvCxnSpPr>
              <p:nvPr/>
            </p:nvCxnSpPr>
            <p:spPr>
              <a:xfrm flipV="1">
                <a:off x="2191463" y="2334552"/>
                <a:ext cx="708316" cy="9927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0AF58E6F-F31E-8FC9-3506-4F476749791F}"/>
                  </a:ext>
                </a:extLst>
              </p:cNvPr>
              <p:cNvSpPr/>
              <p:nvPr/>
            </p:nvSpPr>
            <p:spPr>
              <a:xfrm>
                <a:off x="2899778" y="2564055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A995550E-5F51-A738-BC1B-99FABC624B5A}"/>
                  </a:ext>
                </a:extLst>
              </p:cNvPr>
              <p:cNvCxnSpPr>
                <a:stCxn id="41" idx="6"/>
                <a:endCxn id="47" idx="2"/>
              </p:cNvCxnSpPr>
              <p:nvPr/>
            </p:nvCxnSpPr>
            <p:spPr>
              <a:xfrm>
                <a:off x="2191463" y="2657369"/>
                <a:ext cx="708315" cy="5048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1E16EBF9-9399-D235-1CA0-03D008D5D0B9}"/>
                  </a:ext>
                </a:extLst>
              </p:cNvPr>
              <p:cNvCxnSpPr>
                <a:stCxn id="40" idx="6"/>
                <a:endCxn id="47" idx="2"/>
              </p:cNvCxnSpPr>
              <p:nvPr/>
            </p:nvCxnSpPr>
            <p:spPr>
              <a:xfrm flipV="1">
                <a:off x="2191463" y="2707856"/>
                <a:ext cx="708315" cy="2844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AE61A1CB-32DD-9769-9B9E-BD154687E9B5}"/>
                  </a:ext>
                </a:extLst>
              </p:cNvPr>
              <p:cNvCxnSpPr>
                <a:stCxn id="39" idx="6"/>
                <a:endCxn id="47" idx="2"/>
              </p:cNvCxnSpPr>
              <p:nvPr/>
            </p:nvCxnSpPr>
            <p:spPr>
              <a:xfrm flipV="1">
                <a:off x="2191463" y="2707856"/>
                <a:ext cx="708315" cy="61944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620A298D-7F85-39CC-4354-72058518C5B9}"/>
                  </a:ext>
                </a:extLst>
              </p:cNvPr>
              <p:cNvSpPr/>
              <p:nvPr/>
            </p:nvSpPr>
            <p:spPr>
              <a:xfrm>
                <a:off x="2899777" y="292277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F80C59FA-407A-72F4-F7CA-0203B87657F4}"/>
                  </a:ext>
                </a:extLst>
              </p:cNvPr>
              <p:cNvCxnSpPr>
                <a:stCxn id="41" idx="6"/>
                <a:endCxn id="51" idx="2"/>
              </p:cNvCxnSpPr>
              <p:nvPr/>
            </p:nvCxnSpPr>
            <p:spPr>
              <a:xfrm>
                <a:off x="2191463" y="2657369"/>
                <a:ext cx="708314" cy="40920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A213B520-66D0-6D7A-3A40-3C6040705942}"/>
                  </a:ext>
                </a:extLst>
              </p:cNvPr>
              <p:cNvCxnSpPr>
                <a:stCxn id="40" idx="6"/>
                <a:endCxn id="51" idx="2"/>
              </p:cNvCxnSpPr>
              <p:nvPr/>
            </p:nvCxnSpPr>
            <p:spPr>
              <a:xfrm>
                <a:off x="2191463" y="2992333"/>
                <a:ext cx="708314" cy="742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588FBF42-9ADD-4B90-6968-2199E1455E8B}"/>
                  </a:ext>
                </a:extLst>
              </p:cNvPr>
              <p:cNvCxnSpPr>
                <a:stCxn id="39" idx="6"/>
                <a:endCxn id="51" idx="2"/>
              </p:cNvCxnSpPr>
              <p:nvPr/>
            </p:nvCxnSpPr>
            <p:spPr>
              <a:xfrm flipV="1">
                <a:off x="2191463" y="3066578"/>
                <a:ext cx="708314" cy="2607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EA1FB986-392D-2674-D94F-D209245670EE}"/>
                  </a:ext>
                </a:extLst>
              </p:cNvPr>
              <p:cNvSpPr/>
              <p:nvPr/>
            </p:nvSpPr>
            <p:spPr>
              <a:xfrm>
                <a:off x="2899776" y="3273713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FCF91B3A-0E06-9831-55B3-ED8D76F6ABE8}"/>
                  </a:ext>
                </a:extLst>
              </p:cNvPr>
              <p:cNvCxnSpPr>
                <a:stCxn id="41" idx="6"/>
                <a:endCxn id="55" idx="2"/>
              </p:cNvCxnSpPr>
              <p:nvPr/>
            </p:nvCxnSpPr>
            <p:spPr>
              <a:xfrm>
                <a:off x="2191463" y="2657369"/>
                <a:ext cx="708313" cy="7601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2A4EE096-EAF5-6302-0B26-F1E5028B46C2}"/>
                  </a:ext>
                </a:extLst>
              </p:cNvPr>
              <p:cNvCxnSpPr>
                <a:stCxn id="40" idx="6"/>
                <a:endCxn id="55" idx="2"/>
              </p:cNvCxnSpPr>
              <p:nvPr/>
            </p:nvCxnSpPr>
            <p:spPr>
              <a:xfrm>
                <a:off x="2191463" y="2992333"/>
                <a:ext cx="708313" cy="4251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CA06E0D4-8A82-CE42-C3B7-8D6BAA2EF03D}"/>
                  </a:ext>
                </a:extLst>
              </p:cNvPr>
              <p:cNvCxnSpPr>
                <a:stCxn id="39" idx="6"/>
                <a:endCxn id="55" idx="2"/>
              </p:cNvCxnSpPr>
              <p:nvPr/>
            </p:nvCxnSpPr>
            <p:spPr>
              <a:xfrm>
                <a:off x="2191463" y="3327297"/>
                <a:ext cx="708313" cy="902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B253AF7D-AFFF-44DB-A0C2-5AC6C072ABF0}"/>
                  </a:ext>
                </a:extLst>
              </p:cNvPr>
              <p:cNvSpPr/>
              <p:nvPr/>
            </p:nvSpPr>
            <p:spPr>
              <a:xfrm>
                <a:off x="2899779" y="36385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43D9A296-4F7E-FA4B-6C61-16712D749E3E}"/>
                  </a:ext>
                </a:extLst>
              </p:cNvPr>
              <p:cNvCxnSpPr>
                <a:stCxn id="41" idx="6"/>
                <a:endCxn id="59" idx="2"/>
              </p:cNvCxnSpPr>
              <p:nvPr/>
            </p:nvCxnSpPr>
            <p:spPr>
              <a:xfrm>
                <a:off x="2191463" y="2657369"/>
                <a:ext cx="708316" cy="112498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7C231A40-187B-069C-5F13-7DEA344110B4}"/>
                  </a:ext>
                </a:extLst>
              </p:cNvPr>
              <p:cNvCxnSpPr>
                <a:stCxn id="40" idx="6"/>
                <a:endCxn id="59" idx="2"/>
              </p:cNvCxnSpPr>
              <p:nvPr/>
            </p:nvCxnSpPr>
            <p:spPr>
              <a:xfrm>
                <a:off x="2191463" y="2992333"/>
                <a:ext cx="708316" cy="79001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B4310E1A-C999-FC78-9576-5BF995293899}"/>
                  </a:ext>
                </a:extLst>
              </p:cNvPr>
              <p:cNvCxnSpPr>
                <a:stCxn id="39" idx="6"/>
                <a:endCxn id="59" idx="2"/>
              </p:cNvCxnSpPr>
              <p:nvPr/>
            </p:nvCxnSpPr>
            <p:spPr>
              <a:xfrm>
                <a:off x="2191463" y="3327297"/>
                <a:ext cx="708316" cy="45505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9282DB64-5346-71F4-C3F4-1B16C4587E4C}"/>
                  </a:ext>
                </a:extLst>
              </p:cNvPr>
              <p:cNvSpPr/>
              <p:nvPr/>
            </p:nvSpPr>
            <p:spPr>
              <a:xfrm>
                <a:off x="4028197" y="21907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0DB40896-7704-CC19-A804-E111F3ED769D}"/>
                  </a:ext>
                </a:extLst>
              </p:cNvPr>
              <p:cNvCxnSpPr>
                <a:stCxn id="42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1FD852FF-5C80-7436-B53C-2DEF4FD1774F}"/>
                  </a:ext>
                </a:extLst>
              </p:cNvPr>
              <p:cNvCxnSpPr>
                <a:stCxn id="47" idx="6"/>
                <a:endCxn id="63" idx="2"/>
              </p:cNvCxnSpPr>
              <p:nvPr/>
            </p:nvCxnSpPr>
            <p:spPr>
              <a:xfrm flipV="1">
                <a:off x="3186241" y="233455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CB654672-9B53-48A6-F3A1-9AC0F12269EA}"/>
                  </a:ext>
                </a:extLst>
              </p:cNvPr>
              <p:cNvCxnSpPr>
                <a:stCxn id="51" idx="6"/>
                <a:endCxn id="63" idx="2"/>
              </p:cNvCxnSpPr>
              <p:nvPr/>
            </p:nvCxnSpPr>
            <p:spPr>
              <a:xfrm flipV="1">
                <a:off x="3186240" y="2334551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8419DBBE-BF23-9F89-9A8C-C21293D2AA4E}"/>
                  </a:ext>
                </a:extLst>
              </p:cNvPr>
              <p:cNvCxnSpPr>
                <a:stCxn id="55" idx="6"/>
                <a:endCxn id="63" idx="2"/>
              </p:cNvCxnSpPr>
              <p:nvPr/>
            </p:nvCxnSpPr>
            <p:spPr>
              <a:xfrm flipV="1">
                <a:off x="3186239" y="2334551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9F80FFC2-E221-D6ED-5656-1CE5FE71694D}"/>
                  </a:ext>
                </a:extLst>
              </p:cNvPr>
              <p:cNvCxnSpPr>
                <a:stCxn id="59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447800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FAED537E-685A-7EB9-2215-12B2C89830D0}"/>
                  </a:ext>
                </a:extLst>
              </p:cNvPr>
              <p:cNvSpPr/>
              <p:nvPr/>
            </p:nvSpPr>
            <p:spPr>
              <a:xfrm>
                <a:off x="4028196" y="256852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8E8ACB1C-3334-3AE0-0054-8CB94DED31E3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41" y="2712329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16FD4047-C544-8305-0857-1EECB67DC539}"/>
                  </a:ext>
                </a:extLst>
              </p:cNvPr>
              <p:cNvCxnSpPr>
                <a:stCxn id="51" idx="6"/>
                <a:endCxn id="69" idx="2"/>
              </p:cNvCxnSpPr>
              <p:nvPr/>
            </p:nvCxnSpPr>
            <p:spPr>
              <a:xfrm flipV="1">
                <a:off x="3186240" y="2712329"/>
                <a:ext cx="841956" cy="3542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49FA2B89-230E-EAEC-191D-FEB1E7C67997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9" y="2712329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1D4AB2CE-3777-F963-FC09-837F8011135F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8" y="2712329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1EB31F1F-004C-59AB-DD22-78D33755B123}"/>
                  </a:ext>
                </a:extLst>
              </p:cNvPr>
              <p:cNvCxnSpPr>
                <a:stCxn id="42" idx="6"/>
                <a:endCxn id="69" idx="2"/>
              </p:cNvCxnSpPr>
              <p:nvPr/>
            </p:nvCxnSpPr>
            <p:spPr>
              <a:xfrm>
                <a:off x="3186242" y="2334552"/>
                <a:ext cx="841954" cy="3777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DCC4D51B-30D6-57F6-420D-76F95EE0E05F}"/>
                  </a:ext>
                </a:extLst>
              </p:cNvPr>
              <p:cNvSpPr/>
              <p:nvPr/>
            </p:nvSpPr>
            <p:spPr>
              <a:xfrm>
                <a:off x="4030044" y="291568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8CC420A4-0524-2A8B-18FC-C828BFD612CC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9" y="3059487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BC107DB2-2AC6-8A0C-675B-22507B63DFB6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8" y="3059487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6D4C9A2C-6786-C518-6603-A7BDFB4C3ACC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7" y="3059487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B5C33051-0A91-5C56-B6F5-95CE87A06469}"/>
                  </a:ext>
                </a:extLst>
              </p:cNvPr>
              <p:cNvCxnSpPr>
                <a:stCxn id="47" idx="6"/>
                <a:endCxn id="75" idx="2"/>
              </p:cNvCxnSpPr>
              <p:nvPr/>
            </p:nvCxnSpPr>
            <p:spPr>
              <a:xfrm>
                <a:off x="3186241" y="2707856"/>
                <a:ext cx="843803" cy="35163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A3A48B57-A44D-5967-005D-2DEBEC8C3018}"/>
                  </a:ext>
                </a:extLst>
              </p:cNvPr>
              <p:cNvCxnSpPr>
                <a:stCxn id="42" idx="6"/>
                <a:endCxn id="75" idx="2"/>
              </p:cNvCxnSpPr>
              <p:nvPr/>
            </p:nvCxnSpPr>
            <p:spPr>
              <a:xfrm>
                <a:off x="3186242" y="2334552"/>
                <a:ext cx="843802" cy="72493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04788F54-FD6B-7529-E018-0941499FCA5D}"/>
                  </a:ext>
                </a:extLst>
              </p:cNvPr>
              <p:cNvSpPr/>
              <p:nvPr/>
            </p:nvSpPr>
            <p:spPr>
              <a:xfrm>
                <a:off x="4028195" y="326390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7391D4B2-4F49-1CDB-041D-714CB650171D}"/>
                  </a:ext>
                </a:extLst>
              </p:cNvPr>
              <p:cNvCxnSpPr>
                <a:stCxn id="55" idx="6"/>
                <a:endCxn id="84" idx="2"/>
              </p:cNvCxnSpPr>
              <p:nvPr/>
            </p:nvCxnSpPr>
            <p:spPr>
              <a:xfrm flipV="1">
                <a:off x="3186239" y="3407701"/>
                <a:ext cx="841956" cy="981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53B7D52A-A9DD-BE32-5BF8-0B26A97D08F7}"/>
                  </a:ext>
                </a:extLst>
              </p:cNvPr>
              <p:cNvCxnSpPr>
                <a:endCxn id="84" idx="2"/>
              </p:cNvCxnSpPr>
              <p:nvPr/>
            </p:nvCxnSpPr>
            <p:spPr>
              <a:xfrm flipV="1">
                <a:off x="3186239" y="340770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C2759BD2-68A4-CE88-5D1A-6F1A422E8766}"/>
                  </a:ext>
                </a:extLst>
              </p:cNvPr>
              <p:cNvCxnSpPr>
                <a:stCxn id="51" idx="6"/>
                <a:endCxn id="84" idx="2"/>
              </p:cNvCxnSpPr>
              <p:nvPr/>
            </p:nvCxnSpPr>
            <p:spPr>
              <a:xfrm>
                <a:off x="3186240" y="3066578"/>
                <a:ext cx="841955" cy="34112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3C6569B8-E120-5F62-2076-B329B3069D55}"/>
                  </a:ext>
                </a:extLst>
              </p:cNvPr>
              <p:cNvCxnSpPr>
                <a:stCxn id="47" idx="6"/>
                <a:endCxn id="84" idx="2"/>
              </p:cNvCxnSpPr>
              <p:nvPr/>
            </p:nvCxnSpPr>
            <p:spPr>
              <a:xfrm>
                <a:off x="3186241" y="2707856"/>
                <a:ext cx="841954" cy="6998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1B5936A4-4FD8-48AE-6F70-E37AECAFE88D}"/>
                  </a:ext>
                </a:extLst>
              </p:cNvPr>
              <p:cNvCxnSpPr>
                <a:stCxn id="42" idx="6"/>
                <a:endCxn id="84" idx="2"/>
              </p:cNvCxnSpPr>
              <p:nvPr/>
            </p:nvCxnSpPr>
            <p:spPr>
              <a:xfrm>
                <a:off x="3186242" y="2334552"/>
                <a:ext cx="841953" cy="10731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E06648BF-3CD5-EB67-D888-2CA2FAAA4EEF}"/>
                  </a:ext>
                </a:extLst>
              </p:cNvPr>
              <p:cNvSpPr/>
              <p:nvPr/>
            </p:nvSpPr>
            <p:spPr>
              <a:xfrm>
                <a:off x="4028194" y="36471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A0A0F31B-EE8B-2D08-F71A-04510E5427AF}"/>
                  </a:ext>
                </a:extLst>
              </p:cNvPr>
              <p:cNvCxnSpPr>
                <a:endCxn id="90" idx="2"/>
              </p:cNvCxnSpPr>
              <p:nvPr/>
            </p:nvCxnSpPr>
            <p:spPr>
              <a:xfrm flipV="1">
                <a:off x="3186239" y="37909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22FB0643-C627-A4FC-70DA-E702F7396C38}"/>
                  </a:ext>
                </a:extLst>
              </p:cNvPr>
              <p:cNvCxnSpPr>
                <a:stCxn id="55" idx="6"/>
                <a:endCxn id="90" idx="2"/>
              </p:cNvCxnSpPr>
              <p:nvPr/>
            </p:nvCxnSpPr>
            <p:spPr>
              <a:xfrm>
                <a:off x="3186239" y="3417514"/>
                <a:ext cx="841955" cy="37343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15225289-5E0F-0D64-7BA1-1614B1C428DD}"/>
                  </a:ext>
                </a:extLst>
              </p:cNvPr>
              <p:cNvCxnSpPr>
                <a:stCxn id="51" idx="6"/>
                <a:endCxn id="90" idx="2"/>
              </p:cNvCxnSpPr>
              <p:nvPr/>
            </p:nvCxnSpPr>
            <p:spPr>
              <a:xfrm>
                <a:off x="3186240" y="3066578"/>
                <a:ext cx="841954" cy="72437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242C15B5-86DD-A5E5-73FB-899A9987C639}"/>
                  </a:ext>
                </a:extLst>
              </p:cNvPr>
              <p:cNvCxnSpPr>
                <a:stCxn id="47" idx="6"/>
                <a:endCxn id="90" idx="2"/>
              </p:cNvCxnSpPr>
              <p:nvPr/>
            </p:nvCxnSpPr>
            <p:spPr>
              <a:xfrm>
                <a:off x="3186241" y="2707856"/>
                <a:ext cx="841953" cy="108309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65B12A64-78FA-8161-EC9C-43014E19DB3F}"/>
                  </a:ext>
                </a:extLst>
              </p:cNvPr>
              <p:cNvCxnSpPr>
                <a:stCxn id="42" idx="6"/>
                <a:endCxn id="90" idx="2"/>
              </p:cNvCxnSpPr>
              <p:nvPr/>
            </p:nvCxnSpPr>
            <p:spPr>
              <a:xfrm>
                <a:off x="3186242" y="2334552"/>
                <a:ext cx="841952" cy="145639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2E0FDA42-F7AA-E763-9C61-346AC85D7335}"/>
                  </a:ext>
                </a:extLst>
              </p:cNvPr>
              <p:cNvCxnSpPr>
                <a:stCxn id="63" idx="6"/>
                <a:endCxn id="43" idx="2"/>
              </p:cNvCxnSpPr>
              <p:nvPr/>
            </p:nvCxnSpPr>
            <p:spPr>
              <a:xfrm>
                <a:off x="4314660" y="2334551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CF1CC853-7833-2966-965C-97437909FD00}"/>
                  </a:ext>
                </a:extLst>
              </p:cNvPr>
              <p:cNvCxnSpPr>
                <a:stCxn id="69" idx="6"/>
                <a:endCxn id="43" idx="2"/>
              </p:cNvCxnSpPr>
              <p:nvPr/>
            </p:nvCxnSpPr>
            <p:spPr>
              <a:xfrm flipV="1">
                <a:off x="4314659" y="2513568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49EA3945-4CF2-495D-0300-447A3DD48A8C}"/>
                  </a:ext>
                </a:extLst>
              </p:cNvPr>
              <p:cNvCxnSpPr>
                <a:stCxn id="75" idx="6"/>
                <a:endCxn id="43" idx="2"/>
              </p:cNvCxnSpPr>
              <p:nvPr/>
            </p:nvCxnSpPr>
            <p:spPr>
              <a:xfrm flipV="1">
                <a:off x="4316507" y="2513568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66B16B5A-789B-A14C-D26C-DA1E9672C239}"/>
                  </a:ext>
                </a:extLst>
              </p:cNvPr>
              <p:cNvCxnSpPr>
                <a:stCxn id="84" idx="6"/>
                <a:endCxn id="43" idx="2"/>
              </p:cNvCxnSpPr>
              <p:nvPr/>
            </p:nvCxnSpPr>
            <p:spPr>
              <a:xfrm flipV="1">
                <a:off x="4314658" y="2513568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4DA64F4A-10D7-4160-4844-D113E8284151}"/>
                  </a:ext>
                </a:extLst>
              </p:cNvPr>
              <p:cNvCxnSpPr>
                <a:stCxn id="90" idx="6"/>
                <a:endCxn id="43" idx="2"/>
              </p:cNvCxnSpPr>
              <p:nvPr/>
            </p:nvCxnSpPr>
            <p:spPr>
              <a:xfrm flipV="1">
                <a:off x="4314657" y="2513568"/>
                <a:ext cx="787797" cy="127738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40CB2A95-E514-155E-86D8-E767A0DA03E4}"/>
                  </a:ext>
                </a:extLst>
              </p:cNvPr>
              <p:cNvSpPr/>
              <p:nvPr/>
            </p:nvSpPr>
            <p:spPr>
              <a:xfrm>
                <a:off x="5102453" y="27456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C972477A-E528-5F43-0159-3B2CCD20F983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>
                <a:off x="4314659" y="27104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2EC4FF49-59B9-561B-97E0-A0C3F373D2DD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8" y="28894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25AA813E-2693-ABEC-0091-8E236B866223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6506" y="2889453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AB7BD667-D3A6-2238-C64C-5564759EDEDA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7" y="2889453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01241DEA-1370-C9D6-1E31-13D47CE1727D}"/>
                  </a:ext>
                </a:extLst>
              </p:cNvPr>
              <p:cNvCxnSpPr>
                <a:stCxn id="63" idx="6"/>
                <a:endCxn id="101" idx="2"/>
              </p:cNvCxnSpPr>
              <p:nvPr/>
            </p:nvCxnSpPr>
            <p:spPr>
              <a:xfrm>
                <a:off x="4314660" y="2334551"/>
                <a:ext cx="787793" cy="5549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D602B9E4-B9CD-95CC-2EAF-1A84CAABBCD6}"/>
                  </a:ext>
                </a:extLst>
              </p:cNvPr>
              <p:cNvSpPr/>
              <p:nvPr/>
            </p:nvSpPr>
            <p:spPr>
              <a:xfrm>
                <a:off x="5102452" y="3088214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6F50313C-EAD0-6414-9414-82E6EC03062B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>
                <a:off x="4314658" y="3052998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5ECA1F7C-2A67-26B4-BB69-38BB56C64AEA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4657" y="3232015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27696C8D-F1BF-B095-3D6D-8D463592696F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6505" y="3232015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057AA71F-5DF6-594F-1FB5-F8F0A7535C01}"/>
                  </a:ext>
                </a:extLst>
              </p:cNvPr>
              <p:cNvCxnSpPr>
                <a:stCxn id="69" idx="6"/>
                <a:endCxn id="107" idx="2"/>
              </p:cNvCxnSpPr>
              <p:nvPr/>
            </p:nvCxnSpPr>
            <p:spPr>
              <a:xfrm>
                <a:off x="4314659" y="2712329"/>
                <a:ext cx="787793" cy="51968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54D6A806-9956-10A7-73F2-E2C493F46B7E}"/>
                  </a:ext>
                </a:extLst>
              </p:cNvPr>
              <p:cNvCxnSpPr>
                <a:stCxn id="63" idx="6"/>
                <a:endCxn id="107" idx="2"/>
              </p:cNvCxnSpPr>
              <p:nvPr/>
            </p:nvCxnSpPr>
            <p:spPr>
              <a:xfrm>
                <a:off x="4314660" y="2334551"/>
                <a:ext cx="787792" cy="89746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54E9C65D-5FF6-DB82-324F-20B846E87163}"/>
                  </a:ext>
                </a:extLst>
              </p:cNvPr>
              <p:cNvSpPr/>
              <p:nvPr/>
            </p:nvSpPr>
            <p:spPr>
              <a:xfrm>
                <a:off x="5102454" y="34505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5AA958B8-119B-250F-7EED-F2396A105DD2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>
                <a:off x="4314660" y="34153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DF5B2FAC-9EE4-10ED-0711-1A7832AD30CB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 flipV="1">
                <a:off x="4314659" y="35943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F27E01AD-653A-0E12-B620-65DCE7FE04D9}"/>
                  </a:ext>
                </a:extLst>
              </p:cNvPr>
              <p:cNvCxnSpPr>
                <a:stCxn id="75" idx="6"/>
                <a:endCxn id="113" idx="2"/>
              </p:cNvCxnSpPr>
              <p:nvPr/>
            </p:nvCxnSpPr>
            <p:spPr>
              <a:xfrm>
                <a:off x="4316507" y="3059487"/>
                <a:ext cx="785947" cy="53486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CEA5C7FE-5B58-DE94-8A6D-0404E29FC0D6}"/>
                  </a:ext>
                </a:extLst>
              </p:cNvPr>
              <p:cNvCxnSpPr>
                <a:stCxn id="69" idx="6"/>
                <a:endCxn id="113" idx="2"/>
              </p:cNvCxnSpPr>
              <p:nvPr/>
            </p:nvCxnSpPr>
            <p:spPr>
              <a:xfrm>
                <a:off x="4314659" y="2712329"/>
                <a:ext cx="787795" cy="88202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Arrow Connector 117">
                <a:extLst>
                  <a:ext uri="{FF2B5EF4-FFF2-40B4-BE49-F238E27FC236}">
                    <a16:creationId xmlns:a16="http://schemas.microsoft.com/office/drawing/2014/main" id="{CE247289-3196-60D7-062D-A96DD69B87C7}"/>
                  </a:ext>
                </a:extLst>
              </p:cNvPr>
              <p:cNvCxnSpPr>
                <a:stCxn id="63" idx="6"/>
                <a:endCxn id="113" idx="2"/>
              </p:cNvCxnSpPr>
              <p:nvPr/>
            </p:nvCxnSpPr>
            <p:spPr>
              <a:xfrm>
                <a:off x="4314660" y="2334551"/>
                <a:ext cx="787794" cy="12598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B770724-48EE-7EEF-C4DB-29953B6231D5}"/>
                </a:ext>
              </a:extLst>
            </p:cNvPr>
            <p:cNvSpPr txBox="1"/>
            <p:nvPr/>
          </p:nvSpPr>
          <p:spPr>
            <a:xfrm>
              <a:off x="99059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8E371C4-F85B-3397-BC73-A5455F1E2F2D}"/>
                </a:ext>
              </a:extLst>
            </p:cNvPr>
            <p:cNvSpPr txBox="1"/>
            <p:nvPr/>
          </p:nvSpPr>
          <p:spPr>
            <a:xfrm>
              <a:off x="178701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2637B49-51A9-674C-D3DB-F0698A40241C}"/>
                </a:ext>
              </a:extLst>
            </p:cNvPr>
            <p:cNvSpPr txBox="1"/>
            <p:nvPr/>
          </p:nvSpPr>
          <p:spPr>
            <a:xfrm>
              <a:off x="2715597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27B2288-91E4-0A43-758A-9FB8B11D003C}"/>
                </a:ext>
              </a:extLst>
            </p:cNvPr>
            <p:cNvSpPr txBox="1"/>
            <p:nvPr/>
          </p:nvSpPr>
          <p:spPr>
            <a:xfrm>
              <a:off x="3596641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4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31A0F79-3DE7-0FFA-348D-D40D41384B89}"/>
                  </a:ext>
                </a:extLst>
              </p:cNvPr>
              <p:cNvSpPr txBox="1"/>
              <p:nvPr/>
            </p:nvSpPr>
            <p:spPr>
              <a:xfrm>
                <a:off x="5745187" y="833353"/>
                <a:ext cx="677813" cy="4129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31A0F79-3DE7-0FFA-348D-D40D41384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5187" y="833353"/>
                <a:ext cx="677813" cy="41293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94D935E-C7DB-3A46-A802-D98BC53701B9}"/>
                  </a:ext>
                </a:extLst>
              </p:cNvPr>
              <p:cNvSpPr txBox="1"/>
              <p:nvPr/>
            </p:nvSpPr>
            <p:spPr>
              <a:xfrm>
                <a:off x="6476537" y="574584"/>
                <a:ext cx="677814" cy="4129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94D935E-C7DB-3A46-A802-D98BC5370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6537" y="574584"/>
                <a:ext cx="677814" cy="41293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7836EAD-B02F-698D-18F3-F257F50A9A3C}"/>
                  </a:ext>
                </a:extLst>
              </p:cNvPr>
              <p:cNvSpPr txBox="1"/>
              <p:nvPr/>
            </p:nvSpPr>
            <p:spPr>
              <a:xfrm>
                <a:off x="7304140" y="569194"/>
                <a:ext cx="677814" cy="4129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7836EAD-B02F-698D-18F3-F257F50A9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4140" y="569194"/>
                <a:ext cx="677814" cy="41293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CD2ACCF-3954-3E90-85A4-8F66A441028D}"/>
                  </a:ext>
                </a:extLst>
              </p:cNvPr>
              <p:cNvSpPr txBox="1"/>
              <p:nvPr/>
            </p:nvSpPr>
            <p:spPr>
              <a:xfrm>
                <a:off x="8100316" y="563207"/>
                <a:ext cx="677814" cy="4129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CD2ACCF-3954-3E90-85A4-8F66A44102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0316" y="563207"/>
                <a:ext cx="677814" cy="41293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8C5A58AC-53B6-B83B-4E0E-DEFCF4F2AB61}"/>
              </a:ext>
            </a:extLst>
          </p:cNvPr>
          <p:cNvSpPr txBox="1"/>
          <p:nvPr/>
        </p:nvSpPr>
        <p:spPr>
          <a:xfrm>
            <a:off x="127227" y="2370558"/>
            <a:ext cx="855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Layer 2</a:t>
            </a: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EA60E2CE-A556-7049-F1BE-A14735C7FD62}"/>
              </a:ext>
            </a:extLst>
          </p:cNvPr>
          <p:cNvSpPr/>
          <p:nvPr/>
        </p:nvSpPr>
        <p:spPr>
          <a:xfrm>
            <a:off x="1034168" y="2170224"/>
            <a:ext cx="108832" cy="757997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E0F44B-779E-F74A-36E6-16721D6580F0}"/>
              </a:ext>
            </a:extLst>
          </p:cNvPr>
          <p:cNvSpPr txBox="1"/>
          <p:nvPr/>
        </p:nvSpPr>
        <p:spPr>
          <a:xfrm>
            <a:off x="93869" y="3220609"/>
            <a:ext cx="855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Layer 3</a:t>
            </a:r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C5B82026-E536-0EC9-7016-4C7CE45EC6B7}"/>
              </a:ext>
            </a:extLst>
          </p:cNvPr>
          <p:cNvSpPr/>
          <p:nvPr/>
        </p:nvSpPr>
        <p:spPr>
          <a:xfrm>
            <a:off x="1028849" y="3020275"/>
            <a:ext cx="108832" cy="757997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E7524B-BDA8-42CC-D933-5C66F3D91D4B}"/>
              </a:ext>
            </a:extLst>
          </p:cNvPr>
          <p:cNvSpPr txBox="1"/>
          <p:nvPr/>
        </p:nvSpPr>
        <p:spPr>
          <a:xfrm>
            <a:off x="93869" y="4067697"/>
            <a:ext cx="855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Layer 4</a:t>
            </a:r>
          </a:p>
        </p:txBody>
      </p:sp>
      <p:sp>
        <p:nvSpPr>
          <p:cNvPr id="25" name="Left Brace 24">
            <a:extLst>
              <a:ext uri="{FF2B5EF4-FFF2-40B4-BE49-F238E27FC236}">
                <a16:creationId xmlns:a16="http://schemas.microsoft.com/office/drawing/2014/main" id="{631B9F09-737E-E89D-8F9A-6731AB7F1097}"/>
              </a:ext>
            </a:extLst>
          </p:cNvPr>
          <p:cNvSpPr/>
          <p:nvPr/>
        </p:nvSpPr>
        <p:spPr>
          <a:xfrm>
            <a:off x="1028849" y="3867363"/>
            <a:ext cx="108832" cy="757997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Bracket 8">
            <a:extLst>
              <a:ext uri="{FF2B5EF4-FFF2-40B4-BE49-F238E27FC236}">
                <a16:creationId xmlns:a16="http://schemas.microsoft.com/office/drawing/2014/main" id="{8CAA50F7-0085-780E-AECF-E8F2AB8E05DE}"/>
              </a:ext>
            </a:extLst>
          </p:cNvPr>
          <p:cNvSpPr/>
          <p:nvPr/>
        </p:nvSpPr>
        <p:spPr>
          <a:xfrm>
            <a:off x="4267200" y="3817613"/>
            <a:ext cx="188214" cy="757997"/>
          </a:xfrm>
          <a:prstGeom prst="rightBracke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Left Bracket 25">
            <a:extLst>
              <a:ext uri="{FF2B5EF4-FFF2-40B4-BE49-F238E27FC236}">
                <a16:creationId xmlns:a16="http://schemas.microsoft.com/office/drawing/2014/main" id="{FAAE6FA2-384A-9158-1955-B7AF63CE3EF0}"/>
              </a:ext>
            </a:extLst>
          </p:cNvPr>
          <p:cNvSpPr/>
          <p:nvPr/>
        </p:nvSpPr>
        <p:spPr>
          <a:xfrm>
            <a:off x="5175689" y="3409950"/>
            <a:ext cx="156341" cy="1581150"/>
          </a:xfrm>
          <a:prstGeom prst="leftBracket">
            <a:avLst>
              <a:gd name="adj" fmla="val 0"/>
            </a:avLst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Left Bracket 28">
            <a:extLst>
              <a:ext uri="{FF2B5EF4-FFF2-40B4-BE49-F238E27FC236}">
                <a16:creationId xmlns:a16="http://schemas.microsoft.com/office/drawing/2014/main" id="{87D3EDC3-7461-9A11-ED5F-506F420BD345}"/>
              </a:ext>
            </a:extLst>
          </p:cNvPr>
          <p:cNvSpPr/>
          <p:nvPr/>
        </p:nvSpPr>
        <p:spPr>
          <a:xfrm rot="10800000">
            <a:off x="5582860" y="3409950"/>
            <a:ext cx="156341" cy="1581149"/>
          </a:xfrm>
          <a:prstGeom prst="leftBracket">
            <a:avLst>
              <a:gd name="adj" fmla="val 0"/>
            </a:avLst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lowchart: Process 29">
            <a:extLst>
              <a:ext uri="{FF2B5EF4-FFF2-40B4-BE49-F238E27FC236}">
                <a16:creationId xmlns:a16="http://schemas.microsoft.com/office/drawing/2014/main" id="{5997F17D-969E-5543-7B27-E4584C63FAB3}"/>
              </a:ext>
            </a:extLst>
          </p:cNvPr>
          <p:cNvSpPr/>
          <p:nvPr/>
        </p:nvSpPr>
        <p:spPr>
          <a:xfrm>
            <a:off x="5343145" y="3473712"/>
            <a:ext cx="228600" cy="23379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lowchart: Process 30">
            <a:extLst>
              <a:ext uri="{FF2B5EF4-FFF2-40B4-BE49-F238E27FC236}">
                <a16:creationId xmlns:a16="http://schemas.microsoft.com/office/drawing/2014/main" id="{1389D2D9-9CAE-329F-08FD-4DCB3A36F364}"/>
              </a:ext>
            </a:extLst>
          </p:cNvPr>
          <p:cNvSpPr/>
          <p:nvPr/>
        </p:nvSpPr>
        <p:spPr>
          <a:xfrm>
            <a:off x="5343145" y="3888570"/>
            <a:ext cx="228600" cy="23379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Process 31">
            <a:extLst>
              <a:ext uri="{FF2B5EF4-FFF2-40B4-BE49-F238E27FC236}">
                <a16:creationId xmlns:a16="http://schemas.microsoft.com/office/drawing/2014/main" id="{07EE07F7-CA2A-7507-92EE-373C32588229}"/>
              </a:ext>
            </a:extLst>
          </p:cNvPr>
          <p:cNvSpPr/>
          <p:nvPr/>
        </p:nvSpPr>
        <p:spPr>
          <a:xfrm>
            <a:off x="5343145" y="4303428"/>
            <a:ext cx="228600" cy="23379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Flowchart: Process 76">
            <a:extLst>
              <a:ext uri="{FF2B5EF4-FFF2-40B4-BE49-F238E27FC236}">
                <a16:creationId xmlns:a16="http://schemas.microsoft.com/office/drawing/2014/main" id="{4BC7F3C2-1699-15D8-34C4-ABBA5264B37D}"/>
              </a:ext>
            </a:extLst>
          </p:cNvPr>
          <p:cNvSpPr/>
          <p:nvPr/>
        </p:nvSpPr>
        <p:spPr>
          <a:xfrm>
            <a:off x="5343145" y="4705350"/>
            <a:ext cx="228600" cy="23379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04FB967-7D7A-F3FC-2B07-4545E16D8906}"/>
              </a:ext>
            </a:extLst>
          </p:cNvPr>
          <p:cNvCxnSpPr>
            <a:cxnSpLocks/>
            <a:stCxn id="9" idx="2"/>
            <a:endCxn id="26" idx="1"/>
          </p:cNvCxnSpPr>
          <p:nvPr/>
        </p:nvCxnSpPr>
        <p:spPr>
          <a:xfrm>
            <a:off x="4455414" y="4196612"/>
            <a:ext cx="720275" cy="3913"/>
          </a:xfrm>
          <a:prstGeom prst="straightConnector1">
            <a:avLst/>
          </a:prstGeom>
          <a:ln w="38100">
            <a:solidFill>
              <a:srgbClr val="00CC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BF45221-15BA-655D-A241-DFD901667F33}"/>
                  </a:ext>
                </a:extLst>
              </p:cNvPr>
              <p:cNvSpPr txBox="1"/>
              <p:nvPr/>
            </p:nvSpPr>
            <p:spPr>
              <a:xfrm>
                <a:off x="5822574" y="3383036"/>
                <a:ext cx="435184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BF45221-15BA-655D-A241-DFD901667F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2574" y="3383036"/>
                <a:ext cx="435184" cy="358431"/>
              </a:xfrm>
              <a:prstGeom prst="rect">
                <a:avLst/>
              </a:prstGeom>
              <a:blipFill>
                <a:blip r:embed="rId28"/>
                <a:stretch>
                  <a:fillRect l="-6944" t="-3390" r="-11111" b="-11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FEA1BEDE-D152-9575-CB15-B66712E62AF1}"/>
                  </a:ext>
                </a:extLst>
              </p:cNvPr>
              <p:cNvSpPr txBox="1"/>
              <p:nvPr/>
            </p:nvSpPr>
            <p:spPr>
              <a:xfrm>
                <a:off x="5822574" y="3826253"/>
                <a:ext cx="435184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FEA1BEDE-D152-9575-CB15-B66712E62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2574" y="3826253"/>
                <a:ext cx="435184" cy="358431"/>
              </a:xfrm>
              <a:prstGeom prst="rect">
                <a:avLst/>
              </a:prstGeom>
              <a:blipFill>
                <a:blip r:embed="rId29"/>
                <a:stretch>
                  <a:fillRect l="-6944" t="-3448" r="-11111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C997C4C3-1D1E-8B88-E964-46FD38128EC7}"/>
                  </a:ext>
                </a:extLst>
              </p:cNvPr>
              <p:cNvSpPr txBox="1"/>
              <p:nvPr/>
            </p:nvSpPr>
            <p:spPr>
              <a:xfrm>
                <a:off x="5827151" y="4229190"/>
                <a:ext cx="435184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C997C4C3-1D1E-8B88-E964-46FD38128E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151" y="4229190"/>
                <a:ext cx="435184" cy="358431"/>
              </a:xfrm>
              <a:prstGeom prst="rect">
                <a:avLst/>
              </a:prstGeom>
              <a:blipFill>
                <a:blip r:embed="rId30"/>
                <a:stretch>
                  <a:fillRect l="-7042" t="-3390" r="-11268" b="-11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AA3A6C88-AFE4-9818-B01D-C291BC1BB6C8}"/>
                  </a:ext>
                </a:extLst>
              </p:cNvPr>
              <p:cNvSpPr txBox="1"/>
              <p:nvPr/>
            </p:nvSpPr>
            <p:spPr>
              <a:xfrm>
                <a:off x="5822574" y="4632127"/>
                <a:ext cx="435184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AA3A6C88-AFE4-9818-B01D-C291BC1BB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2574" y="4632127"/>
                <a:ext cx="435184" cy="358431"/>
              </a:xfrm>
              <a:prstGeom prst="rect">
                <a:avLst/>
              </a:prstGeom>
              <a:blipFill>
                <a:blip r:embed="rId31"/>
                <a:stretch>
                  <a:fillRect l="-6944" t="-3390" r="-11111" b="-11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Left Bracket 26">
            <a:extLst>
              <a:ext uri="{FF2B5EF4-FFF2-40B4-BE49-F238E27FC236}">
                <a16:creationId xmlns:a16="http://schemas.microsoft.com/office/drawing/2014/main" id="{158C9B2B-0918-104B-B6C4-F31BDE6FA7B0}"/>
              </a:ext>
            </a:extLst>
          </p:cNvPr>
          <p:cNvSpPr/>
          <p:nvPr/>
        </p:nvSpPr>
        <p:spPr>
          <a:xfrm>
            <a:off x="7149919" y="3405275"/>
            <a:ext cx="156341" cy="1581150"/>
          </a:xfrm>
          <a:prstGeom prst="leftBracket">
            <a:avLst>
              <a:gd name="adj" fmla="val 0"/>
            </a:avLst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Left Bracket 27">
            <a:extLst>
              <a:ext uri="{FF2B5EF4-FFF2-40B4-BE49-F238E27FC236}">
                <a16:creationId xmlns:a16="http://schemas.microsoft.com/office/drawing/2014/main" id="{58EF3683-10AB-2AF4-542C-A3A9048C64EF}"/>
              </a:ext>
            </a:extLst>
          </p:cNvPr>
          <p:cNvSpPr/>
          <p:nvPr/>
        </p:nvSpPr>
        <p:spPr>
          <a:xfrm rot="10800000">
            <a:off x="7557090" y="3405275"/>
            <a:ext cx="156341" cy="1581149"/>
          </a:xfrm>
          <a:prstGeom prst="leftBracket">
            <a:avLst>
              <a:gd name="adj" fmla="val 0"/>
            </a:avLst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Flowchart: Process 118">
            <a:extLst>
              <a:ext uri="{FF2B5EF4-FFF2-40B4-BE49-F238E27FC236}">
                <a16:creationId xmlns:a16="http://schemas.microsoft.com/office/drawing/2014/main" id="{061DA9EB-DDC3-71B6-8914-80466836A878}"/>
              </a:ext>
            </a:extLst>
          </p:cNvPr>
          <p:cNvSpPr/>
          <p:nvPr/>
        </p:nvSpPr>
        <p:spPr>
          <a:xfrm>
            <a:off x="7317375" y="3469037"/>
            <a:ext cx="228600" cy="233798"/>
          </a:xfrm>
          <a:prstGeom prst="flowChartProcess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Flowchart: Process 119">
            <a:extLst>
              <a:ext uri="{FF2B5EF4-FFF2-40B4-BE49-F238E27FC236}">
                <a16:creationId xmlns:a16="http://schemas.microsoft.com/office/drawing/2014/main" id="{982BD56B-F65C-044E-1D7C-B3AC16C243BC}"/>
              </a:ext>
            </a:extLst>
          </p:cNvPr>
          <p:cNvSpPr/>
          <p:nvPr/>
        </p:nvSpPr>
        <p:spPr>
          <a:xfrm>
            <a:off x="7317375" y="3883895"/>
            <a:ext cx="228600" cy="233798"/>
          </a:xfrm>
          <a:prstGeom prst="flowChartProcess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Flowchart: Process 122">
            <a:extLst>
              <a:ext uri="{FF2B5EF4-FFF2-40B4-BE49-F238E27FC236}">
                <a16:creationId xmlns:a16="http://schemas.microsoft.com/office/drawing/2014/main" id="{714BA82D-D329-A1F3-9B75-0DC2011429C7}"/>
              </a:ext>
            </a:extLst>
          </p:cNvPr>
          <p:cNvSpPr/>
          <p:nvPr/>
        </p:nvSpPr>
        <p:spPr>
          <a:xfrm>
            <a:off x="7317375" y="4298753"/>
            <a:ext cx="228600" cy="233798"/>
          </a:xfrm>
          <a:prstGeom prst="flowChartProcess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Flowchart: Process 125">
            <a:extLst>
              <a:ext uri="{FF2B5EF4-FFF2-40B4-BE49-F238E27FC236}">
                <a16:creationId xmlns:a16="http://schemas.microsoft.com/office/drawing/2014/main" id="{72CAB2B0-A089-7C32-8E13-6B9820FFD0B5}"/>
              </a:ext>
            </a:extLst>
          </p:cNvPr>
          <p:cNvSpPr/>
          <p:nvPr/>
        </p:nvSpPr>
        <p:spPr>
          <a:xfrm>
            <a:off x="7317375" y="4700675"/>
            <a:ext cx="228600" cy="233798"/>
          </a:xfrm>
          <a:prstGeom prst="flowChartProcess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503896D4-264F-5AB6-4747-788B0E37910B}"/>
                  </a:ext>
                </a:extLst>
              </p:cNvPr>
              <p:cNvSpPr txBox="1"/>
              <p:nvPr/>
            </p:nvSpPr>
            <p:spPr>
              <a:xfrm>
                <a:off x="7837383" y="3425836"/>
                <a:ext cx="2777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503896D4-264F-5AB6-4747-788B0E379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7383" y="3425836"/>
                <a:ext cx="277768" cy="276999"/>
              </a:xfrm>
              <a:prstGeom prst="rect">
                <a:avLst/>
              </a:prstGeom>
              <a:blipFill>
                <a:blip r:embed="rId32"/>
                <a:stretch>
                  <a:fillRect l="-22222" r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3DDAEA22-222F-57C1-55ED-4C6253BE8E78}"/>
                  </a:ext>
                </a:extLst>
              </p:cNvPr>
              <p:cNvSpPr txBox="1"/>
              <p:nvPr/>
            </p:nvSpPr>
            <p:spPr>
              <a:xfrm>
                <a:off x="7837383" y="3817613"/>
                <a:ext cx="2830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3DDAEA22-222F-57C1-55ED-4C6253BE8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7383" y="3817613"/>
                <a:ext cx="283091" cy="276999"/>
              </a:xfrm>
              <a:prstGeom prst="rect">
                <a:avLst/>
              </a:prstGeom>
              <a:blipFill>
                <a:blip r:embed="rId33"/>
                <a:stretch>
                  <a:fillRect l="-21739" r="-6522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3592168C-05A6-8158-F2E4-6B5BF42E2209}"/>
                  </a:ext>
                </a:extLst>
              </p:cNvPr>
              <p:cNvSpPr txBox="1"/>
              <p:nvPr/>
            </p:nvSpPr>
            <p:spPr>
              <a:xfrm>
                <a:off x="7837383" y="4229190"/>
                <a:ext cx="2830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3592168C-05A6-8158-F2E4-6B5BF42E2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7383" y="4229190"/>
                <a:ext cx="283091" cy="276999"/>
              </a:xfrm>
              <a:prstGeom prst="rect">
                <a:avLst/>
              </a:prstGeom>
              <a:blipFill>
                <a:blip r:embed="rId34"/>
                <a:stretch>
                  <a:fillRect l="-21739" r="-652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5829D79C-07EC-64AB-6648-CB58BF5D8B30}"/>
                  </a:ext>
                </a:extLst>
              </p:cNvPr>
              <p:cNvSpPr txBox="1"/>
              <p:nvPr/>
            </p:nvSpPr>
            <p:spPr>
              <a:xfrm>
                <a:off x="7848008" y="4614696"/>
                <a:ext cx="2732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5829D79C-07EC-64AB-6648-CB58BF5D8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8008" y="4614696"/>
                <a:ext cx="273215" cy="276999"/>
              </a:xfrm>
              <a:prstGeom prst="rect">
                <a:avLst/>
              </a:prstGeom>
              <a:blipFill>
                <a:blip r:embed="rId35"/>
                <a:stretch>
                  <a:fillRect l="-20000" r="-88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647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A0D2A-915A-9D78-7AA4-2965A8BBF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EC3E7E-9F74-859B-D8DE-E93FCE63C159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Gradient computation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C2CC6D-CC4D-BFEE-2CD8-1C5135DDEB7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819" y="1809750"/>
            <a:ext cx="1040130" cy="276606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8D33D94F-21F7-1B34-E771-430586CF2167}"/>
              </a:ext>
            </a:extLst>
          </p:cNvPr>
          <p:cNvSpPr txBox="1"/>
          <p:nvPr/>
        </p:nvSpPr>
        <p:spPr>
          <a:xfrm>
            <a:off x="714948" y="84200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Given one training example (   ,    ):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3101F0-707F-9AC3-E816-754AE6AED74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598" y="1034737"/>
            <a:ext cx="153162" cy="1371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43BB46-F9A3-82DF-0D84-32281F0D366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780" y="1042357"/>
            <a:ext cx="144018" cy="1965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E034A8C-1B41-272F-1CA1-C4501EA679AD}"/>
              </a:ext>
            </a:extLst>
          </p:cNvPr>
          <p:cNvSpPr txBox="1"/>
          <p:nvPr/>
        </p:nvSpPr>
        <p:spPr>
          <a:xfrm>
            <a:off x="716622" y="12763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Forward propagation: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43900C-AD30-DEBD-737D-41A7A273383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2205699"/>
            <a:ext cx="1885950" cy="2743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3A959F-5FC8-1DAC-ACB5-13A36B49DE4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819" y="2613938"/>
            <a:ext cx="1723644" cy="3497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433130-CFCC-1B9A-2065-4DC1C0349ACC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3020161"/>
            <a:ext cx="1885950" cy="27432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1E3E418-F24A-C992-0C92-7141D3D99DEE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819" y="3405275"/>
            <a:ext cx="1723644" cy="3497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11A7CC-F763-112A-AB14-CCABF16954E4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3821772"/>
            <a:ext cx="1885950" cy="274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680193-FEE3-5DEA-CDF0-582E40C7EF1D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32" y="4203192"/>
            <a:ext cx="2916936" cy="34975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64CC120-3F0D-63E3-BD82-C7C0E429E809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2556788"/>
            <a:ext cx="1255014" cy="40690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98C5A6F-F203-3AFD-2504-DFD0FDA41BF4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2557" y="3301514"/>
            <a:ext cx="1255014" cy="406908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515AC884-1B85-8BE5-1270-4E8304A79224}"/>
              </a:ext>
            </a:extLst>
          </p:cNvPr>
          <p:cNvGrpSpPr/>
          <p:nvPr/>
        </p:nvGrpSpPr>
        <p:grpSpPr>
          <a:xfrm>
            <a:off x="5733776" y="1058125"/>
            <a:ext cx="3055882" cy="1588057"/>
            <a:chOff x="990599" y="738216"/>
            <a:chExt cx="3381620" cy="175733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D05B00B-D9D4-0178-9F58-BEBCA86379E6}"/>
                </a:ext>
              </a:extLst>
            </p:cNvPr>
            <p:cNvGrpSpPr/>
            <p:nvPr/>
          </p:nvGrpSpPr>
          <p:grpSpPr>
            <a:xfrm>
              <a:off x="1239873" y="738216"/>
              <a:ext cx="2862230" cy="1432793"/>
              <a:chOff x="1905000" y="2190750"/>
              <a:chExt cx="3483917" cy="1744001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AE2FCE74-93F2-99B4-8DA7-DD763D261DA0}"/>
                  </a:ext>
                </a:extLst>
              </p:cNvPr>
              <p:cNvSpPr/>
              <p:nvPr/>
            </p:nvSpPr>
            <p:spPr>
              <a:xfrm>
                <a:off x="1905000" y="318349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EA2E08FD-083C-EE53-D798-BC1DB81EBB50}"/>
                  </a:ext>
                </a:extLst>
              </p:cNvPr>
              <p:cNvSpPr/>
              <p:nvPr/>
            </p:nvSpPr>
            <p:spPr>
              <a:xfrm>
                <a:off x="1905000" y="284853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33F2BC07-8CBD-CEE1-14E4-9F29CA484BDB}"/>
                  </a:ext>
                </a:extLst>
              </p:cNvPr>
              <p:cNvSpPr/>
              <p:nvPr/>
            </p:nvSpPr>
            <p:spPr>
              <a:xfrm>
                <a:off x="1905000" y="251356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58D49373-DCF0-7B5A-5B7C-61AF965E3BC8}"/>
                  </a:ext>
                </a:extLst>
              </p:cNvPr>
              <p:cNvSpPr/>
              <p:nvPr/>
            </p:nvSpPr>
            <p:spPr>
              <a:xfrm>
                <a:off x="2899779" y="2190751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621CB929-993C-9E08-28CA-B4E7B2862E72}"/>
                  </a:ext>
                </a:extLst>
              </p:cNvPr>
              <p:cNvSpPr/>
              <p:nvPr/>
            </p:nvSpPr>
            <p:spPr>
              <a:xfrm>
                <a:off x="5102454" y="236976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C712EB16-1906-A6FB-1E4F-CBA183F5FB66}"/>
                  </a:ext>
                </a:extLst>
              </p:cNvPr>
              <p:cNvCxnSpPr>
                <a:stCxn id="41" idx="6"/>
                <a:endCxn id="42" idx="2"/>
              </p:cNvCxnSpPr>
              <p:nvPr/>
            </p:nvCxnSpPr>
            <p:spPr>
              <a:xfrm flipV="1">
                <a:off x="2191463" y="2334552"/>
                <a:ext cx="708316" cy="3228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EE963F2A-AA11-E923-F77F-FC1281BE2D33}"/>
                  </a:ext>
                </a:extLst>
              </p:cNvPr>
              <p:cNvCxnSpPr>
                <a:stCxn id="40" idx="6"/>
                <a:endCxn id="42" idx="2"/>
              </p:cNvCxnSpPr>
              <p:nvPr/>
            </p:nvCxnSpPr>
            <p:spPr>
              <a:xfrm flipV="1">
                <a:off x="2191463" y="2334552"/>
                <a:ext cx="708316" cy="6577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ACF0CAAC-C2AE-1824-B16B-BF3619F1D732}"/>
                  </a:ext>
                </a:extLst>
              </p:cNvPr>
              <p:cNvCxnSpPr>
                <a:stCxn id="39" idx="6"/>
                <a:endCxn id="42" idx="2"/>
              </p:cNvCxnSpPr>
              <p:nvPr/>
            </p:nvCxnSpPr>
            <p:spPr>
              <a:xfrm flipV="1">
                <a:off x="2191463" y="2334552"/>
                <a:ext cx="708316" cy="9927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08DF3CD6-8785-38A9-5118-40C905A496A2}"/>
                  </a:ext>
                </a:extLst>
              </p:cNvPr>
              <p:cNvSpPr/>
              <p:nvPr/>
            </p:nvSpPr>
            <p:spPr>
              <a:xfrm>
                <a:off x="2899778" y="2564055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00773B1C-5812-0346-0046-0A12004AB6CB}"/>
                  </a:ext>
                </a:extLst>
              </p:cNvPr>
              <p:cNvCxnSpPr>
                <a:stCxn id="41" idx="6"/>
                <a:endCxn id="47" idx="2"/>
              </p:cNvCxnSpPr>
              <p:nvPr/>
            </p:nvCxnSpPr>
            <p:spPr>
              <a:xfrm>
                <a:off x="2191463" y="2657369"/>
                <a:ext cx="708315" cy="5048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8885270A-EDB0-EE33-9F89-1EC114A6D18C}"/>
                  </a:ext>
                </a:extLst>
              </p:cNvPr>
              <p:cNvCxnSpPr>
                <a:stCxn id="40" idx="6"/>
                <a:endCxn id="47" idx="2"/>
              </p:cNvCxnSpPr>
              <p:nvPr/>
            </p:nvCxnSpPr>
            <p:spPr>
              <a:xfrm flipV="1">
                <a:off x="2191463" y="2707856"/>
                <a:ext cx="708315" cy="2844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F57315F5-E404-4448-B306-143E3B152C06}"/>
                  </a:ext>
                </a:extLst>
              </p:cNvPr>
              <p:cNvCxnSpPr>
                <a:stCxn id="39" idx="6"/>
                <a:endCxn id="47" idx="2"/>
              </p:cNvCxnSpPr>
              <p:nvPr/>
            </p:nvCxnSpPr>
            <p:spPr>
              <a:xfrm flipV="1">
                <a:off x="2191463" y="2707856"/>
                <a:ext cx="708315" cy="61944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7A518B24-318D-F89A-F614-CA9F7728E37C}"/>
                  </a:ext>
                </a:extLst>
              </p:cNvPr>
              <p:cNvSpPr/>
              <p:nvPr/>
            </p:nvSpPr>
            <p:spPr>
              <a:xfrm>
                <a:off x="2899777" y="292277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676D28BA-27BD-7148-F943-334EB0C33ECC}"/>
                  </a:ext>
                </a:extLst>
              </p:cNvPr>
              <p:cNvCxnSpPr>
                <a:stCxn id="41" idx="6"/>
                <a:endCxn id="51" idx="2"/>
              </p:cNvCxnSpPr>
              <p:nvPr/>
            </p:nvCxnSpPr>
            <p:spPr>
              <a:xfrm>
                <a:off x="2191463" y="2657369"/>
                <a:ext cx="708314" cy="40920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62962BA8-A1C3-AD58-B8F7-9F3886843B00}"/>
                  </a:ext>
                </a:extLst>
              </p:cNvPr>
              <p:cNvCxnSpPr>
                <a:stCxn id="40" idx="6"/>
                <a:endCxn id="51" idx="2"/>
              </p:cNvCxnSpPr>
              <p:nvPr/>
            </p:nvCxnSpPr>
            <p:spPr>
              <a:xfrm>
                <a:off x="2191463" y="2992333"/>
                <a:ext cx="708314" cy="742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754E45CA-18D1-FA01-7A8C-78A8EFB525C1}"/>
                  </a:ext>
                </a:extLst>
              </p:cNvPr>
              <p:cNvCxnSpPr>
                <a:stCxn id="39" idx="6"/>
                <a:endCxn id="51" idx="2"/>
              </p:cNvCxnSpPr>
              <p:nvPr/>
            </p:nvCxnSpPr>
            <p:spPr>
              <a:xfrm flipV="1">
                <a:off x="2191463" y="3066578"/>
                <a:ext cx="708314" cy="2607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943A7067-22FE-8BF5-D3B1-A286B15AF633}"/>
                  </a:ext>
                </a:extLst>
              </p:cNvPr>
              <p:cNvSpPr/>
              <p:nvPr/>
            </p:nvSpPr>
            <p:spPr>
              <a:xfrm>
                <a:off x="2899776" y="3273713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FA78A8D1-757B-4953-3CEC-B3A3B33F399C}"/>
                  </a:ext>
                </a:extLst>
              </p:cNvPr>
              <p:cNvCxnSpPr>
                <a:stCxn id="41" idx="6"/>
                <a:endCxn id="55" idx="2"/>
              </p:cNvCxnSpPr>
              <p:nvPr/>
            </p:nvCxnSpPr>
            <p:spPr>
              <a:xfrm>
                <a:off x="2191463" y="2657369"/>
                <a:ext cx="708313" cy="7601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191528CD-AB69-C0EF-0E18-F4874AE80E37}"/>
                  </a:ext>
                </a:extLst>
              </p:cNvPr>
              <p:cNvCxnSpPr>
                <a:stCxn id="40" idx="6"/>
                <a:endCxn id="55" idx="2"/>
              </p:cNvCxnSpPr>
              <p:nvPr/>
            </p:nvCxnSpPr>
            <p:spPr>
              <a:xfrm>
                <a:off x="2191463" y="2992333"/>
                <a:ext cx="708313" cy="4251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97F76483-D1A8-D618-9C8D-42D06B675E49}"/>
                  </a:ext>
                </a:extLst>
              </p:cNvPr>
              <p:cNvCxnSpPr>
                <a:stCxn id="39" idx="6"/>
                <a:endCxn id="55" idx="2"/>
              </p:cNvCxnSpPr>
              <p:nvPr/>
            </p:nvCxnSpPr>
            <p:spPr>
              <a:xfrm>
                <a:off x="2191463" y="3327297"/>
                <a:ext cx="708313" cy="902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2D385A45-B3A8-0101-9E1A-920CA7AD4E36}"/>
                  </a:ext>
                </a:extLst>
              </p:cNvPr>
              <p:cNvSpPr/>
              <p:nvPr/>
            </p:nvSpPr>
            <p:spPr>
              <a:xfrm>
                <a:off x="2899779" y="36385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3BBE8F67-82CF-DBE0-B100-ABD134DFA390}"/>
                  </a:ext>
                </a:extLst>
              </p:cNvPr>
              <p:cNvCxnSpPr>
                <a:stCxn id="41" idx="6"/>
                <a:endCxn id="59" idx="2"/>
              </p:cNvCxnSpPr>
              <p:nvPr/>
            </p:nvCxnSpPr>
            <p:spPr>
              <a:xfrm>
                <a:off x="2191463" y="2657369"/>
                <a:ext cx="708316" cy="112498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2E451F1A-B72A-183B-99C4-17E94AA1D997}"/>
                  </a:ext>
                </a:extLst>
              </p:cNvPr>
              <p:cNvCxnSpPr>
                <a:stCxn id="40" idx="6"/>
                <a:endCxn id="59" idx="2"/>
              </p:cNvCxnSpPr>
              <p:nvPr/>
            </p:nvCxnSpPr>
            <p:spPr>
              <a:xfrm>
                <a:off x="2191463" y="2992333"/>
                <a:ext cx="708316" cy="79001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AC5D83CF-750B-0AC8-3853-F9B2155E8411}"/>
                  </a:ext>
                </a:extLst>
              </p:cNvPr>
              <p:cNvCxnSpPr>
                <a:stCxn id="39" idx="6"/>
                <a:endCxn id="59" idx="2"/>
              </p:cNvCxnSpPr>
              <p:nvPr/>
            </p:nvCxnSpPr>
            <p:spPr>
              <a:xfrm>
                <a:off x="2191463" y="3327297"/>
                <a:ext cx="708316" cy="45505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A9559850-5C7A-668D-1992-7D8996ACF1D8}"/>
                  </a:ext>
                </a:extLst>
              </p:cNvPr>
              <p:cNvSpPr/>
              <p:nvPr/>
            </p:nvSpPr>
            <p:spPr>
              <a:xfrm>
                <a:off x="4028197" y="21907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866A99EC-44AD-89E7-2C0B-DC9625EEAB8B}"/>
                  </a:ext>
                </a:extLst>
              </p:cNvPr>
              <p:cNvCxnSpPr>
                <a:stCxn id="42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6A73012E-E2C3-F697-9045-AE0BF4022B83}"/>
                  </a:ext>
                </a:extLst>
              </p:cNvPr>
              <p:cNvCxnSpPr>
                <a:stCxn id="47" idx="6"/>
                <a:endCxn id="63" idx="2"/>
              </p:cNvCxnSpPr>
              <p:nvPr/>
            </p:nvCxnSpPr>
            <p:spPr>
              <a:xfrm flipV="1">
                <a:off x="3186241" y="233455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66A78FF0-A145-E03E-169B-709C27610BC8}"/>
                  </a:ext>
                </a:extLst>
              </p:cNvPr>
              <p:cNvCxnSpPr>
                <a:stCxn id="51" idx="6"/>
                <a:endCxn id="63" idx="2"/>
              </p:cNvCxnSpPr>
              <p:nvPr/>
            </p:nvCxnSpPr>
            <p:spPr>
              <a:xfrm flipV="1">
                <a:off x="3186240" y="2334551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983EE806-BE00-B99A-3041-FD257BD0C935}"/>
                  </a:ext>
                </a:extLst>
              </p:cNvPr>
              <p:cNvCxnSpPr>
                <a:stCxn id="55" idx="6"/>
                <a:endCxn id="63" idx="2"/>
              </p:cNvCxnSpPr>
              <p:nvPr/>
            </p:nvCxnSpPr>
            <p:spPr>
              <a:xfrm flipV="1">
                <a:off x="3186239" y="2334551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98ACEC8B-6FB6-D1A8-7ADE-CCE7AAAF2444}"/>
                  </a:ext>
                </a:extLst>
              </p:cNvPr>
              <p:cNvCxnSpPr>
                <a:stCxn id="59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447800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B3CCAF10-A5EC-37F3-BE6C-D76C0783848C}"/>
                  </a:ext>
                </a:extLst>
              </p:cNvPr>
              <p:cNvSpPr/>
              <p:nvPr/>
            </p:nvSpPr>
            <p:spPr>
              <a:xfrm>
                <a:off x="4028196" y="256852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FFFF05C8-44B0-0A59-8DCC-C1B64A4E2F25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41" y="2712329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F6C1CE2A-47C0-331C-22D2-BBF0297A19F9}"/>
                  </a:ext>
                </a:extLst>
              </p:cNvPr>
              <p:cNvCxnSpPr>
                <a:stCxn id="51" idx="6"/>
                <a:endCxn id="69" idx="2"/>
              </p:cNvCxnSpPr>
              <p:nvPr/>
            </p:nvCxnSpPr>
            <p:spPr>
              <a:xfrm flipV="1">
                <a:off x="3186240" y="2712329"/>
                <a:ext cx="841956" cy="3542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B0598616-2EF1-6633-46F5-704AC6F0A434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9" y="2712329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A64C058D-AF33-69DD-CADE-0C080FD967B9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8" y="2712329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51CE92B4-1F47-AAA9-B777-8B368899ECB0}"/>
                  </a:ext>
                </a:extLst>
              </p:cNvPr>
              <p:cNvCxnSpPr>
                <a:stCxn id="42" idx="6"/>
                <a:endCxn id="69" idx="2"/>
              </p:cNvCxnSpPr>
              <p:nvPr/>
            </p:nvCxnSpPr>
            <p:spPr>
              <a:xfrm>
                <a:off x="3186242" y="2334552"/>
                <a:ext cx="841954" cy="3777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A950E40F-9904-2E76-D4D6-297C5897DA99}"/>
                  </a:ext>
                </a:extLst>
              </p:cNvPr>
              <p:cNvSpPr/>
              <p:nvPr/>
            </p:nvSpPr>
            <p:spPr>
              <a:xfrm>
                <a:off x="4030044" y="291568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E79ADC65-0604-CEDD-048A-845F59AC647B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9" y="3059487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5F7749AF-42FF-76BB-0857-1A031ED8D972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8" y="3059487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D091AC9A-E873-E8D6-7C42-FB82D7117A4A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7" y="3059487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7C299562-9B5B-B65B-74E8-EFE56438727A}"/>
                  </a:ext>
                </a:extLst>
              </p:cNvPr>
              <p:cNvCxnSpPr>
                <a:stCxn id="47" idx="6"/>
                <a:endCxn id="75" idx="2"/>
              </p:cNvCxnSpPr>
              <p:nvPr/>
            </p:nvCxnSpPr>
            <p:spPr>
              <a:xfrm>
                <a:off x="3186241" y="2707856"/>
                <a:ext cx="843803" cy="35163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F29402F8-24C8-E2BB-493C-388737FC9EEB}"/>
                  </a:ext>
                </a:extLst>
              </p:cNvPr>
              <p:cNvCxnSpPr>
                <a:stCxn id="42" idx="6"/>
                <a:endCxn id="75" idx="2"/>
              </p:cNvCxnSpPr>
              <p:nvPr/>
            </p:nvCxnSpPr>
            <p:spPr>
              <a:xfrm>
                <a:off x="3186242" y="2334552"/>
                <a:ext cx="843802" cy="72493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412C6D3D-61EE-9CFF-58B1-FCC9BB70D539}"/>
                  </a:ext>
                </a:extLst>
              </p:cNvPr>
              <p:cNvSpPr/>
              <p:nvPr/>
            </p:nvSpPr>
            <p:spPr>
              <a:xfrm>
                <a:off x="4028195" y="326390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03D3F4AC-4E31-66EA-D855-653501AA98AA}"/>
                  </a:ext>
                </a:extLst>
              </p:cNvPr>
              <p:cNvCxnSpPr>
                <a:stCxn id="55" idx="6"/>
                <a:endCxn id="84" idx="2"/>
              </p:cNvCxnSpPr>
              <p:nvPr/>
            </p:nvCxnSpPr>
            <p:spPr>
              <a:xfrm flipV="1">
                <a:off x="3186239" y="3407701"/>
                <a:ext cx="841956" cy="981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82BE6F1A-6D59-E47D-2997-3776BA5AAD7B}"/>
                  </a:ext>
                </a:extLst>
              </p:cNvPr>
              <p:cNvCxnSpPr>
                <a:endCxn id="84" idx="2"/>
              </p:cNvCxnSpPr>
              <p:nvPr/>
            </p:nvCxnSpPr>
            <p:spPr>
              <a:xfrm flipV="1">
                <a:off x="3186239" y="340770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1AF0AF0C-5270-19D1-3C3E-7911BE312C9D}"/>
                  </a:ext>
                </a:extLst>
              </p:cNvPr>
              <p:cNvCxnSpPr>
                <a:stCxn id="51" idx="6"/>
                <a:endCxn id="84" idx="2"/>
              </p:cNvCxnSpPr>
              <p:nvPr/>
            </p:nvCxnSpPr>
            <p:spPr>
              <a:xfrm>
                <a:off x="3186240" y="3066578"/>
                <a:ext cx="841955" cy="34112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C22581BE-D763-350A-E312-A4003831A347}"/>
                  </a:ext>
                </a:extLst>
              </p:cNvPr>
              <p:cNvCxnSpPr>
                <a:stCxn id="47" idx="6"/>
                <a:endCxn id="84" idx="2"/>
              </p:cNvCxnSpPr>
              <p:nvPr/>
            </p:nvCxnSpPr>
            <p:spPr>
              <a:xfrm>
                <a:off x="3186241" y="2707856"/>
                <a:ext cx="841954" cy="6998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9A2E4F57-E1A4-900A-955A-4B16876914DF}"/>
                  </a:ext>
                </a:extLst>
              </p:cNvPr>
              <p:cNvCxnSpPr>
                <a:stCxn id="42" idx="6"/>
                <a:endCxn id="84" idx="2"/>
              </p:cNvCxnSpPr>
              <p:nvPr/>
            </p:nvCxnSpPr>
            <p:spPr>
              <a:xfrm>
                <a:off x="3186242" y="2334552"/>
                <a:ext cx="841953" cy="10731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B36C7AA6-4BE4-CFFE-916D-EE8B0A81014F}"/>
                  </a:ext>
                </a:extLst>
              </p:cNvPr>
              <p:cNvSpPr/>
              <p:nvPr/>
            </p:nvSpPr>
            <p:spPr>
              <a:xfrm>
                <a:off x="4028194" y="36471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A0DD3CF4-6E8C-7619-301F-F6F6CCDBD4FA}"/>
                  </a:ext>
                </a:extLst>
              </p:cNvPr>
              <p:cNvCxnSpPr>
                <a:endCxn id="90" idx="2"/>
              </p:cNvCxnSpPr>
              <p:nvPr/>
            </p:nvCxnSpPr>
            <p:spPr>
              <a:xfrm flipV="1">
                <a:off x="3186239" y="37909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FC77B9B4-FD02-1BBA-F29F-8CEDBBAF5CE3}"/>
                  </a:ext>
                </a:extLst>
              </p:cNvPr>
              <p:cNvCxnSpPr>
                <a:stCxn id="55" idx="6"/>
                <a:endCxn id="90" idx="2"/>
              </p:cNvCxnSpPr>
              <p:nvPr/>
            </p:nvCxnSpPr>
            <p:spPr>
              <a:xfrm>
                <a:off x="3186239" y="3417514"/>
                <a:ext cx="841955" cy="37343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6242C9DF-CD16-36F2-8F3C-FC0347538385}"/>
                  </a:ext>
                </a:extLst>
              </p:cNvPr>
              <p:cNvCxnSpPr>
                <a:stCxn id="51" idx="6"/>
                <a:endCxn id="90" idx="2"/>
              </p:cNvCxnSpPr>
              <p:nvPr/>
            </p:nvCxnSpPr>
            <p:spPr>
              <a:xfrm>
                <a:off x="3186240" y="3066578"/>
                <a:ext cx="841954" cy="72437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593C85CD-585C-2BB6-170A-F9EE6FF48139}"/>
                  </a:ext>
                </a:extLst>
              </p:cNvPr>
              <p:cNvCxnSpPr>
                <a:stCxn id="47" idx="6"/>
                <a:endCxn id="90" idx="2"/>
              </p:cNvCxnSpPr>
              <p:nvPr/>
            </p:nvCxnSpPr>
            <p:spPr>
              <a:xfrm>
                <a:off x="3186241" y="2707856"/>
                <a:ext cx="841953" cy="108309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B4BD51EB-306F-1C5C-5BD3-40DD3BD4E1EA}"/>
                  </a:ext>
                </a:extLst>
              </p:cNvPr>
              <p:cNvCxnSpPr>
                <a:stCxn id="42" idx="6"/>
                <a:endCxn id="90" idx="2"/>
              </p:cNvCxnSpPr>
              <p:nvPr/>
            </p:nvCxnSpPr>
            <p:spPr>
              <a:xfrm>
                <a:off x="3186242" y="2334552"/>
                <a:ext cx="841952" cy="145639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BC2B51BB-699D-AA1B-CDF9-115463D0E204}"/>
                  </a:ext>
                </a:extLst>
              </p:cNvPr>
              <p:cNvCxnSpPr>
                <a:stCxn id="63" idx="6"/>
                <a:endCxn id="43" idx="2"/>
              </p:cNvCxnSpPr>
              <p:nvPr/>
            </p:nvCxnSpPr>
            <p:spPr>
              <a:xfrm>
                <a:off x="4314660" y="2334551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EF6224CD-941F-D3E8-1C64-FB4F0AB67CF7}"/>
                  </a:ext>
                </a:extLst>
              </p:cNvPr>
              <p:cNvCxnSpPr>
                <a:stCxn id="69" idx="6"/>
                <a:endCxn id="43" idx="2"/>
              </p:cNvCxnSpPr>
              <p:nvPr/>
            </p:nvCxnSpPr>
            <p:spPr>
              <a:xfrm flipV="1">
                <a:off x="4314659" y="2513568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75C402E5-71A9-AA6E-7E0E-12FFD6F19527}"/>
                  </a:ext>
                </a:extLst>
              </p:cNvPr>
              <p:cNvCxnSpPr>
                <a:stCxn id="75" idx="6"/>
                <a:endCxn id="43" idx="2"/>
              </p:cNvCxnSpPr>
              <p:nvPr/>
            </p:nvCxnSpPr>
            <p:spPr>
              <a:xfrm flipV="1">
                <a:off x="4316507" y="2513568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93A8C78D-C5C1-E685-FE9F-3D160052C796}"/>
                  </a:ext>
                </a:extLst>
              </p:cNvPr>
              <p:cNvCxnSpPr>
                <a:stCxn id="84" idx="6"/>
                <a:endCxn id="43" idx="2"/>
              </p:cNvCxnSpPr>
              <p:nvPr/>
            </p:nvCxnSpPr>
            <p:spPr>
              <a:xfrm flipV="1">
                <a:off x="4314658" y="2513568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F7DA634F-E9F8-58D4-86A4-85862A9B8168}"/>
                  </a:ext>
                </a:extLst>
              </p:cNvPr>
              <p:cNvCxnSpPr>
                <a:stCxn id="90" idx="6"/>
                <a:endCxn id="43" idx="2"/>
              </p:cNvCxnSpPr>
              <p:nvPr/>
            </p:nvCxnSpPr>
            <p:spPr>
              <a:xfrm flipV="1">
                <a:off x="4314657" y="2513568"/>
                <a:ext cx="787797" cy="127738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8A61021D-B9E2-A3D5-4F7B-842470C25832}"/>
                  </a:ext>
                </a:extLst>
              </p:cNvPr>
              <p:cNvSpPr/>
              <p:nvPr/>
            </p:nvSpPr>
            <p:spPr>
              <a:xfrm>
                <a:off x="5102453" y="27456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2918C016-D1D2-D74F-6A57-8693B5A1E338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>
                <a:off x="4314659" y="27104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4B4BADF2-7D9D-44FB-9688-BC5532702516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8" y="28894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E95C1507-6C91-C553-1406-47CCD80FC00D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6506" y="2889453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AEAB5437-0F02-A0D1-4334-1C10322A8414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7" y="2889453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C3BECC98-0BD1-A794-4C30-7AD14442851E}"/>
                  </a:ext>
                </a:extLst>
              </p:cNvPr>
              <p:cNvCxnSpPr>
                <a:stCxn id="63" idx="6"/>
                <a:endCxn id="101" idx="2"/>
              </p:cNvCxnSpPr>
              <p:nvPr/>
            </p:nvCxnSpPr>
            <p:spPr>
              <a:xfrm>
                <a:off x="4314660" y="2334551"/>
                <a:ext cx="787793" cy="5549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AE98EA58-742F-DA57-9786-105C7E7CCB58}"/>
                  </a:ext>
                </a:extLst>
              </p:cNvPr>
              <p:cNvSpPr/>
              <p:nvPr/>
            </p:nvSpPr>
            <p:spPr>
              <a:xfrm>
                <a:off x="5102452" y="3088214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D45F8004-5250-874F-F90A-9FB5461AB923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>
                <a:off x="4314658" y="3052998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86B58FE7-E3C8-0F82-7E20-72D2C0BE9B65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4657" y="3232015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DCAA701B-BC30-2D24-3232-B0C770241E9D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6505" y="3232015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D603467B-65A1-6114-27FC-C0502C1797AE}"/>
                  </a:ext>
                </a:extLst>
              </p:cNvPr>
              <p:cNvCxnSpPr>
                <a:stCxn id="69" idx="6"/>
                <a:endCxn id="107" idx="2"/>
              </p:cNvCxnSpPr>
              <p:nvPr/>
            </p:nvCxnSpPr>
            <p:spPr>
              <a:xfrm>
                <a:off x="4314659" y="2712329"/>
                <a:ext cx="787793" cy="51968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31F4AECB-426E-1385-1FDD-2F65AA550BA4}"/>
                  </a:ext>
                </a:extLst>
              </p:cNvPr>
              <p:cNvCxnSpPr>
                <a:stCxn id="63" idx="6"/>
                <a:endCxn id="107" idx="2"/>
              </p:cNvCxnSpPr>
              <p:nvPr/>
            </p:nvCxnSpPr>
            <p:spPr>
              <a:xfrm>
                <a:off x="4314660" y="2334551"/>
                <a:ext cx="787792" cy="89746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72E9B956-20B5-87BB-CC7C-74CEDD9862C4}"/>
                  </a:ext>
                </a:extLst>
              </p:cNvPr>
              <p:cNvSpPr/>
              <p:nvPr/>
            </p:nvSpPr>
            <p:spPr>
              <a:xfrm>
                <a:off x="5102454" y="34505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BDC15F44-7FD4-76A4-0DC1-C04221E8A451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>
                <a:off x="4314660" y="34153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AD944DCA-EFF6-F646-C9B4-0F6BFBB12E1B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 flipV="1">
                <a:off x="4314659" y="35943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C28A01E7-90D3-937F-C6C6-07A01C6BB0DC}"/>
                  </a:ext>
                </a:extLst>
              </p:cNvPr>
              <p:cNvCxnSpPr>
                <a:stCxn id="75" idx="6"/>
                <a:endCxn id="113" idx="2"/>
              </p:cNvCxnSpPr>
              <p:nvPr/>
            </p:nvCxnSpPr>
            <p:spPr>
              <a:xfrm>
                <a:off x="4316507" y="3059487"/>
                <a:ext cx="785947" cy="53486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9E73B1C0-F12C-146C-B488-559FA51DFB1D}"/>
                  </a:ext>
                </a:extLst>
              </p:cNvPr>
              <p:cNvCxnSpPr>
                <a:stCxn id="69" idx="6"/>
                <a:endCxn id="113" idx="2"/>
              </p:cNvCxnSpPr>
              <p:nvPr/>
            </p:nvCxnSpPr>
            <p:spPr>
              <a:xfrm>
                <a:off x="4314659" y="2712329"/>
                <a:ext cx="787795" cy="88202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Arrow Connector 117">
                <a:extLst>
                  <a:ext uri="{FF2B5EF4-FFF2-40B4-BE49-F238E27FC236}">
                    <a16:creationId xmlns:a16="http://schemas.microsoft.com/office/drawing/2014/main" id="{28D349B9-3548-5EB5-FB44-A4042FEF9E93}"/>
                  </a:ext>
                </a:extLst>
              </p:cNvPr>
              <p:cNvCxnSpPr>
                <a:stCxn id="63" idx="6"/>
                <a:endCxn id="113" idx="2"/>
              </p:cNvCxnSpPr>
              <p:nvPr/>
            </p:nvCxnSpPr>
            <p:spPr>
              <a:xfrm>
                <a:off x="4314660" y="2334551"/>
                <a:ext cx="787794" cy="12598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7DEF76D-A1D3-0F15-8C17-FD99D17DAC5B}"/>
                </a:ext>
              </a:extLst>
            </p:cNvPr>
            <p:cNvSpPr txBox="1"/>
            <p:nvPr/>
          </p:nvSpPr>
          <p:spPr>
            <a:xfrm>
              <a:off x="99059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56B60CB-9B1A-1C7B-D8C2-318874A10F8E}"/>
                </a:ext>
              </a:extLst>
            </p:cNvPr>
            <p:cNvSpPr txBox="1"/>
            <p:nvPr/>
          </p:nvSpPr>
          <p:spPr>
            <a:xfrm>
              <a:off x="178701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51C35F9-E860-2168-74BF-F72706047728}"/>
                </a:ext>
              </a:extLst>
            </p:cNvPr>
            <p:cNvSpPr txBox="1"/>
            <p:nvPr/>
          </p:nvSpPr>
          <p:spPr>
            <a:xfrm>
              <a:off x="2715597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01A3BB4-872C-3607-B40D-8E20B8BED092}"/>
                </a:ext>
              </a:extLst>
            </p:cNvPr>
            <p:cNvSpPr txBox="1"/>
            <p:nvPr/>
          </p:nvSpPr>
          <p:spPr>
            <a:xfrm>
              <a:off x="3596641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4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1E506D0-C169-54A7-022A-C184EA70EEE1}"/>
                  </a:ext>
                </a:extLst>
              </p:cNvPr>
              <p:cNvSpPr txBox="1"/>
              <p:nvPr/>
            </p:nvSpPr>
            <p:spPr>
              <a:xfrm>
                <a:off x="5745187" y="833353"/>
                <a:ext cx="677813" cy="4129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1E506D0-C169-54A7-022A-C184EA70E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5187" y="833353"/>
                <a:ext cx="677813" cy="41293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807BF9D-76B5-822A-C86F-77938480EAA3}"/>
                  </a:ext>
                </a:extLst>
              </p:cNvPr>
              <p:cNvSpPr txBox="1"/>
              <p:nvPr/>
            </p:nvSpPr>
            <p:spPr>
              <a:xfrm>
                <a:off x="6476537" y="574584"/>
                <a:ext cx="677814" cy="4129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807BF9D-76B5-822A-C86F-77938480EA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6537" y="574584"/>
                <a:ext cx="677814" cy="41293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A02ADE7-07C4-23E5-7EB1-92B4FE884397}"/>
                  </a:ext>
                </a:extLst>
              </p:cNvPr>
              <p:cNvSpPr txBox="1"/>
              <p:nvPr/>
            </p:nvSpPr>
            <p:spPr>
              <a:xfrm>
                <a:off x="7304140" y="569194"/>
                <a:ext cx="677814" cy="4129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A02ADE7-07C4-23E5-7EB1-92B4FE884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4140" y="569194"/>
                <a:ext cx="677814" cy="41293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AD0A3FF-76FC-4460-6999-670075216012}"/>
                  </a:ext>
                </a:extLst>
              </p:cNvPr>
              <p:cNvSpPr txBox="1"/>
              <p:nvPr/>
            </p:nvSpPr>
            <p:spPr>
              <a:xfrm>
                <a:off x="8100316" y="563207"/>
                <a:ext cx="677814" cy="4129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AD0A3FF-76FC-4460-6999-670075216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0316" y="563207"/>
                <a:ext cx="677814" cy="41293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6011614F-90E3-E533-211D-4ABF3393938D}"/>
              </a:ext>
            </a:extLst>
          </p:cNvPr>
          <p:cNvSpPr txBox="1"/>
          <p:nvPr/>
        </p:nvSpPr>
        <p:spPr>
          <a:xfrm>
            <a:off x="127227" y="2370558"/>
            <a:ext cx="855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Layer 2</a:t>
            </a: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4C11FC29-0B53-9D21-3500-6F1D840DFBA6}"/>
              </a:ext>
            </a:extLst>
          </p:cNvPr>
          <p:cNvSpPr/>
          <p:nvPr/>
        </p:nvSpPr>
        <p:spPr>
          <a:xfrm>
            <a:off x="1034168" y="2170224"/>
            <a:ext cx="108832" cy="757997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66E64C-0A87-799A-E87A-4EBD1972B134}"/>
              </a:ext>
            </a:extLst>
          </p:cNvPr>
          <p:cNvSpPr txBox="1"/>
          <p:nvPr/>
        </p:nvSpPr>
        <p:spPr>
          <a:xfrm>
            <a:off x="93869" y="3220609"/>
            <a:ext cx="855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Layer 3</a:t>
            </a:r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73E3C502-D369-8723-7E75-954E6DA13DC3}"/>
              </a:ext>
            </a:extLst>
          </p:cNvPr>
          <p:cNvSpPr/>
          <p:nvPr/>
        </p:nvSpPr>
        <p:spPr>
          <a:xfrm>
            <a:off x="1028849" y="3020275"/>
            <a:ext cx="108832" cy="757997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FCCE88-E4F8-A4C1-5A1F-8BACFE2D4C5B}"/>
              </a:ext>
            </a:extLst>
          </p:cNvPr>
          <p:cNvSpPr txBox="1"/>
          <p:nvPr/>
        </p:nvSpPr>
        <p:spPr>
          <a:xfrm>
            <a:off x="93869" y="4067697"/>
            <a:ext cx="855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Layer 4</a:t>
            </a:r>
          </a:p>
        </p:txBody>
      </p:sp>
      <p:sp>
        <p:nvSpPr>
          <p:cNvPr id="25" name="Left Brace 24">
            <a:extLst>
              <a:ext uri="{FF2B5EF4-FFF2-40B4-BE49-F238E27FC236}">
                <a16:creationId xmlns:a16="http://schemas.microsoft.com/office/drawing/2014/main" id="{4FFCC800-7382-78E6-218A-007EFA24ABCE}"/>
              </a:ext>
            </a:extLst>
          </p:cNvPr>
          <p:cNvSpPr/>
          <p:nvPr/>
        </p:nvSpPr>
        <p:spPr>
          <a:xfrm>
            <a:off x="1028849" y="3867363"/>
            <a:ext cx="108832" cy="757997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Bracket 8">
            <a:extLst>
              <a:ext uri="{FF2B5EF4-FFF2-40B4-BE49-F238E27FC236}">
                <a16:creationId xmlns:a16="http://schemas.microsoft.com/office/drawing/2014/main" id="{E20978FF-798E-5E41-14EE-AC456CFFCE98}"/>
              </a:ext>
            </a:extLst>
          </p:cNvPr>
          <p:cNvSpPr/>
          <p:nvPr/>
        </p:nvSpPr>
        <p:spPr>
          <a:xfrm>
            <a:off x="4267200" y="3817613"/>
            <a:ext cx="188214" cy="757997"/>
          </a:xfrm>
          <a:prstGeom prst="rightBracket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Left Bracket 25">
            <a:extLst>
              <a:ext uri="{FF2B5EF4-FFF2-40B4-BE49-F238E27FC236}">
                <a16:creationId xmlns:a16="http://schemas.microsoft.com/office/drawing/2014/main" id="{6CC2D982-A7C6-D02E-A1B7-6619C13CAB62}"/>
              </a:ext>
            </a:extLst>
          </p:cNvPr>
          <p:cNvSpPr/>
          <p:nvPr/>
        </p:nvSpPr>
        <p:spPr>
          <a:xfrm>
            <a:off x="5175689" y="3409950"/>
            <a:ext cx="156341" cy="1581150"/>
          </a:xfrm>
          <a:prstGeom prst="leftBracket">
            <a:avLst>
              <a:gd name="adj" fmla="val 0"/>
            </a:avLst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Left Bracket 28">
            <a:extLst>
              <a:ext uri="{FF2B5EF4-FFF2-40B4-BE49-F238E27FC236}">
                <a16:creationId xmlns:a16="http://schemas.microsoft.com/office/drawing/2014/main" id="{5A374AA0-45CF-FB9F-37D7-913B14643DEF}"/>
              </a:ext>
            </a:extLst>
          </p:cNvPr>
          <p:cNvSpPr/>
          <p:nvPr/>
        </p:nvSpPr>
        <p:spPr>
          <a:xfrm rot="10800000">
            <a:off x="5582860" y="3409950"/>
            <a:ext cx="156341" cy="1581149"/>
          </a:xfrm>
          <a:prstGeom prst="leftBracket">
            <a:avLst>
              <a:gd name="adj" fmla="val 0"/>
            </a:avLst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lowchart: Process 29">
            <a:extLst>
              <a:ext uri="{FF2B5EF4-FFF2-40B4-BE49-F238E27FC236}">
                <a16:creationId xmlns:a16="http://schemas.microsoft.com/office/drawing/2014/main" id="{0340FEB1-5BAF-5081-9FE4-FFF58229E08F}"/>
              </a:ext>
            </a:extLst>
          </p:cNvPr>
          <p:cNvSpPr/>
          <p:nvPr/>
        </p:nvSpPr>
        <p:spPr>
          <a:xfrm>
            <a:off x="5343145" y="3473712"/>
            <a:ext cx="228600" cy="23379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lowchart: Process 30">
            <a:extLst>
              <a:ext uri="{FF2B5EF4-FFF2-40B4-BE49-F238E27FC236}">
                <a16:creationId xmlns:a16="http://schemas.microsoft.com/office/drawing/2014/main" id="{EAEC41D3-B8AB-7C8F-2197-6CD3803DD58C}"/>
              </a:ext>
            </a:extLst>
          </p:cNvPr>
          <p:cNvSpPr/>
          <p:nvPr/>
        </p:nvSpPr>
        <p:spPr>
          <a:xfrm>
            <a:off x="5343145" y="3888570"/>
            <a:ext cx="228600" cy="23379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lowchart: Process 31">
            <a:extLst>
              <a:ext uri="{FF2B5EF4-FFF2-40B4-BE49-F238E27FC236}">
                <a16:creationId xmlns:a16="http://schemas.microsoft.com/office/drawing/2014/main" id="{1CBAB073-0947-1E36-35BD-BA08BD32E32F}"/>
              </a:ext>
            </a:extLst>
          </p:cNvPr>
          <p:cNvSpPr/>
          <p:nvPr/>
        </p:nvSpPr>
        <p:spPr>
          <a:xfrm>
            <a:off x="5343145" y="4303428"/>
            <a:ext cx="228600" cy="23379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Flowchart: Process 76">
            <a:extLst>
              <a:ext uri="{FF2B5EF4-FFF2-40B4-BE49-F238E27FC236}">
                <a16:creationId xmlns:a16="http://schemas.microsoft.com/office/drawing/2014/main" id="{69394FAB-1896-31CA-2AEF-30D8D1E18FC6}"/>
              </a:ext>
            </a:extLst>
          </p:cNvPr>
          <p:cNvSpPr/>
          <p:nvPr/>
        </p:nvSpPr>
        <p:spPr>
          <a:xfrm>
            <a:off x="5343145" y="4705350"/>
            <a:ext cx="228600" cy="23379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7C034E09-D1CC-19F9-4761-B7D18314F659}"/>
              </a:ext>
            </a:extLst>
          </p:cNvPr>
          <p:cNvCxnSpPr>
            <a:cxnSpLocks/>
            <a:stCxn id="9" idx="2"/>
            <a:endCxn id="26" idx="1"/>
          </p:cNvCxnSpPr>
          <p:nvPr/>
        </p:nvCxnSpPr>
        <p:spPr>
          <a:xfrm>
            <a:off x="4455414" y="4196612"/>
            <a:ext cx="720275" cy="3913"/>
          </a:xfrm>
          <a:prstGeom prst="straightConnector1">
            <a:avLst/>
          </a:prstGeom>
          <a:ln w="38100">
            <a:solidFill>
              <a:srgbClr val="00CC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D481AFD4-9E38-C033-F3FD-F9AAAAA0A987}"/>
                  </a:ext>
                </a:extLst>
              </p:cNvPr>
              <p:cNvSpPr txBox="1"/>
              <p:nvPr/>
            </p:nvSpPr>
            <p:spPr>
              <a:xfrm>
                <a:off x="5822574" y="3383036"/>
                <a:ext cx="435184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D481AFD4-9E38-C033-F3FD-F9AAAAA0A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2574" y="3383036"/>
                <a:ext cx="435184" cy="358431"/>
              </a:xfrm>
              <a:prstGeom prst="rect">
                <a:avLst/>
              </a:prstGeom>
              <a:blipFill>
                <a:blip r:embed="rId28"/>
                <a:stretch>
                  <a:fillRect l="-6944" t="-3390" r="-11111" b="-11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7CF4CD0F-55F7-2BCB-AA04-8B035DB70829}"/>
                  </a:ext>
                </a:extLst>
              </p:cNvPr>
              <p:cNvSpPr txBox="1"/>
              <p:nvPr/>
            </p:nvSpPr>
            <p:spPr>
              <a:xfrm>
                <a:off x="5822574" y="3826253"/>
                <a:ext cx="435184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7CF4CD0F-55F7-2BCB-AA04-8B035DB708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2574" y="3826253"/>
                <a:ext cx="435184" cy="358431"/>
              </a:xfrm>
              <a:prstGeom prst="rect">
                <a:avLst/>
              </a:prstGeom>
              <a:blipFill>
                <a:blip r:embed="rId29"/>
                <a:stretch>
                  <a:fillRect l="-6944" t="-3448" r="-11111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F351083C-9A0C-1D39-F485-A875A7F89C4C}"/>
                  </a:ext>
                </a:extLst>
              </p:cNvPr>
              <p:cNvSpPr txBox="1"/>
              <p:nvPr/>
            </p:nvSpPr>
            <p:spPr>
              <a:xfrm>
                <a:off x="5827151" y="4229190"/>
                <a:ext cx="435184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F351083C-9A0C-1D39-F485-A875A7F89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151" y="4229190"/>
                <a:ext cx="435184" cy="358431"/>
              </a:xfrm>
              <a:prstGeom prst="rect">
                <a:avLst/>
              </a:prstGeom>
              <a:blipFill>
                <a:blip r:embed="rId30"/>
                <a:stretch>
                  <a:fillRect l="-7042" t="-3390" r="-11268" b="-11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DB3A20F9-84E6-7CA9-4166-7A983B42D01E}"/>
                  </a:ext>
                </a:extLst>
              </p:cNvPr>
              <p:cNvSpPr txBox="1"/>
              <p:nvPr/>
            </p:nvSpPr>
            <p:spPr>
              <a:xfrm>
                <a:off x="5822574" y="4632127"/>
                <a:ext cx="435184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DB3A20F9-84E6-7CA9-4166-7A983B42D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2574" y="4632127"/>
                <a:ext cx="435184" cy="358431"/>
              </a:xfrm>
              <a:prstGeom prst="rect">
                <a:avLst/>
              </a:prstGeom>
              <a:blipFill>
                <a:blip r:embed="rId31"/>
                <a:stretch>
                  <a:fillRect l="-6944" t="-3390" r="-11111" b="-11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Left Bracket 26">
            <a:extLst>
              <a:ext uri="{FF2B5EF4-FFF2-40B4-BE49-F238E27FC236}">
                <a16:creationId xmlns:a16="http://schemas.microsoft.com/office/drawing/2014/main" id="{646D3CE8-65B0-3C91-8967-04A4D9FF93A3}"/>
              </a:ext>
            </a:extLst>
          </p:cNvPr>
          <p:cNvSpPr/>
          <p:nvPr/>
        </p:nvSpPr>
        <p:spPr>
          <a:xfrm>
            <a:off x="7149919" y="3405275"/>
            <a:ext cx="156341" cy="1581150"/>
          </a:xfrm>
          <a:prstGeom prst="leftBracket">
            <a:avLst>
              <a:gd name="adj" fmla="val 0"/>
            </a:avLst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Left Bracket 27">
            <a:extLst>
              <a:ext uri="{FF2B5EF4-FFF2-40B4-BE49-F238E27FC236}">
                <a16:creationId xmlns:a16="http://schemas.microsoft.com/office/drawing/2014/main" id="{B1F3254B-A13B-CE80-43AE-5151E1B76DEF}"/>
              </a:ext>
            </a:extLst>
          </p:cNvPr>
          <p:cNvSpPr/>
          <p:nvPr/>
        </p:nvSpPr>
        <p:spPr>
          <a:xfrm rot="10800000">
            <a:off x="7557090" y="3405275"/>
            <a:ext cx="156341" cy="1581149"/>
          </a:xfrm>
          <a:prstGeom prst="leftBracket">
            <a:avLst>
              <a:gd name="adj" fmla="val 0"/>
            </a:avLst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Flowchart: Process 118">
            <a:extLst>
              <a:ext uri="{FF2B5EF4-FFF2-40B4-BE49-F238E27FC236}">
                <a16:creationId xmlns:a16="http://schemas.microsoft.com/office/drawing/2014/main" id="{199045E0-5BFA-48F4-D5F5-677181612680}"/>
              </a:ext>
            </a:extLst>
          </p:cNvPr>
          <p:cNvSpPr/>
          <p:nvPr/>
        </p:nvSpPr>
        <p:spPr>
          <a:xfrm>
            <a:off x="7317375" y="3469037"/>
            <a:ext cx="228600" cy="233798"/>
          </a:xfrm>
          <a:prstGeom prst="flowChartProcess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Flowchart: Process 119">
            <a:extLst>
              <a:ext uri="{FF2B5EF4-FFF2-40B4-BE49-F238E27FC236}">
                <a16:creationId xmlns:a16="http://schemas.microsoft.com/office/drawing/2014/main" id="{536984EA-D995-CE66-975B-94609AB786CB}"/>
              </a:ext>
            </a:extLst>
          </p:cNvPr>
          <p:cNvSpPr/>
          <p:nvPr/>
        </p:nvSpPr>
        <p:spPr>
          <a:xfrm>
            <a:off x="7317375" y="3883895"/>
            <a:ext cx="228600" cy="233798"/>
          </a:xfrm>
          <a:prstGeom prst="flowChartProcess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Flowchart: Process 122">
            <a:extLst>
              <a:ext uri="{FF2B5EF4-FFF2-40B4-BE49-F238E27FC236}">
                <a16:creationId xmlns:a16="http://schemas.microsoft.com/office/drawing/2014/main" id="{F9DF551A-A552-389B-B834-F9AA8A19034D}"/>
              </a:ext>
            </a:extLst>
          </p:cNvPr>
          <p:cNvSpPr/>
          <p:nvPr/>
        </p:nvSpPr>
        <p:spPr>
          <a:xfrm>
            <a:off x="7317375" y="4298753"/>
            <a:ext cx="228600" cy="233798"/>
          </a:xfrm>
          <a:prstGeom prst="flowChartProcess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Flowchart: Process 125">
            <a:extLst>
              <a:ext uri="{FF2B5EF4-FFF2-40B4-BE49-F238E27FC236}">
                <a16:creationId xmlns:a16="http://schemas.microsoft.com/office/drawing/2014/main" id="{B5B91A05-E77C-AE25-1F23-9B575BF1162A}"/>
              </a:ext>
            </a:extLst>
          </p:cNvPr>
          <p:cNvSpPr/>
          <p:nvPr/>
        </p:nvSpPr>
        <p:spPr>
          <a:xfrm>
            <a:off x="7317375" y="4700675"/>
            <a:ext cx="228600" cy="233798"/>
          </a:xfrm>
          <a:prstGeom prst="flowChartProcess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1AAE0D1C-2CF8-E268-856D-A3D3CEB6CB5D}"/>
                  </a:ext>
                </a:extLst>
              </p:cNvPr>
              <p:cNvSpPr txBox="1"/>
              <p:nvPr/>
            </p:nvSpPr>
            <p:spPr>
              <a:xfrm>
                <a:off x="7837383" y="3425836"/>
                <a:ext cx="2777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1AAE0D1C-2CF8-E268-856D-A3D3CEB6C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7383" y="3425836"/>
                <a:ext cx="277768" cy="276999"/>
              </a:xfrm>
              <a:prstGeom prst="rect">
                <a:avLst/>
              </a:prstGeom>
              <a:blipFill>
                <a:blip r:embed="rId32"/>
                <a:stretch>
                  <a:fillRect l="-22222" r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12B92B2F-EC29-7FBE-7CD4-E3E50E8B883F}"/>
                  </a:ext>
                </a:extLst>
              </p:cNvPr>
              <p:cNvSpPr txBox="1"/>
              <p:nvPr/>
            </p:nvSpPr>
            <p:spPr>
              <a:xfrm>
                <a:off x="7837383" y="3817613"/>
                <a:ext cx="2830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12B92B2F-EC29-7FBE-7CD4-E3E50E8B8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7383" y="3817613"/>
                <a:ext cx="283091" cy="276999"/>
              </a:xfrm>
              <a:prstGeom prst="rect">
                <a:avLst/>
              </a:prstGeom>
              <a:blipFill>
                <a:blip r:embed="rId33"/>
                <a:stretch>
                  <a:fillRect l="-21739" r="-6522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62C3C47B-C6A1-150F-A944-802890184969}"/>
                  </a:ext>
                </a:extLst>
              </p:cNvPr>
              <p:cNvSpPr txBox="1"/>
              <p:nvPr/>
            </p:nvSpPr>
            <p:spPr>
              <a:xfrm>
                <a:off x="7837383" y="4229190"/>
                <a:ext cx="2830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62C3C47B-C6A1-150F-A944-802890184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7383" y="4229190"/>
                <a:ext cx="283091" cy="276999"/>
              </a:xfrm>
              <a:prstGeom prst="rect">
                <a:avLst/>
              </a:prstGeom>
              <a:blipFill>
                <a:blip r:embed="rId34"/>
                <a:stretch>
                  <a:fillRect l="-21739" r="-652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E1F998C0-1E99-A3A0-53DC-37E8FC8A318C}"/>
                  </a:ext>
                </a:extLst>
              </p:cNvPr>
              <p:cNvSpPr txBox="1"/>
              <p:nvPr/>
            </p:nvSpPr>
            <p:spPr>
              <a:xfrm>
                <a:off x="7848008" y="4614696"/>
                <a:ext cx="2732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E1F998C0-1E99-A3A0-53DC-37E8FC8A3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8008" y="4614696"/>
                <a:ext cx="273215" cy="276999"/>
              </a:xfrm>
              <a:prstGeom prst="rect">
                <a:avLst/>
              </a:prstGeom>
              <a:blipFill>
                <a:blip r:embed="rId35"/>
                <a:stretch>
                  <a:fillRect l="-20000" r="-88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TextBox 134">
            <a:extLst>
              <a:ext uri="{FF2B5EF4-FFF2-40B4-BE49-F238E27FC236}">
                <a16:creationId xmlns:a16="http://schemas.microsoft.com/office/drawing/2014/main" id="{B8D2B9BF-7BEE-98BA-12D7-B393BA279CA1}"/>
              </a:ext>
            </a:extLst>
          </p:cNvPr>
          <p:cNvSpPr txBox="1"/>
          <p:nvPr/>
        </p:nvSpPr>
        <p:spPr>
          <a:xfrm>
            <a:off x="4930413" y="3026156"/>
            <a:ext cx="1161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Prediction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4DB1335A-F630-9E1E-E4CE-F17A0960B583}"/>
              </a:ext>
            </a:extLst>
          </p:cNvPr>
          <p:cNvSpPr txBox="1"/>
          <p:nvPr/>
        </p:nvSpPr>
        <p:spPr>
          <a:xfrm>
            <a:off x="7034771" y="3026156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Actual</a:t>
            </a:r>
          </a:p>
        </p:txBody>
      </p:sp>
    </p:spTree>
    <p:extLst>
      <p:ext uri="{BB962C8B-B14F-4D97-AF65-F5344CB8AC3E}">
        <p14:creationId xmlns:p14="http://schemas.microsoft.com/office/powerpoint/2010/main" val="366148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CF352-ED1B-4D7C-2A06-0D14ADBAC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73EEA-D141-31DC-7835-56255CB99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63230"/>
            <a:ext cx="5424440" cy="4080270"/>
          </a:xfrm>
        </p:spPr>
        <p:txBody>
          <a:bodyPr>
            <a:normAutofit/>
          </a:bodyPr>
          <a:lstStyle/>
          <a:p>
            <a:r>
              <a:rPr lang="en-US" sz="2400" dirty="0"/>
              <a:t>There will be a difference between the actual and predicted labels</a:t>
            </a:r>
          </a:p>
          <a:p>
            <a:r>
              <a:rPr lang="en-US" sz="2400" dirty="0"/>
              <a:t>Due to the weights (Theta’s) that are randomly initialized</a:t>
            </a:r>
          </a:p>
          <a:p>
            <a:r>
              <a:rPr lang="en-US" sz="2400" dirty="0"/>
              <a:t>So we have to use this difference and “back-propagate” to update the values of (Theta’s)</a:t>
            </a:r>
          </a:p>
          <a:p>
            <a:r>
              <a:rPr lang="en-US" sz="2400" dirty="0"/>
              <a:t>Similar to Gradient Descent, Remember!!!</a:t>
            </a:r>
          </a:p>
        </p:txBody>
      </p:sp>
      <p:sp>
        <p:nvSpPr>
          <p:cNvPr id="4" name="Left Bracket 3">
            <a:extLst>
              <a:ext uri="{FF2B5EF4-FFF2-40B4-BE49-F238E27FC236}">
                <a16:creationId xmlns:a16="http://schemas.microsoft.com/office/drawing/2014/main" id="{C3041664-45C0-835C-A077-C6A5469A9105}"/>
              </a:ext>
            </a:extLst>
          </p:cNvPr>
          <p:cNvSpPr/>
          <p:nvPr/>
        </p:nvSpPr>
        <p:spPr>
          <a:xfrm>
            <a:off x="5914984" y="1966825"/>
            <a:ext cx="156341" cy="1581150"/>
          </a:xfrm>
          <a:prstGeom prst="leftBracket">
            <a:avLst>
              <a:gd name="adj" fmla="val 0"/>
            </a:avLst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Left Bracket 4">
            <a:extLst>
              <a:ext uri="{FF2B5EF4-FFF2-40B4-BE49-F238E27FC236}">
                <a16:creationId xmlns:a16="http://schemas.microsoft.com/office/drawing/2014/main" id="{7DA57E72-E35E-ED3D-B6EC-B716BEB8B2A3}"/>
              </a:ext>
            </a:extLst>
          </p:cNvPr>
          <p:cNvSpPr/>
          <p:nvPr/>
        </p:nvSpPr>
        <p:spPr>
          <a:xfrm rot="10800000">
            <a:off x="6322155" y="1966825"/>
            <a:ext cx="156341" cy="1581149"/>
          </a:xfrm>
          <a:prstGeom prst="leftBracket">
            <a:avLst>
              <a:gd name="adj" fmla="val 0"/>
            </a:avLst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A61A4897-E03D-E893-9D2E-97FC79D6D0B7}"/>
              </a:ext>
            </a:extLst>
          </p:cNvPr>
          <p:cNvSpPr/>
          <p:nvPr/>
        </p:nvSpPr>
        <p:spPr>
          <a:xfrm>
            <a:off x="6082440" y="2030587"/>
            <a:ext cx="228600" cy="23379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80AB6C1F-D2A5-9189-2E82-83CDE146224C}"/>
              </a:ext>
            </a:extLst>
          </p:cNvPr>
          <p:cNvSpPr/>
          <p:nvPr/>
        </p:nvSpPr>
        <p:spPr>
          <a:xfrm>
            <a:off x="6082440" y="2445445"/>
            <a:ext cx="228600" cy="23379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5A7A832F-C6ED-4B7B-AF06-F88B1809B6A4}"/>
              </a:ext>
            </a:extLst>
          </p:cNvPr>
          <p:cNvSpPr/>
          <p:nvPr/>
        </p:nvSpPr>
        <p:spPr>
          <a:xfrm>
            <a:off x="6082440" y="2860303"/>
            <a:ext cx="228600" cy="23379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7504C4D4-16BB-8ADB-33B6-C3106FE5BA69}"/>
              </a:ext>
            </a:extLst>
          </p:cNvPr>
          <p:cNvSpPr/>
          <p:nvPr/>
        </p:nvSpPr>
        <p:spPr>
          <a:xfrm>
            <a:off x="6082440" y="3262225"/>
            <a:ext cx="228600" cy="23379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FC600B8-1FC2-8629-37E0-F0089F5B97AA}"/>
                  </a:ext>
                </a:extLst>
              </p:cNvPr>
              <p:cNvSpPr txBox="1"/>
              <p:nvPr/>
            </p:nvSpPr>
            <p:spPr>
              <a:xfrm>
                <a:off x="6561869" y="1939911"/>
                <a:ext cx="435184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FC600B8-1FC2-8629-37E0-F0089F5B9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1869" y="1939911"/>
                <a:ext cx="435184" cy="358431"/>
              </a:xfrm>
              <a:prstGeom prst="rect">
                <a:avLst/>
              </a:prstGeom>
              <a:blipFill>
                <a:blip r:embed="rId2"/>
                <a:stretch>
                  <a:fillRect l="-6944" t="-3390" r="-11111" b="-13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EA1F833-51D9-CED9-FAB4-27000F6AA14B}"/>
                  </a:ext>
                </a:extLst>
              </p:cNvPr>
              <p:cNvSpPr txBox="1"/>
              <p:nvPr/>
            </p:nvSpPr>
            <p:spPr>
              <a:xfrm>
                <a:off x="6561869" y="2383128"/>
                <a:ext cx="435184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EA1F833-51D9-CED9-FAB4-27000F6AA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1869" y="2383128"/>
                <a:ext cx="435184" cy="358431"/>
              </a:xfrm>
              <a:prstGeom prst="rect">
                <a:avLst/>
              </a:prstGeom>
              <a:blipFill>
                <a:blip r:embed="rId3"/>
                <a:stretch>
                  <a:fillRect l="-6944" t="-3390" r="-11111" b="-11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8070958-71BE-7618-5BEA-1E8316362B47}"/>
                  </a:ext>
                </a:extLst>
              </p:cNvPr>
              <p:cNvSpPr txBox="1"/>
              <p:nvPr/>
            </p:nvSpPr>
            <p:spPr>
              <a:xfrm>
                <a:off x="6566446" y="2786065"/>
                <a:ext cx="435184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8070958-71BE-7618-5BEA-1E8316362B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6446" y="2786065"/>
                <a:ext cx="435184" cy="358431"/>
              </a:xfrm>
              <a:prstGeom prst="rect">
                <a:avLst/>
              </a:prstGeom>
              <a:blipFill>
                <a:blip r:embed="rId4"/>
                <a:stretch>
                  <a:fillRect l="-6944" t="-3390" r="-11111" b="-13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4F8E7BE-809F-277A-3B05-63EB80D7CC8E}"/>
                  </a:ext>
                </a:extLst>
              </p:cNvPr>
              <p:cNvSpPr txBox="1"/>
              <p:nvPr/>
            </p:nvSpPr>
            <p:spPr>
              <a:xfrm>
                <a:off x="6561869" y="3189002"/>
                <a:ext cx="435184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4F8E7BE-809F-277A-3B05-63EB80D7C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1869" y="3189002"/>
                <a:ext cx="435184" cy="358431"/>
              </a:xfrm>
              <a:prstGeom prst="rect">
                <a:avLst/>
              </a:prstGeom>
              <a:blipFill>
                <a:blip r:embed="rId5"/>
                <a:stretch>
                  <a:fillRect l="-6944" t="-3390" r="-11111" b="-13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Left Bracket 13">
            <a:extLst>
              <a:ext uri="{FF2B5EF4-FFF2-40B4-BE49-F238E27FC236}">
                <a16:creationId xmlns:a16="http://schemas.microsoft.com/office/drawing/2014/main" id="{0FEDA688-6115-C99B-C67D-DF13EC0024EF}"/>
              </a:ext>
            </a:extLst>
          </p:cNvPr>
          <p:cNvSpPr/>
          <p:nvPr/>
        </p:nvSpPr>
        <p:spPr>
          <a:xfrm>
            <a:off x="7889214" y="1962150"/>
            <a:ext cx="156341" cy="1581150"/>
          </a:xfrm>
          <a:prstGeom prst="leftBracket">
            <a:avLst>
              <a:gd name="adj" fmla="val 0"/>
            </a:avLst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ket 14">
            <a:extLst>
              <a:ext uri="{FF2B5EF4-FFF2-40B4-BE49-F238E27FC236}">
                <a16:creationId xmlns:a16="http://schemas.microsoft.com/office/drawing/2014/main" id="{5FB48401-889F-2950-C939-A896CBB133DC}"/>
              </a:ext>
            </a:extLst>
          </p:cNvPr>
          <p:cNvSpPr/>
          <p:nvPr/>
        </p:nvSpPr>
        <p:spPr>
          <a:xfrm rot="10800000">
            <a:off x="8296385" y="1962150"/>
            <a:ext cx="156341" cy="1581149"/>
          </a:xfrm>
          <a:prstGeom prst="leftBracket">
            <a:avLst>
              <a:gd name="adj" fmla="val 0"/>
            </a:avLst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3AF164FD-29C0-5690-A38B-A378C44D7484}"/>
              </a:ext>
            </a:extLst>
          </p:cNvPr>
          <p:cNvSpPr/>
          <p:nvPr/>
        </p:nvSpPr>
        <p:spPr>
          <a:xfrm>
            <a:off x="8056670" y="2025912"/>
            <a:ext cx="228600" cy="233798"/>
          </a:xfrm>
          <a:prstGeom prst="flowChartProcess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owchart: Process 16">
            <a:extLst>
              <a:ext uri="{FF2B5EF4-FFF2-40B4-BE49-F238E27FC236}">
                <a16:creationId xmlns:a16="http://schemas.microsoft.com/office/drawing/2014/main" id="{F7AB99B1-F27A-8C1E-0AA2-7CFADC162BB5}"/>
              </a:ext>
            </a:extLst>
          </p:cNvPr>
          <p:cNvSpPr/>
          <p:nvPr/>
        </p:nvSpPr>
        <p:spPr>
          <a:xfrm>
            <a:off x="8056670" y="2440770"/>
            <a:ext cx="228600" cy="233798"/>
          </a:xfrm>
          <a:prstGeom prst="flowChartProcess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lowchart: Process 17">
            <a:extLst>
              <a:ext uri="{FF2B5EF4-FFF2-40B4-BE49-F238E27FC236}">
                <a16:creationId xmlns:a16="http://schemas.microsoft.com/office/drawing/2014/main" id="{B546E2E5-1763-992B-922E-E49BC50C5435}"/>
              </a:ext>
            </a:extLst>
          </p:cNvPr>
          <p:cNvSpPr/>
          <p:nvPr/>
        </p:nvSpPr>
        <p:spPr>
          <a:xfrm>
            <a:off x="8056670" y="2855628"/>
            <a:ext cx="228600" cy="233798"/>
          </a:xfrm>
          <a:prstGeom prst="flowChartProcess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lowchart: Process 18">
            <a:extLst>
              <a:ext uri="{FF2B5EF4-FFF2-40B4-BE49-F238E27FC236}">
                <a16:creationId xmlns:a16="http://schemas.microsoft.com/office/drawing/2014/main" id="{84D4AD55-6E34-DEA3-A557-6912E9B1C254}"/>
              </a:ext>
            </a:extLst>
          </p:cNvPr>
          <p:cNvSpPr/>
          <p:nvPr/>
        </p:nvSpPr>
        <p:spPr>
          <a:xfrm>
            <a:off x="8056670" y="3257550"/>
            <a:ext cx="228600" cy="233798"/>
          </a:xfrm>
          <a:prstGeom prst="flowChartProcess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A538473-15BF-01C7-222F-52A0F8F81ECE}"/>
                  </a:ext>
                </a:extLst>
              </p:cNvPr>
              <p:cNvSpPr txBox="1"/>
              <p:nvPr/>
            </p:nvSpPr>
            <p:spPr>
              <a:xfrm>
                <a:off x="8576678" y="1982711"/>
                <a:ext cx="2777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A538473-15BF-01C7-222F-52A0F8F81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6678" y="1982711"/>
                <a:ext cx="277768" cy="276999"/>
              </a:xfrm>
              <a:prstGeom prst="rect">
                <a:avLst/>
              </a:prstGeom>
              <a:blipFill>
                <a:blip r:embed="rId6"/>
                <a:stretch>
                  <a:fillRect l="-21739" r="-4348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1BFFA44-314F-6311-42E7-0E71917D3DDC}"/>
                  </a:ext>
                </a:extLst>
              </p:cNvPr>
              <p:cNvSpPr txBox="1"/>
              <p:nvPr/>
            </p:nvSpPr>
            <p:spPr>
              <a:xfrm>
                <a:off x="8576678" y="2374488"/>
                <a:ext cx="2830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1BFFA44-314F-6311-42E7-0E71917D3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6678" y="2374488"/>
                <a:ext cx="283091" cy="276999"/>
              </a:xfrm>
              <a:prstGeom prst="rect">
                <a:avLst/>
              </a:prstGeom>
              <a:blipFill>
                <a:blip r:embed="rId7"/>
                <a:stretch>
                  <a:fillRect l="-21739" r="-652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A8A1C71-C4D6-878A-E4CB-77687BF9EFFB}"/>
                  </a:ext>
                </a:extLst>
              </p:cNvPr>
              <p:cNvSpPr txBox="1"/>
              <p:nvPr/>
            </p:nvSpPr>
            <p:spPr>
              <a:xfrm>
                <a:off x="8576678" y="2786065"/>
                <a:ext cx="2830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A8A1C71-C4D6-878A-E4CB-77687BF9E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6678" y="2786065"/>
                <a:ext cx="283091" cy="276999"/>
              </a:xfrm>
              <a:prstGeom prst="rect">
                <a:avLst/>
              </a:prstGeom>
              <a:blipFill>
                <a:blip r:embed="rId8"/>
                <a:stretch>
                  <a:fillRect l="-21739" r="-652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84936D8-AF03-452E-DBCD-B10AA49F1D2D}"/>
                  </a:ext>
                </a:extLst>
              </p:cNvPr>
              <p:cNvSpPr txBox="1"/>
              <p:nvPr/>
            </p:nvSpPr>
            <p:spPr>
              <a:xfrm>
                <a:off x="8587303" y="3171571"/>
                <a:ext cx="2732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84936D8-AF03-452E-DBCD-B10AA49F1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7303" y="3171571"/>
                <a:ext cx="273215" cy="276999"/>
              </a:xfrm>
              <a:prstGeom prst="rect">
                <a:avLst/>
              </a:prstGeom>
              <a:blipFill>
                <a:blip r:embed="rId9"/>
                <a:stretch>
                  <a:fillRect l="-20455" r="-9091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7EFA5D31-494D-3B5B-6772-D74CD10DBD61}"/>
              </a:ext>
            </a:extLst>
          </p:cNvPr>
          <p:cNvSpPr txBox="1"/>
          <p:nvPr/>
        </p:nvSpPr>
        <p:spPr>
          <a:xfrm>
            <a:off x="5638800" y="1576469"/>
            <a:ext cx="1161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Prediction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58F32E-DBE4-F64D-5C91-DC59A7D4F96E}"/>
              </a:ext>
            </a:extLst>
          </p:cNvPr>
          <p:cNvSpPr txBox="1"/>
          <p:nvPr/>
        </p:nvSpPr>
        <p:spPr>
          <a:xfrm>
            <a:off x="7774066" y="1583031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Actual</a:t>
            </a:r>
          </a:p>
        </p:txBody>
      </p:sp>
    </p:spTree>
    <p:extLst>
      <p:ext uri="{BB962C8B-B14F-4D97-AF65-F5344CB8AC3E}">
        <p14:creationId xmlns:p14="http://schemas.microsoft.com/office/powerpoint/2010/main" val="1638824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FAB00-E3F0-04A5-2A2F-320F3C2D9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C0281E2-DEF3-A72C-F956-D8091A6915BB}"/>
              </a:ext>
            </a:extLst>
          </p:cNvPr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Gradient computation: Backpropagation algorithm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48DED46-A8AC-AA07-A836-0B09E2CE6ED7}"/>
              </a:ext>
            </a:extLst>
          </p:cNvPr>
          <p:cNvGrpSpPr/>
          <p:nvPr/>
        </p:nvGrpSpPr>
        <p:grpSpPr>
          <a:xfrm>
            <a:off x="5473984" y="1408178"/>
            <a:ext cx="3055882" cy="1588057"/>
            <a:chOff x="990599" y="738216"/>
            <a:chExt cx="3381620" cy="175733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9BDC850-DCDB-F2CF-C64C-D88D1AAFFFDE}"/>
                </a:ext>
              </a:extLst>
            </p:cNvPr>
            <p:cNvGrpSpPr/>
            <p:nvPr/>
          </p:nvGrpSpPr>
          <p:grpSpPr>
            <a:xfrm>
              <a:off x="1239873" y="738216"/>
              <a:ext cx="2862230" cy="1432793"/>
              <a:chOff x="1905000" y="2190750"/>
              <a:chExt cx="3483917" cy="1744001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051B6CDC-05B9-B946-B759-663329724A40}"/>
                  </a:ext>
                </a:extLst>
              </p:cNvPr>
              <p:cNvSpPr/>
              <p:nvPr/>
            </p:nvSpPr>
            <p:spPr>
              <a:xfrm>
                <a:off x="1905000" y="318349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BC9CB8BF-D053-D831-7CE4-BC5A0AA5F16C}"/>
                  </a:ext>
                </a:extLst>
              </p:cNvPr>
              <p:cNvSpPr/>
              <p:nvPr/>
            </p:nvSpPr>
            <p:spPr>
              <a:xfrm>
                <a:off x="1905000" y="284853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B1B19A68-9DC8-2984-3E1E-996661D47BFC}"/>
                  </a:ext>
                </a:extLst>
              </p:cNvPr>
              <p:cNvSpPr/>
              <p:nvPr/>
            </p:nvSpPr>
            <p:spPr>
              <a:xfrm>
                <a:off x="1905000" y="251356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289D5BAD-D053-771F-01FE-F8FBBE957D72}"/>
                  </a:ext>
                </a:extLst>
              </p:cNvPr>
              <p:cNvSpPr/>
              <p:nvPr/>
            </p:nvSpPr>
            <p:spPr>
              <a:xfrm>
                <a:off x="2899779" y="2190751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A6215626-917A-9833-3889-9A771DFFEBEC}"/>
                  </a:ext>
                </a:extLst>
              </p:cNvPr>
              <p:cNvSpPr/>
              <p:nvPr/>
            </p:nvSpPr>
            <p:spPr>
              <a:xfrm>
                <a:off x="5102454" y="236976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8B9CE8CC-E208-FCA4-9A86-2E1D2735D44B}"/>
                  </a:ext>
                </a:extLst>
              </p:cNvPr>
              <p:cNvCxnSpPr>
                <a:stCxn id="41" idx="6"/>
                <a:endCxn id="42" idx="2"/>
              </p:cNvCxnSpPr>
              <p:nvPr/>
            </p:nvCxnSpPr>
            <p:spPr>
              <a:xfrm flipV="1">
                <a:off x="2191463" y="2334552"/>
                <a:ext cx="708316" cy="3228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C03AC358-DA05-43B0-9AD7-57599F0F5536}"/>
                  </a:ext>
                </a:extLst>
              </p:cNvPr>
              <p:cNvCxnSpPr>
                <a:stCxn id="40" idx="6"/>
                <a:endCxn id="42" idx="2"/>
              </p:cNvCxnSpPr>
              <p:nvPr/>
            </p:nvCxnSpPr>
            <p:spPr>
              <a:xfrm flipV="1">
                <a:off x="2191463" y="2334552"/>
                <a:ext cx="708316" cy="6577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6A022878-4834-6A56-AC4B-BA0DD975CC7D}"/>
                  </a:ext>
                </a:extLst>
              </p:cNvPr>
              <p:cNvCxnSpPr>
                <a:stCxn id="39" idx="6"/>
                <a:endCxn id="42" idx="2"/>
              </p:cNvCxnSpPr>
              <p:nvPr/>
            </p:nvCxnSpPr>
            <p:spPr>
              <a:xfrm flipV="1">
                <a:off x="2191463" y="2334552"/>
                <a:ext cx="708316" cy="9927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8F12476C-A465-DF34-E7AA-39E2ACC7B32F}"/>
                  </a:ext>
                </a:extLst>
              </p:cNvPr>
              <p:cNvSpPr/>
              <p:nvPr/>
            </p:nvSpPr>
            <p:spPr>
              <a:xfrm>
                <a:off x="2899778" y="2564055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B40B08F2-1B46-D93F-039D-42DC69801075}"/>
                  </a:ext>
                </a:extLst>
              </p:cNvPr>
              <p:cNvCxnSpPr>
                <a:stCxn id="41" idx="6"/>
                <a:endCxn id="47" idx="2"/>
              </p:cNvCxnSpPr>
              <p:nvPr/>
            </p:nvCxnSpPr>
            <p:spPr>
              <a:xfrm>
                <a:off x="2191463" y="2657369"/>
                <a:ext cx="708315" cy="5048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129BFCD2-B773-B5CC-ED08-E13BB3088B94}"/>
                  </a:ext>
                </a:extLst>
              </p:cNvPr>
              <p:cNvCxnSpPr>
                <a:stCxn id="40" idx="6"/>
                <a:endCxn id="47" idx="2"/>
              </p:cNvCxnSpPr>
              <p:nvPr/>
            </p:nvCxnSpPr>
            <p:spPr>
              <a:xfrm flipV="1">
                <a:off x="2191463" y="2707856"/>
                <a:ext cx="708315" cy="2844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296E7F35-D7A9-B7FE-285C-2FBD29B61C9D}"/>
                  </a:ext>
                </a:extLst>
              </p:cNvPr>
              <p:cNvCxnSpPr>
                <a:stCxn id="39" idx="6"/>
                <a:endCxn id="47" idx="2"/>
              </p:cNvCxnSpPr>
              <p:nvPr/>
            </p:nvCxnSpPr>
            <p:spPr>
              <a:xfrm flipV="1">
                <a:off x="2191463" y="2707856"/>
                <a:ext cx="708315" cy="61944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2E2E7179-FAF1-579C-46B7-0F8944924586}"/>
                  </a:ext>
                </a:extLst>
              </p:cNvPr>
              <p:cNvSpPr/>
              <p:nvPr/>
            </p:nvSpPr>
            <p:spPr>
              <a:xfrm>
                <a:off x="2899777" y="292277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55EDDE4B-C6DC-CCA4-EE31-DE49063CEC9D}"/>
                  </a:ext>
                </a:extLst>
              </p:cNvPr>
              <p:cNvCxnSpPr>
                <a:stCxn id="41" idx="6"/>
                <a:endCxn id="51" idx="2"/>
              </p:cNvCxnSpPr>
              <p:nvPr/>
            </p:nvCxnSpPr>
            <p:spPr>
              <a:xfrm>
                <a:off x="2191463" y="2657369"/>
                <a:ext cx="708314" cy="40920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D9FEBAFC-3705-8747-FC63-909663BF57E5}"/>
                  </a:ext>
                </a:extLst>
              </p:cNvPr>
              <p:cNvCxnSpPr>
                <a:stCxn id="40" idx="6"/>
                <a:endCxn id="51" idx="2"/>
              </p:cNvCxnSpPr>
              <p:nvPr/>
            </p:nvCxnSpPr>
            <p:spPr>
              <a:xfrm>
                <a:off x="2191463" y="2992333"/>
                <a:ext cx="708314" cy="742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71FC069D-2159-4FF3-382B-7D8D09772FC5}"/>
                  </a:ext>
                </a:extLst>
              </p:cNvPr>
              <p:cNvCxnSpPr>
                <a:stCxn id="39" idx="6"/>
                <a:endCxn id="51" idx="2"/>
              </p:cNvCxnSpPr>
              <p:nvPr/>
            </p:nvCxnSpPr>
            <p:spPr>
              <a:xfrm flipV="1">
                <a:off x="2191463" y="3066578"/>
                <a:ext cx="708314" cy="2607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6B21BB7E-0F22-A221-8B88-3100D94A1179}"/>
                  </a:ext>
                </a:extLst>
              </p:cNvPr>
              <p:cNvSpPr/>
              <p:nvPr/>
            </p:nvSpPr>
            <p:spPr>
              <a:xfrm>
                <a:off x="2899776" y="3273713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6C233F50-2101-96F5-7C66-684409D51487}"/>
                  </a:ext>
                </a:extLst>
              </p:cNvPr>
              <p:cNvCxnSpPr>
                <a:stCxn id="41" idx="6"/>
                <a:endCxn id="55" idx="2"/>
              </p:cNvCxnSpPr>
              <p:nvPr/>
            </p:nvCxnSpPr>
            <p:spPr>
              <a:xfrm>
                <a:off x="2191463" y="2657369"/>
                <a:ext cx="708313" cy="7601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AB941E7D-9CF7-327B-1164-765147B42F97}"/>
                  </a:ext>
                </a:extLst>
              </p:cNvPr>
              <p:cNvCxnSpPr>
                <a:stCxn id="40" idx="6"/>
                <a:endCxn id="55" idx="2"/>
              </p:cNvCxnSpPr>
              <p:nvPr/>
            </p:nvCxnSpPr>
            <p:spPr>
              <a:xfrm>
                <a:off x="2191463" y="2992333"/>
                <a:ext cx="708313" cy="4251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714E800B-EE16-0838-5D7F-6C7B3EA35408}"/>
                  </a:ext>
                </a:extLst>
              </p:cNvPr>
              <p:cNvCxnSpPr>
                <a:stCxn id="39" idx="6"/>
                <a:endCxn id="55" idx="2"/>
              </p:cNvCxnSpPr>
              <p:nvPr/>
            </p:nvCxnSpPr>
            <p:spPr>
              <a:xfrm>
                <a:off x="2191463" y="3327297"/>
                <a:ext cx="708313" cy="902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DBB02FDC-8B03-4D24-C35B-61888E7F8D4D}"/>
                  </a:ext>
                </a:extLst>
              </p:cNvPr>
              <p:cNvSpPr/>
              <p:nvPr/>
            </p:nvSpPr>
            <p:spPr>
              <a:xfrm>
                <a:off x="2899779" y="36385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397E3F95-F524-FA3C-2C24-C192EA2BC453}"/>
                  </a:ext>
                </a:extLst>
              </p:cNvPr>
              <p:cNvCxnSpPr>
                <a:stCxn id="41" idx="6"/>
                <a:endCxn id="59" idx="2"/>
              </p:cNvCxnSpPr>
              <p:nvPr/>
            </p:nvCxnSpPr>
            <p:spPr>
              <a:xfrm>
                <a:off x="2191463" y="2657369"/>
                <a:ext cx="708316" cy="112498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64F266EE-028B-FF78-27B4-BB50B89C23A8}"/>
                  </a:ext>
                </a:extLst>
              </p:cNvPr>
              <p:cNvCxnSpPr>
                <a:stCxn id="40" idx="6"/>
                <a:endCxn id="59" idx="2"/>
              </p:cNvCxnSpPr>
              <p:nvPr/>
            </p:nvCxnSpPr>
            <p:spPr>
              <a:xfrm>
                <a:off x="2191463" y="2992333"/>
                <a:ext cx="708316" cy="79001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230E4C36-BF08-4AA9-30CA-7BFF4B01A688}"/>
                  </a:ext>
                </a:extLst>
              </p:cNvPr>
              <p:cNvCxnSpPr>
                <a:stCxn id="39" idx="6"/>
                <a:endCxn id="59" idx="2"/>
              </p:cNvCxnSpPr>
              <p:nvPr/>
            </p:nvCxnSpPr>
            <p:spPr>
              <a:xfrm>
                <a:off x="2191463" y="3327297"/>
                <a:ext cx="708316" cy="45505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E48CB753-EE79-D9E7-BE68-5F0AE44B6CD0}"/>
                  </a:ext>
                </a:extLst>
              </p:cNvPr>
              <p:cNvSpPr/>
              <p:nvPr/>
            </p:nvSpPr>
            <p:spPr>
              <a:xfrm>
                <a:off x="4028197" y="21907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E62ED493-BEC8-5B8A-90EE-F5232EE16AC8}"/>
                  </a:ext>
                </a:extLst>
              </p:cNvPr>
              <p:cNvCxnSpPr>
                <a:stCxn id="42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259FAF12-36B9-5690-1FDA-4D60A51B6BE2}"/>
                  </a:ext>
                </a:extLst>
              </p:cNvPr>
              <p:cNvCxnSpPr>
                <a:stCxn id="47" idx="6"/>
                <a:endCxn id="63" idx="2"/>
              </p:cNvCxnSpPr>
              <p:nvPr/>
            </p:nvCxnSpPr>
            <p:spPr>
              <a:xfrm flipV="1">
                <a:off x="3186241" y="233455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C9B3577B-F8A4-0E80-4AFE-849A04100E59}"/>
                  </a:ext>
                </a:extLst>
              </p:cNvPr>
              <p:cNvCxnSpPr>
                <a:stCxn id="51" idx="6"/>
                <a:endCxn id="63" idx="2"/>
              </p:cNvCxnSpPr>
              <p:nvPr/>
            </p:nvCxnSpPr>
            <p:spPr>
              <a:xfrm flipV="1">
                <a:off x="3186240" y="2334551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B7CE062D-BBE6-1C51-68C4-E5BE902EB1D1}"/>
                  </a:ext>
                </a:extLst>
              </p:cNvPr>
              <p:cNvCxnSpPr>
                <a:stCxn id="55" idx="6"/>
                <a:endCxn id="63" idx="2"/>
              </p:cNvCxnSpPr>
              <p:nvPr/>
            </p:nvCxnSpPr>
            <p:spPr>
              <a:xfrm flipV="1">
                <a:off x="3186239" y="2334551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BAC76C65-8369-B9F5-0450-A75394E71677}"/>
                  </a:ext>
                </a:extLst>
              </p:cNvPr>
              <p:cNvCxnSpPr>
                <a:stCxn id="59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447800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4F49BDE8-ED88-01DB-C75D-CEC40BCD573A}"/>
                  </a:ext>
                </a:extLst>
              </p:cNvPr>
              <p:cNvSpPr/>
              <p:nvPr/>
            </p:nvSpPr>
            <p:spPr>
              <a:xfrm>
                <a:off x="4028196" y="256852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C4941A50-03A9-DE88-2420-5E6B8010FA90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41" y="2712329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58200633-6263-ECDB-4C2B-B2ABC49DE72D}"/>
                  </a:ext>
                </a:extLst>
              </p:cNvPr>
              <p:cNvCxnSpPr>
                <a:stCxn id="51" idx="6"/>
                <a:endCxn id="69" idx="2"/>
              </p:cNvCxnSpPr>
              <p:nvPr/>
            </p:nvCxnSpPr>
            <p:spPr>
              <a:xfrm flipV="1">
                <a:off x="3186240" y="2712329"/>
                <a:ext cx="841956" cy="3542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F6DCA05C-D7E3-1B22-5F71-762894052A4F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9" y="2712329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582764BB-0284-4B12-9B6D-E3914C4729B1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8" y="2712329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E51D173C-9256-6D3C-073D-C8A633DC6282}"/>
                  </a:ext>
                </a:extLst>
              </p:cNvPr>
              <p:cNvCxnSpPr>
                <a:stCxn id="42" idx="6"/>
                <a:endCxn id="69" idx="2"/>
              </p:cNvCxnSpPr>
              <p:nvPr/>
            </p:nvCxnSpPr>
            <p:spPr>
              <a:xfrm>
                <a:off x="3186242" y="2334552"/>
                <a:ext cx="841954" cy="3777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B53A0AF8-37C7-B4A9-48F1-1C591DABFCD2}"/>
                  </a:ext>
                </a:extLst>
              </p:cNvPr>
              <p:cNvSpPr/>
              <p:nvPr/>
            </p:nvSpPr>
            <p:spPr>
              <a:xfrm>
                <a:off x="4030044" y="291568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21B7153C-E295-3C3A-FFBC-EC6B3207177D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9" y="3059487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CE11B7DB-AA7E-0F08-0FF6-6CE597B5D7D2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8" y="3059487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D9D61D63-18A4-DD0E-B12F-1EBC15B95271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7" y="3059487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098578F8-6D9F-59AA-A4E8-1B49D8F54D31}"/>
                  </a:ext>
                </a:extLst>
              </p:cNvPr>
              <p:cNvCxnSpPr>
                <a:stCxn id="47" idx="6"/>
                <a:endCxn id="75" idx="2"/>
              </p:cNvCxnSpPr>
              <p:nvPr/>
            </p:nvCxnSpPr>
            <p:spPr>
              <a:xfrm>
                <a:off x="3186241" y="2707856"/>
                <a:ext cx="843803" cy="35163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3FB1FD0B-D6E5-38B4-3220-40719D39F64C}"/>
                  </a:ext>
                </a:extLst>
              </p:cNvPr>
              <p:cNvCxnSpPr>
                <a:stCxn id="42" idx="6"/>
                <a:endCxn id="75" idx="2"/>
              </p:cNvCxnSpPr>
              <p:nvPr/>
            </p:nvCxnSpPr>
            <p:spPr>
              <a:xfrm>
                <a:off x="3186242" y="2334552"/>
                <a:ext cx="843802" cy="72493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F6D95A24-FBAC-C16B-CD67-DE650276F2F7}"/>
                  </a:ext>
                </a:extLst>
              </p:cNvPr>
              <p:cNvSpPr/>
              <p:nvPr/>
            </p:nvSpPr>
            <p:spPr>
              <a:xfrm>
                <a:off x="4028195" y="326390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38B5C38D-83DE-4164-916C-997AD32009B9}"/>
                  </a:ext>
                </a:extLst>
              </p:cNvPr>
              <p:cNvCxnSpPr>
                <a:stCxn id="55" idx="6"/>
                <a:endCxn id="84" idx="2"/>
              </p:cNvCxnSpPr>
              <p:nvPr/>
            </p:nvCxnSpPr>
            <p:spPr>
              <a:xfrm flipV="1">
                <a:off x="3186239" y="3407701"/>
                <a:ext cx="841956" cy="981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7A435CEB-80FA-6525-E358-7094A9F581B8}"/>
                  </a:ext>
                </a:extLst>
              </p:cNvPr>
              <p:cNvCxnSpPr>
                <a:endCxn id="84" idx="2"/>
              </p:cNvCxnSpPr>
              <p:nvPr/>
            </p:nvCxnSpPr>
            <p:spPr>
              <a:xfrm flipV="1">
                <a:off x="3186239" y="340770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8F2664AA-0B4D-77E2-C19C-E8EC28A2AB5C}"/>
                  </a:ext>
                </a:extLst>
              </p:cNvPr>
              <p:cNvCxnSpPr>
                <a:stCxn id="51" idx="6"/>
                <a:endCxn id="84" idx="2"/>
              </p:cNvCxnSpPr>
              <p:nvPr/>
            </p:nvCxnSpPr>
            <p:spPr>
              <a:xfrm>
                <a:off x="3186240" y="3066578"/>
                <a:ext cx="841955" cy="34112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4E3D2CE0-AC47-26BF-9254-0949F9B727AF}"/>
                  </a:ext>
                </a:extLst>
              </p:cNvPr>
              <p:cNvCxnSpPr>
                <a:stCxn id="47" idx="6"/>
                <a:endCxn id="84" idx="2"/>
              </p:cNvCxnSpPr>
              <p:nvPr/>
            </p:nvCxnSpPr>
            <p:spPr>
              <a:xfrm>
                <a:off x="3186241" y="2707856"/>
                <a:ext cx="841954" cy="6998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57A60C61-61AE-4999-F407-040C422C4E28}"/>
                  </a:ext>
                </a:extLst>
              </p:cNvPr>
              <p:cNvCxnSpPr>
                <a:stCxn id="42" idx="6"/>
                <a:endCxn id="84" idx="2"/>
              </p:cNvCxnSpPr>
              <p:nvPr/>
            </p:nvCxnSpPr>
            <p:spPr>
              <a:xfrm>
                <a:off x="3186242" y="2334552"/>
                <a:ext cx="841953" cy="10731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DFD82D65-A25D-630B-0FFC-E49756C39F3C}"/>
                  </a:ext>
                </a:extLst>
              </p:cNvPr>
              <p:cNvSpPr/>
              <p:nvPr/>
            </p:nvSpPr>
            <p:spPr>
              <a:xfrm>
                <a:off x="4028194" y="36471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9945781E-AB18-21FD-7D73-1D2CD91524E7}"/>
                  </a:ext>
                </a:extLst>
              </p:cNvPr>
              <p:cNvCxnSpPr>
                <a:endCxn id="90" idx="2"/>
              </p:cNvCxnSpPr>
              <p:nvPr/>
            </p:nvCxnSpPr>
            <p:spPr>
              <a:xfrm flipV="1">
                <a:off x="3186239" y="37909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5A205151-B129-C365-1374-D8E127B9D631}"/>
                  </a:ext>
                </a:extLst>
              </p:cNvPr>
              <p:cNvCxnSpPr>
                <a:stCxn id="55" idx="6"/>
                <a:endCxn id="90" idx="2"/>
              </p:cNvCxnSpPr>
              <p:nvPr/>
            </p:nvCxnSpPr>
            <p:spPr>
              <a:xfrm>
                <a:off x="3186239" y="3417514"/>
                <a:ext cx="841955" cy="37343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2C01A1A8-AFE7-A03E-FD84-ABC7B3A46F6D}"/>
                  </a:ext>
                </a:extLst>
              </p:cNvPr>
              <p:cNvCxnSpPr>
                <a:stCxn id="51" idx="6"/>
                <a:endCxn id="90" idx="2"/>
              </p:cNvCxnSpPr>
              <p:nvPr/>
            </p:nvCxnSpPr>
            <p:spPr>
              <a:xfrm>
                <a:off x="3186240" y="3066578"/>
                <a:ext cx="841954" cy="72437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53ED771B-F854-5B72-7B80-B16894C3A51A}"/>
                  </a:ext>
                </a:extLst>
              </p:cNvPr>
              <p:cNvCxnSpPr>
                <a:stCxn id="47" idx="6"/>
                <a:endCxn id="90" idx="2"/>
              </p:cNvCxnSpPr>
              <p:nvPr/>
            </p:nvCxnSpPr>
            <p:spPr>
              <a:xfrm>
                <a:off x="3186241" y="2707856"/>
                <a:ext cx="841953" cy="108309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D1C81CF3-16FC-BC4C-2454-98D291AE5883}"/>
                  </a:ext>
                </a:extLst>
              </p:cNvPr>
              <p:cNvCxnSpPr>
                <a:stCxn id="42" idx="6"/>
                <a:endCxn id="90" idx="2"/>
              </p:cNvCxnSpPr>
              <p:nvPr/>
            </p:nvCxnSpPr>
            <p:spPr>
              <a:xfrm>
                <a:off x="3186242" y="2334552"/>
                <a:ext cx="841952" cy="145639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EE4A66C5-0F00-374E-3981-8DE1BF1338E7}"/>
                  </a:ext>
                </a:extLst>
              </p:cNvPr>
              <p:cNvCxnSpPr>
                <a:stCxn id="63" idx="6"/>
                <a:endCxn id="43" idx="2"/>
              </p:cNvCxnSpPr>
              <p:nvPr/>
            </p:nvCxnSpPr>
            <p:spPr>
              <a:xfrm>
                <a:off x="4314660" y="2334551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260CBB71-EA6B-4316-7ADF-E85E49D931F0}"/>
                  </a:ext>
                </a:extLst>
              </p:cNvPr>
              <p:cNvCxnSpPr>
                <a:stCxn id="69" idx="6"/>
                <a:endCxn id="43" idx="2"/>
              </p:cNvCxnSpPr>
              <p:nvPr/>
            </p:nvCxnSpPr>
            <p:spPr>
              <a:xfrm flipV="1">
                <a:off x="4314659" y="2513568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B7313772-4F68-AA81-A09D-49705D9A9D6D}"/>
                  </a:ext>
                </a:extLst>
              </p:cNvPr>
              <p:cNvCxnSpPr>
                <a:stCxn id="75" idx="6"/>
                <a:endCxn id="43" idx="2"/>
              </p:cNvCxnSpPr>
              <p:nvPr/>
            </p:nvCxnSpPr>
            <p:spPr>
              <a:xfrm flipV="1">
                <a:off x="4316507" y="2513568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47C361C0-D26E-603E-2713-408A86131B3B}"/>
                  </a:ext>
                </a:extLst>
              </p:cNvPr>
              <p:cNvCxnSpPr>
                <a:stCxn id="84" idx="6"/>
                <a:endCxn id="43" idx="2"/>
              </p:cNvCxnSpPr>
              <p:nvPr/>
            </p:nvCxnSpPr>
            <p:spPr>
              <a:xfrm flipV="1">
                <a:off x="4314658" y="2513568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BA875E7A-ABF6-24CF-2412-F25B530F0129}"/>
                  </a:ext>
                </a:extLst>
              </p:cNvPr>
              <p:cNvCxnSpPr>
                <a:stCxn id="90" idx="6"/>
                <a:endCxn id="43" idx="2"/>
              </p:cNvCxnSpPr>
              <p:nvPr/>
            </p:nvCxnSpPr>
            <p:spPr>
              <a:xfrm flipV="1">
                <a:off x="4314657" y="2513568"/>
                <a:ext cx="787797" cy="127738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8D5B5EBF-E8A9-8C36-B443-DF78CFA4E7B1}"/>
                  </a:ext>
                </a:extLst>
              </p:cNvPr>
              <p:cNvSpPr/>
              <p:nvPr/>
            </p:nvSpPr>
            <p:spPr>
              <a:xfrm>
                <a:off x="5102453" y="27456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70D8D3AD-5418-8279-2B93-59B6689D9FA6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>
                <a:off x="4314659" y="27104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00F67DAC-F3A3-811C-2EDF-F650E208CFC8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8" y="28894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EA82FB70-DC32-0B37-5EC4-DA1055C9CD17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6506" y="2889453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5FEDBDF0-6F2E-578B-4B4E-C72C6FA1A639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7" y="2889453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DFD8AD4D-29FE-8001-ACCB-EDBF568D873B}"/>
                  </a:ext>
                </a:extLst>
              </p:cNvPr>
              <p:cNvCxnSpPr>
                <a:stCxn id="63" idx="6"/>
                <a:endCxn id="101" idx="2"/>
              </p:cNvCxnSpPr>
              <p:nvPr/>
            </p:nvCxnSpPr>
            <p:spPr>
              <a:xfrm>
                <a:off x="4314660" y="2334551"/>
                <a:ext cx="787793" cy="5549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390A51CC-116B-834C-4E0B-11C3C47DF578}"/>
                  </a:ext>
                </a:extLst>
              </p:cNvPr>
              <p:cNvSpPr/>
              <p:nvPr/>
            </p:nvSpPr>
            <p:spPr>
              <a:xfrm>
                <a:off x="5102452" y="3088214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F413D78F-42C8-6525-F218-5A22BD5C6159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>
                <a:off x="4314658" y="3052998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C9CB0672-5288-2D41-95FE-1D44D0AC2C22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4657" y="3232015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75B65CB8-376B-E26E-636B-3D4B1D5C84C2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6505" y="3232015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FC502313-26CF-196E-A4F8-61ACA8F80D93}"/>
                  </a:ext>
                </a:extLst>
              </p:cNvPr>
              <p:cNvCxnSpPr>
                <a:stCxn id="69" idx="6"/>
                <a:endCxn id="107" idx="2"/>
              </p:cNvCxnSpPr>
              <p:nvPr/>
            </p:nvCxnSpPr>
            <p:spPr>
              <a:xfrm>
                <a:off x="4314659" y="2712329"/>
                <a:ext cx="787793" cy="51968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ADA6335A-944B-FA3B-3774-5B595606DAB8}"/>
                  </a:ext>
                </a:extLst>
              </p:cNvPr>
              <p:cNvCxnSpPr>
                <a:stCxn id="63" idx="6"/>
                <a:endCxn id="107" idx="2"/>
              </p:cNvCxnSpPr>
              <p:nvPr/>
            </p:nvCxnSpPr>
            <p:spPr>
              <a:xfrm>
                <a:off x="4314660" y="2334551"/>
                <a:ext cx="787792" cy="89746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E3EFBDE5-687A-FA8A-1F15-E3A6CA9B8425}"/>
                  </a:ext>
                </a:extLst>
              </p:cNvPr>
              <p:cNvSpPr/>
              <p:nvPr/>
            </p:nvSpPr>
            <p:spPr>
              <a:xfrm>
                <a:off x="5102454" y="34505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09CAD4F7-191C-ADD3-AB7F-5B4691BDF160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>
                <a:off x="4314660" y="34153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934E9C1F-CD21-E3DA-605F-13731CF267BA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 flipV="1">
                <a:off x="4314659" y="35943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DE8DBA6F-9E97-539D-2AA2-DA29F5B9B33C}"/>
                  </a:ext>
                </a:extLst>
              </p:cNvPr>
              <p:cNvCxnSpPr>
                <a:stCxn id="75" idx="6"/>
                <a:endCxn id="113" idx="2"/>
              </p:cNvCxnSpPr>
              <p:nvPr/>
            </p:nvCxnSpPr>
            <p:spPr>
              <a:xfrm>
                <a:off x="4316507" y="3059487"/>
                <a:ext cx="785947" cy="53486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2E20222C-AAF0-8B12-1FD9-598F519A2C7B}"/>
                  </a:ext>
                </a:extLst>
              </p:cNvPr>
              <p:cNvCxnSpPr>
                <a:stCxn id="69" idx="6"/>
                <a:endCxn id="113" idx="2"/>
              </p:cNvCxnSpPr>
              <p:nvPr/>
            </p:nvCxnSpPr>
            <p:spPr>
              <a:xfrm>
                <a:off x="4314659" y="2712329"/>
                <a:ext cx="787795" cy="88202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Arrow Connector 117">
                <a:extLst>
                  <a:ext uri="{FF2B5EF4-FFF2-40B4-BE49-F238E27FC236}">
                    <a16:creationId xmlns:a16="http://schemas.microsoft.com/office/drawing/2014/main" id="{382E5F34-E970-6BD7-A187-02BBE5784905}"/>
                  </a:ext>
                </a:extLst>
              </p:cNvPr>
              <p:cNvCxnSpPr>
                <a:stCxn id="63" idx="6"/>
                <a:endCxn id="113" idx="2"/>
              </p:cNvCxnSpPr>
              <p:nvPr/>
            </p:nvCxnSpPr>
            <p:spPr>
              <a:xfrm>
                <a:off x="4314660" y="2334551"/>
                <a:ext cx="787794" cy="12598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A4F7608-EF8D-F755-680F-3140F07C5A77}"/>
                </a:ext>
              </a:extLst>
            </p:cNvPr>
            <p:cNvSpPr txBox="1"/>
            <p:nvPr/>
          </p:nvSpPr>
          <p:spPr>
            <a:xfrm>
              <a:off x="99059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79306E6-D8C0-0AFA-4D06-09F460A3F4DF}"/>
                </a:ext>
              </a:extLst>
            </p:cNvPr>
            <p:cNvSpPr txBox="1"/>
            <p:nvPr/>
          </p:nvSpPr>
          <p:spPr>
            <a:xfrm>
              <a:off x="178701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7579205-7FFC-B69B-62D3-2B7E2703ADD0}"/>
                </a:ext>
              </a:extLst>
            </p:cNvPr>
            <p:cNvSpPr txBox="1"/>
            <p:nvPr/>
          </p:nvSpPr>
          <p:spPr>
            <a:xfrm>
              <a:off x="2715597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B48F47C-4699-4A92-6EA0-2229C1380BA5}"/>
                </a:ext>
              </a:extLst>
            </p:cNvPr>
            <p:cNvSpPr txBox="1"/>
            <p:nvPr/>
          </p:nvSpPr>
          <p:spPr>
            <a:xfrm>
              <a:off x="3596641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4</a:t>
              </a: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C22745CF-71BD-3E72-94AA-A05F5DB825C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69"/>
          <a:stretch/>
        </p:blipFill>
        <p:spPr>
          <a:xfrm>
            <a:off x="76201" y="1695450"/>
            <a:ext cx="16764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0783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2C4FF-3183-60E6-D725-6A00AD624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FDE463-364E-DF32-6F22-3D03B5A735A6}"/>
              </a:ext>
            </a:extLst>
          </p:cNvPr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Gradient computation: Backpropagation algorithm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57CC7F6-1E46-2658-7B76-20922192A4C5}"/>
              </a:ext>
            </a:extLst>
          </p:cNvPr>
          <p:cNvGrpSpPr/>
          <p:nvPr/>
        </p:nvGrpSpPr>
        <p:grpSpPr>
          <a:xfrm>
            <a:off x="5473984" y="1408178"/>
            <a:ext cx="3055882" cy="1588057"/>
            <a:chOff x="990599" y="738216"/>
            <a:chExt cx="3381620" cy="175733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C005295-B5D7-4CDE-1873-43551B4638D9}"/>
                </a:ext>
              </a:extLst>
            </p:cNvPr>
            <p:cNvGrpSpPr/>
            <p:nvPr/>
          </p:nvGrpSpPr>
          <p:grpSpPr>
            <a:xfrm>
              <a:off x="1239873" y="738216"/>
              <a:ext cx="2862230" cy="1432793"/>
              <a:chOff x="1905000" y="2190750"/>
              <a:chExt cx="3483917" cy="1744001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085A2EDD-CAF9-5C15-6240-1FA6FA9E3E8B}"/>
                  </a:ext>
                </a:extLst>
              </p:cNvPr>
              <p:cNvSpPr/>
              <p:nvPr/>
            </p:nvSpPr>
            <p:spPr>
              <a:xfrm>
                <a:off x="1905000" y="318349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019225D1-C703-04EC-DC45-664BE0276D5A}"/>
                  </a:ext>
                </a:extLst>
              </p:cNvPr>
              <p:cNvSpPr/>
              <p:nvPr/>
            </p:nvSpPr>
            <p:spPr>
              <a:xfrm>
                <a:off x="1905000" y="284853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D8B330EC-9565-5CB9-D339-63942005CD72}"/>
                  </a:ext>
                </a:extLst>
              </p:cNvPr>
              <p:cNvSpPr/>
              <p:nvPr/>
            </p:nvSpPr>
            <p:spPr>
              <a:xfrm>
                <a:off x="1905000" y="251356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5825AAC0-469C-CB58-3BD8-D41CAED098A2}"/>
                  </a:ext>
                </a:extLst>
              </p:cNvPr>
              <p:cNvSpPr/>
              <p:nvPr/>
            </p:nvSpPr>
            <p:spPr>
              <a:xfrm>
                <a:off x="2899779" y="2190751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DD979313-B69F-E1F9-C00F-D06562E296E6}"/>
                  </a:ext>
                </a:extLst>
              </p:cNvPr>
              <p:cNvSpPr/>
              <p:nvPr/>
            </p:nvSpPr>
            <p:spPr>
              <a:xfrm>
                <a:off x="5102454" y="236976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97D64349-6F63-473F-9337-B55748053AC6}"/>
                  </a:ext>
                </a:extLst>
              </p:cNvPr>
              <p:cNvCxnSpPr>
                <a:stCxn id="41" idx="6"/>
                <a:endCxn id="42" idx="2"/>
              </p:cNvCxnSpPr>
              <p:nvPr/>
            </p:nvCxnSpPr>
            <p:spPr>
              <a:xfrm flipV="1">
                <a:off x="2191463" y="2334552"/>
                <a:ext cx="708316" cy="3228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AE82C83F-8B32-B4DD-1534-717DFD362CA3}"/>
                  </a:ext>
                </a:extLst>
              </p:cNvPr>
              <p:cNvCxnSpPr>
                <a:stCxn id="40" idx="6"/>
                <a:endCxn id="42" idx="2"/>
              </p:cNvCxnSpPr>
              <p:nvPr/>
            </p:nvCxnSpPr>
            <p:spPr>
              <a:xfrm flipV="1">
                <a:off x="2191463" y="2334552"/>
                <a:ext cx="708316" cy="6577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78D13709-D85A-B5F9-23CA-DAB86C0BCC91}"/>
                  </a:ext>
                </a:extLst>
              </p:cNvPr>
              <p:cNvCxnSpPr>
                <a:stCxn id="39" idx="6"/>
                <a:endCxn id="42" idx="2"/>
              </p:cNvCxnSpPr>
              <p:nvPr/>
            </p:nvCxnSpPr>
            <p:spPr>
              <a:xfrm flipV="1">
                <a:off x="2191463" y="2334552"/>
                <a:ext cx="708316" cy="9927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830FD55-BAF1-D263-8FBD-EB4BA728A742}"/>
                  </a:ext>
                </a:extLst>
              </p:cNvPr>
              <p:cNvSpPr/>
              <p:nvPr/>
            </p:nvSpPr>
            <p:spPr>
              <a:xfrm>
                <a:off x="2899778" y="2564055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88FD86E4-2BD6-47FF-329B-8AE180E74EC5}"/>
                  </a:ext>
                </a:extLst>
              </p:cNvPr>
              <p:cNvCxnSpPr>
                <a:stCxn id="41" idx="6"/>
                <a:endCxn id="47" idx="2"/>
              </p:cNvCxnSpPr>
              <p:nvPr/>
            </p:nvCxnSpPr>
            <p:spPr>
              <a:xfrm>
                <a:off x="2191463" y="2657369"/>
                <a:ext cx="708315" cy="5048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2FBFF814-B731-1CC5-1B2C-ECC2280CE9CE}"/>
                  </a:ext>
                </a:extLst>
              </p:cNvPr>
              <p:cNvCxnSpPr>
                <a:stCxn id="40" idx="6"/>
                <a:endCxn id="47" idx="2"/>
              </p:cNvCxnSpPr>
              <p:nvPr/>
            </p:nvCxnSpPr>
            <p:spPr>
              <a:xfrm flipV="1">
                <a:off x="2191463" y="2707856"/>
                <a:ext cx="708315" cy="2844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E4C9E029-6941-5DE6-A1E7-487FBB5A694A}"/>
                  </a:ext>
                </a:extLst>
              </p:cNvPr>
              <p:cNvCxnSpPr>
                <a:stCxn id="39" idx="6"/>
                <a:endCxn id="47" idx="2"/>
              </p:cNvCxnSpPr>
              <p:nvPr/>
            </p:nvCxnSpPr>
            <p:spPr>
              <a:xfrm flipV="1">
                <a:off x="2191463" y="2707856"/>
                <a:ext cx="708315" cy="61944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9B8EADAD-D7CA-AAD0-BAD1-C13D127C1003}"/>
                  </a:ext>
                </a:extLst>
              </p:cNvPr>
              <p:cNvSpPr/>
              <p:nvPr/>
            </p:nvSpPr>
            <p:spPr>
              <a:xfrm>
                <a:off x="2899777" y="292277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750EE7F1-FB7C-505B-68D8-83A6F57AC12B}"/>
                  </a:ext>
                </a:extLst>
              </p:cNvPr>
              <p:cNvCxnSpPr>
                <a:stCxn id="41" idx="6"/>
                <a:endCxn id="51" idx="2"/>
              </p:cNvCxnSpPr>
              <p:nvPr/>
            </p:nvCxnSpPr>
            <p:spPr>
              <a:xfrm>
                <a:off x="2191463" y="2657369"/>
                <a:ext cx="708314" cy="40920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C949E084-C723-AF3A-820B-8092B6ACC260}"/>
                  </a:ext>
                </a:extLst>
              </p:cNvPr>
              <p:cNvCxnSpPr>
                <a:stCxn id="40" idx="6"/>
                <a:endCxn id="51" idx="2"/>
              </p:cNvCxnSpPr>
              <p:nvPr/>
            </p:nvCxnSpPr>
            <p:spPr>
              <a:xfrm>
                <a:off x="2191463" y="2992333"/>
                <a:ext cx="708314" cy="742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2C4308EC-21BD-9543-0F9E-48163B0F272E}"/>
                  </a:ext>
                </a:extLst>
              </p:cNvPr>
              <p:cNvCxnSpPr>
                <a:stCxn id="39" idx="6"/>
                <a:endCxn id="51" idx="2"/>
              </p:cNvCxnSpPr>
              <p:nvPr/>
            </p:nvCxnSpPr>
            <p:spPr>
              <a:xfrm flipV="1">
                <a:off x="2191463" y="3066578"/>
                <a:ext cx="708314" cy="2607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88D054D4-05E7-3E86-BAD4-B7EF1D678862}"/>
                  </a:ext>
                </a:extLst>
              </p:cNvPr>
              <p:cNvSpPr/>
              <p:nvPr/>
            </p:nvSpPr>
            <p:spPr>
              <a:xfrm>
                <a:off x="2899776" y="3273713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72157C3C-72BC-812E-E22C-18E772A6003D}"/>
                  </a:ext>
                </a:extLst>
              </p:cNvPr>
              <p:cNvCxnSpPr>
                <a:stCxn id="41" idx="6"/>
                <a:endCxn id="55" idx="2"/>
              </p:cNvCxnSpPr>
              <p:nvPr/>
            </p:nvCxnSpPr>
            <p:spPr>
              <a:xfrm>
                <a:off x="2191463" y="2657369"/>
                <a:ext cx="708313" cy="7601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B3EBD886-3F01-4ACF-5AB5-DF53CEA3FD6E}"/>
                  </a:ext>
                </a:extLst>
              </p:cNvPr>
              <p:cNvCxnSpPr>
                <a:stCxn id="40" idx="6"/>
                <a:endCxn id="55" idx="2"/>
              </p:cNvCxnSpPr>
              <p:nvPr/>
            </p:nvCxnSpPr>
            <p:spPr>
              <a:xfrm>
                <a:off x="2191463" y="2992333"/>
                <a:ext cx="708313" cy="4251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FC454844-7B10-365B-A00E-F0681B812AE0}"/>
                  </a:ext>
                </a:extLst>
              </p:cNvPr>
              <p:cNvCxnSpPr>
                <a:stCxn id="39" idx="6"/>
                <a:endCxn id="55" idx="2"/>
              </p:cNvCxnSpPr>
              <p:nvPr/>
            </p:nvCxnSpPr>
            <p:spPr>
              <a:xfrm>
                <a:off x="2191463" y="3327297"/>
                <a:ext cx="708313" cy="902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A3A3F14E-85B9-9983-A018-9918399E9142}"/>
                  </a:ext>
                </a:extLst>
              </p:cNvPr>
              <p:cNvSpPr/>
              <p:nvPr/>
            </p:nvSpPr>
            <p:spPr>
              <a:xfrm>
                <a:off x="2899779" y="36385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3A56E6B1-8931-93A0-F76C-27ADBECDEFAE}"/>
                  </a:ext>
                </a:extLst>
              </p:cNvPr>
              <p:cNvCxnSpPr>
                <a:stCxn id="41" idx="6"/>
                <a:endCxn id="59" idx="2"/>
              </p:cNvCxnSpPr>
              <p:nvPr/>
            </p:nvCxnSpPr>
            <p:spPr>
              <a:xfrm>
                <a:off x="2191463" y="2657369"/>
                <a:ext cx="708316" cy="112498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83E31060-1F37-A3BD-D5AE-08E24D2F0EBF}"/>
                  </a:ext>
                </a:extLst>
              </p:cNvPr>
              <p:cNvCxnSpPr>
                <a:stCxn id="40" idx="6"/>
                <a:endCxn id="59" idx="2"/>
              </p:cNvCxnSpPr>
              <p:nvPr/>
            </p:nvCxnSpPr>
            <p:spPr>
              <a:xfrm>
                <a:off x="2191463" y="2992333"/>
                <a:ext cx="708316" cy="79001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05A34CEF-B9EB-D1B8-31AC-8C79F8821B79}"/>
                  </a:ext>
                </a:extLst>
              </p:cNvPr>
              <p:cNvCxnSpPr>
                <a:stCxn id="39" idx="6"/>
                <a:endCxn id="59" idx="2"/>
              </p:cNvCxnSpPr>
              <p:nvPr/>
            </p:nvCxnSpPr>
            <p:spPr>
              <a:xfrm>
                <a:off x="2191463" y="3327297"/>
                <a:ext cx="708316" cy="45505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886DD267-802C-EFDE-D047-31E9D8743278}"/>
                  </a:ext>
                </a:extLst>
              </p:cNvPr>
              <p:cNvSpPr/>
              <p:nvPr/>
            </p:nvSpPr>
            <p:spPr>
              <a:xfrm>
                <a:off x="4028197" y="21907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B21CB1E6-D587-9FC5-62D2-DCA9AE63A21E}"/>
                  </a:ext>
                </a:extLst>
              </p:cNvPr>
              <p:cNvCxnSpPr>
                <a:stCxn id="42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CB7AC6AD-6B0E-B0FA-52C3-E2CE5E8297B7}"/>
                  </a:ext>
                </a:extLst>
              </p:cNvPr>
              <p:cNvCxnSpPr>
                <a:stCxn id="47" idx="6"/>
                <a:endCxn id="63" idx="2"/>
              </p:cNvCxnSpPr>
              <p:nvPr/>
            </p:nvCxnSpPr>
            <p:spPr>
              <a:xfrm flipV="1">
                <a:off x="3186241" y="233455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2097E3A4-F412-F499-C2D1-B6A2090B9CEE}"/>
                  </a:ext>
                </a:extLst>
              </p:cNvPr>
              <p:cNvCxnSpPr>
                <a:stCxn id="51" idx="6"/>
                <a:endCxn id="63" idx="2"/>
              </p:cNvCxnSpPr>
              <p:nvPr/>
            </p:nvCxnSpPr>
            <p:spPr>
              <a:xfrm flipV="1">
                <a:off x="3186240" y="2334551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3658CDD7-D7F0-6DD8-AEC8-96708B7212BB}"/>
                  </a:ext>
                </a:extLst>
              </p:cNvPr>
              <p:cNvCxnSpPr>
                <a:stCxn id="55" idx="6"/>
                <a:endCxn id="63" idx="2"/>
              </p:cNvCxnSpPr>
              <p:nvPr/>
            </p:nvCxnSpPr>
            <p:spPr>
              <a:xfrm flipV="1">
                <a:off x="3186239" y="2334551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8465BB1F-7792-53BC-BD85-54070041F7D0}"/>
                  </a:ext>
                </a:extLst>
              </p:cNvPr>
              <p:cNvCxnSpPr>
                <a:stCxn id="59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447800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767F4462-8E6D-147C-78D7-5C92FD62A9F9}"/>
                  </a:ext>
                </a:extLst>
              </p:cNvPr>
              <p:cNvSpPr/>
              <p:nvPr/>
            </p:nvSpPr>
            <p:spPr>
              <a:xfrm>
                <a:off x="4028196" y="256852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BACBE041-779C-F584-BE67-B1E8F5B7B66C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41" y="2712329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09BBE6F9-0D5A-1EAB-1590-AE57B6E192C8}"/>
                  </a:ext>
                </a:extLst>
              </p:cNvPr>
              <p:cNvCxnSpPr>
                <a:stCxn id="51" idx="6"/>
                <a:endCxn id="69" idx="2"/>
              </p:cNvCxnSpPr>
              <p:nvPr/>
            </p:nvCxnSpPr>
            <p:spPr>
              <a:xfrm flipV="1">
                <a:off x="3186240" y="2712329"/>
                <a:ext cx="841956" cy="3542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15D042A2-B3ED-62FA-5D22-59FB946CC50B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9" y="2712329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DD1D2235-6699-363A-7EA1-138D49FACC6D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8" y="2712329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7B281577-9A54-2E4B-660D-A858EBA7A665}"/>
                  </a:ext>
                </a:extLst>
              </p:cNvPr>
              <p:cNvCxnSpPr>
                <a:stCxn id="42" idx="6"/>
                <a:endCxn id="69" idx="2"/>
              </p:cNvCxnSpPr>
              <p:nvPr/>
            </p:nvCxnSpPr>
            <p:spPr>
              <a:xfrm>
                <a:off x="3186242" y="2334552"/>
                <a:ext cx="841954" cy="3777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72564B1C-072B-35BB-0201-85F28C54192F}"/>
                  </a:ext>
                </a:extLst>
              </p:cNvPr>
              <p:cNvSpPr/>
              <p:nvPr/>
            </p:nvSpPr>
            <p:spPr>
              <a:xfrm>
                <a:off x="4030044" y="291568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8C5DBD06-6D3D-261C-F208-4E0DD461A9CA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9" y="3059487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0BDBFB6C-66C5-BD8D-5D19-0B6B24FA84EB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8" y="3059487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3851BBBE-E3E5-5945-B737-C8564D034824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7" y="3059487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DF74487E-98C2-17C0-E7B2-3AC9351D9E52}"/>
                  </a:ext>
                </a:extLst>
              </p:cNvPr>
              <p:cNvCxnSpPr>
                <a:stCxn id="47" idx="6"/>
                <a:endCxn id="75" idx="2"/>
              </p:cNvCxnSpPr>
              <p:nvPr/>
            </p:nvCxnSpPr>
            <p:spPr>
              <a:xfrm>
                <a:off x="3186241" y="2707856"/>
                <a:ext cx="843803" cy="35163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3E8CDAB3-94E3-7DE6-EC0E-7E15B1FA9555}"/>
                  </a:ext>
                </a:extLst>
              </p:cNvPr>
              <p:cNvCxnSpPr>
                <a:stCxn id="42" idx="6"/>
                <a:endCxn id="75" idx="2"/>
              </p:cNvCxnSpPr>
              <p:nvPr/>
            </p:nvCxnSpPr>
            <p:spPr>
              <a:xfrm>
                <a:off x="3186242" y="2334552"/>
                <a:ext cx="843802" cy="72493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CF3CA0E1-AAA4-2122-D725-2811FA00891D}"/>
                  </a:ext>
                </a:extLst>
              </p:cNvPr>
              <p:cNvSpPr/>
              <p:nvPr/>
            </p:nvSpPr>
            <p:spPr>
              <a:xfrm>
                <a:off x="4028195" y="326390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89626CB5-20B3-D4F0-C858-6CB8AFD5EB31}"/>
                  </a:ext>
                </a:extLst>
              </p:cNvPr>
              <p:cNvCxnSpPr>
                <a:stCxn id="55" idx="6"/>
                <a:endCxn id="84" idx="2"/>
              </p:cNvCxnSpPr>
              <p:nvPr/>
            </p:nvCxnSpPr>
            <p:spPr>
              <a:xfrm flipV="1">
                <a:off x="3186239" y="3407701"/>
                <a:ext cx="841956" cy="981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04A7356A-06C9-4472-A556-C602CEBFD5EB}"/>
                  </a:ext>
                </a:extLst>
              </p:cNvPr>
              <p:cNvCxnSpPr>
                <a:endCxn id="84" idx="2"/>
              </p:cNvCxnSpPr>
              <p:nvPr/>
            </p:nvCxnSpPr>
            <p:spPr>
              <a:xfrm flipV="1">
                <a:off x="3186239" y="340770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DD8D277D-A0A2-8BFD-4928-4D989C8174F7}"/>
                  </a:ext>
                </a:extLst>
              </p:cNvPr>
              <p:cNvCxnSpPr>
                <a:stCxn id="51" idx="6"/>
                <a:endCxn id="84" idx="2"/>
              </p:cNvCxnSpPr>
              <p:nvPr/>
            </p:nvCxnSpPr>
            <p:spPr>
              <a:xfrm>
                <a:off x="3186240" y="3066578"/>
                <a:ext cx="841955" cy="34112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738A0B9F-20AB-36F5-CA64-1915323CDD57}"/>
                  </a:ext>
                </a:extLst>
              </p:cNvPr>
              <p:cNvCxnSpPr>
                <a:stCxn id="47" idx="6"/>
                <a:endCxn id="84" idx="2"/>
              </p:cNvCxnSpPr>
              <p:nvPr/>
            </p:nvCxnSpPr>
            <p:spPr>
              <a:xfrm>
                <a:off x="3186241" y="2707856"/>
                <a:ext cx="841954" cy="6998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29A57D7B-2245-CE5C-3711-5E943F45F55C}"/>
                  </a:ext>
                </a:extLst>
              </p:cNvPr>
              <p:cNvCxnSpPr>
                <a:stCxn id="42" idx="6"/>
                <a:endCxn id="84" idx="2"/>
              </p:cNvCxnSpPr>
              <p:nvPr/>
            </p:nvCxnSpPr>
            <p:spPr>
              <a:xfrm>
                <a:off x="3186242" y="2334552"/>
                <a:ext cx="841953" cy="10731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94CDF9D1-C262-412F-5C7C-D5C4BB8CE339}"/>
                  </a:ext>
                </a:extLst>
              </p:cNvPr>
              <p:cNvSpPr/>
              <p:nvPr/>
            </p:nvSpPr>
            <p:spPr>
              <a:xfrm>
                <a:off x="4028194" y="36471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E44509F4-7779-5A5B-E6CD-D2E758A5536B}"/>
                  </a:ext>
                </a:extLst>
              </p:cNvPr>
              <p:cNvCxnSpPr>
                <a:endCxn id="90" idx="2"/>
              </p:cNvCxnSpPr>
              <p:nvPr/>
            </p:nvCxnSpPr>
            <p:spPr>
              <a:xfrm flipV="1">
                <a:off x="3186239" y="37909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AE7E1F64-CE90-EAE8-890D-3A755A7EB161}"/>
                  </a:ext>
                </a:extLst>
              </p:cNvPr>
              <p:cNvCxnSpPr>
                <a:stCxn id="55" idx="6"/>
                <a:endCxn id="90" idx="2"/>
              </p:cNvCxnSpPr>
              <p:nvPr/>
            </p:nvCxnSpPr>
            <p:spPr>
              <a:xfrm>
                <a:off x="3186239" y="3417514"/>
                <a:ext cx="841955" cy="37343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394E9737-5786-19D1-74FD-6608DA48D891}"/>
                  </a:ext>
                </a:extLst>
              </p:cNvPr>
              <p:cNvCxnSpPr>
                <a:stCxn id="51" idx="6"/>
                <a:endCxn id="90" idx="2"/>
              </p:cNvCxnSpPr>
              <p:nvPr/>
            </p:nvCxnSpPr>
            <p:spPr>
              <a:xfrm>
                <a:off x="3186240" y="3066578"/>
                <a:ext cx="841954" cy="72437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8BAB0382-0B64-8183-1922-E85B9A548849}"/>
                  </a:ext>
                </a:extLst>
              </p:cNvPr>
              <p:cNvCxnSpPr>
                <a:stCxn id="47" idx="6"/>
                <a:endCxn id="90" idx="2"/>
              </p:cNvCxnSpPr>
              <p:nvPr/>
            </p:nvCxnSpPr>
            <p:spPr>
              <a:xfrm>
                <a:off x="3186241" y="2707856"/>
                <a:ext cx="841953" cy="108309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53EF61B6-790E-844E-48A9-E2C36A5BA4F7}"/>
                  </a:ext>
                </a:extLst>
              </p:cNvPr>
              <p:cNvCxnSpPr>
                <a:stCxn id="42" idx="6"/>
                <a:endCxn id="90" idx="2"/>
              </p:cNvCxnSpPr>
              <p:nvPr/>
            </p:nvCxnSpPr>
            <p:spPr>
              <a:xfrm>
                <a:off x="3186242" y="2334552"/>
                <a:ext cx="841952" cy="145639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9FAFF04E-4C6A-DB68-365E-46A6CC822BBD}"/>
                  </a:ext>
                </a:extLst>
              </p:cNvPr>
              <p:cNvCxnSpPr>
                <a:stCxn id="63" idx="6"/>
                <a:endCxn id="43" idx="2"/>
              </p:cNvCxnSpPr>
              <p:nvPr/>
            </p:nvCxnSpPr>
            <p:spPr>
              <a:xfrm>
                <a:off x="4314660" y="2334551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5DA56391-0F31-C106-AF2A-30BE2DBC58AC}"/>
                  </a:ext>
                </a:extLst>
              </p:cNvPr>
              <p:cNvCxnSpPr>
                <a:stCxn id="69" idx="6"/>
                <a:endCxn id="43" idx="2"/>
              </p:cNvCxnSpPr>
              <p:nvPr/>
            </p:nvCxnSpPr>
            <p:spPr>
              <a:xfrm flipV="1">
                <a:off x="4314659" y="2513568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ECC4B0EE-C6C5-2D28-740C-BB1D062960C9}"/>
                  </a:ext>
                </a:extLst>
              </p:cNvPr>
              <p:cNvCxnSpPr>
                <a:stCxn id="75" idx="6"/>
                <a:endCxn id="43" idx="2"/>
              </p:cNvCxnSpPr>
              <p:nvPr/>
            </p:nvCxnSpPr>
            <p:spPr>
              <a:xfrm flipV="1">
                <a:off x="4316507" y="2513568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5ECEE3B8-382B-7A08-C83B-0C90C204BA78}"/>
                  </a:ext>
                </a:extLst>
              </p:cNvPr>
              <p:cNvCxnSpPr>
                <a:stCxn id="84" idx="6"/>
                <a:endCxn id="43" idx="2"/>
              </p:cNvCxnSpPr>
              <p:nvPr/>
            </p:nvCxnSpPr>
            <p:spPr>
              <a:xfrm flipV="1">
                <a:off x="4314658" y="2513568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FBF035DF-01A3-D8C1-D74E-5AC40C1159A8}"/>
                  </a:ext>
                </a:extLst>
              </p:cNvPr>
              <p:cNvCxnSpPr>
                <a:stCxn id="90" idx="6"/>
                <a:endCxn id="43" idx="2"/>
              </p:cNvCxnSpPr>
              <p:nvPr/>
            </p:nvCxnSpPr>
            <p:spPr>
              <a:xfrm flipV="1">
                <a:off x="4314657" y="2513568"/>
                <a:ext cx="787797" cy="127738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6C4601C9-A69C-47E8-AD16-0E60D191802C}"/>
                  </a:ext>
                </a:extLst>
              </p:cNvPr>
              <p:cNvSpPr/>
              <p:nvPr/>
            </p:nvSpPr>
            <p:spPr>
              <a:xfrm>
                <a:off x="5102453" y="27456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798BF86D-D35F-7D8E-7D17-51A03EBACF5A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>
                <a:off x="4314659" y="27104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88355A82-55B3-E2A4-7A0C-37446C9FA67B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8" y="28894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EBF28CBA-4F3B-C587-0BF8-A714502BF966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6506" y="2889453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F41F44FA-24C9-DE6D-2019-6C316D03CB16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7" y="2889453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94311DA1-51CE-5670-EB8A-908448FA0F87}"/>
                  </a:ext>
                </a:extLst>
              </p:cNvPr>
              <p:cNvCxnSpPr>
                <a:stCxn id="63" idx="6"/>
                <a:endCxn id="101" idx="2"/>
              </p:cNvCxnSpPr>
              <p:nvPr/>
            </p:nvCxnSpPr>
            <p:spPr>
              <a:xfrm>
                <a:off x="4314660" y="2334551"/>
                <a:ext cx="787793" cy="5549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D0AF5D14-83C6-95CD-CAA2-93FD013DB0A0}"/>
                  </a:ext>
                </a:extLst>
              </p:cNvPr>
              <p:cNvSpPr/>
              <p:nvPr/>
            </p:nvSpPr>
            <p:spPr>
              <a:xfrm>
                <a:off x="5102452" y="3088214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B4C5986C-262F-FCD1-82E5-70EA1BCD3D74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>
                <a:off x="4314658" y="3052998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519497FA-9718-B707-8218-91D7B81910DB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4657" y="3232015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800EBB6A-E018-CCEE-3C1F-8DBED4766F6F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6505" y="3232015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97F0A4DA-1C12-7AB3-59BD-D198C0FDF1DB}"/>
                  </a:ext>
                </a:extLst>
              </p:cNvPr>
              <p:cNvCxnSpPr>
                <a:stCxn id="69" idx="6"/>
                <a:endCxn id="107" idx="2"/>
              </p:cNvCxnSpPr>
              <p:nvPr/>
            </p:nvCxnSpPr>
            <p:spPr>
              <a:xfrm>
                <a:off x="4314659" y="2712329"/>
                <a:ext cx="787793" cy="51968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57197613-FF06-79C1-24B7-00D3B25DC953}"/>
                  </a:ext>
                </a:extLst>
              </p:cNvPr>
              <p:cNvCxnSpPr>
                <a:stCxn id="63" idx="6"/>
                <a:endCxn id="107" idx="2"/>
              </p:cNvCxnSpPr>
              <p:nvPr/>
            </p:nvCxnSpPr>
            <p:spPr>
              <a:xfrm>
                <a:off x="4314660" y="2334551"/>
                <a:ext cx="787792" cy="89746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05EDCE50-5E52-3348-52E4-A252591611AD}"/>
                  </a:ext>
                </a:extLst>
              </p:cNvPr>
              <p:cNvSpPr/>
              <p:nvPr/>
            </p:nvSpPr>
            <p:spPr>
              <a:xfrm>
                <a:off x="5102454" y="34505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84F96B95-6D1E-855D-0816-A0E3BAF51F93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>
                <a:off x="4314660" y="34153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1F6927C2-2A8B-8281-BF45-7DC570496727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 flipV="1">
                <a:off x="4314659" y="35943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20876940-A89D-6D46-C5B3-6767DB7D0337}"/>
                  </a:ext>
                </a:extLst>
              </p:cNvPr>
              <p:cNvCxnSpPr>
                <a:stCxn id="75" idx="6"/>
                <a:endCxn id="113" idx="2"/>
              </p:cNvCxnSpPr>
              <p:nvPr/>
            </p:nvCxnSpPr>
            <p:spPr>
              <a:xfrm>
                <a:off x="4316507" y="3059487"/>
                <a:ext cx="785947" cy="53486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3A3B859C-782A-4644-0DBA-33A87C689A43}"/>
                  </a:ext>
                </a:extLst>
              </p:cNvPr>
              <p:cNvCxnSpPr>
                <a:stCxn id="69" idx="6"/>
                <a:endCxn id="113" idx="2"/>
              </p:cNvCxnSpPr>
              <p:nvPr/>
            </p:nvCxnSpPr>
            <p:spPr>
              <a:xfrm>
                <a:off x="4314659" y="2712329"/>
                <a:ext cx="787795" cy="88202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Arrow Connector 117">
                <a:extLst>
                  <a:ext uri="{FF2B5EF4-FFF2-40B4-BE49-F238E27FC236}">
                    <a16:creationId xmlns:a16="http://schemas.microsoft.com/office/drawing/2014/main" id="{29374BA2-DBB1-FE07-6F39-C0A0FF55B13B}"/>
                  </a:ext>
                </a:extLst>
              </p:cNvPr>
              <p:cNvCxnSpPr>
                <a:stCxn id="63" idx="6"/>
                <a:endCxn id="113" idx="2"/>
              </p:cNvCxnSpPr>
              <p:nvPr/>
            </p:nvCxnSpPr>
            <p:spPr>
              <a:xfrm>
                <a:off x="4314660" y="2334551"/>
                <a:ext cx="787794" cy="12598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706675E-1028-9F6F-CBAB-F760EA14B50B}"/>
                </a:ext>
              </a:extLst>
            </p:cNvPr>
            <p:cNvSpPr txBox="1"/>
            <p:nvPr/>
          </p:nvSpPr>
          <p:spPr>
            <a:xfrm>
              <a:off x="99059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A239FCC-83BC-32A7-26C0-47F98BFD8F76}"/>
                </a:ext>
              </a:extLst>
            </p:cNvPr>
            <p:cNvSpPr txBox="1"/>
            <p:nvPr/>
          </p:nvSpPr>
          <p:spPr>
            <a:xfrm>
              <a:off x="178701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74A7F98-B913-16B7-52E1-42D71696A834}"/>
                </a:ext>
              </a:extLst>
            </p:cNvPr>
            <p:cNvSpPr txBox="1"/>
            <p:nvPr/>
          </p:nvSpPr>
          <p:spPr>
            <a:xfrm>
              <a:off x="2715597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BF98C0E-9C11-16D4-F9E2-02781CADE7E8}"/>
                </a:ext>
              </a:extLst>
            </p:cNvPr>
            <p:cNvSpPr txBox="1"/>
            <p:nvPr/>
          </p:nvSpPr>
          <p:spPr>
            <a:xfrm>
              <a:off x="3596641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4</a:t>
              </a: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3C08351-B226-46BF-39DD-DAFC282FA3F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69"/>
          <a:stretch/>
        </p:blipFill>
        <p:spPr>
          <a:xfrm>
            <a:off x="76201" y="1695450"/>
            <a:ext cx="1676400" cy="1752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EFA4880-C7C6-CF24-D0A0-44195A7FBAD5}"/>
                  </a:ext>
                </a:extLst>
              </p:cNvPr>
              <p:cNvSpPr txBox="1"/>
              <p:nvPr/>
            </p:nvSpPr>
            <p:spPr>
              <a:xfrm>
                <a:off x="2743200" y="1896130"/>
                <a:ext cx="1295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FF0000"/>
                    </a:solidFill>
                  </a:rPr>
                  <a:t>Layer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EFA4880-C7C6-CF24-D0A0-44195A7FB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1896130"/>
                <a:ext cx="1295400" cy="523220"/>
              </a:xfrm>
              <a:prstGeom prst="rect">
                <a:avLst/>
              </a:prstGeom>
              <a:blipFill>
                <a:blip r:embed="rId4"/>
                <a:stretch>
                  <a:fillRect l="-9390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A69A24D-9BBF-C0C8-7CC6-8E3AF3ECB301}"/>
              </a:ext>
            </a:extLst>
          </p:cNvPr>
          <p:cNvCxnSpPr>
            <a:cxnSpLocks/>
          </p:cNvCxnSpPr>
          <p:nvPr/>
        </p:nvCxnSpPr>
        <p:spPr>
          <a:xfrm>
            <a:off x="1600200" y="2157740"/>
            <a:ext cx="12192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742DF12-766E-EE59-5880-8E028DA321E9}"/>
                  </a:ext>
                </a:extLst>
              </p:cNvPr>
              <p:cNvSpPr txBox="1"/>
              <p:nvPr/>
            </p:nvSpPr>
            <p:spPr>
              <a:xfrm>
                <a:off x="2743200" y="2924830"/>
                <a:ext cx="1295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7030A0"/>
                    </a:solidFill>
                  </a:rPr>
                  <a:t>Node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800" dirty="0">
                    <a:solidFill>
                      <a:srgbClr val="7030A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742DF12-766E-EE59-5880-8E028DA32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2924830"/>
                <a:ext cx="1295400" cy="523220"/>
              </a:xfrm>
              <a:prstGeom prst="rect">
                <a:avLst/>
              </a:prstGeom>
              <a:blipFill>
                <a:blip r:embed="rId5"/>
                <a:stretch>
                  <a:fillRect l="-9390" t="-11628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6609D70-1415-E219-A9EE-6117813FCE20}"/>
              </a:ext>
            </a:extLst>
          </p:cNvPr>
          <p:cNvCxnSpPr>
            <a:cxnSpLocks/>
          </p:cNvCxnSpPr>
          <p:nvPr/>
        </p:nvCxnSpPr>
        <p:spPr>
          <a:xfrm>
            <a:off x="1066800" y="3186440"/>
            <a:ext cx="1752600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5843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DB174-5992-A6EB-9902-EA7016446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245570-3E79-FF19-D8BE-A83FFBA55972}"/>
              </a:ext>
            </a:extLst>
          </p:cNvPr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Gradient computation: Backpropagation algorithm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9C82C65-2459-34B9-E3F0-645F2A838618}"/>
              </a:ext>
            </a:extLst>
          </p:cNvPr>
          <p:cNvSpPr txBox="1"/>
          <p:nvPr/>
        </p:nvSpPr>
        <p:spPr>
          <a:xfrm>
            <a:off x="381000" y="84200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Intuition:              “error” of node    in layer   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8D620F-6483-4EA8-E125-B181A77A576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672" y="956994"/>
            <a:ext cx="68580" cy="214884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B0116465-ECD7-723B-8285-59A1D5990AC4}"/>
              </a:ext>
            </a:extLst>
          </p:cNvPr>
          <p:cNvGrpSpPr/>
          <p:nvPr/>
        </p:nvGrpSpPr>
        <p:grpSpPr>
          <a:xfrm>
            <a:off x="5473984" y="1408178"/>
            <a:ext cx="3055882" cy="1588057"/>
            <a:chOff x="990599" y="738216"/>
            <a:chExt cx="3381620" cy="175733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F6B9EBD-31D7-2D9B-9BFE-DE51119FECA5}"/>
                </a:ext>
              </a:extLst>
            </p:cNvPr>
            <p:cNvGrpSpPr/>
            <p:nvPr/>
          </p:nvGrpSpPr>
          <p:grpSpPr>
            <a:xfrm>
              <a:off x="1239873" y="738216"/>
              <a:ext cx="2862230" cy="1432793"/>
              <a:chOff x="1905000" y="2190750"/>
              <a:chExt cx="3483917" cy="1744001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B5332F5E-F929-02F4-8F83-7EB073954DB6}"/>
                  </a:ext>
                </a:extLst>
              </p:cNvPr>
              <p:cNvSpPr/>
              <p:nvPr/>
            </p:nvSpPr>
            <p:spPr>
              <a:xfrm>
                <a:off x="1905000" y="318349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A096E2D4-A387-FC57-3E26-171A6058EFE3}"/>
                  </a:ext>
                </a:extLst>
              </p:cNvPr>
              <p:cNvSpPr/>
              <p:nvPr/>
            </p:nvSpPr>
            <p:spPr>
              <a:xfrm>
                <a:off x="1905000" y="284853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53E0131C-41FD-8EEC-8C9E-D291D4F1492E}"/>
                  </a:ext>
                </a:extLst>
              </p:cNvPr>
              <p:cNvSpPr/>
              <p:nvPr/>
            </p:nvSpPr>
            <p:spPr>
              <a:xfrm>
                <a:off x="1905000" y="251356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5F419FC-A5F2-4381-0E54-B3C99321C486}"/>
                  </a:ext>
                </a:extLst>
              </p:cNvPr>
              <p:cNvSpPr/>
              <p:nvPr/>
            </p:nvSpPr>
            <p:spPr>
              <a:xfrm>
                <a:off x="2899779" y="2190751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D764CA6D-F133-FA0B-9FDD-72985CE02B39}"/>
                  </a:ext>
                </a:extLst>
              </p:cNvPr>
              <p:cNvSpPr/>
              <p:nvPr/>
            </p:nvSpPr>
            <p:spPr>
              <a:xfrm>
                <a:off x="5102454" y="236976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8A0E7AA0-0740-946C-F40D-B5FE12754EB9}"/>
                  </a:ext>
                </a:extLst>
              </p:cNvPr>
              <p:cNvCxnSpPr>
                <a:stCxn id="41" idx="6"/>
                <a:endCxn id="42" idx="2"/>
              </p:cNvCxnSpPr>
              <p:nvPr/>
            </p:nvCxnSpPr>
            <p:spPr>
              <a:xfrm flipV="1">
                <a:off x="2191463" y="2334552"/>
                <a:ext cx="708316" cy="3228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B78963E5-5E50-5D80-845C-CC431099776D}"/>
                  </a:ext>
                </a:extLst>
              </p:cNvPr>
              <p:cNvCxnSpPr>
                <a:stCxn id="40" idx="6"/>
                <a:endCxn id="42" idx="2"/>
              </p:cNvCxnSpPr>
              <p:nvPr/>
            </p:nvCxnSpPr>
            <p:spPr>
              <a:xfrm flipV="1">
                <a:off x="2191463" y="2334552"/>
                <a:ext cx="708316" cy="6577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3161AEE3-C198-BE47-FCA1-E0770DA519D1}"/>
                  </a:ext>
                </a:extLst>
              </p:cNvPr>
              <p:cNvCxnSpPr>
                <a:stCxn id="39" idx="6"/>
                <a:endCxn id="42" idx="2"/>
              </p:cNvCxnSpPr>
              <p:nvPr/>
            </p:nvCxnSpPr>
            <p:spPr>
              <a:xfrm flipV="1">
                <a:off x="2191463" y="2334552"/>
                <a:ext cx="708316" cy="9927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9626927-34AE-C8C8-D32D-2330F02512DB}"/>
                  </a:ext>
                </a:extLst>
              </p:cNvPr>
              <p:cNvSpPr/>
              <p:nvPr/>
            </p:nvSpPr>
            <p:spPr>
              <a:xfrm>
                <a:off x="2899778" y="2564055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3871A655-FBCE-44BA-9F38-D82FE5A98405}"/>
                  </a:ext>
                </a:extLst>
              </p:cNvPr>
              <p:cNvCxnSpPr>
                <a:stCxn id="41" idx="6"/>
                <a:endCxn id="47" idx="2"/>
              </p:cNvCxnSpPr>
              <p:nvPr/>
            </p:nvCxnSpPr>
            <p:spPr>
              <a:xfrm>
                <a:off x="2191463" y="2657369"/>
                <a:ext cx="708315" cy="5048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9392ECA3-734F-8B38-38FE-A0CB2E9F589E}"/>
                  </a:ext>
                </a:extLst>
              </p:cNvPr>
              <p:cNvCxnSpPr>
                <a:stCxn id="40" idx="6"/>
                <a:endCxn id="47" idx="2"/>
              </p:cNvCxnSpPr>
              <p:nvPr/>
            </p:nvCxnSpPr>
            <p:spPr>
              <a:xfrm flipV="1">
                <a:off x="2191463" y="2707856"/>
                <a:ext cx="708315" cy="2844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0D76ED4B-B94E-A24C-1CF0-7555F69D0DCF}"/>
                  </a:ext>
                </a:extLst>
              </p:cNvPr>
              <p:cNvCxnSpPr>
                <a:stCxn id="39" idx="6"/>
                <a:endCxn id="47" idx="2"/>
              </p:cNvCxnSpPr>
              <p:nvPr/>
            </p:nvCxnSpPr>
            <p:spPr>
              <a:xfrm flipV="1">
                <a:off x="2191463" y="2707856"/>
                <a:ext cx="708315" cy="61944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29CED155-757E-D2D8-FE95-BC1B0FEDCED4}"/>
                  </a:ext>
                </a:extLst>
              </p:cNvPr>
              <p:cNvSpPr/>
              <p:nvPr/>
            </p:nvSpPr>
            <p:spPr>
              <a:xfrm>
                <a:off x="2899777" y="292277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011858CC-186B-5032-6ECC-1D7BA7DD0BF8}"/>
                  </a:ext>
                </a:extLst>
              </p:cNvPr>
              <p:cNvCxnSpPr>
                <a:stCxn id="41" idx="6"/>
                <a:endCxn id="51" idx="2"/>
              </p:cNvCxnSpPr>
              <p:nvPr/>
            </p:nvCxnSpPr>
            <p:spPr>
              <a:xfrm>
                <a:off x="2191463" y="2657369"/>
                <a:ext cx="708314" cy="40920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A9D05BDB-5CE8-148B-0A3D-B35B8C23722C}"/>
                  </a:ext>
                </a:extLst>
              </p:cNvPr>
              <p:cNvCxnSpPr>
                <a:stCxn id="40" idx="6"/>
                <a:endCxn id="51" idx="2"/>
              </p:cNvCxnSpPr>
              <p:nvPr/>
            </p:nvCxnSpPr>
            <p:spPr>
              <a:xfrm>
                <a:off x="2191463" y="2992333"/>
                <a:ext cx="708314" cy="742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0BC329F6-C77C-F2AB-2BB6-508A1C4C531C}"/>
                  </a:ext>
                </a:extLst>
              </p:cNvPr>
              <p:cNvCxnSpPr>
                <a:stCxn id="39" idx="6"/>
                <a:endCxn id="51" idx="2"/>
              </p:cNvCxnSpPr>
              <p:nvPr/>
            </p:nvCxnSpPr>
            <p:spPr>
              <a:xfrm flipV="1">
                <a:off x="2191463" y="3066578"/>
                <a:ext cx="708314" cy="2607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27CBA72B-FAE9-32E9-AB5A-AEB6E9E13ABA}"/>
                  </a:ext>
                </a:extLst>
              </p:cNvPr>
              <p:cNvSpPr/>
              <p:nvPr/>
            </p:nvSpPr>
            <p:spPr>
              <a:xfrm>
                <a:off x="2899776" y="3273713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82418BC2-3DED-4D30-1C6B-D23316CB9ED5}"/>
                  </a:ext>
                </a:extLst>
              </p:cNvPr>
              <p:cNvCxnSpPr>
                <a:stCxn id="41" idx="6"/>
                <a:endCxn id="55" idx="2"/>
              </p:cNvCxnSpPr>
              <p:nvPr/>
            </p:nvCxnSpPr>
            <p:spPr>
              <a:xfrm>
                <a:off x="2191463" y="2657369"/>
                <a:ext cx="708313" cy="7601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19E4ED2A-58F3-C390-F0D1-E382C2721D92}"/>
                  </a:ext>
                </a:extLst>
              </p:cNvPr>
              <p:cNvCxnSpPr>
                <a:stCxn id="40" idx="6"/>
                <a:endCxn id="55" idx="2"/>
              </p:cNvCxnSpPr>
              <p:nvPr/>
            </p:nvCxnSpPr>
            <p:spPr>
              <a:xfrm>
                <a:off x="2191463" y="2992333"/>
                <a:ext cx="708313" cy="4251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96165D5A-1507-5855-0E46-08F91199004A}"/>
                  </a:ext>
                </a:extLst>
              </p:cNvPr>
              <p:cNvCxnSpPr>
                <a:stCxn id="39" idx="6"/>
                <a:endCxn id="55" idx="2"/>
              </p:cNvCxnSpPr>
              <p:nvPr/>
            </p:nvCxnSpPr>
            <p:spPr>
              <a:xfrm>
                <a:off x="2191463" y="3327297"/>
                <a:ext cx="708313" cy="902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FE46F749-ABA6-D354-7E7D-B6A4476008C0}"/>
                  </a:ext>
                </a:extLst>
              </p:cNvPr>
              <p:cNvSpPr/>
              <p:nvPr/>
            </p:nvSpPr>
            <p:spPr>
              <a:xfrm>
                <a:off x="2899779" y="36385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94992AD9-17C2-A736-11B4-8B85A59786D2}"/>
                  </a:ext>
                </a:extLst>
              </p:cNvPr>
              <p:cNvCxnSpPr>
                <a:stCxn id="41" idx="6"/>
                <a:endCxn id="59" idx="2"/>
              </p:cNvCxnSpPr>
              <p:nvPr/>
            </p:nvCxnSpPr>
            <p:spPr>
              <a:xfrm>
                <a:off x="2191463" y="2657369"/>
                <a:ext cx="708316" cy="112498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4B06F892-D28C-3622-CD3B-212CAB882DD8}"/>
                  </a:ext>
                </a:extLst>
              </p:cNvPr>
              <p:cNvCxnSpPr>
                <a:stCxn id="40" idx="6"/>
                <a:endCxn id="59" idx="2"/>
              </p:cNvCxnSpPr>
              <p:nvPr/>
            </p:nvCxnSpPr>
            <p:spPr>
              <a:xfrm>
                <a:off x="2191463" y="2992333"/>
                <a:ext cx="708316" cy="79001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C84598BC-356C-239B-C63B-9ACCFC104224}"/>
                  </a:ext>
                </a:extLst>
              </p:cNvPr>
              <p:cNvCxnSpPr>
                <a:stCxn id="39" idx="6"/>
                <a:endCxn id="59" idx="2"/>
              </p:cNvCxnSpPr>
              <p:nvPr/>
            </p:nvCxnSpPr>
            <p:spPr>
              <a:xfrm>
                <a:off x="2191463" y="3327297"/>
                <a:ext cx="708316" cy="45505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78C30E8C-D051-BF28-DD47-E1FD3EB9CBE9}"/>
                  </a:ext>
                </a:extLst>
              </p:cNvPr>
              <p:cNvSpPr/>
              <p:nvPr/>
            </p:nvSpPr>
            <p:spPr>
              <a:xfrm>
                <a:off x="4028197" y="21907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599E4880-6BC9-4553-415D-0C065EE92951}"/>
                  </a:ext>
                </a:extLst>
              </p:cNvPr>
              <p:cNvCxnSpPr>
                <a:stCxn id="42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FBC303E6-89A2-E652-B4F8-520B9E295640}"/>
                  </a:ext>
                </a:extLst>
              </p:cNvPr>
              <p:cNvCxnSpPr>
                <a:stCxn id="47" idx="6"/>
                <a:endCxn id="63" idx="2"/>
              </p:cNvCxnSpPr>
              <p:nvPr/>
            </p:nvCxnSpPr>
            <p:spPr>
              <a:xfrm flipV="1">
                <a:off x="3186241" y="233455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E3829BDD-96D9-8662-716E-7C9058C50C39}"/>
                  </a:ext>
                </a:extLst>
              </p:cNvPr>
              <p:cNvCxnSpPr>
                <a:stCxn id="51" idx="6"/>
                <a:endCxn id="63" idx="2"/>
              </p:cNvCxnSpPr>
              <p:nvPr/>
            </p:nvCxnSpPr>
            <p:spPr>
              <a:xfrm flipV="1">
                <a:off x="3186240" y="2334551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59B68581-9C90-4E6D-17BC-D8A94AFB028F}"/>
                  </a:ext>
                </a:extLst>
              </p:cNvPr>
              <p:cNvCxnSpPr>
                <a:stCxn id="55" idx="6"/>
                <a:endCxn id="63" idx="2"/>
              </p:cNvCxnSpPr>
              <p:nvPr/>
            </p:nvCxnSpPr>
            <p:spPr>
              <a:xfrm flipV="1">
                <a:off x="3186239" y="2334551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7CD0F7B7-934A-E774-76EA-C7FE101934D7}"/>
                  </a:ext>
                </a:extLst>
              </p:cNvPr>
              <p:cNvCxnSpPr>
                <a:stCxn id="59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447800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903DD0E2-A752-B4E3-B5C8-2295CC96CFC9}"/>
                  </a:ext>
                </a:extLst>
              </p:cNvPr>
              <p:cNvSpPr/>
              <p:nvPr/>
            </p:nvSpPr>
            <p:spPr>
              <a:xfrm>
                <a:off x="4028196" y="256852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AF6610DC-E5EA-B63F-0247-2F7AD5C72A79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41" y="2712329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69755E47-7E41-2112-B44B-6B1D2FD713AA}"/>
                  </a:ext>
                </a:extLst>
              </p:cNvPr>
              <p:cNvCxnSpPr>
                <a:stCxn id="51" idx="6"/>
                <a:endCxn id="69" idx="2"/>
              </p:cNvCxnSpPr>
              <p:nvPr/>
            </p:nvCxnSpPr>
            <p:spPr>
              <a:xfrm flipV="1">
                <a:off x="3186240" y="2712329"/>
                <a:ext cx="841956" cy="3542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9D291ACA-61A0-D10D-611C-6964AF76197F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9" y="2712329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30CE027A-8278-C08D-5D35-1E02392A2E48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8" y="2712329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826FF057-E4E7-88AE-75B8-67314F84534E}"/>
                  </a:ext>
                </a:extLst>
              </p:cNvPr>
              <p:cNvCxnSpPr>
                <a:stCxn id="42" idx="6"/>
                <a:endCxn id="69" idx="2"/>
              </p:cNvCxnSpPr>
              <p:nvPr/>
            </p:nvCxnSpPr>
            <p:spPr>
              <a:xfrm>
                <a:off x="3186242" y="2334552"/>
                <a:ext cx="841954" cy="3777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FD1B9F6E-AB41-6B60-4D67-D9BF097FBD18}"/>
                  </a:ext>
                </a:extLst>
              </p:cNvPr>
              <p:cNvSpPr/>
              <p:nvPr/>
            </p:nvSpPr>
            <p:spPr>
              <a:xfrm>
                <a:off x="4030044" y="291568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343C5F25-A547-0775-B247-8E6D35E2C20C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9" y="3059487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6D1DC43F-0DD2-08A1-A8FE-27E4B5B0216D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8" y="3059487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EBDF1B8B-2D97-3379-C331-CD04A085E79B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7" y="3059487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6D2C5336-61AA-D55A-C6EC-653500DF628B}"/>
                  </a:ext>
                </a:extLst>
              </p:cNvPr>
              <p:cNvCxnSpPr>
                <a:stCxn id="47" idx="6"/>
                <a:endCxn id="75" idx="2"/>
              </p:cNvCxnSpPr>
              <p:nvPr/>
            </p:nvCxnSpPr>
            <p:spPr>
              <a:xfrm>
                <a:off x="3186241" y="2707856"/>
                <a:ext cx="843803" cy="35163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E59BEB47-9770-7755-4770-0F51DED0E9BB}"/>
                  </a:ext>
                </a:extLst>
              </p:cNvPr>
              <p:cNvCxnSpPr>
                <a:stCxn id="42" idx="6"/>
                <a:endCxn id="75" idx="2"/>
              </p:cNvCxnSpPr>
              <p:nvPr/>
            </p:nvCxnSpPr>
            <p:spPr>
              <a:xfrm>
                <a:off x="3186242" y="2334552"/>
                <a:ext cx="843802" cy="72493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AA0E7711-D3F9-C4E1-2D7D-5F904108B6E6}"/>
                  </a:ext>
                </a:extLst>
              </p:cNvPr>
              <p:cNvSpPr/>
              <p:nvPr/>
            </p:nvSpPr>
            <p:spPr>
              <a:xfrm>
                <a:off x="4028195" y="326390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2A6712D1-21AA-002E-DB8A-E54B22B767EC}"/>
                  </a:ext>
                </a:extLst>
              </p:cNvPr>
              <p:cNvCxnSpPr>
                <a:stCxn id="55" idx="6"/>
                <a:endCxn id="84" idx="2"/>
              </p:cNvCxnSpPr>
              <p:nvPr/>
            </p:nvCxnSpPr>
            <p:spPr>
              <a:xfrm flipV="1">
                <a:off x="3186239" y="3407701"/>
                <a:ext cx="841956" cy="981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00409AD5-8C6F-2805-7707-212FCA6D266F}"/>
                  </a:ext>
                </a:extLst>
              </p:cNvPr>
              <p:cNvCxnSpPr>
                <a:endCxn id="84" idx="2"/>
              </p:cNvCxnSpPr>
              <p:nvPr/>
            </p:nvCxnSpPr>
            <p:spPr>
              <a:xfrm flipV="1">
                <a:off x="3186239" y="340770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1A454E2B-1097-D6A8-9A91-0FEC08FDAB04}"/>
                  </a:ext>
                </a:extLst>
              </p:cNvPr>
              <p:cNvCxnSpPr>
                <a:stCxn id="51" idx="6"/>
                <a:endCxn id="84" idx="2"/>
              </p:cNvCxnSpPr>
              <p:nvPr/>
            </p:nvCxnSpPr>
            <p:spPr>
              <a:xfrm>
                <a:off x="3186240" y="3066578"/>
                <a:ext cx="841955" cy="34112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2E705883-00EE-CC28-0DB7-26459B46974A}"/>
                  </a:ext>
                </a:extLst>
              </p:cNvPr>
              <p:cNvCxnSpPr>
                <a:stCxn id="47" idx="6"/>
                <a:endCxn id="84" idx="2"/>
              </p:cNvCxnSpPr>
              <p:nvPr/>
            </p:nvCxnSpPr>
            <p:spPr>
              <a:xfrm>
                <a:off x="3186241" y="2707856"/>
                <a:ext cx="841954" cy="6998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9D8904A5-26FA-DBBB-0827-D255D9F7C21D}"/>
                  </a:ext>
                </a:extLst>
              </p:cNvPr>
              <p:cNvCxnSpPr>
                <a:stCxn id="42" idx="6"/>
                <a:endCxn id="84" idx="2"/>
              </p:cNvCxnSpPr>
              <p:nvPr/>
            </p:nvCxnSpPr>
            <p:spPr>
              <a:xfrm>
                <a:off x="3186242" y="2334552"/>
                <a:ext cx="841953" cy="10731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0E4E0EAD-D2BC-3257-2750-9C4130636508}"/>
                  </a:ext>
                </a:extLst>
              </p:cNvPr>
              <p:cNvSpPr/>
              <p:nvPr/>
            </p:nvSpPr>
            <p:spPr>
              <a:xfrm>
                <a:off x="4028194" y="36471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8411B410-363B-5647-B0B9-7FA93976191D}"/>
                  </a:ext>
                </a:extLst>
              </p:cNvPr>
              <p:cNvCxnSpPr>
                <a:endCxn id="90" idx="2"/>
              </p:cNvCxnSpPr>
              <p:nvPr/>
            </p:nvCxnSpPr>
            <p:spPr>
              <a:xfrm flipV="1">
                <a:off x="3186239" y="37909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28B9FAA2-00F0-BF05-4621-4CB878F73DC9}"/>
                  </a:ext>
                </a:extLst>
              </p:cNvPr>
              <p:cNvCxnSpPr>
                <a:stCxn id="55" idx="6"/>
                <a:endCxn id="90" idx="2"/>
              </p:cNvCxnSpPr>
              <p:nvPr/>
            </p:nvCxnSpPr>
            <p:spPr>
              <a:xfrm>
                <a:off x="3186239" y="3417514"/>
                <a:ext cx="841955" cy="37343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DD47F14C-85A6-ECD0-A909-4D598F4F5726}"/>
                  </a:ext>
                </a:extLst>
              </p:cNvPr>
              <p:cNvCxnSpPr>
                <a:stCxn id="51" idx="6"/>
                <a:endCxn id="90" idx="2"/>
              </p:cNvCxnSpPr>
              <p:nvPr/>
            </p:nvCxnSpPr>
            <p:spPr>
              <a:xfrm>
                <a:off x="3186240" y="3066578"/>
                <a:ext cx="841954" cy="72437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6CC6A7E2-D52A-A716-BA19-5CC3799E0DC2}"/>
                  </a:ext>
                </a:extLst>
              </p:cNvPr>
              <p:cNvCxnSpPr>
                <a:stCxn id="47" idx="6"/>
                <a:endCxn id="90" idx="2"/>
              </p:cNvCxnSpPr>
              <p:nvPr/>
            </p:nvCxnSpPr>
            <p:spPr>
              <a:xfrm>
                <a:off x="3186241" y="2707856"/>
                <a:ext cx="841953" cy="108309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8E0A47D3-1B44-6D9F-BF57-CDBF13BBB36A}"/>
                  </a:ext>
                </a:extLst>
              </p:cNvPr>
              <p:cNvCxnSpPr>
                <a:stCxn id="42" idx="6"/>
                <a:endCxn id="90" idx="2"/>
              </p:cNvCxnSpPr>
              <p:nvPr/>
            </p:nvCxnSpPr>
            <p:spPr>
              <a:xfrm>
                <a:off x="3186242" y="2334552"/>
                <a:ext cx="841952" cy="145639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B60A8A9C-3E73-F0CB-5702-20B9844040EB}"/>
                  </a:ext>
                </a:extLst>
              </p:cNvPr>
              <p:cNvCxnSpPr>
                <a:stCxn id="63" idx="6"/>
                <a:endCxn id="43" idx="2"/>
              </p:cNvCxnSpPr>
              <p:nvPr/>
            </p:nvCxnSpPr>
            <p:spPr>
              <a:xfrm>
                <a:off x="4314660" y="2334551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E4D015CD-0725-5333-75E0-58A390C43286}"/>
                  </a:ext>
                </a:extLst>
              </p:cNvPr>
              <p:cNvCxnSpPr>
                <a:stCxn id="69" idx="6"/>
                <a:endCxn id="43" idx="2"/>
              </p:cNvCxnSpPr>
              <p:nvPr/>
            </p:nvCxnSpPr>
            <p:spPr>
              <a:xfrm flipV="1">
                <a:off x="4314659" y="2513568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7BAB1893-C2CC-0432-9911-9E93BBD1BF60}"/>
                  </a:ext>
                </a:extLst>
              </p:cNvPr>
              <p:cNvCxnSpPr>
                <a:stCxn id="75" idx="6"/>
                <a:endCxn id="43" idx="2"/>
              </p:cNvCxnSpPr>
              <p:nvPr/>
            </p:nvCxnSpPr>
            <p:spPr>
              <a:xfrm flipV="1">
                <a:off x="4316507" y="2513568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DD2D4DC6-6ECC-1FEB-E9D7-231E65BB3910}"/>
                  </a:ext>
                </a:extLst>
              </p:cNvPr>
              <p:cNvCxnSpPr>
                <a:stCxn id="84" idx="6"/>
                <a:endCxn id="43" idx="2"/>
              </p:cNvCxnSpPr>
              <p:nvPr/>
            </p:nvCxnSpPr>
            <p:spPr>
              <a:xfrm flipV="1">
                <a:off x="4314658" y="2513568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48476E2A-70A7-BC7F-54C3-5243B0208355}"/>
                  </a:ext>
                </a:extLst>
              </p:cNvPr>
              <p:cNvCxnSpPr>
                <a:stCxn id="90" idx="6"/>
                <a:endCxn id="43" idx="2"/>
              </p:cNvCxnSpPr>
              <p:nvPr/>
            </p:nvCxnSpPr>
            <p:spPr>
              <a:xfrm flipV="1">
                <a:off x="4314657" y="2513568"/>
                <a:ext cx="787797" cy="127738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305A2220-F638-5A4E-B4D1-1757A314B02D}"/>
                  </a:ext>
                </a:extLst>
              </p:cNvPr>
              <p:cNvSpPr/>
              <p:nvPr/>
            </p:nvSpPr>
            <p:spPr>
              <a:xfrm>
                <a:off x="5102453" y="27456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5616A556-5F3F-27DD-ACAE-86AB32CB93A3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>
                <a:off x="4314659" y="27104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664004CC-860B-7A91-49D0-AE2EE79389BE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8" y="28894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078BCFE2-F715-DE01-4B8C-6AB4148DEC4C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6506" y="2889453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E35AA81B-2037-141E-7C2D-D031D843F656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7" y="2889453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8E852617-9568-C63F-73B0-B4CF1CBC0C5D}"/>
                  </a:ext>
                </a:extLst>
              </p:cNvPr>
              <p:cNvCxnSpPr>
                <a:stCxn id="63" idx="6"/>
                <a:endCxn id="101" idx="2"/>
              </p:cNvCxnSpPr>
              <p:nvPr/>
            </p:nvCxnSpPr>
            <p:spPr>
              <a:xfrm>
                <a:off x="4314660" y="2334551"/>
                <a:ext cx="787793" cy="5549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E0E62B62-7582-9E06-E5B1-569DE775A0ED}"/>
                  </a:ext>
                </a:extLst>
              </p:cNvPr>
              <p:cNvSpPr/>
              <p:nvPr/>
            </p:nvSpPr>
            <p:spPr>
              <a:xfrm>
                <a:off x="5102452" y="3088214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5E670C4A-0DAD-35D6-905A-DD328943973D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>
                <a:off x="4314658" y="3052998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4A34283E-A9B7-A888-9CD8-16C8B0337C55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4657" y="3232015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97858225-C671-3B61-3749-E19A614FDB40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6505" y="3232015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04415079-B6A6-CAA4-B3DB-3EE233D5AE49}"/>
                  </a:ext>
                </a:extLst>
              </p:cNvPr>
              <p:cNvCxnSpPr>
                <a:stCxn id="69" idx="6"/>
                <a:endCxn id="107" idx="2"/>
              </p:cNvCxnSpPr>
              <p:nvPr/>
            </p:nvCxnSpPr>
            <p:spPr>
              <a:xfrm>
                <a:off x="4314659" y="2712329"/>
                <a:ext cx="787793" cy="51968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82570E31-2EEE-148C-A199-BFDDC1323DE7}"/>
                  </a:ext>
                </a:extLst>
              </p:cNvPr>
              <p:cNvCxnSpPr>
                <a:stCxn id="63" idx="6"/>
                <a:endCxn id="107" idx="2"/>
              </p:cNvCxnSpPr>
              <p:nvPr/>
            </p:nvCxnSpPr>
            <p:spPr>
              <a:xfrm>
                <a:off x="4314660" y="2334551"/>
                <a:ext cx="787792" cy="89746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DC36C331-9EC4-2914-0285-B51C4C6D8F1A}"/>
                  </a:ext>
                </a:extLst>
              </p:cNvPr>
              <p:cNvSpPr/>
              <p:nvPr/>
            </p:nvSpPr>
            <p:spPr>
              <a:xfrm>
                <a:off x="5102454" y="34505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29F724FC-FF6E-6E40-716F-FE6121BCE5B2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>
                <a:off x="4314660" y="34153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157F4014-E09E-7D35-15FF-41F0B0622722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 flipV="1">
                <a:off x="4314659" y="35943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87D4E21D-7364-14AA-146E-C1BF5B0FDEDF}"/>
                  </a:ext>
                </a:extLst>
              </p:cNvPr>
              <p:cNvCxnSpPr>
                <a:stCxn id="75" idx="6"/>
                <a:endCxn id="113" idx="2"/>
              </p:cNvCxnSpPr>
              <p:nvPr/>
            </p:nvCxnSpPr>
            <p:spPr>
              <a:xfrm>
                <a:off x="4316507" y="3059487"/>
                <a:ext cx="785947" cy="53486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1652221A-2801-A95B-AE1A-E8FE609F091C}"/>
                  </a:ext>
                </a:extLst>
              </p:cNvPr>
              <p:cNvCxnSpPr>
                <a:stCxn id="69" idx="6"/>
                <a:endCxn id="113" idx="2"/>
              </p:cNvCxnSpPr>
              <p:nvPr/>
            </p:nvCxnSpPr>
            <p:spPr>
              <a:xfrm>
                <a:off x="4314659" y="2712329"/>
                <a:ext cx="787795" cy="88202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Arrow Connector 117">
                <a:extLst>
                  <a:ext uri="{FF2B5EF4-FFF2-40B4-BE49-F238E27FC236}">
                    <a16:creationId xmlns:a16="http://schemas.microsoft.com/office/drawing/2014/main" id="{294C704B-427D-31D5-5D47-9C8F0F47B2CD}"/>
                  </a:ext>
                </a:extLst>
              </p:cNvPr>
              <p:cNvCxnSpPr>
                <a:stCxn id="63" idx="6"/>
                <a:endCxn id="113" idx="2"/>
              </p:cNvCxnSpPr>
              <p:nvPr/>
            </p:nvCxnSpPr>
            <p:spPr>
              <a:xfrm>
                <a:off x="4314660" y="2334551"/>
                <a:ext cx="787794" cy="12598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EAE115A-6190-00D1-FB24-86D6998C1056}"/>
                </a:ext>
              </a:extLst>
            </p:cNvPr>
            <p:cNvSpPr txBox="1"/>
            <p:nvPr/>
          </p:nvSpPr>
          <p:spPr>
            <a:xfrm>
              <a:off x="99059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06644A9-A145-1D44-9D2A-9AD83E3A8F02}"/>
                </a:ext>
              </a:extLst>
            </p:cNvPr>
            <p:cNvSpPr txBox="1"/>
            <p:nvPr/>
          </p:nvSpPr>
          <p:spPr>
            <a:xfrm>
              <a:off x="178701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D800A4F-9C2D-7692-5866-B983195B24AC}"/>
                </a:ext>
              </a:extLst>
            </p:cNvPr>
            <p:cNvSpPr txBox="1"/>
            <p:nvPr/>
          </p:nvSpPr>
          <p:spPr>
            <a:xfrm>
              <a:off x="2715597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E456A9B-3FFB-4229-360D-6B73F4452504}"/>
                </a:ext>
              </a:extLst>
            </p:cNvPr>
            <p:cNvSpPr txBox="1"/>
            <p:nvPr/>
          </p:nvSpPr>
          <p:spPr>
            <a:xfrm>
              <a:off x="3596641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4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3720F3B-613B-6B98-1AB3-06F2B6DEE64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502" y="978095"/>
            <a:ext cx="125730" cy="2628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50B9B9-FC97-8F8B-432A-5C3CFAB2C01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376" y="878019"/>
            <a:ext cx="722376" cy="45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9573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A1850-692D-DB3D-912A-B873BD284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37C167-BE09-21DA-F8BA-9F2692008CD2}"/>
              </a:ext>
            </a:extLst>
          </p:cNvPr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Gradient computation: Backpropagation algorithm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58BF8E2-525B-6A35-BAC9-25367C5621F9}"/>
              </a:ext>
            </a:extLst>
          </p:cNvPr>
          <p:cNvSpPr txBox="1"/>
          <p:nvPr/>
        </p:nvSpPr>
        <p:spPr>
          <a:xfrm>
            <a:off x="381000" y="84200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Intuition:              “error” of node    in layer   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811022-96CE-0E9E-66C8-B5321254328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672" y="956994"/>
            <a:ext cx="68580" cy="214884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138813B3-9446-324B-322A-39FBA80FF632}"/>
              </a:ext>
            </a:extLst>
          </p:cNvPr>
          <p:cNvGrpSpPr/>
          <p:nvPr/>
        </p:nvGrpSpPr>
        <p:grpSpPr>
          <a:xfrm>
            <a:off x="5473984" y="1408178"/>
            <a:ext cx="3055882" cy="1588057"/>
            <a:chOff x="990599" y="738216"/>
            <a:chExt cx="3381620" cy="175733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4143EA1-AC0B-DC73-3A84-C7F400EAD931}"/>
                </a:ext>
              </a:extLst>
            </p:cNvPr>
            <p:cNvGrpSpPr/>
            <p:nvPr/>
          </p:nvGrpSpPr>
          <p:grpSpPr>
            <a:xfrm>
              <a:off x="1239873" y="738216"/>
              <a:ext cx="2862230" cy="1432793"/>
              <a:chOff x="1905000" y="2190750"/>
              <a:chExt cx="3483917" cy="1744001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B60B8A3F-C735-CAEE-FB11-E1DF18D39527}"/>
                  </a:ext>
                </a:extLst>
              </p:cNvPr>
              <p:cNvSpPr/>
              <p:nvPr/>
            </p:nvSpPr>
            <p:spPr>
              <a:xfrm>
                <a:off x="1905000" y="318349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DF9F911E-2954-0A65-550E-54A742AC8776}"/>
                  </a:ext>
                </a:extLst>
              </p:cNvPr>
              <p:cNvSpPr/>
              <p:nvPr/>
            </p:nvSpPr>
            <p:spPr>
              <a:xfrm>
                <a:off x="1905000" y="284853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33DD6BF2-DF9A-4A2A-96BB-C79C2EC2E65B}"/>
                  </a:ext>
                </a:extLst>
              </p:cNvPr>
              <p:cNvSpPr/>
              <p:nvPr/>
            </p:nvSpPr>
            <p:spPr>
              <a:xfrm>
                <a:off x="1905000" y="251356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256DC038-4BE7-6F7A-9A76-1FE55F692E9F}"/>
                  </a:ext>
                </a:extLst>
              </p:cNvPr>
              <p:cNvSpPr/>
              <p:nvPr/>
            </p:nvSpPr>
            <p:spPr>
              <a:xfrm>
                <a:off x="2899779" y="2190751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66D23E13-D5E8-1949-69D8-8E4CA957DBE1}"/>
                  </a:ext>
                </a:extLst>
              </p:cNvPr>
              <p:cNvSpPr/>
              <p:nvPr/>
            </p:nvSpPr>
            <p:spPr>
              <a:xfrm>
                <a:off x="5102454" y="236976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4A4FBB15-12FE-84DE-E0F3-E17AC00C7AE6}"/>
                  </a:ext>
                </a:extLst>
              </p:cNvPr>
              <p:cNvCxnSpPr>
                <a:stCxn id="41" idx="6"/>
                <a:endCxn id="42" idx="2"/>
              </p:cNvCxnSpPr>
              <p:nvPr/>
            </p:nvCxnSpPr>
            <p:spPr>
              <a:xfrm flipV="1">
                <a:off x="2191463" y="2334552"/>
                <a:ext cx="708316" cy="3228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26C06ED0-F932-D8EF-0355-511530781E38}"/>
                  </a:ext>
                </a:extLst>
              </p:cNvPr>
              <p:cNvCxnSpPr>
                <a:stCxn id="40" idx="6"/>
                <a:endCxn id="42" idx="2"/>
              </p:cNvCxnSpPr>
              <p:nvPr/>
            </p:nvCxnSpPr>
            <p:spPr>
              <a:xfrm flipV="1">
                <a:off x="2191463" y="2334552"/>
                <a:ext cx="708316" cy="6577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FC2887D3-B764-0DF0-5641-AE05C309AF56}"/>
                  </a:ext>
                </a:extLst>
              </p:cNvPr>
              <p:cNvCxnSpPr>
                <a:stCxn id="39" idx="6"/>
                <a:endCxn id="42" idx="2"/>
              </p:cNvCxnSpPr>
              <p:nvPr/>
            </p:nvCxnSpPr>
            <p:spPr>
              <a:xfrm flipV="1">
                <a:off x="2191463" y="2334552"/>
                <a:ext cx="708316" cy="9927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098C4270-A0C5-A0DD-8CFF-1EF8CCE0DBA4}"/>
                  </a:ext>
                </a:extLst>
              </p:cNvPr>
              <p:cNvSpPr/>
              <p:nvPr/>
            </p:nvSpPr>
            <p:spPr>
              <a:xfrm>
                <a:off x="2899778" y="2564055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BE43BA28-EDC1-F0DC-B959-0450B076D88C}"/>
                  </a:ext>
                </a:extLst>
              </p:cNvPr>
              <p:cNvCxnSpPr>
                <a:stCxn id="41" idx="6"/>
                <a:endCxn id="47" idx="2"/>
              </p:cNvCxnSpPr>
              <p:nvPr/>
            </p:nvCxnSpPr>
            <p:spPr>
              <a:xfrm>
                <a:off x="2191463" y="2657369"/>
                <a:ext cx="708315" cy="5048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F9491341-7D62-3EB5-9563-489115EE307F}"/>
                  </a:ext>
                </a:extLst>
              </p:cNvPr>
              <p:cNvCxnSpPr>
                <a:stCxn id="40" idx="6"/>
                <a:endCxn id="47" idx="2"/>
              </p:cNvCxnSpPr>
              <p:nvPr/>
            </p:nvCxnSpPr>
            <p:spPr>
              <a:xfrm flipV="1">
                <a:off x="2191463" y="2707856"/>
                <a:ext cx="708315" cy="2844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6CA0A3C0-5CBA-C5F9-F515-6462FEAA54AC}"/>
                  </a:ext>
                </a:extLst>
              </p:cNvPr>
              <p:cNvCxnSpPr>
                <a:stCxn id="39" idx="6"/>
                <a:endCxn id="47" idx="2"/>
              </p:cNvCxnSpPr>
              <p:nvPr/>
            </p:nvCxnSpPr>
            <p:spPr>
              <a:xfrm flipV="1">
                <a:off x="2191463" y="2707856"/>
                <a:ext cx="708315" cy="61944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C204D7AD-4C01-0EC1-5076-5DDC0D94DEC6}"/>
                  </a:ext>
                </a:extLst>
              </p:cNvPr>
              <p:cNvSpPr/>
              <p:nvPr/>
            </p:nvSpPr>
            <p:spPr>
              <a:xfrm>
                <a:off x="2899777" y="292277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B44C71A8-971D-CBE0-22E4-7E9B6B178EFB}"/>
                  </a:ext>
                </a:extLst>
              </p:cNvPr>
              <p:cNvCxnSpPr>
                <a:stCxn id="41" idx="6"/>
                <a:endCxn id="51" idx="2"/>
              </p:cNvCxnSpPr>
              <p:nvPr/>
            </p:nvCxnSpPr>
            <p:spPr>
              <a:xfrm>
                <a:off x="2191463" y="2657369"/>
                <a:ext cx="708314" cy="40920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B4FB8637-AD85-03DE-48BE-207A0D52D583}"/>
                  </a:ext>
                </a:extLst>
              </p:cNvPr>
              <p:cNvCxnSpPr>
                <a:stCxn id="40" idx="6"/>
                <a:endCxn id="51" idx="2"/>
              </p:cNvCxnSpPr>
              <p:nvPr/>
            </p:nvCxnSpPr>
            <p:spPr>
              <a:xfrm>
                <a:off x="2191463" y="2992333"/>
                <a:ext cx="708314" cy="742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3C8548E7-E68E-EAFB-41AD-F9C259ABBDE3}"/>
                  </a:ext>
                </a:extLst>
              </p:cNvPr>
              <p:cNvCxnSpPr>
                <a:stCxn id="39" idx="6"/>
                <a:endCxn id="51" idx="2"/>
              </p:cNvCxnSpPr>
              <p:nvPr/>
            </p:nvCxnSpPr>
            <p:spPr>
              <a:xfrm flipV="1">
                <a:off x="2191463" y="3066578"/>
                <a:ext cx="708314" cy="2607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882F5108-8D77-F7E3-99CA-4A29D9025223}"/>
                  </a:ext>
                </a:extLst>
              </p:cNvPr>
              <p:cNvSpPr/>
              <p:nvPr/>
            </p:nvSpPr>
            <p:spPr>
              <a:xfrm>
                <a:off x="2899776" y="3273713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5AF2D0E3-1644-EA89-0FD3-D50AFC3744E4}"/>
                  </a:ext>
                </a:extLst>
              </p:cNvPr>
              <p:cNvCxnSpPr>
                <a:stCxn id="41" idx="6"/>
                <a:endCxn id="55" idx="2"/>
              </p:cNvCxnSpPr>
              <p:nvPr/>
            </p:nvCxnSpPr>
            <p:spPr>
              <a:xfrm>
                <a:off x="2191463" y="2657369"/>
                <a:ext cx="708313" cy="7601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2571EB35-43A6-4137-F562-F767AB4B557F}"/>
                  </a:ext>
                </a:extLst>
              </p:cNvPr>
              <p:cNvCxnSpPr>
                <a:stCxn id="40" idx="6"/>
                <a:endCxn id="55" idx="2"/>
              </p:cNvCxnSpPr>
              <p:nvPr/>
            </p:nvCxnSpPr>
            <p:spPr>
              <a:xfrm>
                <a:off x="2191463" y="2992333"/>
                <a:ext cx="708313" cy="4251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A0822990-096E-2DAA-0867-02850AD16A0A}"/>
                  </a:ext>
                </a:extLst>
              </p:cNvPr>
              <p:cNvCxnSpPr>
                <a:stCxn id="39" idx="6"/>
                <a:endCxn id="55" idx="2"/>
              </p:cNvCxnSpPr>
              <p:nvPr/>
            </p:nvCxnSpPr>
            <p:spPr>
              <a:xfrm>
                <a:off x="2191463" y="3327297"/>
                <a:ext cx="708313" cy="902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B6DE8CD6-0D82-6053-7014-322F9EB24826}"/>
                  </a:ext>
                </a:extLst>
              </p:cNvPr>
              <p:cNvSpPr/>
              <p:nvPr/>
            </p:nvSpPr>
            <p:spPr>
              <a:xfrm>
                <a:off x="2899779" y="36385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8E48953D-789F-FE70-B9D0-0F251CA46ACA}"/>
                  </a:ext>
                </a:extLst>
              </p:cNvPr>
              <p:cNvCxnSpPr>
                <a:stCxn id="41" idx="6"/>
                <a:endCxn id="59" idx="2"/>
              </p:cNvCxnSpPr>
              <p:nvPr/>
            </p:nvCxnSpPr>
            <p:spPr>
              <a:xfrm>
                <a:off x="2191463" y="2657369"/>
                <a:ext cx="708316" cy="112498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F64FCE6A-A4D0-0781-4ABE-494ECED7CCB8}"/>
                  </a:ext>
                </a:extLst>
              </p:cNvPr>
              <p:cNvCxnSpPr>
                <a:stCxn id="40" idx="6"/>
                <a:endCxn id="59" idx="2"/>
              </p:cNvCxnSpPr>
              <p:nvPr/>
            </p:nvCxnSpPr>
            <p:spPr>
              <a:xfrm>
                <a:off x="2191463" y="2992333"/>
                <a:ext cx="708316" cy="79001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74A80CF4-D8B4-7820-6E46-7618BDECA551}"/>
                  </a:ext>
                </a:extLst>
              </p:cNvPr>
              <p:cNvCxnSpPr>
                <a:stCxn id="39" idx="6"/>
                <a:endCxn id="59" idx="2"/>
              </p:cNvCxnSpPr>
              <p:nvPr/>
            </p:nvCxnSpPr>
            <p:spPr>
              <a:xfrm>
                <a:off x="2191463" y="3327297"/>
                <a:ext cx="708316" cy="45505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FC74E0F7-25D8-B822-EE55-A6095E3DF052}"/>
                  </a:ext>
                </a:extLst>
              </p:cNvPr>
              <p:cNvSpPr/>
              <p:nvPr/>
            </p:nvSpPr>
            <p:spPr>
              <a:xfrm>
                <a:off x="4028197" y="21907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C7CEF4EA-6DEF-C869-9C58-80A96CF8B432}"/>
                  </a:ext>
                </a:extLst>
              </p:cNvPr>
              <p:cNvCxnSpPr>
                <a:stCxn id="42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3D52F0B4-CC77-2813-7D1D-1A82324B44A6}"/>
                  </a:ext>
                </a:extLst>
              </p:cNvPr>
              <p:cNvCxnSpPr>
                <a:stCxn id="47" idx="6"/>
                <a:endCxn id="63" idx="2"/>
              </p:cNvCxnSpPr>
              <p:nvPr/>
            </p:nvCxnSpPr>
            <p:spPr>
              <a:xfrm flipV="1">
                <a:off x="3186241" y="233455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C7EA2DC8-0A68-18CB-77C1-EC7542602B05}"/>
                  </a:ext>
                </a:extLst>
              </p:cNvPr>
              <p:cNvCxnSpPr>
                <a:stCxn id="51" idx="6"/>
                <a:endCxn id="63" idx="2"/>
              </p:cNvCxnSpPr>
              <p:nvPr/>
            </p:nvCxnSpPr>
            <p:spPr>
              <a:xfrm flipV="1">
                <a:off x="3186240" y="2334551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DF495516-1132-77D0-D8A8-DE865385D5EE}"/>
                  </a:ext>
                </a:extLst>
              </p:cNvPr>
              <p:cNvCxnSpPr>
                <a:stCxn id="55" idx="6"/>
                <a:endCxn id="63" idx="2"/>
              </p:cNvCxnSpPr>
              <p:nvPr/>
            </p:nvCxnSpPr>
            <p:spPr>
              <a:xfrm flipV="1">
                <a:off x="3186239" y="2334551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9AA24F74-CEEF-9C13-77F0-C10FA507542F}"/>
                  </a:ext>
                </a:extLst>
              </p:cNvPr>
              <p:cNvCxnSpPr>
                <a:stCxn id="59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447800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8769638D-6626-647E-EC84-0228EA5EE320}"/>
                  </a:ext>
                </a:extLst>
              </p:cNvPr>
              <p:cNvSpPr/>
              <p:nvPr/>
            </p:nvSpPr>
            <p:spPr>
              <a:xfrm>
                <a:off x="4028196" y="256852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307CC1E6-7B99-CBC6-F8AE-F8D63F3EEE59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41" y="2712329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D99520BE-6851-6EF0-93FF-8BAA1B43B579}"/>
                  </a:ext>
                </a:extLst>
              </p:cNvPr>
              <p:cNvCxnSpPr>
                <a:stCxn id="51" idx="6"/>
                <a:endCxn id="69" idx="2"/>
              </p:cNvCxnSpPr>
              <p:nvPr/>
            </p:nvCxnSpPr>
            <p:spPr>
              <a:xfrm flipV="1">
                <a:off x="3186240" y="2712329"/>
                <a:ext cx="841956" cy="3542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9DB7C73E-0E47-8E8D-CE55-C984BADECF50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9" y="2712329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DC87A17D-6CDE-5225-0186-DD2E5D60DF12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8" y="2712329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95F6CD5A-89AC-1C31-AF19-094A32344FF9}"/>
                  </a:ext>
                </a:extLst>
              </p:cNvPr>
              <p:cNvCxnSpPr>
                <a:stCxn id="42" idx="6"/>
                <a:endCxn id="69" idx="2"/>
              </p:cNvCxnSpPr>
              <p:nvPr/>
            </p:nvCxnSpPr>
            <p:spPr>
              <a:xfrm>
                <a:off x="3186242" y="2334552"/>
                <a:ext cx="841954" cy="3777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B18B7245-539D-D75B-F4DB-1200F53E3884}"/>
                  </a:ext>
                </a:extLst>
              </p:cNvPr>
              <p:cNvSpPr/>
              <p:nvPr/>
            </p:nvSpPr>
            <p:spPr>
              <a:xfrm>
                <a:off x="4030044" y="291568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BFBAF7BF-9882-2DE0-0EFB-B00A977D552F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9" y="3059487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2EB0A812-24DE-DC84-F7B0-F28903951EBD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8" y="3059487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CD99CCB4-94EF-8D34-8232-6A224FD594F5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7" y="3059487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3A76348D-7230-F131-A68B-FA16BE5E9E68}"/>
                  </a:ext>
                </a:extLst>
              </p:cNvPr>
              <p:cNvCxnSpPr>
                <a:stCxn id="47" idx="6"/>
                <a:endCxn id="75" idx="2"/>
              </p:cNvCxnSpPr>
              <p:nvPr/>
            </p:nvCxnSpPr>
            <p:spPr>
              <a:xfrm>
                <a:off x="3186241" y="2707856"/>
                <a:ext cx="843803" cy="35163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E52E43A0-6427-0E52-39E4-28B9B5BB488A}"/>
                  </a:ext>
                </a:extLst>
              </p:cNvPr>
              <p:cNvCxnSpPr>
                <a:stCxn id="42" idx="6"/>
                <a:endCxn id="75" idx="2"/>
              </p:cNvCxnSpPr>
              <p:nvPr/>
            </p:nvCxnSpPr>
            <p:spPr>
              <a:xfrm>
                <a:off x="3186242" y="2334552"/>
                <a:ext cx="843802" cy="72493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D71FE5BE-7DCA-8BE6-258A-D6F27FFE83EB}"/>
                  </a:ext>
                </a:extLst>
              </p:cNvPr>
              <p:cNvSpPr/>
              <p:nvPr/>
            </p:nvSpPr>
            <p:spPr>
              <a:xfrm>
                <a:off x="4028195" y="326390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534E69EA-3A83-57AE-0A9D-7E1EA770F655}"/>
                  </a:ext>
                </a:extLst>
              </p:cNvPr>
              <p:cNvCxnSpPr>
                <a:stCxn id="55" idx="6"/>
                <a:endCxn id="84" idx="2"/>
              </p:cNvCxnSpPr>
              <p:nvPr/>
            </p:nvCxnSpPr>
            <p:spPr>
              <a:xfrm flipV="1">
                <a:off x="3186239" y="3407701"/>
                <a:ext cx="841956" cy="981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A189702C-B2CF-875C-112E-C97679037327}"/>
                  </a:ext>
                </a:extLst>
              </p:cNvPr>
              <p:cNvCxnSpPr>
                <a:endCxn id="84" idx="2"/>
              </p:cNvCxnSpPr>
              <p:nvPr/>
            </p:nvCxnSpPr>
            <p:spPr>
              <a:xfrm flipV="1">
                <a:off x="3186239" y="340770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2EA72A4D-CADF-0F67-96BF-80613DDD99F2}"/>
                  </a:ext>
                </a:extLst>
              </p:cNvPr>
              <p:cNvCxnSpPr>
                <a:stCxn id="51" idx="6"/>
                <a:endCxn id="84" idx="2"/>
              </p:cNvCxnSpPr>
              <p:nvPr/>
            </p:nvCxnSpPr>
            <p:spPr>
              <a:xfrm>
                <a:off x="3186240" y="3066578"/>
                <a:ext cx="841955" cy="34112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F177C4CC-3F71-45BF-1E90-9685D991E205}"/>
                  </a:ext>
                </a:extLst>
              </p:cNvPr>
              <p:cNvCxnSpPr>
                <a:stCxn id="47" idx="6"/>
                <a:endCxn id="84" idx="2"/>
              </p:cNvCxnSpPr>
              <p:nvPr/>
            </p:nvCxnSpPr>
            <p:spPr>
              <a:xfrm>
                <a:off x="3186241" y="2707856"/>
                <a:ext cx="841954" cy="6998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2C89D900-4A47-D12C-D531-CF0E5C40741B}"/>
                  </a:ext>
                </a:extLst>
              </p:cNvPr>
              <p:cNvCxnSpPr>
                <a:stCxn id="42" idx="6"/>
                <a:endCxn id="84" idx="2"/>
              </p:cNvCxnSpPr>
              <p:nvPr/>
            </p:nvCxnSpPr>
            <p:spPr>
              <a:xfrm>
                <a:off x="3186242" y="2334552"/>
                <a:ext cx="841953" cy="10731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7C639A13-1511-6F8A-0F19-AF0651407880}"/>
                  </a:ext>
                </a:extLst>
              </p:cNvPr>
              <p:cNvSpPr/>
              <p:nvPr/>
            </p:nvSpPr>
            <p:spPr>
              <a:xfrm>
                <a:off x="4028194" y="36471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40151E58-1E0A-BFD1-8E76-AC6EB907F57F}"/>
                  </a:ext>
                </a:extLst>
              </p:cNvPr>
              <p:cNvCxnSpPr>
                <a:endCxn id="90" idx="2"/>
              </p:cNvCxnSpPr>
              <p:nvPr/>
            </p:nvCxnSpPr>
            <p:spPr>
              <a:xfrm flipV="1">
                <a:off x="3186239" y="37909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A5AFE644-DD79-8CD3-8EDA-ABCB2FE65654}"/>
                  </a:ext>
                </a:extLst>
              </p:cNvPr>
              <p:cNvCxnSpPr>
                <a:stCxn id="55" idx="6"/>
                <a:endCxn id="90" idx="2"/>
              </p:cNvCxnSpPr>
              <p:nvPr/>
            </p:nvCxnSpPr>
            <p:spPr>
              <a:xfrm>
                <a:off x="3186239" y="3417514"/>
                <a:ext cx="841955" cy="37343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C4E5AB06-7133-D316-1E11-91394A3BEB5D}"/>
                  </a:ext>
                </a:extLst>
              </p:cNvPr>
              <p:cNvCxnSpPr>
                <a:stCxn id="51" idx="6"/>
                <a:endCxn id="90" idx="2"/>
              </p:cNvCxnSpPr>
              <p:nvPr/>
            </p:nvCxnSpPr>
            <p:spPr>
              <a:xfrm>
                <a:off x="3186240" y="3066578"/>
                <a:ext cx="841954" cy="72437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3CB18FE0-54BD-F4BD-A1EC-9D2AE51FD5B1}"/>
                  </a:ext>
                </a:extLst>
              </p:cNvPr>
              <p:cNvCxnSpPr>
                <a:stCxn id="47" idx="6"/>
                <a:endCxn id="90" idx="2"/>
              </p:cNvCxnSpPr>
              <p:nvPr/>
            </p:nvCxnSpPr>
            <p:spPr>
              <a:xfrm>
                <a:off x="3186241" y="2707856"/>
                <a:ext cx="841953" cy="108309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7733D80D-CB06-B9A6-0117-6F0D44F84462}"/>
                  </a:ext>
                </a:extLst>
              </p:cNvPr>
              <p:cNvCxnSpPr>
                <a:stCxn id="42" idx="6"/>
                <a:endCxn id="90" idx="2"/>
              </p:cNvCxnSpPr>
              <p:nvPr/>
            </p:nvCxnSpPr>
            <p:spPr>
              <a:xfrm>
                <a:off x="3186242" y="2334552"/>
                <a:ext cx="841952" cy="145639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DDCE5364-E885-7819-C8F1-6C89DEF55D80}"/>
                  </a:ext>
                </a:extLst>
              </p:cNvPr>
              <p:cNvCxnSpPr>
                <a:stCxn id="63" idx="6"/>
                <a:endCxn id="43" idx="2"/>
              </p:cNvCxnSpPr>
              <p:nvPr/>
            </p:nvCxnSpPr>
            <p:spPr>
              <a:xfrm>
                <a:off x="4314660" y="2334551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B61D675C-B67B-9C74-9104-66DCEF8317CC}"/>
                  </a:ext>
                </a:extLst>
              </p:cNvPr>
              <p:cNvCxnSpPr>
                <a:stCxn id="69" idx="6"/>
                <a:endCxn id="43" idx="2"/>
              </p:cNvCxnSpPr>
              <p:nvPr/>
            </p:nvCxnSpPr>
            <p:spPr>
              <a:xfrm flipV="1">
                <a:off x="4314659" y="2513568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8735F75F-DCAF-CACF-24D3-152E57EE9409}"/>
                  </a:ext>
                </a:extLst>
              </p:cNvPr>
              <p:cNvCxnSpPr>
                <a:stCxn id="75" idx="6"/>
                <a:endCxn id="43" idx="2"/>
              </p:cNvCxnSpPr>
              <p:nvPr/>
            </p:nvCxnSpPr>
            <p:spPr>
              <a:xfrm flipV="1">
                <a:off x="4316507" y="2513568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BA11C200-FEE4-FC69-28E7-3C054FEB3ED1}"/>
                  </a:ext>
                </a:extLst>
              </p:cNvPr>
              <p:cNvCxnSpPr>
                <a:stCxn id="84" idx="6"/>
                <a:endCxn id="43" idx="2"/>
              </p:cNvCxnSpPr>
              <p:nvPr/>
            </p:nvCxnSpPr>
            <p:spPr>
              <a:xfrm flipV="1">
                <a:off x="4314658" y="2513568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F5A7E9F7-87FF-E3EA-260D-49E61AF3A73A}"/>
                  </a:ext>
                </a:extLst>
              </p:cNvPr>
              <p:cNvCxnSpPr>
                <a:stCxn id="90" idx="6"/>
                <a:endCxn id="43" idx="2"/>
              </p:cNvCxnSpPr>
              <p:nvPr/>
            </p:nvCxnSpPr>
            <p:spPr>
              <a:xfrm flipV="1">
                <a:off x="4314657" y="2513568"/>
                <a:ext cx="787797" cy="127738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23D23422-B8A8-E51D-ED2A-02CFA4381222}"/>
                  </a:ext>
                </a:extLst>
              </p:cNvPr>
              <p:cNvSpPr/>
              <p:nvPr/>
            </p:nvSpPr>
            <p:spPr>
              <a:xfrm>
                <a:off x="5102453" y="27456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1C7446E2-7CAA-F629-D8F9-4D4C5C9CB533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>
                <a:off x="4314659" y="27104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F76A8DE2-DF7B-4A84-48F1-1790304A7C25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8" y="28894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3E2C89C6-970F-1DD7-FAE5-BFF4885A33B6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6506" y="2889453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6BEFF8CD-A3A5-95E8-E59A-01CC7CEABA2B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7" y="2889453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D5C2544E-39F3-4245-2503-B0C39FD4E794}"/>
                  </a:ext>
                </a:extLst>
              </p:cNvPr>
              <p:cNvCxnSpPr>
                <a:stCxn id="63" idx="6"/>
                <a:endCxn id="101" idx="2"/>
              </p:cNvCxnSpPr>
              <p:nvPr/>
            </p:nvCxnSpPr>
            <p:spPr>
              <a:xfrm>
                <a:off x="4314660" y="2334551"/>
                <a:ext cx="787793" cy="5549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4FAC71EC-489F-27CC-820B-6C91A3F81947}"/>
                  </a:ext>
                </a:extLst>
              </p:cNvPr>
              <p:cNvSpPr/>
              <p:nvPr/>
            </p:nvSpPr>
            <p:spPr>
              <a:xfrm>
                <a:off x="5102452" y="3088214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88484DB2-B919-58BF-9F29-C6CA9BC9E711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>
                <a:off x="4314658" y="3052998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4D217BE2-FF99-D752-119B-39DB065ED235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4657" y="3232015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2ACF901C-54D9-696E-3550-76F340C422BB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6505" y="3232015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515533EF-5002-8BF9-EB2F-55784F0B7D1D}"/>
                  </a:ext>
                </a:extLst>
              </p:cNvPr>
              <p:cNvCxnSpPr>
                <a:stCxn id="69" idx="6"/>
                <a:endCxn id="107" idx="2"/>
              </p:cNvCxnSpPr>
              <p:nvPr/>
            </p:nvCxnSpPr>
            <p:spPr>
              <a:xfrm>
                <a:off x="4314659" y="2712329"/>
                <a:ext cx="787793" cy="51968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A762D14D-BC67-B719-97B7-082CAC1C6474}"/>
                  </a:ext>
                </a:extLst>
              </p:cNvPr>
              <p:cNvCxnSpPr>
                <a:stCxn id="63" idx="6"/>
                <a:endCxn id="107" idx="2"/>
              </p:cNvCxnSpPr>
              <p:nvPr/>
            </p:nvCxnSpPr>
            <p:spPr>
              <a:xfrm>
                <a:off x="4314660" y="2334551"/>
                <a:ext cx="787792" cy="89746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CFE9DC9A-C844-3260-E7AB-658E0C92E30F}"/>
                  </a:ext>
                </a:extLst>
              </p:cNvPr>
              <p:cNvSpPr/>
              <p:nvPr/>
            </p:nvSpPr>
            <p:spPr>
              <a:xfrm>
                <a:off x="5102454" y="34505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B3D3F042-41EE-0413-E190-D7607019F4AB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>
                <a:off x="4314660" y="34153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2999FA29-09E8-32EA-8C21-66CFE041D03B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 flipV="1">
                <a:off x="4314659" y="35943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7E422C87-BCF1-DE01-F487-710719AF77B1}"/>
                  </a:ext>
                </a:extLst>
              </p:cNvPr>
              <p:cNvCxnSpPr>
                <a:stCxn id="75" idx="6"/>
                <a:endCxn id="113" idx="2"/>
              </p:cNvCxnSpPr>
              <p:nvPr/>
            </p:nvCxnSpPr>
            <p:spPr>
              <a:xfrm>
                <a:off x="4316507" y="3059487"/>
                <a:ext cx="785947" cy="53486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5B52ABBB-4EFE-4E24-F15F-F0E831A197BF}"/>
                  </a:ext>
                </a:extLst>
              </p:cNvPr>
              <p:cNvCxnSpPr>
                <a:stCxn id="69" idx="6"/>
                <a:endCxn id="113" idx="2"/>
              </p:cNvCxnSpPr>
              <p:nvPr/>
            </p:nvCxnSpPr>
            <p:spPr>
              <a:xfrm>
                <a:off x="4314659" y="2712329"/>
                <a:ext cx="787795" cy="88202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Arrow Connector 117">
                <a:extLst>
                  <a:ext uri="{FF2B5EF4-FFF2-40B4-BE49-F238E27FC236}">
                    <a16:creationId xmlns:a16="http://schemas.microsoft.com/office/drawing/2014/main" id="{5B190E14-4D1B-B80C-AEBA-FEB767D2D978}"/>
                  </a:ext>
                </a:extLst>
              </p:cNvPr>
              <p:cNvCxnSpPr>
                <a:stCxn id="63" idx="6"/>
                <a:endCxn id="113" idx="2"/>
              </p:cNvCxnSpPr>
              <p:nvPr/>
            </p:nvCxnSpPr>
            <p:spPr>
              <a:xfrm>
                <a:off x="4314660" y="2334551"/>
                <a:ext cx="787794" cy="12598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BFCA505-6F64-8F22-18C6-35C947F7EE25}"/>
                </a:ext>
              </a:extLst>
            </p:cNvPr>
            <p:cNvSpPr txBox="1"/>
            <p:nvPr/>
          </p:nvSpPr>
          <p:spPr>
            <a:xfrm>
              <a:off x="99059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FAE5E2F-8605-1272-686B-3AED64F20584}"/>
                </a:ext>
              </a:extLst>
            </p:cNvPr>
            <p:cNvSpPr txBox="1"/>
            <p:nvPr/>
          </p:nvSpPr>
          <p:spPr>
            <a:xfrm>
              <a:off x="178701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BA4168C-ED36-9514-4320-6DECCF5E3B61}"/>
                </a:ext>
              </a:extLst>
            </p:cNvPr>
            <p:cNvSpPr txBox="1"/>
            <p:nvPr/>
          </p:nvSpPr>
          <p:spPr>
            <a:xfrm>
              <a:off x="2715597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51F6FC4-951B-E8CD-5909-B1026FF2113C}"/>
                </a:ext>
              </a:extLst>
            </p:cNvPr>
            <p:cNvSpPr txBox="1"/>
            <p:nvPr/>
          </p:nvSpPr>
          <p:spPr>
            <a:xfrm>
              <a:off x="3596641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4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935EFB8-2A3E-4004-78FF-73E64EC515A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502" y="978095"/>
            <a:ext cx="125730" cy="2628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E405A7-D7D1-E344-1411-40707551367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376" y="878019"/>
            <a:ext cx="722376" cy="450342"/>
          </a:xfrm>
          <a:prstGeom prst="rect">
            <a:avLst/>
          </a:prstGeom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2DA22524-9634-C26F-2671-C252233AAF25}"/>
              </a:ext>
            </a:extLst>
          </p:cNvPr>
          <p:cNvSpPr txBox="1"/>
          <p:nvPr/>
        </p:nvSpPr>
        <p:spPr>
          <a:xfrm>
            <a:off x="388706" y="1704673"/>
            <a:ext cx="4458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each output unit (layer L = 4)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25C701-E2F3-5852-8450-835C45FE036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52" y="2177034"/>
            <a:ext cx="1965960" cy="450342"/>
          </a:xfrm>
          <a:prstGeom prst="rect">
            <a:avLst/>
          </a:prstGeom>
        </p:spPr>
      </p:pic>
      <p:sp>
        <p:nvSpPr>
          <p:cNvPr id="2" name="Left Bracket 1">
            <a:extLst>
              <a:ext uri="{FF2B5EF4-FFF2-40B4-BE49-F238E27FC236}">
                <a16:creationId xmlns:a16="http://schemas.microsoft.com/office/drawing/2014/main" id="{272D44D5-7F8F-5187-96CD-DE69DC6336F7}"/>
              </a:ext>
            </a:extLst>
          </p:cNvPr>
          <p:cNvSpPr/>
          <p:nvPr/>
        </p:nvSpPr>
        <p:spPr>
          <a:xfrm>
            <a:off x="1066800" y="3181350"/>
            <a:ext cx="156341" cy="1581150"/>
          </a:xfrm>
          <a:prstGeom prst="leftBracket">
            <a:avLst>
              <a:gd name="adj" fmla="val 0"/>
            </a:avLst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Left Bracket 4">
            <a:extLst>
              <a:ext uri="{FF2B5EF4-FFF2-40B4-BE49-F238E27FC236}">
                <a16:creationId xmlns:a16="http://schemas.microsoft.com/office/drawing/2014/main" id="{76DB01BB-4944-CF93-CFAB-2324A06C8A35}"/>
              </a:ext>
            </a:extLst>
          </p:cNvPr>
          <p:cNvSpPr/>
          <p:nvPr/>
        </p:nvSpPr>
        <p:spPr>
          <a:xfrm rot="10800000">
            <a:off x="1473971" y="3181350"/>
            <a:ext cx="156341" cy="1581149"/>
          </a:xfrm>
          <a:prstGeom prst="leftBracket">
            <a:avLst>
              <a:gd name="adj" fmla="val 0"/>
            </a:avLst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0D523EA4-23AA-E5DB-2D07-5CB1B23B657A}"/>
              </a:ext>
            </a:extLst>
          </p:cNvPr>
          <p:cNvSpPr/>
          <p:nvPr/>
        </p:nvSpPr>
        <p:spPr>
          <a:xfrm>
            <a:off x="1234256" y="3245112"/>
            <a:ext cx="228600" cy="23379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7E20ABF0-9669-DE27-B1C8-0C4796EFD101}"/>
              </a:ext>
            </a:extLst>
          </p:cNvPr>
          <p:cNvSpPr/>
          <p:nvPr/>
        </p:nvSpPr>
        <p:spPr>
          <a:xfrm>
            <a:off x="1234256" y="3659970"/>
            <a:ext cx="228600" cy="23379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F115045B-BAB3-727A-B7B0-788E593C8DE1}"/>
              </a:ext>
            </a:extLst>
          </p:cNvPr>
          <p:cNvSpPr/>
          <p:nvPr/>
        </p:nvSpPr>
        <p:spPr>
          <a:xfrm>
            <a:off x="1234256" y="4074828"/>
            <a:ext cx="228600" cy="23379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9E0EF099-16BB-2C92-248F-DF40A6142B8B}"/>
              </a:ext>
            </a:extLst>
          </p:cNvPr>
          <p:cNvSpPr/>
          <p:nvPr/>
        </p:nvSpPr>
        <p:spPr>
          <a:xfrm>
            <a:off x="1234256" y="4476750"/>
            <a:ext cx="228600" cy="23379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3A021F0-5247-F959-F4D5-260647572DBA}"/>
                  </a:ext>
                </a:extLst>
              </p:cNvPr>
              <p:cNvSpPr txBox="1"/>
              <p:nvPr/>
            </p:nvSpPr>
            <p:spPr>
              <a:xfrm>
                <a:off x="1713685" y="3154436"/>
                <a:ext cx="435184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3A021F0-5247-F959-F4D5-260647572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685" y="3154436"/>
                <a:ext cx="435184" cy="358431"/>
              </a:xfrm>
              <a:prstGeom prst="rect">
                <a:avLst/>
              </a:prstGeom>
              <a:blipFill>
                <a:blip r:embed="rId10"/>
                <a:stretch>
                  <a:fillRect l="-6944" t="-3390" r="-11111" b="-13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3BC6C60-236B-704E-CD50-866D49F90950}"/>
                  </a:ext>
                </a:extLst>
              </p:cNvPr>
              <p:cNvSpPr txBox="1"/>
              <p:nvPr/>
            </p:nvSpPr>
            <p:spPr>
              <a:xfrm>
                <a:off x="1713685" y="3597653"/>
                <a:ext cx="435184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3BC6C60-236B-704E-CD50-866D49F909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685" y="3597653"/>
                <a:ext cx="435184" cy="358431"/>
              </a:xfrm>
              <a:prstGeom prst="rect">
                <a:avLst/>
              </a:prstGeom>
              <a:blipFill>
                <a:blip r:embed="rId11"/>
                <a:stretch>
                  <a:fillRect l="-6944" t="-3390" r="-11111" b="-13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4776F15-F27A-D9FD-9499-E82D457A0328}"/>
                  </a:ext>
                </a:extLst>
              </p:cNvPr>
              <p:cNvSpPr txBox="1"/>
              <p:nvPr/>
            </p:nvSpPr>
            <p:spPr>
              <a:xfrm>
                <a:off x="1718262" y="4000590"/>
                <a:ext cx="435184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4776F15-F27A-D9FD-9499-E82D457A0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8262" y="4000590"/>
                <a:ext cx="435184" cy="358431"/>
              </a:xfrm>
              <a:prstGeom prst="rect">
                <a:avLst/>
              </a:prstGeom>
              <a:blipFill>
                <a:blip r:embed="rId12"/>
                <a:stretch>
                  <a:fillRect l="-7042" t="-3390" r="-11268" b="-13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4FB1DB5-0259-4FDA-4B62-115922D2C917}"/>
                  </a:ext>
                </a:extLst>
              </p:cNvPr>
              <p:cNvSpPr txBox="1"/>
              <p:nvPr/>
            </p:nvSpPr>
            <p:spPr>
              <a:xfrm>
                <a:off x="1713685" y="4403527"/>
                <a:ext cx="435184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4FB1DB5-0259-4FDA-4B62-115922D2C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685" y="4403527"/>
                <a:ext cx="435184" cy="358431"/>
              </a:xfrm>
              <a:prstGeom prst="rect">
                <a:avLst/>
              </a:prstGeom>
              <a:blipFill>
                <a:blip r:embed="rId13"/>
                <a:stretch>
                  <a:fillRect l="-6944" t="-3390" r="-11111" b="-13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Left Bracket 18">
            <a:extLst>
              <a:ext uri="{FF2B5EF4-FFF2-40B4-BE49-F238E27FC236}">
                <a16:creationId xmlns:a16="http://schemas.microsoft.com/office/drawing/2014/main" id="{B3369CC5-F8D7-5B49-68F7-FA827F452AEA}"/>
              </a:ext>
            </a:extLst>
          </p:cNvPr>
          <p:cNvSpPr/>
          <p:nvPr/>
        </p:nvSpPr>
        <p:spPr>
          <a:xfrm>
            <a:off x="3041030" y="3176675"/>
            <a:ext cx="156341" cy="1581150"/>
          </a:xfrm>
          <a:prstGeom prst="leftBracket">
            <a:avLst>
              <a:gd name="adj" fmla="val 0"/>
            </a:avLst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Left Bracket 19">
            <a:extLst>
              <a:ext uri="{FF2B5EF4-FFF2-40B4-BE49-F238E27FC236}">
                <a16:creationId xmlns:a16="http://schemas.microsoft.com/office/drawing/2014/main" id="{90D63F97-C548-B094-EC1F-7EE9B2B32A0C}"/>
              </a:ext>
            </a:extLst>
          </p:cNvPr>
          <p:cNvSpPr/>
          <p:nvPr/>
        </p:nvSpPr>
        <p:spPr>
          <a:xfrm rot="10800000">
            <a:off x="3448201" y="3176675"/>
            <a:ext cx="156341" cy="1581149"/>
          </a:xfrm>
          <a:prstGeom prst="leftBracket">
            <a:avLst>
              <a:gd name="adj" fmla="val 0"/>
            </a:avLst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lowchart: Process 20">
            <a:extLst>
              <a:ext uri="{FF2B5EF4-FFF2-40B4-BE49-F238E27FC236}">
                <a16:creationId xmlns:a16="http://schemas.microsoft.com/office/drawing/2014/main" id="{1CB2B1DB-9394-397A-C020-7F3E470D1E72}"/>
              </a:ext>
            </a:extLst>
          </p:cNvPr>
          <p:cNvSpPr/>
          <p:nvPr/>
        </p:nvSpPr>
        <p:spPr>
          <a:xfrm>
            <a:off x="3208486" y="3240437"/>
            <a:ext cx="228600" cy="233798"/>
          </a:xfrm>
          <a:prstGeom prst="flowChartProcess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lowchart: Process 21">
            <a:extLst>
              <a:ext uri="{FF2B5EF4-FFF2-40B4-BE49-F238E27FC236}">
                <a16:creationId xmlns:a16="http://schemas.microsoft.com/office/drawing/2014/main" id="{0C7B4A85-9E3C-6294-D1AB-676FA1666A61}"/>
              </a:ext>
            </a:extLst>
          </p:cNvPr>
          <p:cNvSpPr/>
          <p:nvPr/>
        </p:nvSpPr>
        <p:spPr>
          <a:xfrm>
            <a:off x="3208486" y="3655295"/>
            <a:ext cx="228600" cy="233798"/>
          </a:xfrm>
          <a:prstGeom prst="flowChartProcess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lowchart: Process 22">
            <a:extLst>
              <a:ext uri="{FF2B5EF4-FFF2-40B4-BE49-F238E27FC236}">
                <a16:creationId xmlns:a16="http://schemas.microsoft.com/office/drawing/2014/main" id="{F8C98B24-64D3-CB76-8B04-450C6493AE14}"/>
              </a:ext>
            </a:extLst>
          </p:cNvPr>
          <p:cNvSpPr/>
          <p:nvPr/>
        </p:nvSpPr>
        <p:spPr>
          <a:xfrm>
            <a:off x="3208486" y="4070153"/>
            <a:ext cx="228600" cy="233798"/>
          </a:xfrm>
          <a:prstGeom prst="flowChartProcess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lowchart: Process 23">
            <a:extLst>
              <a:ext uri="{FF2B5EF4-FFF2-40B4-BE49-F238E27FC236}">
                <a16:creationId xmlns:a16="http://schemas.microsoft.com/office/drawing/2014/main" id="{042DD288-A3F7-A9AB-14BC-02EB1CD7CD67}"/>
              </a:ext>
            </a:extLst>
          </p:cNvPr>
          <p:cNvSpPr/>
          <p:nvPr/>
        </p:nvSpPr>
        <p:spPr>
          <a:xfrm>
            <a:off x="3208486" y="4472075"/>
            <a:ext cx="228600" cy="233798"/>
          </a:xfrm>
          <a:prstGeom prst="flowChartProcess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01838EA-2919-A7B8-2B59-104C22E96F26}"/>
                  </a:ext>
                </a:extLst>
              </p:cNvPr>
              <p:cNvSpPr txBox="1"/>
              <p:nvPr/>
            </p:nvSpPr>
            <p:spPr>
              <a:xfrm>
                <a:off x="3728494" y="3197236"/>
                <a:ext cx="2777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01838EA-2919-A7B8-2B59-104C22E96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8494" y="3197236"/>
                <a:ext cx="277768" cy="276999"/>
              </a:xfrm>
              <a:prstGeom prst="rect">
                <a:avLst/>
              </a:prstGeom>
              <a:blipFill>
                <a:blip r:embed="rId14"/>
                <a:stretch>
                  <a:fillRect l="-22222" r="-6667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8405797-C986-C7BC-88E9-B4E3931E262F}"/>
                  </a:ext>
                </a:extLst>
              </p:cNvPr>
              <p:cNvSpPr txBox="1"/>
              <p:nvPr/>
            </p:nvSpPr>
            <p:spPr>
              <a:xfrm>
                <a:off x="3728494" y="3589013"/>
                <a:ext cx="2830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8405797-C986-C7BC-88E9-B4E3931E26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8494" y="3589013"/>
                <a:ext cx="283091" cy="276999"/>
              </a:xfrm>
              <a:prstGeom prst="rect">
                <a:avLst/>
              </a:prstGeom>
              <a:blipFill>
                <a:blip r:embed="rId15"/>
                <a:stretch>
                  <a:fillRect l="-21739" r="-652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A6AC1C1-858F-058F-A243-862F6A60397E}"/>
                  </a:ext>
                </a:extLst>
              </p:cNvPr>
              <p:cNvSpPr txBox="1"/>
              <p:nvPr/>
            </p:nvSpPr>
            <p:spPr>
              <a:xfrm>
                <a:off x="3728494" y="4000590"/>
                <a:ext cx="2830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A6AC1C1-858F-058F-A243-862F6A6039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8494" y="4000590"/>
                <a:ext cx="283091" cy="276999"/>
              </a:xfrm>
              <a:prstGeom prst="rect">
                <a:avLst/>
              </a:prstGeom>
              <a:blipFill>
                <a:blip r:embed="rId16"/>
                <a:stretch>
                  <a:fillRect l="-21739" r="-6522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18DFAF0-4196-DFB0-0977-46B1757B22CB}"/>
                  </a:ext>
                </a:extLst>
              </p:cNvPr>
              <p:cNvSpPr txBox="1"/>
              <p:nvPr/>
            </p:nvSpPr>
            <p:spPr>
              <a:xfrm>
                <a:off x="3739119" y="4386096"/>
                <a:ext cx="2732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18DFAF0-4196-DFB0-0977-46B1757B2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9119" y="4386096"/>
                <a:ext cx="273215" cy="276999"/>
              </a:xfrm>
              <a:prstGeom prst="rect">
                <a:avLst/>
              </a:prstGeom>
              <a:blipFill>
                <a:blip r:embed="rId17"/>
                <a:stretch>
                  <a:fillRect l="-20000" r="-888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2AB6D9E4-5008-BC41-2C98-CBFBDF399589}"/>
              </a:ext>
            </a:extLst>
          </p:cNvPr>
          <p:cNvSpPr txBox="1"/>
          <p:nvPr/>
        </p:nvSpPr>
        <p:spPr>
          <a:xfrm>
            <a:off x="790616" y="2790994"/>
            <a:ext cx="1161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Prediction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654985-9061-A26D-B813-952AB817B5BC}"/>
              </a:ext>
            </a:extLst>
          </p:cNvPr>
          <p:cNvSpPr txBox="1"/>
          <p:nvPr/>
        </p:nvSpPr>
        <p:spPr>
          <a:xfrm>
            <a:off x="2925882" y="2797556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Actual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BB401A1-EED6-B94A-32D5-451F3C78FBBC}"/>
                  </a:ext>
                </a:extLst>
              </p:cNvPr>
              <p:cNvSpPr txBox="1"/>
              <p:nvPr/>
            </p:nvSpPr>
            <p:spPr>
              <a:xfrm>
                <a:off x="7849552" y="1079281"/>
                <a:ext cx="680314" cy="448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BB401A1-EED6-B94A-32D5-451F3C78FB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9552" y="1079281"/>
                <a:ext cx="680314" cy="4487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5976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5AB7E-8D19-5CC5-0919-5C7739646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300B94-CE6A-C1EF-F174-545B0DB3A5CD}"/>
              </a:ext>
            </a:extLst>
          </p:cNvPr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Gradient computation: Backpropagation algorithm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62A6460-5A80-DA90-CC91-98B3F2F6254B}"/>
              </a:ext>
            </a:extLst>
          </p:cNvPr>
          <p:cNvSpPr txBox="1"/>
          <p:nvPr/>
        </p:nvSpPr>
        <p:spPr>
          <a:xfrm>
            <a:off x="381000" y="84200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Intuition:              “error” of node    in layer   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ADD702-36A9-9BF6-9CC5-4DC632F8994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672" y="956994"/>
            <a:ext cx="68580" cy="214884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F6FA4BAF-6C62-D459-CF1A-442AF8ABE4CC}"/>
              </a:ext>
            </a:extLst>
          </p:cNvPr>
          <p:cNvGrpSpPr/>
          <p:nvPr/>
        </p:nvGrpSpPr>
        <p:grpSpPr>
          <a:xfrm>
            <a:off x="5473984" y="1408178"/>
            <a:ext cx="3055882" cy="1588057"/>
            <a:chOff x="990599" y="738216"/>
            <a:chExt cx="3381620" cy="175733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979300F-2E59-4C0B-3464-B8182C4F4A15}"/>
                </a:ext>
              </a:extLst>
            </p:cNvPr>
            <p:cNvGrpSpPr/>
            <p:nvPr/>
          </p:nvGrpSpPr>
          <p:grpSpPr>
            <a:xfrm>
              <a:off x="1239873" y="738216"/>
              <a:ext cx="2862230" cy="1432793"/>
              <a:chOff x="1905000" y="2190750"/>
              <a:chExt cx="3483917" cy="1744001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DFBF0C67-3BB1-E6D4-929B-B7D1B15B7DB9}"/>
                  </a:ext>
                </a:extLst>
              </p:cNvPr>
              <p:cNvSpPr/>
              <p:nvPr/>
            </p:nvSpPr>
            <p:spPr>
              <a:xfrm>
                <a:off x="1905000" y="318349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C05A5657-1CFA-6EDA-1C61-495C27BA1F2E}"/>
                  </a:ext>
                </a:extLst>
              </p:cNvPr>
              <p:cNvSpPr/>
              <p:nvPr/>
            </p:nvSpPr>
            <p:spPr>
              <a:xfrm>
                <a:off x="1905000" y="284853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F5378E3B-78FA-58F0-CB97-4FDBE788134E}"/>
                  </a:ext>
                </a:extLst>
              </p:cNvPr>
              <p:cNvSpPr/>
              <p:nvPr/>
            </p:nvSpPr>
            <p:spPr>
              <a:xfrm>
                <a:off x="1905000" y="251356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9CA31544-F340-C42E-A318-66631939C258}"/>
                  </a:ext>
                </a:extLst>
              </p:cNvPr>
              <p:cNvSpPr/>
              <p:nvPr/>
            </p:nvSpPr>
            <p:spPr>
              <a:xfrm>
                <a:off x="2899779" y="2190751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3023690A-BCE9-B738-7D2B-FEB474D8462B}"/>
                  </a:ext>
                </a:extLst>
              </p:cNvPr>
              <p:cNvSpPr/>
              <p:nvPr/>
            </p:nvSpPr>
            <p:spPr>
              <a:xfrm>
                <a:off x="5102454" y="236976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B5734383-B7E9-1BA2-E4A7-F4DC68A6CA5B}"/>
                  </a:ext>
                </a:extLst>
              </p:cNvPr>
              <p:cNvCxnSpPr>
                <a:stCxn id="41" idx="6"/>
                <a:endCxn id="42" idx="2"/>
              </p:cNvCxnSpPr>
              <p:nvPr/>
            </p:nvCxnSpPr>
            <p:spPr>
              <a:xfrm flipV="1">
                <a:off x="2191463" y="2334552"/>
                <a:ext cx="708316" cy="3228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F2ABD0F5-BF74-9147-A4BA-EBDDE3FA34D2}"/>
                  </a:ext>
                </a:extLst>
              </p:cNvPr>
              <p:cNvCxnSpPr>
                <a:stCxn id="40" idx="6"/>
                <a:endCxn id="42" idx="2"/>
              </p:cNvCxnSpPr>
              <p:nvPr/>
            </p:nvCxnSpPr>
            <p:spPr>
              <a:xfrm flipV="1">
                <a:off x="2191463" y="2334552"/>
                <a:ext cx="708316" cy="6577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69EF3503-04F0-1056-0816-059A529243E6}"/>
                  </a:ext>
                </a:extLst>
              </p:cNvPr>
              <p:cNvCxnSpPr>
                <a:stCxn id="39" idx="6"/>
                <a:endCxn id="42" idx="2"/>
              </p:cNvCxnSpPr>
              <p:nvPr/>
            </p:nvCxnSpPr>
            <p:spPr>
              <a:xfrm flipV="1">
                <a:off x="2191463" y="2334552"/>
                <a:ext cx="708316" cy="9927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879DA095-11BE-838E-B1E9-6641E56DFAA6}"/>
                  </a:ext>
                </a:extLst>
              </p:cNvPr>
              <p:cNvSpPr/>
              <p:nvPr/>
            </p:nvSpPr>
            <p:spPr>
              <a:xfrm>
                <a:off x="2899778" y="2564055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64DC7E4D-72BD-EB06-7702-F9FF1FA8ACCA}"/>
                  </a:ext>
                </a:extLst>
              </p:cNvPr>
              <p:cNvCxnSpPr>
                <a:stCxn id="41" idx="6"/>
                <a:endCxn id="47" idx="2"/>
              </p:cNvCxnSpPr>
              <p:nvPr/>
            </p:nvCxnSpPr>
            <p:spPr>
              <a:xfrm>
                <a:off x="2191463" y="2657369"/>
                <a:ext cx="708315" cy="5048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C8B85A0D-6F00-0C6F-DCD3-5001FFF28788}"/>
                  </a:ext>
                </a:extLst>
              </p:cNvPr>
              <p:cNvCxnSpPr>
                <a:stCxn id="40" idx="6"/>
                <a:endCxn id="47" idx="2"/>
              </p:cNvCxnSpPr>
              <p:nvPr/>
            </p:nvCxnSpPr>
            <p:spPr>
              <a:xfrm flipV="1">
                <a:off x="2191463" y="2707856"/>
                <a:ext cx="708315" cy="2844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F93157B0-35BE-63CC-9477-7627B64A719D}"/>
                  </a:ext>
                </a:extLst>
              </p:cNvPr>
              <p:cNvCxnSpPr>
                <a:stCxn id="39" idx="6"/>
                <a:endCxn id="47" idx="2"/>
              </p:cNvCxnSpPr>
              <p:nvPr/>
            </p:nvCxnSpPr>
            <p:spPr>
              <a:xfrm flipV="1">
                <a:off x="2191463" y="2707856"/>
                <a:ext cx="708315" cy="61944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052FC256-244A-71DE-D0AC-FCAD01D11F4A}"/>
                  </a:ext>
                </a:extLst>
              </p:cNvPr>
              <p:cNvSpPr/>
              <p:nvPr/>
            </p:nvSpPr>
            <p:spPr>
              <a:xfrm>
                <a:off x="2899777" y="292277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1C7DD3AA-2105-9E8E-AA65-717EBB007048}"/>
                  </a:ext>
                </a:extLst>
              </p:cNvPr>
              <p:cNvCxnSpPr>
                <a:stCxn id="41" idx="6"/>
                <a:endCxn id="51" idx="2"/>
              </p:cNvCxnSpPr>
              <p:nvPr/>
            </p:nvCxnSpPr>
            <p:spPr>
              <a:xfrm>
                <a:off x="2191463" y="2657369"/>
                <a:ext cx="708314" cy="40920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AE935293-77D2-7898-C223-322E41312EE5}"/>
                  </a:ext>
                </a:extLst>
              </p:cNvPr>
              <p:cNvCxnSpPr>
                <a:stCxn id="40" idx="6"/>
                <a:endCxn id="51" idx="2"/>
              </p:cNvCxnSpPr>
              <p:nvPr/>
            </p:nvCxnSpPr>
            <p:spPr>
              <a:xfrm>
                <a:off x="2191463" y="2992333"/>
                <a:ext cx="708314" cy="742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CC02A464-1B63-2106-CEF2-AE65A4500A43}"/>
                  </a:ext>
                </a:extLst>
              </p:cNvPr>
              <p:cNvCxnSpPr>
                <a:stCxn id="39" idx="6"/>
                <a:endCxn id="51" idx="2"/>
              </p:cNvCxnSpPr>
              <p:nvPr/>
            </p:nvCxnSpPr>
            <p:spPr>
              <a:xfrm flipV="1">
                <a:off x="2191463" y="3066578"/>
                <a:ext cx="708314" cy="2607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3C18ADAA-21DB-119D-03AB-E610FE6CB9F4}"/>
                  </a:ext>
                </a:extLst>
              </p:cNvPr>
              <p:cNvSpPr/>
              <p:nvPr/>
            </p:nvSpPr>
            <p:spPr>
              <a:xfrm>
                <a:off x="2899776" y="3273713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EA369204-04CC-C255-DE39-B2E2B29255E5}"/>
                  </a:ext>
                </a:extLst>
              </p:cNvPr>
              <p:cNvCxnSpPr>
                <a:stCxn id="41" idx="6"/>
                <a:endCxn id="55" idx="2"/>
              </p:cNvCxnSpPr>
              <p:nvPr/>
            </p:nvCxnSpPr>
            <p:spPr>
              <a:xfrm>
                <a:off x="2191463" y="2657369"/>
                <a:ext cx="708313" cy="7601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58EB9270-9435-273B-9929-9A011242AF5F}"/>
                  </a:ext>
                </a:extLst>
              </p:cNvPr>
              <p:cNvCxnSpPr>
                <a:stCxn id="40" idx="6"/>
                <a:endCxn id="55" idx="2"/>
              </p:cNvCxnSpPr>
              <p:nvPr/>
            </p:nvCxnSpPr>
            <p:spPr>
              <a:xfrm>
                <a:off x="2191463" y="2992333"/>
                <a:ext cx="708313" cy="4251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08C291DF-37DD-439E-FD24-3570A1C33B94}"/>
                  </a:ext>
                </a:extLst>
              </p:cNvPr>
              <p:cNvCxnSpPr>
                <a:stCxn id="39" idx="6"/>
                <a:endCxn id="55" idx="2"/>
              </p:cNvCxnSpPr>
              <p:nvPr/>
            </p:nvCxnSpPr>
            <p:spPr>
              <a:xfrm>
                <a:off x="2191463" y="3327297"/>
                <a:ext cx="708313" cy="902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8062D5CC-3605-B994-92D4-BD090421D514}"/>
                  </a:ext>
                </a:extLst>
              </p:cNvPr>
              <p:cNvSpPr/>
              <p:nvPr/>
            </p:nvSpPr>
            <p:spPr>
              <a:xfrm>
                <a:off x="2899779" y="36385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05DE1A89-5929-1D40-172B-1C0B64368A95}"/>
                  </a:ext>
                </a:extLst>
              </p:cNvPr>
              <p:cNvCxnSpPr>
                <a:stCxn id="41" idx="6"/>
                <a:endCxn id="59" idx="2"/>
              </p:cNvCxnSpPr>
              <p:nvPr/>
            </p:nvCxnSpPr>
            <p:spPr>
              <a:xfrm>
                <a:off x="2191463" y="2657369"/>
                <a:ext cx="708316" cy="112498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5BAA5E7D-6939-F44E-A77C-8BB438A8D10A}"/>
                  </a:ext>
                </a:extLst>
              </p:cNvPr>
              <p:cNvCxnSpPr>
                <a:stCxn id="40" idx="6"/>
                <a:endCxn id="59" idx="2"/>
              </p:cNvCxnSpPr>
              <p:nvPr/>
            </p:nvCxnSpPr>
            <p:spPr>
              <a:xfrm>
                <a:off x="2191463" y="2992333"/>
                <a:ext cx="708316" cy="79001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476AC2AA-C15F-0488-A48D-2EDFA378C08D}"/>
                  </a:ext>
                </a:extLst>
              </p:cNvPr>
              <p:cNvCxnSpPr>
                <a:stCxn id="39" idx="6"/>
                <a:endCxn id="59" idx="2"/>
              </p:cNvCxnSpPr>
              <p:nvPr/>
            </p:nvCxnSpPr>
            <p:spPr>
              <a:xfrm>
                <a:off x="2191463" y="3327297"/>
                <a:ext cx="708316" cy="45505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5DEB263F-11F7-9211-9484-E0AE065912DD}"/>
                  </a:ext>
                </a:extLst>
              </p:cNvPr>
              <p:cNvSpPr/>
              <p:nvPr/>
            </p:nvSpPr>
            <p:spPr>
              <a:xfrm>
                <a:off x="4028197" y="21907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136EABA9-B34D-C204-1988-E3D659FACEE2}"/>
                  </a:ext>
                </a:extLst>
              </p:cNvPr>
              <p:cNvCxnSpPr>
                <a:stCxn id="42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C3057420-B39F-0CC6-8D7E-48720F065FE5}"/>
                  </a:ext>
                </a:extLst>
              </p:cNvPr>
              <p:cNvCxnSpPr>
                <a:stCxn id="47" idx="6"/>
                <a:endCxn id="63" idx="2"/>
              </p:cNvCxnSpPr>
              <p:nvPr/>
            </p:nvCxnSpPr>
            <p:spPr>
              <a:xfrm flipV="1">
                <a:off x="3186241" y="233455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14246760-0433-2072-76DE-FC03D25BEFCA}"/>
                  </a:ext>
                </a:extLst>
              </p:cNvPr>
              <p:cNvCxnSpPr>
                <a:stCxn id="51" idx="6"/>
                <a:endCxn id="63" idx="2"/>
              </p:cNvCxnSpPr>
              <p:nvPr/>
            </p:nvCxnSpPr>
            <p:spPr>
              <a:xfrm flipV="1">
                <a:off x="3186240" y="2334551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9C829598-3211-095B-32BD-B4CE1F3DC67E}"/>
                  </a:ext>
                </a:extLst>
              </p:cNvPr>
              <p:cNvCxnSpPr>
                <a:stCxn id="55" idx="6"/>
                <a:endCxn id="63" idx="2"/>
              </p:cNvCxnSpPr>
              <p:nvPr/>
            </p:nvCxnSpPr>
            <p:spPr>
              <a:xfrm flipV="1">
                <a:off x="3186239" y="2334551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80D12385-AA30-D39E-F453-DB587A263B6B}"/>
                  </a:ext>
                </a:extLst>
              </p:cNvPr>
              <p:cNvCxnSpPr>
                <a:stCxn id="59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447800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C6056BF9-D2BC-D878-FA30-086DCFD7B610}"/>
                  </a:ext>
                </a:extLst>
              </p:cNvPr>
              <p:cNvSpPr/>
              <p:nvPr/>
            </p:nvSpPr>
            <p:spPr>
              <a:xfrm>
                <a:off x="4028196" y="256852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D1A38C1B-86D7-E302-D1A5-BB95D80D841C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41" y="2712329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BF853CE1-AE09-123C-18A4-DDA43387D5A2}"/>
                  </a:ext>
                </a:extLst>
              </p:cNvPr>
              <p:cNvCxnSpPr>
                <a:stCxn id="51" idx="6"/>
                <a:endCxn id="69" idx="2"/>
              </p:cNvCxnSpPr>
              <p:nvPr/>
            </p:nvCxnSpPr>
            <p:spPr>
              <a:xfrm flipV="1">
                <a:off x="3186240" y="2712329"/>
                <a:ext cx="841956" cy="3542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E6D6341B-D340-8F34-2A3A-8B776F6EFC20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9" y="2712329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1EFE1895-2AD5-0DB4-8B8B-77246CE8B0A3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8" y="2712329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0799F631-8C01-8A05-9C08-72B117F59212}"/>
                  </a:ext>
                </a:extLst>
              </p:cNvPr>
              <p:cNvCxnSpPr>
                <a:stCxn id="42" idx="6"/>
                <a:endCxn id="69" idx="2"/>
              </p:cNvCxnSpPr>
              <p:nvPr/>
            </p:nvCxnSpPr>
            <p:spPr>
              <a:xfrm>
                <a:off x="3186242" y="2334552"/>
                <a:ext cx="841954" cy="3777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4A936AB4-4E26-68BD-D174-53BB7464725F}"/>
                  </a:ext>
                </a:extLst>
              </p:cNvPr>
              <p:cNvSpPr/>
              <p:nvPr/>
            </p:nvSpPr>
            <p:spPr>
              <a:xfrm>
                <a:off x="4030044" y="291568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A8AD3EC9-E807-63A5-BB2D-ACD6D0437B61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9" y="3059487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9C134BF0-DAE8-6F4F-556D-4EAA5315C85C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8" y="3059487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47415125-8398-ADD4-50C6-2B3097BFEBF2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7" y="3059487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FD6191C9-CBCB-6041-8A56-78DE91CE468E}"/>
                  </a:ext>
                </a:extLst>
              </p:cNvPr>
              <p:cNvCxnSpPr>
                <a:stCxn id="47" idx="6"/>
                <a:endCxn id="75" idx="2"/>
              </p:cNvCxnSpPr>
              <p:nvPr/>
            </p:nvCxnSpPr>
            <p:spPr>
              <a:xfrm>
                <a:off x="3186241" y="2707856"/>
                <a:ext cx="843803" cy="35163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211D390F-3D50-C3C1-1370-96468434C67A}"/>
                  </a:ext>
                </a:extLst>
              </p:cNvPr>
              <p:cNvCxnSpPr>
                <a:stCxn id="42" idx="6"/>
                <a:endCxn id="75" idx="2"/>
              </p:cNvCxnSpPr>
              <p:nvPr/>
            </p:nvCxnSpPr>
            <p:spPr>
              <a:xfrm>
                <a:off x="3186242" y="2334552"/>
                <a:ext cx="843802" cy="72493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811C1013-8D58-1A70-3C82-04AC21F124AB}"/>
                  </a:ext>
                </a:extLst>
              </p:cNvPr>
              <p:cNvSpPr/>
              <p:nvPr/>
            </p:nvSpPr>
            <p:spPr>
              <a:xfrm>
                <a:off x="4028195" y="326390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CEE5ADD7-4D91-8174-D6B4-C80A0BD50E1E}"/>
                  </a:ext>
                </a:extLst>
              </p:cNvPr>
              <p:cNvCxnSpPr>
                <a:stCxn id="55" idx="6"/>
                <a:endCxn id="84" idx="2"/>
              </p:cNvCxnSpPr>
              <p:nvPr/>
            </p:nvCxnSpPr>
            <p:spPr>
              <a:xfrm flipV="1">
                <a:off x="3186239" y="3407701"/>
                <a:ext cx="841956" cy="981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8E6FB93C-43B6-37E0-8658-D386B13AA236}"/>
                  </a:ext>
                </a:extLst>
              </p:cNvPr>
              <p:cNvCxnSpPr>
                <a:endCxn id="84" idx="2"/>
              </p:cNvCxnSpPr>
              <p:nvPr/>
            </p:nvCxnSpPr>
            <p:spPr>
              <a:xfrm flipV="1">
                <a:off x="3186239" y="340770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AB082F60-974F-76D9-F241-02269FF3A300}"/>
                  </a:ext>
                </a:extLst>
              </p:cNvPr>
              <p:cNvCxnSpPr>
                <a:stCxn id="51" idx="6"/>
                <a:endCxn id="84" idx="2"/>
              </p:cNvCxnSpPr>
              <p:nvPr/>
            </p:nvCxnSpPr>
            <p:spPr>
              <a:xfrm>
                <a:off x="3186240" y="3066578"/>
                <a:ext cx="841955" cy="34112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EDDC5EAA-0B97-DE1B-C1D0-CB53042E3CD6}"/>
                  </a:ext>
                </a:extLst>
              </p:cNvPr>
              <p:cNvCxnSpPr>
                <a:stCxn id="47" idx="6"/>
                <a:endCxn id="84" idx="2"/>
              </p:cNvCxnSpPr>
              <p:nvPr/>
            </p:nvCxnSpPr>
            <p:spPr>
              <a:xfrm>
                <a:off x="3186241" y="2707856"/>
                <a:ext cx="841954" cy="6998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4E4247F9-9B09-4267-64C9-9C674CB6B588}"/>
                  </a:ext>
                </a:extLst>
              </p:cNvPr>
              <p:cNvCxnSpPr>
                <a:stCxn id="42" idx="6"/>
                <a:endCxn id="84" idx="2"/>
              </p:cNvCxnSpPr>
              <p:nvPr/>
            </p:nvCxnSpPr>
            <p:spPr>
              <a:xfrm>
                <a:off x="3186242" y="2334552"/>
                <a:ext cx="841953" cy="10731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1E87D0B3-D58C-5B45-8FB7-BFEECCF34E65}"/>
                  </a:ext>
                </a:extLst>
              </p:cNvPr>
              <p:cNvSpPr/>
              <p:nvPr/>
            </p:nvSpPr>
            <p:spPr>
              <a:xfrm>
                <a:off x="4028194" y="36471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94516F3A-E867-4E7A-D3CC-63DD01021FE0}"/>
                  </a:ext>
                </a:extLst>
              </p:cNvPr>
              <p:cNvCxnSpPr>
                <a:endCxn id="90" idx="2"/>
              </p:cNvCxnSpPr>
              <p:nvPr/>
            </p:nvCxnSpPr>
            <p:spPr>
              <a:xfrm flipV="1">
                <a:off x="3186239" y="37909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B6A6223B-B36C-F8C1-5260-38849AC9E88A}"/>
                  </a:ext>
                </a:extLst>
              </p:cNvPr>
              <p:cNvCxnSpPr>
                <a:stCxn id="55" idx="6"/>
                <a:endCxn id="90" idx="2"/>
              </p:cNvCxnSpPr>
              <p:nvPr/>
            </p:nvCxnSpPr>
            <p:spPr>
              <a:xfrm>
                <a:off x="3186239" y="3417514"/>
                <a:ext cx="841955" cy="37343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6D5B3FB0-2604-24CC-7323-14DA02E60588}"/>
                  </a:ext>
                </a:extLst>
              </p:cNvPr>
              <p:cNvCxnSpPr>
                <a:stCxn id="51" idx="6"/>
                <a:endCxn id="90" idx="2"/>
              </p:cNvCxnSpPr>
              <p:nvPr/>
            </p:nvCxnSpPr>
            <p:spPr>
              <a:xfrm>
                <a:off x="3186240" y="3066578"/>
                <a:ext cx="841954" cy="72437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B3FD7AEF-F5A0-A646-5412-BCB35D50F8EE}"/>
                  </a:ext>
                </a:extLst>
              </p:cNvPr>
              <p:cNvCxnSpPr>
                <a:stCxn id="47" idx="6"/>
                <a:endCxn id="90" idx="2"/>
              </p:cNvCxnSpPr>
              <p:nvPr/>
            </p:nvCxnSpPr>
            <p:spPr>
              <a:xfrm>
                <a:off x="3186241" y="2707856"/>
                <a:ext cx="841953" cy="108309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C5518F47-196E-359B-4118-33C6AAB915B3}"/>
                  </a:ext>
                </a:extLst>
              </p:cNvPr>
              <p:cNvCxnSpPr>
                <a:stCxn id="42" idx="6"/>
                <a:endCxn id="90" idx="2"/>
              </p:cNvCxnSpPr>
              <p:nvPr/>
            </p:nvCxnSpPr>
            <p:spPr>
              <a:xfrm>
                <a:off x="3186242" y="2334552"/>
                <a:ext cx="841952" cy="145639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12CFE485-D29F-8B6F-543D-841F82BDDE7E}"/>
                  </a:ext>
                </a:extLst>
              </p:cNvPr>
              <p:cNvCxnSpPr>
                <a:stCxn id="63" idx="6"/>
                <a:endCxn id="43" idx="2"/>
              </p:cNvCxnSpPr>
              <p:nvPr/>
            </p:nvCxnSpPr>
            <p:spPr>
              <a:xfrm>
                <a:off x="4314660" y="2334551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40AD3907-EF8F-AEB0-BD67-53F44BB80339}"/>
                  </a:ext>
                </a:extLst>
              </p:cNvPr>
              <p:cNvCxnSpPr>
                <a:stCxn id="69" idx="6"/>
                <a:endCxn id="43" idx="2"/>
              </p:cNvCxnSpPr>
              <p:nvPr/>
            </p:nvCxnSpPr>
            <p:spPr>
              <a:xfrm flipV="1">
                <a:off x="4314659" y="2513568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89093BD2-2D5C-A308-501B-977F4E3315C8}"/>
                  </a:ext>
                </a:extLst>
              </p:cNvPr>
              <p:cNvCxnSpPr>
                <a:stCxn id="75" idx="6"/>
                <a:endCxn id="43" idx="2"/>
              </p:cNvCxnSpPr>
              <p:nvPr/>
            </p:nvCxnSpPr>
            <p:spPr>
              <a:xfrm flipV="1">
                <a:off x="4316507" y="2513568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1F1ABF48-5F87-8480-1AA3-6163780254B8}"/>
                  </a:ext>
                </a:extLst>
              </p:cNvPr>
              <p:cNvCxnSpPr>
                <a:stCxn id="84" idx="6"/>
                <a:endCxn id="43" idx="2"/>
              </p:cNvCxnSpPr>
              <p:nvPr/>
            </p:nvCxnSpPr>
            <p:spPr>
              <a:xfrm flipV="1">
                <a:off x="4314658" y="2513568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7430B193-C707-1386-1409-668C94571535}"/>
                  </a:ext>
                </a:extLst>
              </p:cNvPr>
              <p:cNvCxnSpPr>
                <a:stCxn id="90" idx="6"/>
                <a:endCxn id="43" idx="2"/>
              </p:cNvCxnSpPr>
              <p:nvPr/>
            </p:nvCxnSpPr>
            <p:spPr>
              <a:xfrm flipV="1">
                <a:off x="4314657" y="2513568"/>
                <a:ext cx="787797" cy="127738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187B916F-8FC1-C615-591F-CDEA033A366B}"/>
                  </a:ext>
                </a:extLst>
              </p:cNvPr>
              <p:cNvSpPr/>
              <p:nvPr/>
            </p:nvSpPr>
            <p:spPr>
              <a:xfrm>
                <a:off x="5102453" y="27456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FB8A74B3-5C25-929F-A567-38058A80E17E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>
                <a:off x="4314659" y="27104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37C5BDC2-CB3E-845B-4248-483BDF754D45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8" y="28894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073D1B42-3A92-5672-4C9E-D7B92D250F72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6506" y="2889453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753FAF38-5AD0-89E0-C994-3FD374D270EC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7" y="2889453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12B8A97D-BE6D-FAC3-3C78-335DD6AA28EE}"/>
                  </a:ext>
                </a:extLst>
              </p:cNvPr>
              <p:cNvCxnSpPr>
                <a:stCxn id="63" idx="6"/>
                <a:endCxn id="101" idx="2"/>
              </p:cNvCxnSpPr>
              <p:nvPr/>
            </p:nvCxnSpPr>
            <p:spPr>
              <a:xfrm>
                <a:off x="4314660" y="2334551"/>
                <a:ext cx="787793" cy="5549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1DDFC7B9-34AD-DFC4-15D5-57A3B1C0E0A9}"/>
                  </a:ext>
                </a:extLst>
              </p:cNvPr>
              <p:cNvSpPr/>
              <p:nvPr/>
            </p:nvSpPr>
            <p:spPr>
              <a:xfrm>
                <a:off x="5102452" y="3088214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896E11CC-AE61-B512-B80D-9FB1BAB0E1A3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>
                <a:off x="4314658" y="3052998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D86F8C24-2D7C-3C15-95D9-5711BAAC6B9E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4657" y="3232015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FFE958EB-0ACE-8F59-6627-E7728188F168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6505" y="3232015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3B607BFA-ACB0-7318-B394-218050E2E839}"/>
                  </a:ext>
                </a:extLst>
              </p:cNvPr>
              <p:cNvCxnSpPr>
                <a:stCxn id="69" idx="6"/>
                <a:endCxn id="107" idx="2"/>
              </p:cNvCxnSpPr>
              <p:nvPr/>
            </p:nvCxnSpPr>
            <p:spPr>
              <a:xfrm>
                <a:off x="4314659" y="2712329"/>
                <a:ext cx="787793" cy="51968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8B70E8F8-7F82-6A2B-0E68-F850577A1765}"/>
                  </a:ext>
                </a:extLst>
              </p:cNvPr>
              <p:cNvCxnSpPr>
                <a:stCxn id="63" idx="6"/>
                <a:endCxn id="107" idx="2"/>
              </p:cNvCxnSpPr>
              <p:nvPr/>
            </p:nvCxnSpPr>
            <p:spPr>
              <a:xfrm>
                <a:off x="4314660" y="2334551"/>
                <a:ext cx="787792" cy="89746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F886D13A-F69E-BDCA-6BC3-2088398FC549}"/>
                  </a:ext>
                </a:extLst>
              </p:cNvPr>
              <p:cNvSpPr/>
              <p:nvPr/>
            </p:nvSpPr>
            <p:spPr>
              <a:xfrm>
                <a:off x="5102454" y="34505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002DAB17-4DCE-7950-D517-D08423A43F92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>
                <a:off x="4314660" y="34153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BB7BD7AE-3B90-A679-C07F-F5A1F6827951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 flipV="1">
                <a:off x="4314659" y="35943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88D28FD2-DA66-2B18-FD5F-146D2216AB28}"/>
                  </a:ext>
                </a:extLst>
              </p:cNvPr>
              <p:cNvCxnSpPr>
                <a:stCxn id="75" idx="6"/>
                <a:endCxn id="113" idx="2"/>
              </p:cNvCxnSpPr>
              <p:nvPr/>
            </p:nvCxnSpPr>
            <p:spPr>
              <a:xfrm>
                <a:off x="4316507" y="3059487"/>
                <a:ext cx="785947" cy="53486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81BEDE99-92A6-3E7C-51EC-1DC5E25E882C}"/>
                  </a:ext>
                </a:extLst>
              </p:cNvPr>
              <p:cNvCxnSpPr>
                <a:stCxn id="69" idx="6"/>
                <a:endCxn id="113" idx="2"/>
              </p:cNvCxnSpPr>
              <p:nvPr/>
            </p:nvCxnSpPr>
            <p:spPr>
              <a:xfrm>
                <a:off x="4314659" y="2712329"/>
                <a:ext cx="787795" cy="88202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Arrow Connector 117">
                <a:extLst>
                  <a:ext uri="{FF2B5EF4-FFF2-40B4-BE49-F238E27FC236}">
                    <a16:creationId xmlns:a16="http://schemas.microsoft.com/office/drawing/2014/main" id="{FFDDE546-EE5E-0DA3-07A7-663819D6E665}"/>
                  </a:ext>
                </a:extLst>
              </p:cNvPr>
              <p:cNvCxnSpPr>
                <a:stCxn id="63" idx="6"/>
                <a:endCxn id="113" idx="2"/>
              </p:cNvCxnSpPr>
              <p:nvPr/>
            </p:nvCxnSpPr>
            <p:spPr>
              <a:xfrm>
                <a:off x="4314660" y="2334551"/>
                <a:ext cx="787794" cy="12598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2B20D9C-02C3-E7F4-CF2F-D43F31E239BD}"/>
                </a:ext>
              </a:extLst>
            </p:cNvPr>
            <p:cNvSpPr txBox="1"/>
            <p:nvPr/>
          </p:nvSpPr>
          <p:spPr>
            <a:xfrm>
              <a:off x="99059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1FE9116-2ABC-EA5F-6D86-4C9B086ACB63}"/>
                </a:ext>
              </a:extLst>
            </p:cNvPr>
            <p:cNvSpPr txBox="1"/>
            <p:nvPr/>
          </p:nvSpPr>
          <p:spPr>
            <a:xfrm>
              <a:off x="178701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D3F5FA0-2872-5F84-996B-2793BEAA15B5}"/>
                </a:ext>
              </a:extLst>
            </p:cNvPr>
            <p:cNvSpPr txBox="1"/>
            <p:nvPr/>
          </p:nvSpPr>
          <p:spPr>
            <a:xfrm>
              <a:off x="2715597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20A4169-9D84-260B-603C-6127A1119C57}"/>
                </a:ext>
              </a:extLst>
            </p:cNvPr>
            <p:cNvSpPr txBox="1"/>
            <p:nvPr/>
          </p:nvSpPr>
          <p:spPr>
            <a:xfrm>
              <a:off x="3596641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4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DE0DC9B-85AF-4FDD-BB74-6C822E6ECD8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502" y="978095"/>
            <a:ext cx="125730" cy="2628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487C41-215B-458C-EFF5-1100264BAE4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376" y="878019"/>
            <a:ext cx="722376" cy="450342"/>
          </a:xfrm>
          <a:prstGeom prst="rect">
            <a:avLst/>
          </a:prstGeom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09DD1458-9B2E-FC08-2BD9-17C85C241F5D}"/>
              </a:ext>
            </a:extLst>
          </p:cNvPr>
          <p:cNvSpPr txBox="1"/>
          <p:nvPr/>
        </p:nvSpPr>
        <p:spPr>
          <a:xfrm>
            <a:off x="388706" y="1704673"/>
            <a:ext cx="4458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each output unit (layer L = 4)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A47628-C09E-C5F5-5478-1E0CCCD0D9C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52" y="2177034"/>
            <a:ext cx="1965960" cy="4503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E130A3-E741-B194-6932-210CFCBB07F4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014" y="3091434"/>
            <a:ext cx="3627882" cy="3474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814070-91B7-02A0-9B11-6DE600BE9815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52" y="3593592"/>
            <a:ext cx="3627882" cy="347472"/>
          </a:xfrm>
          <a:prstGeom prst="rect">
            <a:avLst/>
          </a:prstGeom>
        </p:spPr>
      </p:pic>
      <p:sp>
        <p:nvSpPr>
          <p:cNvPr id="2" name="Flowchart: Process 1">
            <a:extLst>
              <a:ext uri="{FF2B5EF4-FFF2-40B4-BE49-F238E27FC236}">
                <a16:creationId xmlns:a16="http://schemas.microsoft.com/office/drawing/2014/main" id="{F5FB564B-9ADC-6553-9540-AFF3F76C6368}"/>
              </a:ext>
            </a:extLst>
          </p:cNvPr>
          <p:cNvSpPr/>
          <p:nvPr/>
        </p:nvSpPr>
        <p:spPr>
          <a:xfrm>
            <a:off x="381000" y="3486150"/>
            <a:ext cx="3962400" cy="68580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97649C-6C42-2786-0457-11D128C14773}"/>
                  </a:ext>
                </a:extLst>
              </p:cNvPr>
              <p:cNvSpPr txBox="1"/>
              <p:nvPr/>
            </p:nvSpPr>
            <p:spPr>
              <a:xfrm>
                <a:off x="7849552" y="1079281"/>
                <a:ext cx="680314" cy="448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97649C-6C42-2786-0457-11D128C14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9552" y="1079281"/>
                <a:ext cx="680314" cy="448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62300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BD65A-6BE9-1FDF-8CA5-6475EA24A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AA498F-35F5-0D43-A036-BE8419EC8B55}"/>
              </a:ext>
            </a:extLst>
          </p:cNvPr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Gradient computation: Backpropagation algorithm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BA9CB90-D41D-74FD-957D-F250E2A1E963}"/>
              </a:ext>
            </a:extLst>
          </p:cNvPr>
          <p:cNvSpPr txBox="1"/>
          <p:nvPr/>
        </p:nvSpPr>
        <p:spPr>
          <a:xfrm>
            <a:off x="381000" y="84200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Intuition:              “error” of node    in layer   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A753F8-5DDD-09FE-A3D6-24C667E0288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672" y="956994"/>
            <a:ext cx="68580" cy="214884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E5FB535B-541C-97F7-19D9-5F21E1670B3F}"/>
              </a:ext>
            </a:extLst>
          </p:cNvPr>
          <p:cNvGrpSpPr/>
          <p:nvPr/>
        </p:nvGrpSpPr>
        <p:grpSpPr>
          <a:xfrm>
            <a:off x="5473984" y="1408178"/>
            <a:ext cx="3055882" cy="1588057"/>
            <a:chOff x="990599" y="738216"/>
            <a:chExt cx="3381620" cy="175733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074ECB8-BFCC-863B-4DB6-BBFFF6955B8A}"/>
                </a:ext>
              </a:extLst>
            </p:cNvPr>
            <p:cNvGrpSpPr/>
            <p:nvPr/>
          </p:nvGrpSpPr>
          <p:grpSpPr>
            <a:xfrm>
              <a:off x="1239873" y="738216"/>
              <a:ext cx="2862230" cy="1432793"/>
              <a:chOff x="1905000" y="2190750"/>
              <a:chExt cx="3483917" cy="1744001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CD1781DB-CBB8-EABF-16C1-911EEC500A39}"/>
                  </a:ext>
                </a:extLst>
              </p:cNvPr>
              <p:cNvSpPr/>
              <p:nvPr/>
            </p:nvSpPr>
            <p:spPr>
              <a:xfrm>
                <a:off x="1905000" y="318349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0ADBA73A-FE6A-EE5B-15FF-0DB6DF41D60C}"/>
                  </a:ext>
                </a:extLst>
              </p:cNvPr>
              <p:cNvSpPr/>
              <p:nvPr/>
            </p:nvSpPr>
            <p:spPr>
              <a:xfrm>
                <a:off x="1905000" y="284853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AEC0A493-D3D6-112F-A8A8-E6AE076ED887}"/>
                  </a:ext>
                </a:extLst>
              </p:cNvPr>
              <p:cNvSpPr/>
              <p:nvPr/>
            </p:nvSpPr>
            <p:spPr>
              <a:xfrm>
                <a:off x="1905000" y="251356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4D4DACBA-82F2-D9EB-786E-7826D2D28996}"/>
                  </a:ext>
                </a:extLst>
              </p:cNvPr>
              <p:cNvSpPr/>
              <p:nvPr/>
            </p:nvSpPr>
            <p:spPr>
              <a:xfrm>
                <a:off x="2899779" y="2190751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348BE2DA-15DC-C214-C211-1298B042A83A}"/>
                  </a:ext>
                </a:extLst>
              </p:cNvPr>
              <p:cNvSpPr/>
              <p:nvPr/>
            </p:nvSpPr>
            <p:spPr>
              <a:xfrm>
                <a:off x="5102454" y="236976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988DBEBB-32D8-7D3C-0485-E162243CA834}"/>
                  </a:ext>
                </a:extLst>
              </p:cNvPr>
              <p:cNvCxnSpPr>
                <a:stCxn id="41" idx="6"/>
                <a:endCxn id="42" idx="2"/>
              </p:cNvCxnSpPr>
              <p:nvPr/>
            </p:nvCxnSpPr>
            <p:spPr>
              <a:xfrm flipV="1">
                <a:off x="2191463" y="2334552"/>
                <a:ext cx="708316" cy="3228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F08365B3-20F3-D723-3366-843DED7D17EC}"/>
                  </a:ext>
                </a:extLst>
              </p:cNvPr>
              <p:cNvCxnSpPr>
                <a:stCxn id="40" idx="6"/>
                <a:endCxn id="42" idx="2"/>
              </p:cNvCxnSpPr>
              <p:nvPr/>
            </p:nvCxnSpPr>
            <p:spPr>
              <a:xfrm flipV="1">
                <a:off x="2191463" y="2334552"/>
                <a:ext cx="708316" cy="6577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F7E33D0A-52A6-C869-3845-F6EDA5763F58}"/>
                  </a:ext>
                </a:extLst>
              </p:cNvPr>
              <p:cNvCxnSpPr>
                <a:stCxn id="39" idx="6"/>
                <a:endCxn id="42" idx="2"/>
              </p:cNvCxnSpPr>
              <p:nvPr/>
            </p:nvCxnSpPr>
            <p:spPr>
              <a:xfrm flipV="1">
                <a:off x="2191463" y="2334552"/>
                <a:ext cx="708316" cy="9927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07B0B243-792E-E343-290F-F72BBF1994FE}"/>
                  </a:ext>
                </a:extLst>
              </p:cNvPr>
              <p:cNvSpPr/>
              <p:nvPr/>
            </p:nvSpPr>
            <p:spPr>
              <a:xfrm>
                <a:off x="2899778" y="2564055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7B800A01-DBC9-9C2A-6477-B72E2EDADBAE}"/>
                  </a:ext>
                </a:extLst>
              </p:cNvPr>
              <p:cNvCxnSpPr>
                <a:stCxn id="41" idx="6"/>
                <a:endCxn id="47" idx="2"/>
              </p:cNvCxnSpPr>
              <p:nvPr/>
            </p:nvCxnSpPr>
            <p:spPr>
              <a:xfrm>
                <a:off x="2191463" y="2657369"/>
                <a:ext cx="708315" cy="5048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46EF62D2-6D9B-0142-B871-348E75BF151A}"/>
                  </a:ext>
                </a:extLst>
              </p:cNvPr>
              <p:cNvCxnSpPr>
                <a:stCxn id="40" idx="6"/>
                <a:endCxn id="47" idx="2"/>
              </p:cNvCxnSpPr>
              <p:nvPr/>
            </p:nvCxnSpPr>
            <p:spPr>
              <a:xfrm flipV="1">
                <a:off x="2191463" y="2707856"/>
                <a:ext cx="708315" cy="2844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E4C7AB1A-672D-6483-3952-17B5B2E65364}"/>
                  </a:ext>
                </a:extLst>
              </p:cNvPr>
              <p:cNvCxnSpPr>
                <a:stCxn id="39" idx="6"/>
                <a:endCxn id="47" idx="2"/>
              </p:cNvCxnSpPr>
              <p:nvPr/>
            </p:nvCxnSpPr>
            <p:spPr>
              <a:xfrm flipV="1">
                <a:off x="2191463" y="2707856"/>
                <a:ext cx="708315" cy="61944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13A8853D-8E8D-4D07-1123-E8FA3FA324C0}"/>
                  </a:ext>
                </a:extLst>
              </p:cNvPr>
              <p:cNvSpPr/>
              <p:nvPr/>
            </p:nvSpPr>
            <p:spPr>
              <a:xfrm>
                <a:off x="2899777" y="292277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C6F23327-9B80-2FFB-BCEB-CA46BD66B2B1}"/>
                  </a:ext>
                </a:extLst>
              </p:cNvPr>
              <p:cNvCxnSpPr>
                <a:stCxn id="41" idx="6"/>
                <a:endCxn id="51" idx="2"/>
              </p:cNvCxnSpPr>
              <p:nvPr/>
            </p:nvCxnSpPr>
            <p:spPr>
              <a:xfrm>
                <a:off x="2191463" y="2657369"/>
                <a:ext cx="708314" cy="40920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E56DD588-2902-E1AB-111B-017420FA3DC2}"/>
                  </a:ext>
                </a:extLst>
              </p:cNvPr>
              <p:cNvCxnSpPr>
                <a:stCxn id="40" idx="6"/>
                <a:endCxn id="51" idx="2"/>
              </p:cNvCxnSpPr>
              <p:nvPr/>
            </p:nvCxnSpPr>
            <p:spPr>
              <a:xfrm>
                <a:off x="2191463" y="2992333"/>
                <a:ext cx="708314" cy="742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C0173F7F-FBAB-72FA-4464-11FB75FCF676}"/>
                  </a:ext>
                </a:extLst>
              </p:cNvPr>
              <p:cNvCxnSpPr>
                <a:stCxn id="39" idx="6"/>
                <a:endCxn id="51" idx="2"/>
              </p:cNvCxnSpPr>
              <p:nvPr/>
            </p:nvCxnSpPr>
            <p:spPr>
              <a:xfrm flipV="1">
                <a:off x="2191463" y="3066578"/>
                <a:ext cx="708314" cy="2607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1F052657-74E8-EBC1-E505-72692AF31359}"/>
                  </a:ext>
                </a:extLst>
              </p:cNvPr>
              <p:cNvSpPr/>
              <p:nvPr/>
            </p:nvSpPr>
            <p:spPr>
              <a:xfrm>
                <a:off x="2899776" y="3273713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2ED141E4-B1FB-EDCF-238C-7183A9AD6B17}"/>
                  </a:ext>
                </a:extLst>
              </p:cNvPr>
              <p:cNvCxnSpPr>
                <a:stCxn id="41" idx="6"/>
                <a:endCxn id="55" idx="2"/>
              </p:cNvCxnSpPr>
              <p:nvPr/>
            </p:nvCxnSpPr>
            <p:spPr>
              <a:xfrm>
                <a:off x="2191463" y="2657369"/>
                <a:ext cx="708313" cy="7601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0C72B792-4549-671D-513D-F478EB30ED4A}"/>
                  </a:ext>
                </a:extLst>
              </p:cNvPr>
              <p:cNvCxnSpPr>
                <a:stCxn id="40" idx="6"/>
                <a:endCxn id="55" idx="2"/>
              </p:cNvCxnSpPr>
              <p:nvPr/>
            </p:nvCxnSpPr>
            <p:spPr>
              <a:xfrm>
                <a:off x="2191463" y="2992333"/>
                <a:ext cx="708313" cy="4251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8232AB4A-D6C5-8174-9F8F-FFB3C71737A8}"/>
                  </a:ext>
                </a:extLst>
              </p:cNvPr>
              <p:cNvCxnSpPr>
                <a:stCxn id="39" idx="6"/>
                <a:endCxn id="55" idx="2"/>
              </p:cNvCxnSpPr>
              <p:nvPr/>
            </p:nvCxnSpPr>
            <p:spPr>
              <a:xfrm>
                <a:off x="2191463" y="3327297"/>
                <a:ext cx="708313" cy="902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9BB4A67F-1929-AC5F-3B6F-998606549D85}"/>
                  </a:ext>
                </a:extLst>
              </p:cNvPr>
              <p:cNvSpPr/>
              <p:nvPr/>
            </p:nvSpPr>
            <p:spPr>
              <a:xfrm>
                <a:off x="2899779" y="36385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963AD990-42B1-2F7A-F00F-F5FED2B1B9C9}"/>
                  </a:ext>
                </a:extLst>
              </p:cNvPr>
              <p:cNvCxnSpPr>
                <a:stCxn id="41" idx="6"/>
                <a:endCxn id="59" idx="2"/>
              </p:cNvCxnSpPr>
              <p:nvPr/>
            </p:nvCxnSpPr>
            <p:spPr>
              <a:xfrm>
                <a:off x="2191463" y="2657369"/>
                <a:ext cx="708316" cy="112498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791CC97E-B571-8713-78B2-8959A6761183}"/>
                  </a:ext>
                </a:extLst>
              </p:cNvPr>
              <p:cNvCxnSpPr>
                <a:stCxn id="40" idx="6"/>
                <a:endCxn id="59" idx="2"/>
              </p:cNvCxnSpPr>
              <p:nvPr/>
            </p:nvCxnSpPr>
            <p:spPr>
              <a:xfrm>
                <a:off x="2191463" y="2992333"/>
                <a:ext cx="708316" cy="79001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8233EAA5-0DBC-2F74-CF91-A092E03330B6}"/>
                  </a:ext>
                </a:extLst>
              </p:cNvPr>
              <p:cNvCxnSpPr>
                <a:stCxn id="39" idx="6"/>
                <a:endCxn id="59" idx="2"/>
              </p:cNvCxnSpPr>
              <p:nvPr/>
            </p:nvCxnSpPr>
            <p:spPr>
              <a:xfrm>
                <a:off x="2191463" y="3327297"/>
                <a:ext cx="708316" cy="45505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98A63350-A2BF-8EDE-0297-CAEFC4463557}"/>
                  </a:ext>
                </a:extLst>
              </p:cNvPr>
              <p:cNvSpPr/>
              <p:nvPr/>
            </p:nvSpPr>
            <p:spPr>
              <a:xfrm>
                <a:off x="4028197" y="21907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D5710026-D1A8-4AD0-4988-1688533284B7}"/>
                  </a:ext>
                </a:extLst>
              </p:cNvPr>
              <p:cNvCxnSpPr>
                <a:stCxn id="42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624AAC5A-344F-E536-7FA8-20C3D473F3C0}"/>
                  </a:ext>
                </a:extLst>
              </p:cNvPr>
              <p:cNvCxnSpPr>
                <a:stCxn id="47" idx="6"/>
                <a:endCxn id="63" idx="2"/>
              </p:cNvCxnSpPr>
              <p:nvPr/>
            </p:nvCxnSpPr>
            <p:spPr>
              <a:xfrm flipV="1">
                <a:off x="3186241" y="233455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7BB1323A-1BE7-10C1-CB93-411E50837DEB}"/>
                  </a:ext>
                </a:extLst>
              </p:cNvPr>
              <p:cNvCxnSpPr>
                <a:stCxn id="51" idx="6"/>
                <a:endCxn id="63" idx="2"/>
              </p:cNvCxnSpPr>
              <p:nvPr/>
            </p:nvCxnSpPr>
            <p:spPr>
              <a:xfrm flipV="1">
                <a:off x="3186240" y="2334551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F300657B-6B2C-250E-7383-731CC521D762}"/>
                  </a:ext>
                </a:extLst>
              </p:cNvPr>
              <p:cNvCxnSpPr>
                <a:stCxn id="55" idx="6"/>
                <a:endCxn id="63" idx="2"/>
              </p:cNvCxnSpPr>
              <p:nvPr/>
            </p:nvCxnSpPr>
            <p:spPr>
              <a:xfrm flipV="1">
                <a:off x="3186239" y="2334551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A0005470-0D2E-9A2D-4892-874718358C24}"/>
                  </a:ext>
                </a:extLst>
              </p:cNvPr>
              <p:cNvCxnSpPr>
                <a:stCxn id="59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447800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409428A8-4353-1BEE-A62F-FEAD49FFE8AA}"/>
                  </a:ext>
                </a:extLst>
              </p:cNvPr>
              <p:cNvSpPr/>
              <p:nvPr/>
            </p:nvSpPr>
            <p:spPr>
              <a:xfrm>
                <a:off x="4028196" y="256852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2B49B120-B2D0-6527-D547-A10C70EF5C5B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41" y="2712329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2DFD913B-6681-AC85-159F-3BBB0CFBD0C3}"/>
                  </a:ext>
                </a:extLst>
              </p:cNvPr>
              <p:cNvCxnSpPr>
                <a:stCxn id="51" idx="6"/>
                <a:endCxn id="69" idx="2"/>
              </p:cNvCxnSpPr>
              <p:nvPr/>
            </p:nvCxnSpPr>
            <p:spPr>
              <a:xfrm flipV="1">
                <a:off x="3186240" y="2712329"/>
                <a:ext cx="841956" cy="3542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6D5D495B-2186-A8E7-5344-C3789A98DB5A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9" y="2712329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78413984-FECA-F08E-1CA0-5EC6647393E0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8" y="2712329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AA14A7C5-A074-3D02-7A4B-F1CC285827D5}"/>
                  </a:ext>
                </a:extLst>
              </p:cNvPr>
              <p:cNvCxnSpPr>
                <a:stCxn id="42" idx="6"/>
                <a:endCxn id="69" idx="2"/>
              </p:cNvCxnSpPr>
              <p:nvPr/>
            </p:nvCxnSpPr>
            <p:spPr>
              <a:xfrm>
                <a:off x="3186242" y="2334552"/>
                <a:ext cx="841954" cy="3777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612A936C-4D8F-4276-4D34-F1308668A774}"/>
                  </a:ext>
                </a:extLst>
              </p:cNvPr>
              <p:cNvSpPr/>
              <p:nvPr/>
            </p:nvSpPr>
            <p:spPr>
              <a:xfrm>
                <a:off x="4030044" y="291568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E437549B-9775-CBC7-19DF-01CC5219E696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9" y="3059487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AF150C26-2615-C205-A44E-B9B0F69C288A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8" y="3059487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65ABBC0C-3758-9D8F-6EFD-04FC025D3806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7" y="3059487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514CE98C-B517-FC72-9BF9-172DB1E2731D}"/>
                  </a:ext>
                </a:extLst>
              </p:cNvPr>
              <p:cNvCxnSpPr>
                <a:stCxn id="47" idx="6"/>
                <a:endCxn id="75" idx="2"/>
              </p:cNvCxnSpPr>
              <p:nvPr/>
            </p:nvCxnSpPr>
            <p:spPr>
              <a:xfrm>
                <a:off x="3186241" y="2707856"/>
                <a:ext cx="843803" cy="35163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ECEAA164-B95E-E36C-5BF2-6CEF5AEB17BA}"/>
                  </a:ext>
                </a:extLst>
              </p:cNvPr>
              <p:cNvCxnSpPr>
                <a:stCxn id="42" idx="6"/>
                <a:endCxn id="75" idx="2"/>
              </p:cNvCxnSpPr>
              <p:nvPr/>
            </p:nvCxnSpPr>
            <p:spPr>
              <a:xfrm>
                <a:off x="3186242" y="2334552"/>
                <a:ext cx="843802" cy="72493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9E5CC557-54C3-20AB-9651-3024308C5256}"/>
                  </a:ext>
                </a:extLst>
              </p:cNvPr>
              <p:cNvSpPr/>
              <p:nvPr/>
            </p:nvSpPr>
            <p:spPr>
              <a:xfrm>
                <a:off x="4028195" y="326390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41BE85E7-94EA-EA65-3F76-D51C83638E44}"/>
                  </a:ext>
                </a:extLst>
              </p:cNvPr>
              <p:cNvCxnSpPr>
                <a:stCxn id="55" idx="6"/>
                <a:endCxn id="84" idx="2"/>
              </p:cNvCxnSpPr>
              <p:nvPr/>
            </p:nvCxnSpPr>
            <p:spPr>
              <a:xfrm flipV="1">
                <a:off x="3186239" y="3407701"/>
                <a:ext cx="841956" cy="981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1D5D7416-3E6D-0909-1094-6F427C8DE881}"/>
                  </a:ext>
                </a:extLst>
              </p:cNvPr>
              <p:cNvCxnSpPr>
                <a:endCxn id="84" idx="2"/>
              </p:cNvCxnSpPr>
              <p:nvPr/>
            </p:nvCxnSpPr>
            <p:spPr>
              <a:xfrm flipV="1">
                <a:off x="3186239" y="340770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DD5A7680-5259-952A-4F8A-987AB474C5F1}"/>
                  </a:ext>
                </a:extLst>
              </p:cNvPr>
              <p:cNvCxnSpPr>
                <a:stCxn id="51" idx="6"/>
                <a:endCxn id="84" idx="2"/>
              </p:cNvCxnSpPr>
              <p:nvPr/>
            </p:nvCxnSpPr>
            <p:spPr>
              <a:xfrm>
                <a:off x="3186240" y="3066578"/>
                <a:ext cx="841955" cy="34112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51807944-F84F-1EEB-9B52-7BD660303138}"/>
                  </a:ext>
                </a:extLst>
              </p:cNvPr>
              <p:cNvCxnSpPr>
                <a:stCxn id="47" idx="6"/>
                <a:endCxn id="84" idx="2"/>
              </p:cNvCxnSpPr>
              <p:nvPr/>
            </p:nvCxnSpPr>
            <p:spPr>
              <a:xfrm>
                <a:off x="3186241" y="2707856"/>
                <a:ext cx="841954" cy="6998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DA5335DF-FE11-14C1-01FB-DB2955065005}"/>
                  </a:ext>
                </a:extLst>
              </p:cNvPr>
              <p:cNvCxnSpPr>
                <a:stCxn id="42" idx="6"/>
                <a:endCxn id="84" idx="2"/>
              </p:cNvCxnSpPr>
              <p:nvPr/>
            </p:nvCxnSpPr>
            <p:spPr>
              <a:xfrm>
                <a:off x="3186242" y="2334552"/>
                <a:ext cx="841953" cy="10731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F07C2456-46BE-0820-B204-BF2990105102}"/>
                  </a:ext>
                </a:extLst>
              </p:cNvPr>
              <p:cNvSpPr/>
              <p:nvPr/>
            </p:nvSpPr>
            <p:spPr>
              <a:xfrm>
                <a:off x="4028194" y="36471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E56387B9-D5ED-F51A-8FB8-0F9431DE7C1A}"/>
                  </a:ext>
                </a:extLst>
              </p:cNvPr>
              <p:cNvCxnSpPr>
                <a:endCxn id="90" idx="2"/>
              </p:cNvCxnSpPr>
              <p:nvPr/>
            </p:nvCxnSpPr>
            <p:spPr>
              <a:xfrm flipV="1">
                <a:off x="3186239" y="37909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6B0DA156-E924-1582-F4A5-EDCDD15B3ED2}"/>
                  </a:ext>
                </a:extLst>
              </p:cNvPr>
              <p:cNvCxnSpPr>
                <a:stCxn id="55" idx="6"/>
                <a:endCxn id="90" idx="2"/>
              </p:cNvCxnSpPr>
              <p:nvPr/>
            </p:nvCxnSpPr>
            <p:spPr>
              <a:xfrm>
                <a:off x="3186239" y="3417514"/>
                <a:ext cx="841955" cy="37343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A27229F8-ACFF-11EA-BFD9-3BC208A3E094}"/>
                  </a:ext>
                </a:extLst>
              </p:cNvPr>
              <p:cNvCxnSpPr>
                <a:stCxn id="51" idx="6"/>
                <a:endCxn id="90" idx="2"/>
              </p:cNvCxnSpPr>
              <p:nvPr/>
            </p:nvCxnSpPr>
            <p:spPr>
              <a:xfrm>
                <a:off x="3186240" y="3066578"/>
                <a:ext cx="841954" cy="72437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15475592-0D23-5092-5556-9F7636682DDF}"/>
                  </a:ext>
                </a:extLst>
              </p:cNvPr>
              <p:cNvCxnSpPr>
                <a:stCxn id="47" idx="6"/>
                <a:endCxn id="90" idx="2"/>
              </p:cNvCxnSpPr>
              <p:nvPr/>
            </p:nvCxnSpPr>
            <p:spPr>
              <a:xfrm>
                <a:off x="3186241" y="2707856"/>
                <a:ext cx="841953" cy="108309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821EE8A9-C08E-C0E2-DB99-1EB9D79E2C43}"/>
                  </a:ext>
                </a:extLst>
              </p:cNvPr>
              <p:cNvCxnSpPr>
                <a:stCxn id="42" idx="6"/>
                <a:endCxn id="90" idx="2"/>
              </p:cNvCxnSpPr>
              <p:nvPr/>
            </p:nvCxnSpPr>
            <p:spPr>
              <a:xfrm>
                <a:off x="3186242" y="2334552"/>
                <a:ext cx="841952" cy="145639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97DD9F9A-8E53-78C7-4CD0-955DB254CDD3}"/>
                  </a:ext>
                </a:extLst>
              </p:cNvPr>
              <p:cNvCxnSpPr>
                <a:stCxn id="63" idx="6"/>
                <a:endCxn id="43" idx="2"/>
              </p:cNvCxnSpPr>
              <p:nvPr/>
            </p:nvCxnSpPr>
            <p:spPr>
              <a:xfrm>
                <a:off x="4314660" y="2334551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D97E0C95-64AF-0B56-E1CE-67E8E274EA91}"/>
                  </a:ext>
                </a:extLst>
              </p:cNvPr>
              <p:cNvCxnSpPr>
                <a:stCxn id="69" idx="6"/>
                <a:endCxn id="43" idx="2"/>
              </p:cNvCxnSpPr>
              <p:nvPr/>
            </p:nvCxnSpPr>
            <p:spPr>
              <a:xfrm flipV="1">
                <a:off x="4314659" y="2513568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7F99FFCE-5DC8-6176-F2DA-B00011EBCF1E}"/>
                  </a:ext>
                </a:extLst>
              </p:cNvPr>
              <p:cNvCxnSpPr>
                <a:stCxn id="75" idx="6"/>
                <a:endCxn id="43" idx="2"/>
              </p:cNvCxnSpPr>
              <p:nvPr/>
            </p:nvCxnSpPr>
            <p:spPr>
              <a:xfrm flipV="1">
                <a:off x="4316507" y="2513568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1F4E3848-3206-547C-57DA-3E21D6B0EAE2}"/>
                  </a:ext>
                </a:extLst>
              </p:cNvPr>
              <p:cNvCxnSpPr>
                <a:stCxn id="84" idx="6"/>
                <a:endCxn id="43" idx="2"/>
              </p:cNvCxnSpPr>
              <p:nvPr/>
            </p:nvCxnSpPr>
            <p:spPr>
              <a:xfrm flipV="1">
                <a:off x="4314658" y="2513568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6284844C-C623-78C2-510C-0D8526AEF7A3}"/>
                  </a:ext>
                </a:extLst>
              </p:cNvPr>
              <p:cNvCxnSpPr>
                <a:stCxn id="90" idx="6"/>
                <a:endCxn id="43" idx="2"/>
              </p:cNvCxnSpPr>
              <p:nvPr/>
            </p:nvCxnSpPr>
            <p:spPr>
              <a:xfrm flipV="1">
                <a:off x="4314657" y="2513568"/>
                <a:ext cx="787797" cy="127738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F64BC879-FA26-D3EA-DFEE-DF61ACF7C6BA}"/>
                  </a:ext>
                </a:extLst>
              </p:cNvPr>
              <p:cNvSpPr/>
              <p:nvPr/>
            </p:nvSpPr>
            <p:spPr>
              <a:xfrm>
                <a:off x="5102453" y="27456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5E0995F3-3CE7-A7CA-8B76-744427403D38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>
                <a:off x="4314659" y="27104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48B06CC1-FACC-63E9-D156-E77915BC51C6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8" y="28894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722AD806-0F73-7562-D58C-53ECC36923AF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6506" y="2889453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CADD020C-6BC8-E184-81CE-22402EC00E6E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7" y="2889453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222F2B9F-8168-3E63-E348-9569EF410C4C}"/>
                  </a:ext>
                </a:extLst>
              </p:cNvPr>
              <p:cNvCxnSpPr>
                <a:stCxn id="63" idx="6"/>
                <a:endCxn id="101" idx="2"/>
              </p:cNvCxnSpPr>
              <p:nvPr/>
            </p:nvCxnSpPr>
            <p:spPr>
              <a:xfrm>
                <a:off x="4314660" y="2334551"/>
                <a:ext cx="787793" cy="5549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9CC9F078-EBC3-BD6F-3657-3E252AE745CF}"/>
                  </a:ext>
                </a:extLst>
              </p:cNvPr>
              <p:cNvSpPr/>
              <p:nvPr/>
            </p:nvSpPr>
            <p:spPr>
              <a:xfrm>
                <a:off x="5102452" y="3088214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82B40C0B-A155-A0DE-7539-E18687F90ABE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>
                <a:off x="4314658" y="3052998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F95F0AF4-D20F-A268-5B72-FC71F4844208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4657" y="3232015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A94070FC-4250-5B42-7EAB-7E2E043D4C0A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6505" y="3232015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3B9C7CF7-9750-8A7F-6421-967A472DC2E2}"/>
                  </a:ext>
                </a:extLst>
              </p:cNvPr>
              <p:cNvCxnSpPr>
                <a:stCxn id="69" idx="6"/>
                <a:endCxn id="107" idx="2"/>
              </p:cNvCxnSpPr>
              <p:nvPr/>
            </p:nvCxnSpPr>
            <p:spPr>
              <a:xfrm>
                <a:off x="4314659" y="2712329"/>
                <a:ext cx="787793" cy="51968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ADEB520F-C5F7-F47E-4942-866620DAB343}"/>
                  </a:ext>
                </a:extLst>
              </p:cNvPr>
              <p:cNvCxnSpPr>
                <a:stCxn id="63" idx="6"/>
                <a:endCxn id="107" idx="2"/>
              </p:cNvCxnSpPr>
              <p:nvPr/>
            </p:nvCxnSpPr>
            <p:spPr>
              <a:xfrm>
                <a:off x="4314660" y="2334551"/>
                <a:ext cx="787792" cy="89746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EA559948-BD43-DA42-E395-1208AFBA8C07}"/>
                  </a:ext>
                </a:extLst>
              </p:cNvPr>
              <p:cNvSpPr/>
              <p:nvPr/>
            </p:nvSpPr>
            <p:spPr>
              <a:xfrm>
                <a:off x="5102454" y="34505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0B79DDC5-AEEF-388D-0B29-560040C270EF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>
                <a:off x="4314660" y="34153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E00516C5-5AEF-1FCA-5F41-21E2DE798C10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 flipV="1">
                <a:off x="4314659" y="35943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680B1BCC-249C-8B50-A769-09BBEBCBF104}"/>
                  </a:ext>
                </a:extLst>
              </p:cNvPr>
              <p:cNvCxnSpPr>
                <a:stCxn id="75" idx="6"/>
                <a:endCxn id="113" idx="2"/>
              </p:cNvCxnSpPr>
              <p:nvPr/>
            </p:nvCxnSpPr>
            <p:spPr>
              <a:xfrm>
                <a:off x="4316507" y="3059487"/>
                <a:ext cx="785947" cy="53486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96409EAF-BA0C-D37A-F31B-8B81AC4D957D}"/>
                  </a:ext>
                </a:extLst>
              </p:cNvPr>
              <p:cNvCxnSpPr>
                <a:stCxn id="69" idx="6"/>
                <a:endCxn id="113" idx="2"/>
              </p:cNvCxnSpPr>
              <p:nvPr/>
            </p:nvCxnSpPr>
            <p:spPr>
              <a:xfrm>
                <a:off x="4314659" y="2712329"/>
                <a:ext cx="787795" cy="88202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Arrow Connector 117">
                <a:extLst>
                  <a:ext uri="{FF2B5EF4-FFF2-40B4-BE49-F238E27FC236}">
                    <a16:creationId xmlns:a16="http://schemas.microsoft.com/office/drawing/2014/main" id="{BFCC90B5-62F9-EC8F-CEAF-1D6579D090C0}"/>
                  </a:ext>
                </a:extLst>
              </p:cNvPr>
              <p:cNvCxnSpPr>
                <a:stCxn id="63" idx="6"/>
                <a:endCxn id="113" idx="2"/>
              </p:cNvCxnSpPr>
              <p:nvPr/>
            </p:nvCxnSpPr>
            <p:spPr>
              <a:xfrm>
                <a:off x="4314660" y="2334551"/>
                <a:ext cx="787794" cy="12598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306B369-CD13-DAF1-A735-83EECCC6F770}"/>
                </a:ext>
              </a:extLst>
            </p:cNvPr>
            <p:cNvSpPr txBox="1"/>
            <p:nvPr/>
          </p:nvSpPr>
          <p:spPr>
            <a:xfrm>
              <a:off x="99059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6693F03-45CB-5710-9D61-296B5CCA2405}"/>
                </a:ext>
              </a:extLst>
            </p:cNvPr>
            <p:cNvSpPr txBox="1"/>
            <p:nvPr/>
          </p:nvSpPr>
          <p:spPr>
            <a:xfrm>
              <a:off x="178701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431949E-F1BF-B55F-F903-DCBEC8BCB4C1}"/>
                </a:ext>
              </a:extLst>
            </p:cNvPr>
            <p:cNvSpPr txBox="1"/>
            <p:nvPr/>
          </p:nvSpPr>
          <p:spPr>
            <a:xfrm>
              <a:off x="2715597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AA56C2F-8045-7659-3553-90DDA6183084}"/>
                </a:ext>
              </a:extLst>
            </p:cNvPr>
            <p:cNvSpPr txBox="1"/>
            <p:nvPr/>
          </p:nvSpPr>
          <p:spPr>
            <a:xfrm>
              <a:off x="3596641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4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6AB99777-E8CA-E9B0-5AA9-82F1AE78D41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502" y="978095"/>
            <a:ext cx="125730" cy="2628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648065-5007-AE6B-E439-CB189F3D22A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376" y="878019"/>
            <a:ext cx="722376" cy="450342"/>
          </a:xfrm>
          <a:prstGeom prst="rect">
            <a:avLst/>
          </a:prstGeom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4A9F6510-A00B-C870-A9B6-B60EA18C47BD}"/>
              </a:ext>
            </a:extLst>
          </p:cNvPr>
          <p:cNvSpPr txBox="1"/>
          <p:nvPr/>
        </p:nvSpPr>
        <p:spPr>
          <a:xfrm>
            <a:off x="388706" y="1704673"/>
            <a:ext cx="4458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each output unit (layer L = 4)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29A46E-E45B-42A6-4850-437C451B690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52" y="2177034"/>
            <a:ext cx="1965960" cy="4503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445E22-1544-C7D1-1025-D10911A2D92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014" y="3091434"/>
            <a:ext cx="3627882" cy="3474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87FC7E-A6E3-6C87-6200-2D9DACFD96C3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52" y="3593592"/>
            <a:ext cx="3627882" cy="347472"/>
          </a:xfrm>
          <a:prstGeom prst="rect">
            <a:avLst/>
          </a:prstGeom>
        </p:spPr>
      </p:pic>
      <p:sp>
        <p:nvSpPr>
          <p:cNvPr id="2" name="Flowchart: Process 1">
            <a:extLst>
              <a:ext uri="{FF2B5EF4-FFF2-40B4-BE49-F238E27FC236}">
                <a16:creationId xmlns:a16="http://schemas.microsoft.com/office/drawing/2014/main" id="{2B94E8CE-FFD3-D972-90EE-EC8EA0F926EB}"/>
              </a:ext>
            </a:extLst>
          </p:cNvPr>
          <p:cNvSpPr/>
          <p:nvPr/>
        </p:nvSpPr>
        <p:spPr>
          <a:xfrm>
            <a:off x="381000" y="3486150"/>
            <a:ext cx="3962400" cy="68580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52ADAB21-6C4E-A8F3-B562-08DA871443F1}"/>
              </a:ext>
            </a:extLst>
          </p:cNvPr>
          <p:cNvSpPr/>
          <p:nvPr/>
        </p:nvSpPr>
        <p:spPr>
          <a:xfrm>
            <a:off x="1350171" y="3017520"/>
            <a:ext cx="1447800" cy="514606"/>
          </a:xfrm>
          <a:prstGeom prst="flowChart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2C6CCBDB-0183-7F5E-CF0B-55AC40B2136D}"/>
              </a:ext>
            </a:extLst>
          </p:cNvPr>
          <p:cNvSpPr/>
          <p:nvPr/>
        </p:nvSpPr>
        <p:spPr>
          <a:xfrm>
            <a:off x="2821781" y="3017520"/>
            <a:ext cx="331565" cy="514606"/>
          </a:xfrm>
          <a:prstGeom prst="flowChartProcess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71469442-2FC7-5DDD-49A5-0D9CBE7B2E00}"/>
              </a:ext>
            </a:extLst>
          </p:cNvPr>
          <p:cNvSpPr/>
          <p:nvPr/>
        </p:nvSpPr>
        <p:spPr>
          <a:xfrm>
            <a:off x="3172180" y="3017520"/>
            <a:ext cx="967550" cy="514606"/>
          </a:xfrm>
          <a:prstGeom prst="flowChartProcess">
            <a:avLst/>
          </a:prstGeom>
          <a:noFill/>
          <a:ln>
            <a:solidFill>
              <a:srgbClr val="00C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7190253-C956-7938-8B20-063BE7B73250}"/>
                  </a:ext>
                </a:extLst>
              </p:cNvPr>
              <p:cNvSpPr txBox="1"/>
              <p:nvPr/>
            </p:nvSpPr>
            <p:spPr>
              <a:xfrm>
                <a:off x="7849552" y="1079281"/>
                <a:ext cx="680314" cy="448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7190253-C956-7938-8B20-063BE7B732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9552" y="1079281"/>
                <a:ext cx="680314" cy="448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44802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5F004-FABE-DEDB-A0DF-756803299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2D34F1-ACE2-45E3-5AA0-C964753A6BDD}"/>
              </a:ext>
            </a:extLst>
          </p:cNvPr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Gradient computation: Backpropagation algorithm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FAF997D-444F-724E-52DA-70BDF204E46D}"/>
              </a:ext>
            </a:extLst>
          </p:cNvPr>
          <p:cNvSpPr txBox="1"/>
          <p:nvPr/>
        </p:nvSpPr>
        <p:spPr>
          <a:xfrm>
            <a:off x="381000" y="84200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Intuition:              “error” of node    in layer   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917916-5B90-B8D4-DEBB-605A8AC52C3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672" y="956994"/>
            <a:ext cx="68580" cy="214884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6A9A854A-3402-71B4-E2BB-FCA4491BC1B4}"/>
              </a:ext>
            </a:extLst>
          </p:cNvPr>
          <p:cNvGrpSpPr/>
          <p:nvPr/>
        </p:nvGrpSpPr>
        <p:grpSpPr>
          <a:xfrm>
            <a:off x="5473984" y="1408178"/>
            <a:ext cx="3055882" cy="1588057"/>
            <a:chOff x="990599" y="738216"/>
            <a:chExt cx="3381620" cy="175733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A6596A8-73CD-C9C9-ED6F-6311C80A19A9}"/>
                </a:ext>
              </a:extLst>
            </p:cNvPr>
            <p:cNvGrpSpPr/>
            <p:nvPr/>
          </p:nvGrpSpPr>
          <p:grpSpPr>
            <a:xfrm>
              <a:off x="1239873" y="738216"/>
              <a:ext cx="2862230" cy="1432793"/>
              <a:chOff x="1905000" y="2190750"/>
              <a:chExt cx="3483917" cy="1744001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F2B53D52-C360-26AE-9C77-AC8FC41C4A3D}"/>
                  </a:ext>
                </a:extLst>
              </p:cNvPr>
              <p:cNvSpPr/>
              <p:nvPr/>
            </p:nvSpPr>
            <p:spPr>
              <a:xfrm>
                <a:off x="1905000" y="318349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7DA7CF65-54A4-02AE-8F00-B5480156D204}"/>
                  </a:ext>
                </a:extLst>
              </p:cNvPr>
              <p:cNvSpPr/>
              <p:nvPr/>
            </p:nvSpPr>
            <p:spPr>
              <a:xfrm>
                <a:off x="1905000" y="284853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5FC25910-4E27-32AD-D979-1643A559F884}"/>
                  </a:ext>
                </a:extLst>
              </p:cNvPr>
              <p:cNvSpPr/>
              <p:nvPr/>
            </p:nvSpPr>
            <p:spPr>
              <a:xfrm>
                <a:off x="1905000" y="251356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22E13647-1817-78D5-EF83-1DB9B130D1D4}"/>
                  </a:ext>
                </a:extLst>
              </p:cNvPr>
              <p:cNvSpPr/>
              <p:nvPr/>
            </p:nvSpPr>
            <p:spPr>
              <a:xfrm>
                <a:off x="2899779" y="2190751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6EA08473-3E5E-E9A7-888A-A6B17431D29A}"/>
                  </a:ext>
                </a:extLst>
              </p:cNvPr>
              <p:cNvSpPr/>
              <p:nvPr/>
            </p:nvSpPr>
            <p:spPr>
              <a:xfrm>
                <a:off x="5102454" y="236976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12FCF122-2550-4A85-6648-317FA97E9959}"/>
                  </a:ext>
                </a:extLst>
              </p:cNvPr>
              <p:cNvCxnSpPr>
                <a:stCxn id="41" idx="6"/>
                <a:endCxn id="42" idx="2"/>
              </p:cNvCxnSpPr>
              <p:nvPr/>
            </p:nvCxnSpPr>
            <p:spPr>
              <a:xfrm flipV="1">
                <a:off x="2191463" y="2334552"/>
                <a:ext cx="708316" cy="3228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8ADA8034-6DE4-165B-8B79-E95C0A5543E2}"/>
                  </a:ext>
                </a:extLst>
              </p:cNvPr>
              <p:cNvCxnSpPr>
                <a:stCxn id="40" idx="6"/>
                <a:endCxn id="42" idx="2"/>
              </p:cNvCxnSpPr>
              <p:nvPr/>
            </p:nvCxnSpPr>
            <p:spPr>
              <a:xfrm flipV="1">
                <a:off x="2191463" y="2334552"/>
                <a:ext cx="708316" cy="6577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F779A649-7F4E-5E48-722B-99C12095B664}"/>
                  </a:ext>
                </a:extLst>
              </p:cNvPr>
              <p:cNvCxnSpPr>
                <a:stCxn id="39" idx="6"/>
                <a:endCxn id="42" idx="2"/>
              </p:cNvCxnSpPr>
              <p:nvPr/>
            </p:nvCxnSpPr>
            <p:spPr>
              <a:xfrm flipV="1">
                <a:off x="2191463" y="2334552"/>
                <a:ext cx="708316" cy="9927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BDA6736B-079B-678C-E636-DBD09882F466}"/>
                  </a:ext>
                </a:extLst>
              </p:cNvPr>
              <p:cNvSpPr/>
              <p:nvPr/>
            </p:nvSpPr>
            <p:spPr>
              <a:xfrm>
                <a:off x="2899778" y="2564055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79E2A358-183F-0F84-0C1F-3C7C0DB9837B}"/>
                  </a:ext>
                </a:extLst>
              </p:cNvPr>
              <p:cNvCxnSpPr>
                <a:stCxn id="41" idx="6"/>
                <a:endCxn id="47" idx="2"/>
              </p:cNvCxnSpPr>
              <p:nvPr/>
            </p:nvCxnSpPr>
            <p:spPr>
              <a:xfrm>
                <a:off x="2191463" y="2657369"/>
                <a:ext cx="708315" cy="5048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D50988B7-2B50-24C4-E3B7-49C6B4E16E07}"/>
                  </a:ext>
                </a:extLst>
              </p:cNvPr>
              <p:cNvCxnSpPr>
                <a:stCxn id="40" idx="6"/>
                <a:endCxn id="47" idx="2"/>
              </p:cNvCxnSpPr>
              <p:nvPr/>
            </p:nvCxnSpPr>
            <p:spPr>
              <a:xfrm flipV="1">
                <a:off x="2191463" y="2707856"/>
                <a:ext cx="708315" cy="2844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2F3DB732-B126-A5F3-C988-D3F619FBA0AA}"/>
                  </a:ext>
                </a:extLst>
              </p:cNvPr>
              <p:cNvCxnSpPr>
                <a:stCxn id="39" idx="6"/>
                <a:endCxn id="47" idx="2"/>
              </p:cNvCxnSpPr>
              <p:nvPr/>
            </p:nvCxnSpPr>
            <p:spPr>
              <a:xfrm flipV="1">
                <a:off x="2191463" y="2707856"/>
                <a:ext cx="708315" cy="61944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E84E1770-AF56-6B4F-0B18-7CE919742BE5}"/>
                  </a:ext>
                </a:extLst>
              </p:cNvPr>
              <p:cNvSpPr/>
              <p:nvPr/>
            </p:nvSpPr>
            <p:spPr>
              <a:xfrm>
                <a:off x="2899777" y="292277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E5D9A7E7-A878-D649-9050-67015629B409}"/>
                  </a:ext>
                </a:extLst>
              </p:cNvPr>
              <p:cNvCxnSpPr>
                <a:stCxn id="41" idx="6"/>
                <a:endCxn id="51" idx="2"/>
              </p:cNvCxnSpPr>
              <p:nvPr/>
            </p:nvCxnSpPr>
            <p:spPr>
              <a:xfrm>
                <a:off x="2191463" y="2657369"/>
                <a:ext cx="708314" cy="40920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9C347F46-BDD1-AD07-D476-B8AB11E73F90}"/>
                  </a:ext>
                </a:extLst>
              </p:cNvPr>
              <p:cNvCxnSpPr>
                <a:stCxn id="40" idx="6"/>
                <a:endCxn id="51" idx="2"/>
              </p:cNvCxnSpPr>
              <p:nvPr/>
            </p:nvCxnSpPr>
            <p:spPr>
              <a:xfrm>
                <a:off x="2191463" y="2992333"/>
                <a:ext cx="708314" cy="742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8C70DE94-D9B7-601F-7409-E32482C91D0A}"/>
                  </a:ext>
                </a:extLst>
              </p:cNvPr>
              <p:cNvCxnSpPr>
                <a:stCxn id="39" idx="6"/>
                <a:endCxn id="51" idx="2"/>
              </p:cNvCxnSpPr>
              <p:nvPr/>
            </p:nvCxnSpPr>
            <p:spPr>
              <a:xfrm flipV="1">
                <a:off x="2191463" y="3066578"/>
                <a:ext cx="708314" cy="2607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C6CD03C2-CC7D-50B1-50E7-56521FC05852}"/>
                  </a:ext>
                </a:extLst>
              </p:cNvPr>
              <p:cNvSpPr/>
              <p:nvPr/>
            </p:nvSpPr>
            <p:spPr>
              <a:xfrm>
                <a:off x="2899776" y="3273713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07422478-83B4-E37A-AFDA-8CAB3DB0B192}"/>
                  </a:ext>
                </a:extLst>
              </p:cNvPr>
              <p:cNvCxnSpPr>
                <a:stCxn id="41" idx="6"/>
                <a:endCxn id="55" idx="2"/>
              </p:cNvCxnSpPr>
              <p:nvPr/>
            </p:nvCxnSpPr>
            <p:spPr>
              <a:xfrm>
                <a:off x="2191463" y="2657369"/>
                <a:ext cx="708313" cy="7601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B31A6796-2598-5B7C-F9CD-42CDCB48351E}"/>
                  </a:ext>
                </a:extLst>
              </p:cNvPr>
              <p:cNvCxnSpPr>
                <a:stCxn id="40" idx="6"/>
                <a:endCxn id="55" idx="2"/>
              </p:cNvCxnSpPr>
              <p:nvPr/>
            </p:nvCxnSpPr>
            <p:spPr>
              <a:xfrm>
                <a:off x="2191463" y="2992333"/>
                <a:ext cx="708313" cy="4251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BE8FF542-0B7F-74A7-3983-E4567DA78422}"/>
                  </a:ext>
                </a:extLst>
              </p:cNvPr>
              <p:cNvCxnSpPr>
                <a:stCxn id="39" idx="6"/>
                <a:endCxn id="55" idx="2"/>
              </p:cNvCxnSpPr>
              <p:nvPr/>
            </p:nvCxnSpPr>
            <p:spPr>
              <a:xfrm>
                <a:off x="2191463" y="3327297"/>
                <a:ext cx="708313" cy="902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21328433-E581-613C-EB9B-FA4D7D6C480B}"/>
                  </a:ext>
                </a:extLst>
              </p:cNvPr>
              <p:cNvSpPr/>
              <p:nvPr/>
            </p:nvSpPr>
            <p:spPr>
              <a:xfrm>
                <a:off x="2899779" y="36385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958DAFFE-A59B-5796-4E61-96DDA15F7D22}"/>
                  </a:ext>
                </a:extLst>
              </p:cNvPr>
              <p:cNvCxnSpPr>
                <a:stCxn id="41" idx="6"/>
                <a:endCxn id="59" idx="2"/>
              </p:cNvCxnSpPr>
              <p:nvPr/>
            </p:nvCxnSpPr>
            <p:spPr>
              <a:xfrm>
                <a:off x="2191463" y="2657369"/>
                <a:ext cx="708316" cy="112498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6FCCA163-A23A-A46F-B5FA-D0E2C3BD3B3D}"/>
                  </a:ext>
                </a:extLst>
              </p:cNvPr>
              <p:cNvCxnSpPr>
                <a:stCxn id="40" idx="6"/>
                <a:endCxn id="59" idx="2"/>
              </p:cNvCxnSpPr>
              <p:nvPr/>
            </p:nvCxnSpPr>
            <p:spPr>
              <a:xfrm>
                <a:off x="2191463" y="2992333"/>
                <a:ext cx="708316" cy="79001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F8AD00FB-F62D-EDC4-6CA5-10894D43C093}"/>
                  </a:ext>
                </a:extLst>
              </p:cNvPr>
              <p:cNvCxnSpPr>
                <a:stCxn id="39" idx="6"/>
                <a:endCxn id="59" idx="2"/>
              </p:cNvCxnSpPr>
              <p:nvPr/>
            </p:nvCxnSpPr>
            <p:spPr>
              <a:xfrm>
                <a:off x="2191463" y="3327297"/>
                <a:ext cx="708316" cy="45505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2933DF06-14BE-CE6C-0EC7-47659F68D15C}"/>
                  </a:ext>
                </a:extLst>
              </p:cNvPr>
              <p:cNvSpPr/>
              <p:nvPr/>
            </p:nvSpPr>
            <p:spPr>
              <a:xfrm>
                <a:off x="4028197" y="21907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7D327F82-A475-FDC1-2B1E-FD710427E8FD}"/>
                  </a:ext>
                </a:extLst>
              </p:cNvPr>
              <p:cNvCxnSpPr>
                <a:stCxn id="42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09CC63A6-C386-6D56-36AF-328AFA8306EB}"/>
                  </a:ext>
                </a:extLst>
              </p:cNvPr>
              <p:cNvCxnSpPr>
                <a:stCxn id="47" idx="6"/>
                <a:endCxn id="63" idx="2"/>
              </p:cNvCxnSpPr>
              <p:nvPr/>
            </p:nvCxnSpPr>
            <p:spPr>
              <a:xfrm flipV="1">
                <a:off x="3186241" y="233455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DED524D8-6B58-5F04-86B1-65982DC5CFAF}"/>
                  </a:ext>
                </a:extLst>
              </p:cNvPr>
              <p:cNvCxnSpPr>
                <a:stCxn id="51" idx="6"/>
                <a:endCxn id="63" idx="2"/>
              </p:cNvCxnSpPr>
              <p:nvPr/>
            </p:nvCxnSpPr>
            <p:spPr>
              <a:xfrm flipV="1">
                <a:off x="3186240" y="2334551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93ACA686-182C-2CD5-6905-D192F2BC7EEA}"/>
                  </a:ext>
                </a:extLst>
              </p:cNvPr>
              <p:cNvCxnSpPr>
                <a:stCxn id="55" idx="6"/>
                <a:endCxn id="63" idx="2"/>
              </p:cNvCxnSpPr>
              <p:nvPr/>
            </p:nvCxnSpPr>
            <p:spPr>
              <a:xfrm flipV="1">
                <a:off x="3186239" y="2334551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EFB4A90A-F422-E903-6E66-42815A013F78}"/>
                  </a:ext>
                </a:extLst>
              </p:cNvPr>
              <p:cNvCxnSpPr>
                <a:stCxn id="59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447800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4779969D-504B-B52E-522C-0DA12BC48EFF}"/>
                  </a:ext>
                </a:extLst>
              </p:cNvPr>
              <p:cNvSpPr/>
              <p:nvPr/>
            </p:nvSpPr>
            <p:spPr>
              <a:xfrm>
                <a:off x="4028196" y="256852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D2F7CD69-3594-F739-8DB4-5E0134478F4D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41" y="2712329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BC23A01E-8750-9FE0-C0B3-8F13851E3743}"/>
                  </a:ext>
                </a:extLst>
              </p:cNvPr>
              <p:cNvCxnSpPr>
                <a:stCxn id="51" idx="6"/>
                <a:endCxn id="69" idx="2"/>
              </p:cNvCxnSpPr>
              <p:nvPr/>
            </p:nvCxnSpPr>
            <p:spPr>
              <a:xfrm flipV="1">
                <a:off x="3186240" y="2712329"/>
                <a:ext cx="841956" cy="3542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5B68FD88-95D0-4FB8-836F-EB455FF1E5BA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9" y="2712329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318C95BD-9FE2-6243-019F-EA70AA197B62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8" y="2712329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405ED31C-0B20-A50C-C2FB-C424DCD0802B}"/>
                  </a:ext>
                </a:extLst>
              </p:cNvPr>
              <p:cNvCxnSpPr>
                <a:stCxn id="42" idx="6"/>
                <a:endCxn id="69" idx="2"/>
              </p:cNvCxnSpPr>
              <p:nvPr/>
            </p:nvCxnSpPr>
            <p:spPr>
              <a:xfrm>
                <a:off x="3186242" y="2334552"/>
                <a:ext cx="841954" cy="3777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6614FF19-5D24-E912-88B9-7F0ABFA437EF}"/>
                  </a:ext>
                </a:extLst>
              </p:cNvPr>
              <p:cNvSpPr/>
              <p:nvPr/>
            </p:nvSpPr>
            <p:spPr>
              <a:xfrm>
                <a:off x="4030044" y="291568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5039DCA6-ACB9-C5C5-193E-AAFFE4F6B415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9" y="3059487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D217102C-0AC8-E2F7-2021-A919A9E6E011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8" y="3059487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637845B8-815C-A418-0EB3-15D685099753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7" y="3059487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A1CA7905-5586-0FE7-806F-F8E70117B753}"/>
                  </a:ext>
                </a:extLst>
              </p:cNvPr>
              <p:cNvCxnSpPr>
                <a:stCxn id="47" idx="6"/>
                <a:endCxn id="75" idx="2"/>
              </p:cNvCxnSpPr>
              <p:nvPr/>
            </p:nvCxnSpPr>
            <p:spPr>
              <a:xfrm>
                <a:off x="3186241" y="2707856"/>
                <a:ext cx="843803" cy="35163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17996636-466C-9B14-1F70-94EC9619D352}"/>
                  </a:ext>
                </a:extLst>
              </p:cNvPr>
              <p:cNvCxnSpPr>
                <a:stCxn id="42" idx="6"/>
                <a:endCxn id="75" idx="2"/>
              </p:cNvCxnSpPr>
              <p:nvPr/>
            </p:nvCxnSpPr>
            <p:spPr>
              <a:xfrm>
                <a:off x="3186242" y="2334552"/>
                <a:ext cx="843802" cy="72493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6D586523-09F8-19FE-2440-1A751CBF591F}"/>
                  </a:ext>
                </a:extLst>
              </p:cNvPr>
              <p:cNvSpPr/>
              <p:nvPr/>
            </p:nvSpPr>
            <p:spPr>
              <a:xfrm>
                <a:off x="4028195" y="326390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7B0A80A7-8A65-3929-0BE3-4C86B5C02FB5}"/>
                  </a:ext>
                </a:extLst>
              </p:cNvPr>
              <p:cNvCxnSpPr>
                <a:stCxn id="55" idx="6"/>
                <a:endCxn id="84" idx="2"/>
              </p:cNvCxnSpPr>
              <p:nvPr/>
            </p:nvCxnSpPr>
            <p:spPr>
              <a:xfrm flipV="1">
                <a:off x="3186239" y="3407701"/>
                <a:ext cx="841956" cy="981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47A8BA4C-96F4-D697-9FE6-50F97207B07C}"/>
                  </a:ext>
                </a:extLst>
              </p:cNvPr>
              <p:cNvCxnSpPr>
                <a:endCxn id="84" idx="2"/>
              </p:cNvCxnSpPr>
              <p:nvPr/>
            </p:nvCxnSpPr>
            <p:spPr>
              <a:xfrm flipV="1">
                <a:off x="3186239" y="340770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D99FFB80-8C8B-2455-6E78-47A495B1AC06}"/>
                  </a:ext>
                </a:extLst>
              </p:cNvPr>
              <p:cNvCxnSpPr>
                <a:stCxn id="51" idx="6"/>
                <a:endCxn id="84" idx="2"/>
              </p:cNvCxnSpPr>
              <p:nvPr/>
            </p:nvCxnSpPr>
            <p:spPr>
              <a:xfrm>
                <a:off x="3186240" y="3066578"/>
                <a:ext cx="841955" cy="34112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F319335D-BD3A-8FD2-2A12-27F709DDF940}"/>
                  </a:ext>
                </a:extLst>
              </p:cNvPr>
              <p:cNvCxnSpPr>
                <a:stCxn id="47" idx="6"/>
                <a:endCxn id="84" idx="2"/>
              </p:cNvCxnSpPr>
              <p:nvPr/>
            </p:nvCxnSpPr>
            <p:spPr>
              <a:xfrm>
                <a:off x="3186241" y="2707856"/>
                <a:ext cx="841954" cy="6998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2CC626F1-9333-8C8B-4E18-FC857A8C850E}"/>
                  </a:ext>
                </a:extLst>
              </p:cNvPr>
              <p:cNvCxnSpPr>
                <a:stCxn id="42" idx="6"/>
                <a:endCxn id="84" idx="2"/>
              </p:cNvCxnSpPr>
              <p:nvPr/>
            </p:nvCxnSpPr>
            <p:spPr>
              <a:xfrm>
                <a:off x="3186242" y="2334552"/>
                <a:ext cx="841953" cy="10731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1BEDB37F-2E27-C1FC-29F0-F8761469E556}"/>
                  </a:ext>
                </a:extLst>
              </p:cNvPr>
              <p:cNvSpPr/>
              <p:nvPr/>
            </p:nvSpPr>
            <p:spPr>
              <a:xfrm>
                <a:off x="4028194" y="36471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9CF765C4-0A54-E17E-7A68-3AC31FE2B5C2}"/>
                  </a:ext>
                </a:extLst>
              </p:cNvPr>
              <p:cNvCxnSpPr>
                <a:endCxn id="90" idx="2"/>
              </p:cNvCxnSpPr>
              <p:nvPr/>
            </p:nvCxnSpPr>
            <p:spPr>
              <a:xfrm flipV="1">
                <a:off x="3186239" y="37909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D0C801C6-8A00-E971-E2F9-D3D938EEE063}"/>
                  </a:ext>
                </a:extLst>
              </p:cNvPr>
              <p:cNvCxnSpPr>
                <a:stCxn id="55" idx="6"/>
                <a:endCxn id="90" idx="2"/>
              </p:cNvCxnSpPr>
              <p:nvPr/>
            </p:nvCxnSpPr>
            <p:spPr>
              <a:xfrm>
                <a:off x="3186239" y="3417514"/>
                <a:ext cx="841955" cy="37343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95A5C210-38A3-0B55-895A-312B75B3317D}"/>
                  </a:ext>
                </a:extLst>
              </p:cNvPr>
              <p:cNvCxnSpPr>
                <a:stCxn id="51" idx="6"/>
                <a:endCxn id="90" idx="2"/>
              </p:cNvCxnSpPr>
              <p:nvPr/>
            </p:nvCxnSpPr>
            <p:spPr>
              <a:xfrm>
                <a:off x="3186240" y="3066578"/>
                <a:ext cx="841954" cy="72437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F74FE169-2950-D10C-A3A8-CCC50C4B0ABA}"/>
                  </a:ext>
                </a:extLst>
              </p:cNvPr>
              <p:cNvCxnSpPr>
                <a:stCxn id="47" idx="6"/>
                <a:endCxn id="90" idx="2"/>
              </p:cNvCxnSpPr>
              <p:nvPr/>
            </p:nvCxnSpPr>
            <p:spPr>
              <a:xfrm>
                <a:off x="3186241" y="2707856"/>
                <a:ext cx="841953" cy="108309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05E53174-9E82-EE7F-8D75-F80758AD60AA}"/>
                  </a:ext>
                </a:extLst>
              </p:cNvPr>
              <p:cNvCxnSpPr>
                <a:stCxn id="42" idx="6"/>
                <a:endCxn id="90" idx="2"/>
              </p:cNvCxnSpPr>
              <p:nvPr/>
            </p:nvCxnSpPr>
            <p:spPr>
              <a:xfrm>
                <a:off x="3186242" y="2334552"/>
                <a:ext cx="841952" cy="145639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BB19AFDC-DADF-B0F3-EC70-975E6C603ACC}"/>
                  </a:ext>
                </a:extLst>
              </p:cNvPr>
              <p:cNvCxnSpPr>
                <a:stCxn id="63" idx="6"/>
                <a:endCxn id="43" idx="2"/>
              </p:cNvCxnSpPr>
              <p:nvPr/>
            </p:nvCxnSpPr>
            <p:spPr>
              <a:xfrm>
                <a:off x="4314660" y="2334551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C1ABDEB0-CF6E-2C7D-E0B7-AF410BCAB47B}"/>
                  </a:ext>
                </a:extLst>
              </p:cNvPr>
              <p:cNvCxnSpPr>
                <a:stCxn id="69" idx="6"/>
                <a:endCxn id="43" idx="2"/>
              </p:cNvCxnSpPr>
              <p:nvPr/>
            </p:nvCxnSpPr>
            <p:spPr>
              <a:xfrm flipV="1">
                <a:off x="4314659" y="2513568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B42EE82F-096C-91DB-61B9-9D1BB0FAD3EA}"/>
                  </a:ext>
                </a:extLst>
              </p:cNvPr>
              <p:cNvCxnSpPr>
                <a:stCxn id="75" idx="6"/>
                <a:endCxn id="43" idx="2"/>
              </p:cNvCxnSpPr>
              <p:nvPr/>
            </p:nvCxnSpPr>
            <p:spPr>
              <a:xfrm flipV="1">
                <a:off x="4316507" y="2513568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555B534C-B320-642E-F9A6-C9E0671E0E6E}"/>
                  </a:ext>
                </a:extLst>
              </p:cNvPr>
              <p:cNvCxnSpPr>
                <a:stCxn id="84" idx="6"/>
                <a:endCxn id="43" idx="2"/>
              </p:cNvCxnSpPr>
              <p:nvPr/>
            </p:nvCxnSpPr>
            <p:spPr>
              <a:xfrm flipV="1">
                <a:off x="4314658" y="2513568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E0C812A4-7607-42EF-5E1D-D2C1F5C341AF}"/>
                  </a:ext>
                </a:extLst>
              </p:cNvPr>
              <p:cNvCxnSpPr>
                <a:stCxn id="90" idx="6"/>
                <a:endCxn id="43" idx="2"/>
              </p:cNvCxnSpPr>
              <p:nvPr/>
            </p:nvCxnSpPr>
            <p:spPr>
              <a:xfrm flipV="1">
                <a:off x="4314657" y="2513568"/>
                <a:ext cx="787797" cy="127738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F6A06F83-9DB0-F6AF-72EB-1FBF4F98C010}"/>
                  </a:ext>
                </a:extLst>
              </p:cNvPr>
              <p:cNvSpPr/>
              <p:nvPr/>
            </p:nvSpPr>
            <p:spPr>
              <a:xfrm>
                <a:off x="5102453" y="27456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6291F2D2-8DE0-2128-F1F2-6064233B0A14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>
                <a:off x="4314659" y="27104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0C07BC08-3456-83CB-84AB-41FE8DA49813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8" y="28894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AE4416B8-6EF1-DDBC-9A80-C189BBF58D0F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6506" y="2889453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6D184D5F-8500-600A-1E33-A752755CB849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7" y="2889453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7189092E-C3BE-2926-4687-2D24E1FFF345}"/>
                  </a:ext>
                </a:extLst>
              </p:cNvPr>
              <p:cNvCxnSpPr>
                <a:stCxn id="63" idx="6"/>
                <a:endCxn id="101" idx="2"/>
              </p:cNvCxnSpPr>
              <p:nvPr/>
            </p:nvCxnSpPr>
            <p:spPr>
              <a:xfrm>
                <a:off x="4314660" y="2334551"/>
                <a:ext cx="787793" cy="5549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2FB12740-894C-2E5D-7C5D-1E204AEB2BDF}"/>
                  </a:ext>
                </a:extLst>
              </p:cNvPr>
              <p:cNvSpPr/>
              <p:nvPr/>
            </p:nvSpPr>
            <p:spPr>
              <a:xfrm>
                <a:off x="5102452" y="3088214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F372BD8B-412D-8EDD-679C-890418E73E11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>
                <a:off x="4314658" y="3052998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98CF0F9E-EFA3-01FC-1EEF-E3C71FC0C6B9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4657" y="3232015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B58CA3C1-D17B-15AF-E417-52C4AFB9FE2B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6505" y="3232015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4D1D4DDB-DDDF-E9B2-14CA-0D41DF8FD841}"/>
                  </a:ext>
                </a:extLst>
              </p:cNvPr>
              <p:cNvCxnSpPr>
                <a:stCxn id="69" idx="6"/>
                <a:endCxn id="107" idx="2"/>
              </p:cNvCxnSpPr>
              <p:nvPr/>
            </p:nvCxnSpPr>
            <p:spPr>
              <a:xfrm>
                <a:off x="4314659" y="2712329"/>
                <a:ext cx="787793" cy="51968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D2189B9A-BF4B-FD30-00E6-4D5C47C27C6D}"/>
                  </a:ext>
                </a:extLst>
              </p:cNvPr>
              <p:cNvCxnSpPr>
                <a:stCxn id="63" idx="6"/>
                <a:endCxn id="107" idx="2"/>
              </p:cNvCxnSpPr>
              <p:nvPr/>
            </p:nvCxnSpPr>
            <p:spPr>
              <a:xfrm>
                <a:off x="4314660" y="2334551"/>
                <a:ext cx="787792" cy="89746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EDEB57D5-043A-2BCB-A21E-F12593855500}"/>
                  </a:ext>
                </a:extLst>
              </p:cNvPr>
              <p:cNvSpPr/>
              <p:nvPr/>
            </p:nvSpPr>
            <p:spPr>
              <a:xfrm>
                <a:off x="5102454" y="34505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4BAABE73-4E48-F541-B32F-470DDFE32E3E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>
                <a:off x="4314660" y="34153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DCCE996B-3A05-B1E9-35E5-A2A5FFEB009F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 flipV="1">
                <a:off x="4314659" y="35943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F644B680-E0A4-D882-766E-C5968544ADB5}"/>
                  </a:ext>
                </a:extLst>
              </p:cNvPr>
              <p:cNvCxnSpPr>
                <a:stCxn id="75" idx="6"/>
                <a:endCxn id="113" idx="2"/>
              </p:cNvCxnSpPr>
              <p:nvPr/>
            </p:nvCxnSpPr>
            <p:spPr>
              <a:xfrm>
                <a:off x="4316507" y="3059487"/>
                <a:ext cx="785947" cy="53486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22E62E46-305F-D052-F26C-5EBE3B10C4FE}"/>
                  </a:ext>
                </a:extLst>
              </p:cNvPr>
              <p:cNvCxnSpPr>
                <a:stCxn id="69" idx="6"/>
                <a:endCxn id="113" idx="2"/>
              </p:cNvCxnSpPr>
              <p:nvPr/>
            </p:nvCxnSpPr>
            <p:spPr>
              <a:xfrm>
                <a:off x="4314659" y="2712329"/>
                <a:ext cx="787795" cy="88202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Arrow Connector 117">
                <a:extLst>
                  <a:ext uri="{FF2B5EF4-FFF2-40B4-BE49-F238E27FC236}">
                    <a16:creationId xmlns:a16="http://schemas.microsoft.com/office/drawing/2014/main" id="{C68F9980-0FEF-2C1A-C4E3-482997C0F018}"/>
                  </a:ext>
                </a:extLst>
              </p:cNvPr>
              <p:cNvCxnSpPr>
                <a:stCxn id="63" idx="6"/>
                <a:endCxn id="113" idx="2"/>
              </p:cNvCxnSpPr>
              <p:nvPr/>
            </p:nvCxnSpPr>
            <p:spPr>
              <a:xfrm>
                <a:off x="4314660" y="2334551"/>
                <a:ext cx="787794" cy="12598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C7280A5-8EC6-6F2A-E26E-114212FE38F3}"/>
                </a:ext>
              </a:extLst>
            </p:cNvPr>
            <p:cNvSpPr txBox="1"/>
            <p:nvPr/>
          </p:nvSpPr>
          <p:spPr>
            <a:xfrm>
              <a:off x="99059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1AF4098-EF70-06DB-AEED-8F10A427B276}"/>
                </a:ext>
              </a:extLst>
            </p:cNvPr>
            <p:cNvSpPr txBox="1"/>
            <p:nvPr/>
          </p:nvSpPr>
          <p:spPr>
            <a:xfrm>
              <a:off x="178701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DFAD08F-A437-A290-E45B-59ACAAC0B986}"/>
                </a:ext>
              </a:extLst>
            </p:cNvPr>
            <p:cNvSpPr txBox="1"/>
            <p:nvPr/>
          </p:nvSpPr>
          <p:spPr>
            <a:xfrm>
              <a:off x="2715597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EBAAFA6-1644-E71C-BC9C-4266AB7A919C}"/>
                </a:ext>
              </a:extLst>
            </p:cNvPr>
            <p:cNvSpPr txBox="1"/>
            <p:nvPr/>
          </p:nvSpPr>
          <p:spPr>
            <a:xfrm>
              <a:off x="3596641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4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003A325-F67B-2404-214F-1BB779FF2AC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502" y="978095"/>
            <a:ext cx="125730" cy="2628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E4A886-20D7-E101-27F6-2C7163F4C20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376" y="878019"/>
            <a:ext cx="722376" cy="450342"/>
          </a:xfrm>
          <a:prstGeom prst="rect">
            <a:avLst/>
          </a:prstGeom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92A2F6C3-0543-9757-12E1-7236B84A0FAE}"/>
              </a:ext>
            </a:extLst>
          </p:cNvPr>
          <p:cNvSpPr txBox="1"/>
          <p:nvPr/>
        </p:nvSpPr>
        <p:spPr>
          <a:xfrm>
            <a:off x="388706" y="1704673"/>
            <a:ext cx="4458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each output unit (layer L = 4)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E0E7476-BE94-5B20-7ECA-94E9CCCA047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52" y="2177034"/>
            <a:ext cx="1965960" cy="4503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577880-21ED-E460-B17E-25F33E907B16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014" y="3091434"/>
            <a:ext cx="3627882" cy="3474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CF310D-8081-A3AC-D4F8-6DA959501A3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52" y="3593592"/>
            <a:ext cx="3627882" cy="347472"/>
          </a:xfrm>
          <a:prstGeom prst="rect">
            <a:avLst/>
          </a:prstGeom>
        </p:spPr>
      </p:pic>
      <p:sp>
        <p:nvSpPr>
          <p:cNvPr id="2" name="Flowchart: Process 1">
            <a:extLst>
              <a:ext uri="{FF2B5EF4-FFF2-40B4-BE49-F238E27FC236}">
                <a16:creationId xmlns:a16="http://schemas.microsoft.com/office/drawing/2014/main" id="{1FF963B5-9DEA-1876-4DB0-283158CCDC27}"/>
              </a:ext>
            </a:extLst>
          </p:cNvPr>
          <p:cNvSpPr/>
          <p:nvPr/>
        </p:nvSpPr>
        <p:spPr>
          <a:xfrm>
            <a:off x="381000" y="3486150"/>
            <a:ext cx="3962400" cy="68580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8D79A96B-1349-53BE-4C0B-DC17524FE33A}"/>
              </a:ext>
            </a:extLst>
          </p:cNvPr>
          <p:cNvSpPr/>
          <p:nvPr/>
        </p:nvSpPr>
        <p:spPr>
          <a:xfrm>
            <a:off x="1350171" y="3017520"/>
            <a:ext cx="1447800" cy="514606"/>
          </a:xfrm>
          <a:prstGeom prst="flowChart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675C84E4-0196-57D8-D49E-E45CE7DC6B99}"/>
              </a:ext>
            </a:extLst>
          </p:cNvPr>
          <p:cNvSpPr/>
          <p:nvPr/>
        </p:nvSpPr>
        <p:spPr>
          <a:xfrm>
            <a:off x="2821781" y="3017520"/>
            <a:ext cx="331565" cy="514606"/>
          </a:xfrm>
          <a:prstGeom prst="flowChartProcess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DC7EA571-2B62-13A7-B7D8-0B76E9BBE6D0}"/>
              </a:ext>
            </a:extLst>
          </p:cNvPr>
          <p:cNvSpPr/>
          <p:nvPr/>
        </p:nvSpPr>
        <p:spPr>
          <a:xfrm>
            <a:off x="3172180" y="3017520"/>
            <a:ext cx="967550" cy="514606"/>
          </a:xfrm>
          <a:prstGeom prst="flowChartProcess">
            <a:avLst/>
          </a:prstGeom>
          <a:noFill/>
          <a:ln>
            <a:solidFill>
              <a:srgbClr val="00C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7551AAC-1B51-396D-B958-3AA1CD2B5F7D}"/>
              </a:ext>
            </a:extLst>
          </p:cNvPr>
          <p:cNvCxnSpPr>
            <a:stCxn id="12" idx="3"/>
          </p:cNvCxnSpPr>
          <p:nvPr/>
        </p:nvCxnSpPr>
        <p:spPr>
          <a:xfrm flipV="1">
            <a:off x="4139730" y="3257550"/>
            <a:ext cx="522502" cy="0"/>
          </a:xfrm>
          <a:prstGeom prst="straightConnector1">
            <a:avLst/>
          </a:prstGeom>
          <a:ln w="22225">
            <a:solidFill>
              <a:srgbClr val="00CC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5E357B-5046-7946-1EFF-16212AF32AF8}"/>
                  </a:ext>
                </a:extLst>
              </p:cNvPr>
              <p:cNvSpPr txBox="1"/>
              <p:nvPr/>
            </p:nvSpPr>
            <p:spPr>
              <a:xfrm>
                <a:off x="4724400" y="3098751"/>
                <a:ext cx="1657826" cy="2955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.∗(</m:t>
                      </m:r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d>
                            <m:dPr>
                              <m:ctrlP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d>
                        </m:sup>
                      </m:sSup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5E357B-5046-7946-1EFF-16212AF32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3098751"/>
                <a:ext cx="1657826" cy="295594"/>
              </a:xfrm>
              <a:prstGeom prst="rect">
                <a:avLst/>
              </a:prstGeom>
              <a:blipFill>
                <a:blip r:embed="rId14"/>
                <a:stretch>
                  <a:fillRect l="-1471" t="-6122" r="-4779" b="-30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8758060-B143-19F7-A8C3-B575868DEA5E}"/>
                  </a:ext>
                </a:extLst>
              </p:cNvPr>
              <p:cNvSpPr txBox="1"/>
              <p:nvPr/>
            </p:nvSpPr>
            <p:spPr>
              <a:xfrm>
                <a:off x="7849552" y="1079281"/>
                <a:ext cx="680314" cy="448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8758060-B143-19F7-A8C3-B575868DE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9552" y="1079281"/>
                <a:ext cx="680314" cy="448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42218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0D9EC-4C54-F10F-B4C3-0C422B6F6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7E4105-31FA-D9F5-B622-8C6177FD42B6}"/>
              </a:ext>
            </a:extLst>
          </p:cNvPr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Gradient computation: Backpropagation algorithm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E35A9CF-E2F5-BC56-4C06-88DFFA1D5DF4}"/>
              </a:ext>
            </a:extLst>
          </p:cNvPr>
          <p:cNvSpPr txBox="1"/>
          <p:nvPr/>
        </p:nvSpPr>
        <p:spPr>
          <a:xfrm>
            <a:off x="381000" y="84200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Intuition:              “error” of node    in layer   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09BDAB-E4DB-A311-E174-E7878F5AB76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672" y="956994"/>
            <a:ext cx="68580" cy="214884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2DB59E84-BCD0-7CC0-6C20-0E3962AFD41D}"/>
              </a:ext>
            </a:extLst>
          </p:cNvPr>
          <p:cNvGrpSpPr/>
          <p:nvPr/>
        </p:nvGrpSpPr>
        <p:grpSpPr>
          <a:xfrm>
            <a:off x="5473984" y="1408178"/>
            <a:ext cx="3055882" cy="1588057"/>
            <a:chOff x="990599" y="738216"/>
            <a:chExt cx="3381620" cy="175733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BD4599F-D27F-4D91-48B2-46F795375E19}"/>
                </a:ext>
              </a:extLst>
            </p:cNvPr>
            <p:cNvGrpSpPr/>
            <p:nvPr/>
          </p:nvGrpSpPr>
          <p:grpSpPr>
            <a:xfrm>
              <a:off x="1239873" y="738216"/>
              <a:ext cx="2862230" cy="1432793"/>
              <a:chOff x="1905000" y="2190750"/>
              <a:chExt cx="3483917" cy="1744001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95301D90-70D5-C525-84A3-AF4D1F77C852}"/>
                  </a:ext>
                </a:extLst>
              </p:cNvPr>
              <p:cNvSpPr/>
              <p:nvPr/>
            </p:nvSpPr>
            <p:spPr>
              <a:xfrm>
                <a:off x="1905000" y="318349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A98D2938-0436-2D39-CA7B-008BA5502BF9}"/>
                  </a:ext>
                </a:extLst>
              </p:cNvPr>
              <p:cNvSpPr/>
              <p:nvPr/>
            </p:nvSpPr>
            <p:spPr>
              <a:xfrm>
                <a:off x="1905000" y="284853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7014F760-AAC3-C63A-C0EE-D4FE701E2D8B}"/>
                  </a:ext>
                </a:extLst>
              </p:cNvPr>
              <p:cNvSpPr/>
              <p:nvPr/>
            </p:nvSpPr>
            <p:spPr>
              <a:xfrm>
                <a:off x="1905000" y="251356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5FB5A3B4-7E08-166E-6B22-F084DFE93F85}"/>
                  </a:ext>
                </a:extLst>
              </p:cNvPr>
              <p:cNvSpPr/>
              <p:nvPr/>
            </p:nvSpPr>
            <p:spPr>
              <a:xfrm>
                <a:off x="2899779" y="2190751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649BC874-6047-4AFB-028F-FDD8EF4DAD4E}"/>
                  </a:ext>
                </a:extLst>
              </p:cNvPr>
              <p:cNvSpPr/>
              <p:nvPr/>
            </p:nvSpPr>
            <p:spPr>
              <a:xfrm>
                <a:off x="5102454" y="236976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D3F5EAEC-38EF-F14C-7AC1-6A5DC4ED6F2A}"/>
                  </a:ext>
                </a:extLst>
              </p:cNvPr>
              <p:cNvCxnSpPr>
                <a:stCxn id="41" idx="6"/>
                <a:endCxn id="42" idx="2"/>
              </p:cNvCxnSpPr>
              <p:nvPr/>
            </p:nvCxnSpPr>
            <p:spPr>
              <a:xfrm flipV="1">
                <a:off x="2191463" y="2334552"/>
                <a:ext cx="708316" cy="3228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DFC1BF26-12D3-6EAF-8548-C639C5018AEA}"/>
                  </a:ext>
                </a:extLst>
              </p:cNvPr>
              <p:cNvCxnSpPr>
                <a:stCxn id="40" idx="6"/>
                <a:endCxn id="42" idx="2"/>
              </p:cNvCxnSpPr>
              <p:nvPr/>
            </p:nvCxnSpPr>
            <p:spPr>
              <a:xfrm flipV="1">
                <a:off x="2191463" y="2334552"/>
                <a:ext cx="708316" cy="6577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63C08EDC-0833-C3FB-FB63-09024B43F578}"/>
                  </a:ext>
                </a:extLst>
              </p:cNvPr>
              <p:cNvCxnSpPr>
                <a:stCxn id="39" idx="6"/>
                <a:endCxn id="42" idx="2"/>
              </p:cNvCxnSpPr>
              <p:nvPr/>
            </p:nvCxnSpPr>
            <p:spPr>
              <a:xfrm flipV="1">
                <a:off x="2191463" y="2334552"/>
                <a:ext cx="708316" cy="9927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6A323643-6516-0D61-7067-70D6E1D2078E}"/>
                  </a:ext>
                </a:extLst>
              </p:cNvPr>
              <p:cNvSpPr/>
              <p:nvPr/>
            </p:nvSpPr>
            <p:spPr>
              <a:xfrm>
                <a:off x="2899778" y="2564055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238A198B-7C97-1783-1471-57452B945AFC}"/>
                  </a:ext>
                </a:extLst>
              </p:cNvPr>
              <p:cNvCxnSpPr>
                <a:stCxn id="41" idx="6"/>
                <a:endCxn id="47" idx="2"/>
              </p:cNvCxnSpPr>
              <p:nvPr/>
            </p:nvCxnSpPr>
            <p:spPr>
              <a:xfrm>
                <a:off x="2191463" y="2657369"/>
                <a:ext cx="708315" cy="5048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9C321DE0-F5C6-B519-A471-6069724CDABC}"/>
                  </a:ext>
                </a:extLst>
              </p:cNvPr>
              <p:cNvCxnSpPr>
                <a:stCxn id="40" idx="6"/>
                <a:endCxn id="47" idx="2"/>
              </p:cNvCxnSpPr>
              <p:nvPr/>
            </p:nvCxnSpPr>
            <p:spPr>
              <a:xfrm flipV="1">
                <a:off x="2191463" y="2707856"/>
                <a:ext cx="708315" cy="2844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0151E1EF-BF2F-76DC-8465-BC27D23BD064}"/>
                  </a:ext>
                </a:extLst>
              </p:cNvPr>
              <p:cNvCxnSpPr>
                <a:stCxn id="39" idx="6"/>
                <a:endCxn id="47" idx="2"/>
              </p:cNvCxnSpPr>
              <p:nvPr/>
            </p:nvCxnSpPr>
            <p:spPr>
              <a:xfrm flipV="1">
                <a:off x="2191463" y="2707856"/>
                <a:ext cx="708315" cy="61944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9CF59183-C1D2-EB1A-0BC0-095A5A6BB2F7}"/>
                  </a:ext>
                </a:extLst>
              </p:cNvPr>
              <p:cNvSpPr/>
              <p:nvPr/>
            </p:nvSpPr>
            <p:spPr>
              <a:xfrm>
                <a:off x="2899777" y="292277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A4A7D839-A524-EA70-DE3E-4410B923B39E}"/>
                  </a:ext>
                </a:extLst>
              </p:cNvPr>
              <p:cNvCxnSpPr>
                <a:stCxn id="41" idx="6"/>
                <a:endCxn id="51" idx="2"/>
              </p:cNvCxnSpPr>
              <p:nvPr/>
            </p:nvCxnSpPr>
            <p:spPr>
              <a:xfrm>
                <a:off x="2191463" y="2657369"/>
                <a:ext cx="708314" cy="40920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7086F9BD-69F4-7E06-B02B-7F79DFEC477B}"/>
                  </a:ext>
                </a:extLst>
              </p:cNvPr>
              <p:cNvCxnSpPr>
                <a:stCxn id="40" idx="6"/>
                <a:endCxn id="51" idx="2"/>
              </p:cNvCxnSpPr>
              <p:nvPr/>
            </p:nvCxnSpPr>
            <p:spPr>
              <a:xfrm>
                <a:off x="2191463" y="2992333"/>
                <a:ext cx="708314" cy="742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585C719D-71E7-FF09-2B01-6ACC56A7436F}"/>
                  </a:ext>
                </a:extLst>
              </p:cNvPr>
              <p:cNvCxnSpPr>
                <a:stCxn id="39" idx="6"/>
                <a:endCxn id="51" idx="2"/>
              </p:cNvCxnSpPr>
              <p:nvPr/>
            </p:nvCxnSpPr>
            <p:spPr>
              <a:xfrm flipV="1">
                <a:off x="2191463" y="3066578"/>
                <a:ext cx="708314" cy="2607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08CCFD0D-9073-149D-D967-BA4654A4CACE}"/>
                  </a:ext>
                </a:extLst>
              </p:cNvPr>
              <p:cNvSpPr/>
              <p:nvPr/>
            </p:nvSpPr>
            <p:spPr>
              <a:xfrm>
                <a:off x="2899776" y="3273713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AF01B62E-7949-9877-C171-7ECBF1A3D36D}"/>
                  </a:ext>
                </a:extLst>
              </p:cNvPr>
              <p:cNvCxnSpPr>
                <a:stCxn id="41" idx="6"/>
                <a:endCxn id="55" idx="2"/>
              </p:cNvCxnSpPr>
              <p:nvPr/>
            </p:nvCxnSpPr>
            <p:spPr>
              <a:xfrm>
                <a:off x="2191463" y="2657369"/>
                <a:ext cx="708313" cy="7601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E2F70EB6-3ED5-34FC-2C67-33D23D936EC1}"/>
                  </a:ext>
                </a:extLst>
              </p:cNvPr>
              <p:cNvCxnSpPr>
                <a:stCxn id="40" idx="6"/>
                <a:endCxn id="55" idx="2"/>
              </p:cNvCxnSpPr>
              <p:nvPr/>
            </p:nvCxnSpPr>
            <p:spPr>
              <a:xfrm>
                <a:off x="2191463" y="2992333"/>
                <a:ext cx="708313" cy="4251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DFEDAD02-32A1-247E-8364-8CF5C0B49E1F}"/>
                  </a:ext>
                </a:extLst>
              </p:cNvPr>
              <p:cNvCxnSpPr>
                <a:stCxn id="39" idx="6"/>
                <a:endCxn id="55" idx="2"/>
              </p:cNvCxnSpPr>
              <p:nvPr/>
            </p:nvCxnSpPr>
            <p:spPr>
              <a:xfrm>
                <a:off x="2191463" y="3327297"/>
                <a:ext cx="708313" cy="902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FE5548B3-8580-5F53-840F-B8DDC8684B08}"/>
                  </a:ext>
                </a:extLst>
              </p:cNvPr>
              <p:cNvSpPr/>
              <p:nvPr/>
            </p:nvSpPr>
            <p:spPr>
              <a:xfrm>
                <a:off x="2899779" y="36385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FAFB1D6C-2967-0BD6-CF40-2AAFEADE3D74}"/>
                  </a:ext>
                </a:extLst>
              </p:cNvPr>
              <p:cNvCxnSpPr>
                <a:stCxn id="41" idx="6"/>
                <a:endCxn id="59" idx="2"/>
              </p:cNvCxnSpPr>
              <p:nvPr/>
            </p:nvCxnSpPr>
            <p:spPr>
              <a:xfrm>
                <a:off x="2191463" y="2657369"/>
                <a:ext cx="708316" cy="112498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AAA78C11-418F-B214-41B6-48B11F7F95FB}"/>
                  </a:ext>
                </a:extLst>
              </p:cNvPr>
              <p:cNvCxnSpPr>
                <a:stCxn id="40" idx="6"/>
                <a:endCxn id="59" idx="2"/>
              </p:cNvCxnSpPr>
              <p:nvPr/>
            </p:nvCxnSpPr>
            <p:spPr>
              <a:xfrm>
                <a:off x="2191463" y="2992333"/>
                <a:ext cx="708316" cy="79001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F3899896-5A23-96F8-FEFE-7970C4EB3CB4}"/>
                  </a:ext>
                </a:extLst>
              </p:cNvPr>
              <p:cNvCxnSpPr>
                <a:stCxn id="39" idx="6"/>
                <a:endCxn id="59" idx="2"/>
              </p:cNvCxnSpPr>
              <p:nvPr/>
            </p:nvCxnSpPr>
            <p:spPr>
              <a:xfrm>
                <a:off x="2191463" y="3327297"/>
                <a:ext cx="708316" cy="45505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24584D68-4102-5B51-B4CD-BFE741BF8906}"/>
                  </a:ext>
                </a:extLst>
              </p:cNvPr>
              <p:cNvSpPr/>
              <p:nvPr/>
            </p:nvSpPr>
            <p:spPr>
              <a:xfrm>
                <a:off x="4028197" y="21907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AA86F83E-D502-85CF-85DB-5CA52A6C7DDB}"/>
                  </a:ext>
                </a:extLst>
              </p:cNvPr>
              <p:cNvCxnSpPr>
                <a:stCxn id="42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EA295DDF-154A-9514-E1AD-2F1E74640CD0}"/>
                  </a:ext>
                </a:extLst>
              </p:cNvPr>
              <p:cNvCxnSpPr>
                <a:stCxn id="47" idx="6"/>
                <a:endCxn id="63" idx="2"/>
              </p:cNvCxnSpPr>
              <p:nvPr/>
            </p:nvCxnSpPr>
            <p:spPr>
              <a:xfrm flipV="1">
                <a:off x="3186241" y="233455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1A2E3553-0926-738A-5160-889C71E7D5EF}"/>
                  </a:ext>
                </a:extLst>
              </p:cNvPr>
              <p:cNvCxnSpPr>
                <a:stCxn id="51" idx="6"/>
                <a:endCxn id="63" idx="2"/>
              </p:cNvCxnSpPr>
              <p:nvPr/>
            </p:nvCxnSpPr>
            <p:spPr>
              <a:xfrm flipV="1">
                <a:off x="3186240" y="2334551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44CA99A5-8F17-A1BE-0726-16E59929E444}"/>
                  </a:ext>
                </a:extLst>
              </p:cNvPr>
              <p:cNvCxnSpPr>
                <a:stCxn id="55" idx="6"/>
                <a:endCxn id="63" idx="2"/>
              </p:cNvCxnSpPr>
              <p:nvPr/>
            </p:nvCxnSpPr>
            <p:spPr>
              <a:xfrm flipV="1">
                <a:off x="3186239" y="2334551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F3E5F4F5-48B8-D02F-04D1-EB809BD79739}"/>
                  </a:ext>
                </a:extLst>
              </p:cNvPr>
              <p:cNvCxnSpPr>
                <a:stCxn id="59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447800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55777409-294D-10C4-201F-168A161C1401}"/>
                  </a:ext>
                </a:extLst>
              </p:cNvPr>
              <p:cNvSpPr/>
              <p:nvPr/>
            </p:nvSpPr>
            <p:spPr>
              <a:xfrm>
                <a:off x="4028196" y="256852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5375365D-FFC9-3F5E-ED98-0603B30C6680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41" y="2712329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F7BB5260-B6FE-46AA-AB3C-D974E4E4C8E8}"/>
                  </a:ext>
                </a:extLst>
              </p:cNvPr>
              <p:cNvCxnSpPr>
                <a:stCxn id="51" idx="6"/>
                <a:endCxn id="69" idx="2"/>
              </p:cNvCxnSpPr>
              <p:nvPr/>
            </p:nvCxnSpPr>
            <p:spPr>
              <a:xfrm flipV="1">
                <a:off x="3186240" y="2712329"/>
                <a:ext cx="841956" cy="3542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270AAF60-433C-1A67-7BC8-575683A0B2B6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9" y="2712329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8643DE02-814E-BD4E-A0D1-A2D33E8A3BB8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8" y="2712329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830A5DBD-9918-1DBF-45D0-C195D1CC0494}"/>
                  </a:ext>
                </a:extLst>
              </p:cNvPr>
              <p:cNvCxnSpPr>
                <a:stCxn id="42" idx="6"/>
                <a:endCxn id="69" idx="2"/>
              </p:cNvCxnSpPr>
              <p:nvPr/>
            </p:nvCxnSpPr>
            <p:spPr>
              <a:xfrm>
                <a:off x="3186242" y="2334552"/>
                <a:ext cx="841954" cy="3777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2C50085B-40DD-08A9-284A-8BAE49D5540D}"/>
                  </a:ext>
                </a:extLst>
              </p:cNvPr>
              <p:cNvSpPr/>
              <p:nvPr/>
            </p:nvSpPr>
            <p:spPr>
              <a:xfrm>
                <a:off x="4030044" y="291568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0AF36872-69C6-F1A9-93D0-15F91E542C02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9" y="3059487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3C112DC9-5895-9A69-C428-C90CE7D1C3FD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8" y="3059487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2BEDBC23-C1C7-0915-4AC2-53C6BDD6AD8C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7" y="3059487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D0CBF396-0669-0A7F-9EE9-3238646470CE}"/>
                  </a:ext>
                </a:extLst>
              </p:cNvPr>
              <p:cNvCxnSpPr>
                <a:stCxn id="47" idx="6"/>
                <a:endCxn id="75" idx="2"/>
              </p:cNvCxnSpPr>
              <p:nvPr/>
            </p:nvCxnSpPr>
            <p:spPr>
              <a:xfrm>
                <a:off x="3186241" y="2707856"/>
                <a:ext cx="843803" cy="35163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C855F4CC-CA24-8681-2C7D-B3E034498F72}"/>
                  </a:ext>
                </a:extLst>
              </p:cNvPr>
              <p:cNvCxnSpPr>
                <a:stCxn id="42" idx="6"/>
                <a:endCxn id="75" idx="2"/>
              </p:cNvCxnSpPr>
              <p:nvPr/>
            </p:nvCxnSpPr>
            <p:spPr>
              <a:xfrm>
                <a:off x="3186242" y="2334552"/>
                <a:ext cx="843802" cy="72493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6E43F599-BA20-68BA-AFCB-539F66B09DA8}"/>
                  </a:ext>
                </a:extLst>
              </p:cNvPr>
              <p:cNvSpPr/>
              <p:nvPr/>
            </p:nvSpPr>
            <p:spPr>
              <a:xfrm>
                <a:off x="4028195" y="326390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CECDB211-7E5F-E32A-BA52-D5D034627294}"/>
                  </a:ext>
                </a:extLst>
              </p:cNvPr>
              <p:cNvCxnSpPr>
                <a:stCxn id="55" idx="6"/>
                <a:endCxn id="84" idx="2"/>
              </p:cNvCxnSpPr>
              <p:nvPr/>
            </p:nvCxnSpPr>
            <p:spPr>
              <a:xfrm flipV="1">
                <a:off x="3186239" y="3407701"/>
                <a:ext cx="841956" cy="981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AF443410-07FD-FD6C-B123-6D409E6BB2FF}"/>
                  </a:ext>
                </a:extLst>
              </p:cNvPr>
              <p:cNvCxnSpPr>
                <a:endCxn id="84" idx="2"/>
              </p:cNvCxnSpPr>
              <p:nvPr/>
            </p:nvCxnSpPr>
            <p:spPr>
              <a:xfrm flipV="1">
                <a:off x="3186239" y="340770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81C43833-3A99-DFC2-E092-016969A06101}"/>
                  </a:ext>
                </a:extLst>
              </p:cNvPr>
              <p:cNvCxnSpPr>
                <a:stCxn id="51" idx="6"/>
                <a:endCxn id="84" idx="2"/>
              </p:cNvCxnSpPr>
              <p:nvPr/>
            </p:nvCxnSpPr>
            <p:spPr>
              <a:xfrm>
                <a:off x="3186240" y="3066578"/>
                <a:ext cx="841955" cy="34112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0DD8BA1D-6578-F1CA-DFAE-5A630A52A312}"/>
                  </a:ext>
                </a:extLst>
              </p:cNvPr>
              <p:cNvCxnSpPr>
                <a:stCxn id="47" idx="6"/>
                <a:endCxn id="84" idx="2"/>
              </p:cNvCxnSpPr>
              <p:nvPr/>
            </p:nvCxnSpPr>
            <p:spPr>
              <a:xfrm>
                <a:off x="3186241" y="2707856"/>
                <a:ext cx="841954" cy="6998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5CE46789-E854-C108-A22E-96C3413E8016}"/>
                  </a:ext>
                </a:extLst>
              </p:cNvPr>
              <p:cNvCxnSpPr>
                <a:stCxn id="42" idx="6"/>
                <a:endCxn id="84" idx="2"/>
              </p:cNvCxnSpPr>
              <p:nvPr/>
            </p:nvCxnSpPr>
            <p:spPr>
              <a:xfrm>
                <a:off x="3186242" y="2334552"/>
                <a:ext cx="841953" cy="10731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4E2550A6-527F-B0E8-7175-AC81694C72C5}"/>
                  </a:ext>
                </a:extLst>
              </p:cNvPr>
              <p:cNvSpPr/>
              <p:nvPr/>
            </p:nvSpPr>
            <p:spPr>
              <a:xfrm>
                <a:off x="4028194" y="36471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E2220633-FFCB-FEA6-3164-262AE948500C}"/>
                  </a:ext>
                </a:extLst>
              </p:cNvPr>
              <p:cNvCxnSpPr>
                <a:endCxn id="90" idx="2"/>
              </p:cNvCxnSpPr>
              <p:nvPr/>
            </p:nvCxnSpPr>
            <p:spPr>
              <a:xfrm flipV="1">
                <a:off x="3186239" y="37909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7652B019-51C1-5EBF-53DF-048AC267D922}"/>
                  </a:ext>
                </a:extLst>
              </p:cNvPr>
              <p:cNvCxnSpPr>
                <a:stCxn id="55" idx="6"/>
                <a:endCxn id="90" idx="2"/>
              </p:cNvCxnSpPr>
              <p:nvPr/>
            </p:nvCxnSpPr>
            <p:spPr>
              <a:xfrm>
                <a:off x="3186239" y="3417514"/>
                <a:ext cx="841955" cy="37343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560DDB26-9C9F-8FC7-9CB5-21E47667F0A5}"/>
                  </a:ext>
                </a:extLst>
              </p:cNvPr>
              <p:cNvCxnSpPr>
                <a:stCxn id="51" idx="6"/>
                <a:endCxn id="90" idx="2"/>
              </p:cNvCxnSpPr>
              <p:nvPr/>
            </p:nvCxnSpPr>
            <p:spPr>
              <a:xfrm>
                <a:off x="3186240" y="3066578"/>
                <a:ext cx="841954" cy="72437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54F8578B-BC55-0E88-00D4-48D805B8AEBF}"/>
                  </a:ext>
                </a:extLst>
              </p:cNvPr>
              <p:cNvCxnSpPr>
                <a:stCxn id="47" idx="6"/>
                <a:endCxn id="90" idx="2"/>
              </p:cNvCxnSpPr>
              <p:nvPr/>
            </p:nvCxnSpPr>
            <p:spPr>
              <a:xfrm>
                <a:off x="3186241" y="2707856"/>
                <a:ext cx="841953" cy="108309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1A331C6B-31B4-B383-C355-3135790F60E0}"/>
                  </a:ext>
                </a:extLst>
              </p:cNvPr>
              <p:cNvCxnSpPr>
                <a:stCxn id="42" idx="6"/>
                <a:endCxn id="90" idx="2"/>
              </p:cNvCxnSpPr>
              <p:nvPr/>
            </p:nvCxnSpPr>
            <p:spPr>
              <a:xfrm>
                <a:off x="3186242" y="2334552"/>
                <a:ext cx="841952" cy="145639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B785A686-FBAF-5B0A-4B77-B5939A0DBF99}"/>
                  </a:ext>
                </a:extLst>
              </p:cNvPr>
              <p:cNvCxnSpPr>
                <a:stCxn id="63" idx="6"/>
                <a:endCxn id="43" idx="2"/>
              </p:cNvCxnSpPr>
              <p:nvPr/>
            </p:nvCxnSpPr>
            <p:spPr>
              <a:xfrm>
                <a:off x="4314660" y="2334551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9097AAB4-71DE-299B-ED45-83F4A5710E0D}"/>
                  </a:ext>
                </a:extLst>
              </p:cNvPr>
              <p:cNvCxnSpPr>
                <a:stCxn id="69" idx="6"/>
                <a:endCxn id="43" idx="2"/>
              </p:cNvCxnSpPr>
              <p:nvPr/>
            </p:nvCxnSpPr>
            <p:spPr>
              <a:xfrm flipV="1">
                <a:off x="4314659" y="2513568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F9621BA1-6034-0C37-C8CF-05EDAC95E59C}"/>
                  </a:ext>
                </a:extLst>
              </p:cNvPr>
              <p:cNvCxnSpPr>
                <a:stCxn id="75" idx="6"/>
                <a:endCxn id="43" idx="2"/>
              </p:cNvCxnSpPr>
              <p:nvPr/>
            </p:nvCxnSpPr>
            <p:spPr>
              <a:xfrm flipV="1">
                <a:off x="4316507" y="2513568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89D2E9CA-A575-C2CD-5B7F-08D028174274}"/>
                  </a:ext>
                </a:extLst>
              </p:cNvPr>
              <p:cNvCxnSpPr>
                <a:stCxn id="84" idx="6"/>
                <a:endCxn id="43" idx="2"/>
              </p:cNvCxnSpPr>
              <p:nvPr/>
            </p:nvCxnSpPr>
            <p:spPr>
              <a:xfrm flipV="1">
                <a:off x="4314658" y="2513568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BBE1C18A-CB9A-8537-DFA6-0239B3F900D6}"/>
                  </a:ext>
                </a:extLst>
              </p:cNvPr>
              <p:cNvCxnSpPr>
                <a:stCxn id="90" idx="6"/>
                <a:endCxn id="43" idx="2"/>
              </p:cNvCxnSpPr>
              <p:nvPr/>
            </p:nvCxnSpPr>
            <p:spPr>
              <a:xfrm flipV="1">
                <a:off x="4314657" y="2513568"/>
                <a:ext cx="787797" cy="127738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3FC57F7C-5398-1B4E-392E-A84CBF1B182E}"/>
                  </a:ext>
                </a:extLst>
              </p:cNvPr>
              <p:cNvSpPr/>
              <p:nvPr/>
            </p:nvSpPr>
            <p:spPr>
              <a:xfrm>
                <a:off x="5102453" y="27456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D99F6EFC-AE4F-7AAA-1CBC-3E1DC804FB39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>
                <a:off x="4314659" y="27104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31F2A052-C840-B47C-8746-4727CDEDBC49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8" y="28894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2EF9125E-4B8F-CC5A-7C5A-AC773DDF0D36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6506" y="2889453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1CAE1C43-E2EB-C74B-24EA-5DD1A93E2248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7" y="2889453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644675DA-7896-16E6-1839-8EEBC8FFFAE2}"/>
                  </a:ext>
                </a:extLst>
              </p:cNvPr>
              <p:cNvCxnSpPr>
                <a:stCxn id="63" idx="6"/>
                <a:endCxn id="101" idx="2"/>
              </p:cNvCxnSpPr>
              <p:nvPr/>
            </p:nvCxnSpPr>
            <p:spPr>
              <a:xfrm>
                <a:off x="4314660" y="2334551"/>
                <a:ext cx="787793" cy="5549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A041491F-D44B-2833-D5C7-0EEAC0D8E762}"/>
                  </a:ext>
                </a:extLst>
              </p:cNvPr>
              <p:cNvSpPr/>
              <p:nvPr/>
            </p:nvSpPr>
            <p:spPr>
              <a:xfrm>
                <a:off x="5102452" y="3088214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0689DAAF-1B2E-65F9-F280-29B8A7FA4EE9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>
                <a:off x="4314658" y="3052998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BB6F9D74-C8EC-1EF5-D5F8-383D034899E2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4657" y="3232015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D51D61D3-E86B-EAB2-933B-A4BF20700B85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6505" y="3232015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A74AF529-7854-5774-B0CD-1EF789BD49B6}"/>
                  </a:ext>
                </a:extLst>
              </p:cNvPr>
              <p:cNvCxnSpPr>
                <a:stCxn id="69" idx="6"/>
                <a:endCxn id="107" idx="2"/>
              </p:cNvCxnSpPr>
              <p:nvPr/>
            </p:nvCxnSpPr>
            <p:spPr>
              <a:xfrm>
                <a:off x="4314659" y="2712329"/>
                <a:ext cx="787793" cy="51968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918879E8-DAD0-2795-CF5D-8A6C1F6FBF56}"/>
                  </a:ext>
                </a:extLst>
              </p:cNvPr>
              <p:cNvCxnSpPr>
                <a:stCxn id="63" idx="6"/>
                <a:endCxn id="107" idx="2"/>
              </p:cNvCxnSpPr>
              <p:nvPr/>
            </p:nvCxnSpPr>
            <p:spPr>
              <a:xfrm>
                <a:off x="4314660" y="2334551"/>
                <a:ext cx="787792" cy="89746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8055DECD-D7E3-D382-3DF3-23BDF234D7F2}"/>
                  </a:ext>
                </a:extLst>
              </p:cNvPr>
              <p:cNvSpPr/>
              <p:nvPr/>
            </p:nvSpPr>
            <p:spPr>
              <a:xfrm>
                <a:off x="5102454" y="34505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D8F29AFA-2801-2595-D605-04F433F1C15C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>
                <a:off x="4314660" y="34153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720AC4D1-55D5-4139-5454-9BB5CB5FC9E6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 flipV="1">
                <a:off x="4314659" y="35943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0F5CD499-F5C3-439D-4804-62D315DD43AE}"/>
                  </a:ext>
                </a:extLst>
              </p:cNvPr>
              <p:cNvCxnSpPr>
                <a:stCxn id="75" idx="6"/>
                <a:endCxn id="113" idx="2"/>
              </p:cNvCxnSpPr>
              <p:nvPr/>
            </p:nvCxnSpPr>
            <p:spPr>
              <a:xfrm>
                <a:off x="4316507" y="3059487"/>
                <a:ext cx="785947" cy="53486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3FDD793E-6588-0C76-B6D3-B04712625505}"/>
                  </a:ext>
                </a:extLst>
              </p:cNvPr>
              <p:cNvCxnSpPr>
                <a:stCxn id="69" idx="6"/>
                <a:endCxn id="113" idx="2"/>
              </p:cNvCxnSpPr>
              <p:nvPr/>
            </p:nvCxnSpPr>
            <p:spPr>
              <a:xfrm>
                <a:off x="4314659" y="2712329"/>
                <a:ext cx="787795" cy="88202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Arrow Connector 117">
                <a:extLst>
                  <a:ext uri="{FF2B5EF4-FFF2-40B4-BE49-F238E27FC236}">
                    <a16:creationId xmlns:a16="http://schemas.microsoft.com/office/drawing/2014/main" id="{E6D5EC2A-45EA-5AA1-3869-DFF03EF4CF74}"/>
                  </a:ext>
                </a:extLst>
              </p:cNvPr>
              <p:cNvCxnSpPr>
                <a:stCxn id="63" idx="6"/>
                <a:endCxn id="113" idx="2"/>
              </p:cNvCxnSpPr>
              <p:nvPr/>
            </p:nvCxnSpPr>
            <p:spPr>
              <a:xfrm>
                <a:off x="4314660" y="2334551"/>
                <a:ext cx="787794" cy="12598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4423274-73B2-2300-3CE2-D95DEC6A4BB9}"/>
                </a:ext>
              </a:extLst>
            </p:cNvPr>
            <p:cNvSpPr txBox="1"/>
            <p:nvPr/>
          </p:nvSpPr>
          <p:spPr>
            <a:xfrm>
              <a:off x="99059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3CA0A1B-76D5-BE3F-A648-245D376B89C5}"/>
                </a:ext>
              </a:extLst>
            </p:cNvPr>
            <p:cNvSpPr txBox="1"/>
            <p:nvPr/>
          </p:nvSpPr>
          <p:spPr>
            <a:xfrm>
              <a:off x="178701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F8E213C-5ACE-D0A9-C157-C65A19B643F8}"/>
                </a:ext>
              </a:extLst>
            </p:cNvPr>
            <p:cNvSpPr txBox="1"/>
            <p:nvPr/>
          </p:nvSpPr>
          <p:spPr>
            <a:xfrm>
              <a:off x="2715597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B32F4EE-59EC-0530-007D-15C98488BAFC}"/>
                </a:ext>
              </a:extLst>
            </p:cNvPr>
            <p:cNvSpPr txBox="1"/>
            <p:nvPr/>
          </p:nvSpPr>
          <p:spPr>
            <a:xfrm>
              <a:off x="3596641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4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467AA80A-462B-68F1-A70C-3D179F8F881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502" y="978095"/>
            <a:ext cx="125730" cy="2628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48A92C-04EC-017F-8857-725D4B4D283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376" y="878019"/>
            <a:ext cx="722376" cy="450342"/>
          </a:xfrm>
          <a:prstGeom prst="rect">
            <a:avLst/>
          </a:prstGeom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DDC87CCA-C10E-A51F-7AD9-F5ACFEAF5F57}"/>
              </a:ext>
            </a:extLst>
          </p:cNvPr>
          <p:cNvSpPr txBox="1"/>
          <p:nvPr/>
        </p:nvSpPr>
        <p:spPr>
          <a:xfrm>
            <a:off x="388706" y="1704673"/>
            <a:ext cx="4458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each output unit (layer L = 4)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745536-DB84-19AE-9322-AA9E98F4A32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52" y="2177034"/>
            <a:ext cx="1965960" cy="4503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DDBB4F-C56D-0373-4FEE-A28B535C3DCC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014" y="3091434"/>
            <a:ext cx="3627882" cy="3474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6B6A17-7E46-BED1-6913-17405DD068C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52" y="3593592"/>
            <a:ext cx="3627882" cy="347472"/>
          </a:xfrm>
          <a:prstGeom prst="rect">
            <a:avLst/>
          </a:prstGeom>
        </p:spPr>
      </p:pic>
      <p:sp>
        <p:nvSpPr>
          <p:cNvPr id="2" name="Flowchart: Process 1">
            <a:extLst>
              <a:ext uri="{FF2B5EF4-FFF2-40B4-BE49-F238E27FC236}">
                <a16:creationId xmlns:a16="http://schemas.microsoft.com/office/drawing/2014/main" id="{6421410C-0FF8-81D3-118D-713F4D873F3F}"/>
              </a:ext>
            </a:extLst>
          </p:cNvPr>
          <p:cNvSpPr/>
          <p:nvPr/>
        </p:nvSpPr>
        <p:spPr>
          <a:xfrm>
            <a:off x="381000" y="3486150"/>
            <a:ext cx="3962400" cy="685800"/>
          </a:xfrm>
          <a:prstGeom prst="flowChartProcess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4D6E429F-0664-B0B1-4D2C-3FFA37F72131}"/>
              </a:ext>
            </a:extLst>
          </p:cNvPr>
          <p:cNvSpPr/>
          <p:nvPr/>
        </p:nvSpPr>
        <p:spPr>
          <a:xfrm>
            <a:off x="1350171" y="3017520"/>
            <a:ext cx="1447800" cy="514606"/>
          </a:xfrm>
          <a:prstGeom prst="flowChart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9CD77385-5725-A99D-EE75-21ED329A3784}"/>
              </a:ext>
            </a:extLst>
          </p:cNvPr>
          <p:cNvSpPr/>
          <p:nvPr/>
        </p:nvSpPr>
        <p:spPr>
          <a:xfrm>
            <a:off x="2821781" y="3017520"/>
            <a:ext cx="331565" cy="514606"/>
          </a:xfrm>
          <a:prstGeom prst="flowChartProcess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B104DB7A-EA48-1FA2-669E-F0DF0851D1DC}"/>
              </a:ext>
            </a:extLst>
          </p:cNvPr>
          <p:cNvSpPr/>
          <p:nvPr/>
        </p:nvSpPr>
        <p:spPr>
          <a:xfrm>
            <a:off x="3172180" y="3017520"/>
            <a:ext cx="967550" cy="514606"/>
          </a:xfrm>
          <a:prstGeom prst="flowChartProcess">
            <a:avLst/>
          </a:prstGeom>
          <a:noFill/>
          <a:ln>
            <a:solidFill>
              <a:srgbClr val="00C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25EDA0E-1038-6B37-EB34-5F109F6909A2}"/>
              </a:ext>
            </a:extLst>
          </p:cNvPr>
          <p:cNvCxnSpPr>
            <a:stCxn id="12" idx="3"/>
          </p:cNvCxnSpPr>
          <p:nvPr/>
        </p:nvCxnSpPr>
        <p:spPr>
          <a:xfrm flipV="1">
            <a:off x="4139730" y="3257550"/>
            <a:ext cx="522502" cy="0"/>
          </a:xfrm>
          <a:prstGeom prst="straightConnector1">
            <a:avLst/>
          </a:prstGeom>
          <a:ln w="22225">
            <a:solidFill>
              <a:srgbClr val="00CC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699D541-413A-3286-EA54-BC3674D358D5}"/>
                  </a:ext>
                </a:extLst>
              </p:cNvPr>
              <p:cNvSpPr txBox="1"/>
              <p:nvPr/>
            </p:nvSpPr>
            <p:spPr>
              <a:xfrm>
                <a:off x="4724400" y="3098751"/>
                <a:ext cx="1657826" cy="2955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.∗(</m:t>
                      </m:r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d>
                            <m:dPr>
                              <m:ctrlP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d>
                        </m:sup>
                      </m:sSup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699D541-413A-3286-EA54-BC3674D358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3098751"/>
                <a:ext cx="1657826" cy="295594"/>
              </a:xfrm>
              <a:prstGeom prst="rect">
                <a:avLst/>
              </a:prstGeom>
              <a:blipFill>
                <a:blip r:embed="rId14"/>
                <a:stretch>
                  <a:fillRect l="-1471" t="-6122" r="-4779" b="-30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CB77EE7-5EEF-C0A9-A988-EE08D79149BF}"/>
                  </a:ext>
                </a:extLst>
              </p:cNvPr>
              <p:cNvSpPr txBox="1"/>
              <p:nvPr/>
            </p:nvSpPr>
            <p:spPr>
              <a:xfrm>
                <a:off x="7849552" y="1079281"/>
                <a:ext cx="680314" cy="448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CB77EE7-5EEF-C0A9-A988-EE08D79149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9552" y="1079281"/>
                <a:ext cx="680314" cy="448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02310EB-29C2-866B-BA70-E813803CBB28}"/>
                  </a:ext>
                </a:extLst>
              </p:cNvPr>
              <p:cNvSpPr txBox="1"/>
              <p:nvPr/>
            </p:nvSpPr>
            <p:spPr>
              <a:xfrm>
                <a:off x="7042467" y="918490"/>
                <a:ext cx="680314" cy="448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02310EB-29C2-866B-BA70-E813803CB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2467" y="918490"/>
                <a:ext cx="680314" cy="448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57892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52AC-A5F7-A92A-86B9-0D63956ED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10FDB4-4353-8B96-BD16-2A728F1DFA62}"/>
              </a:ext>
            </a:extLst>
          </p:cNvPr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Gradient computation: Backpropagation algorithm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B2231F8-6DD1-95D5-7D67-4B685AD4E667}"/>
              </a:ext>
            </a:extLst>
          </p:cNvPr>
          <p:cNvSpPr txBox="1"/>
          <p:nvPr/>
        </p:nvSpPr>
        <p:spPr>
          <a:xfrm>
            <a:off x="381000" y="84200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Intuition:              “error” of node    in layer   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B5BC27-BC60-68E9-E6F0-5A7184006FB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672" y="956994"/>
            <a:ext cx="68580" cy="214884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2F7A8F6F-D656-4695-D8FD-02855D7A2D59}"/>
              </a:ext>
            </a:extLst>
          </p:cNvPr>
          <p:cNvGrpSpPr/>
          <p:nvPr/>
        </p:nvGrpSpPr>
        <p:grpSpPr>
          <a:xfrm>
            <a:off x="5473984" y="1408178"/>
            <a:ext cx="3055882" cy="1588057"/>
            <a:chOff x="990599" y="738216"/>
            <a:chExt cx="3381620" cy="175733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D7E867C-DEB8-F17B-0DEB-EE8BA4955997}"/>
                </a:ext>
              </a:extLst>
            </p:cNvPr>
            <p:cNvGrpSpPr/>
            <p:nvPr/>
          </p:nvGrpSpPr>
          <p:grpSpPr>
            <a:xfrm>
              <a:off x="1239873" y="738216"/>
              <a:ext cx="2862230" cy="1432793"/>
              <a:chOff x="1905000" y="2190750"/>
              <a:chExt cx="3483917" cy="1744001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2250CCAD-0DC7-39C1-8F1A-6E96236786A9}"/>
                  </a:ext>
                </a:extLst>
              </p:cNvPr>
              <p:cNvSpPr/>
              <p:nvPr/>
            </p:nvSpPr>
            <p:spPr>
              <a:xfrm>
                <a:off x="1905000" y="318349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D75E3418-1566-89D9-58F3-42CD6C62728F}"/>
                  </a:ext>
                </a:extLst>
              </p:cNvPr>
              <p:cNvSpPr/>
              <p:nvPr/>
            </p:nvSpPr>
            <p:spPr>
              <a:xfrm>
                <a:off x="1905000" y="284853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74963FCE-2D64-CDB6-C5BC-E5387DEB905E}"/>
                  </a:ext>
                </a:extLst>
              </p:cNvPr>
              <p:cNvSpPr/>
              <p:nvPr/>
            </p:nvSpPr>
            <p:spPr>
              <a:xfrm>
                <a:off x="1905000" y="251356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715DF663-3FD2-B87E-504B-21569B39A10B}"/>
                  </a:ext>
                </a:extLst>
              </p:cNvPr>
              <p:cNvSpPr/>
              <p:nvPr/>
            </p:nvSpPr>
            <p:spPr>
              <a:xfrm>
                <a:off x="2899779" y="2190751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984FC2C6-EC48-29C0-820A-6FE56716AC20}"/>
                  </a:ext>
                </a:extLst>
              </p:cNvPr>
              <p:cNvSpPr/>
              <p:nvPr/>
            </p:nvSpPr>
            <p:spPr>
              <a:xfrm>
                <a:off x="5102454" y="236976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C5FD0F2D-CEFD-DEE9-B09B-C6057F93E2FA}"/>
                  </a:ext>
                </a:extLst>
              </p:cNvPr>
              <p:cNvCxnSpPr>
                <a:stCxn id="41" idx="6"/>
                <a:endCxn id="42" idx="2"/>
              </p:cNvCxnSpPr>
              <p:nvPr/>
            </p:nvCxnSpPr>
            <p:spPr>
              <a:xfrm flipV="1">
                <a:off x="2191463" y="2334552"/>
                <a:ext cx="708316" cy="3228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A6B3C0B9-772E-B035-9C4C-746C214AD105}"/>
                  </a:ext>
                </a:extLst>
              </p:cNvPr>
              <p:cNvCxnSpPr>
                <a:stCxn id="40" idx="6"/>
                <a:endCxn id="42" idx="2"/>
              </p:cNvCxnSpPr>
              <p:nvPr/>
            </p:nvCxnSpPr>
            <p:spPr>
              <a:xfrm flipV="1">
                <a:off x="2191463" y="2334552"/>
                <a:ext cx="708316" cy="6577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FBDEEE1A-64DB-9E33-EBAD-0372EFC77222}"/>
                  </a:ext>
                </a:extLst>
              </p:cNvPr>
              <p:cNvCxnSpPr>
                <a:stCxn id="39" idx="6"/>
                <a:endCxn id="42" idx="2"/>
              </p:cNvCxnSpPr>
              <p:nvPr/>
            </p:nvCxnSpPr>
            <p:spPr>
              <a:xfrm flipV="1">
                <a:off x="2191463" y="2334552"/>
                <a:ext cx="708316" cy="9927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3605E6D4-32C4-5779-01CA-7466B4107D03}"/>
                  </a:ext>
                </a:extLst>
              </p:cNvPr>
              <p:cNvSpPr/>
              <p:nvPr/>
            </p:nvSpPr>
            <p:spPr>
              <a:xfrm>
                <a:off x="2899778" y="2564055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EFDDABE5-C23E-EBFB-332E-4C48327C71D2}"/>
                  </a:ext>
                </a:extLst>
              </p:cNvPr>
              <p:cNvCxnSpPr>
                <a:stCxn id="41" idx="6"/>
                <a:endCxn id="47" idx="2"/>
              </p:cNvCxnSpPr>
              <p:nvPr/>
            </p:nvCxnSpPr>
            <p:spPr>
              <a:xfrm>
                <a:off x="2191463" y="2657369"/>
                <a:ext cx="708315" cy="5048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3066FA9E-CF98-039A-A8BB-E8B6215A4D47}"/>
                  </a:ext>
                </a:extLst>
              </p:cNvPr>
              <p:cNvCxnSpPr>
                <a:stCxn id="40" idx="6"/>
                <a:endCxn id="47" idx="2"/>
              </p:cNvCxnSpPr>
              <p:nvPr/>
            </p:nvCxnSpPr>
            <p:spPr>
              <a:xfrm flipV="1">
                <a:off x="2191463" y="2707856"/>
                <a:ext cx="708315" cy="2844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6551CF15-C256-A8C5-E989-9DF004F64020}"/>
                  </a:ext>
                </a:extLst>
              </p:cNvPr>
              <p:cNvCxnSpPr>
                <a:stCxn id="39" idx="6"/>
                <a:endCxn id="47" idx="2"/>
              </p:cNvCxnSpPr>
              <p:nvPr/>
            </p:nvCxnSpPr>
            <p:spPr>
              <a:xfrm flipV="1">
                <a:off x="2191463" y="2707856"/>
                <a:ext cx="708315" cy="61944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E5CD954C-E940-3B88-729D-A2CA1CB5F94A}"/>
                  </a:ext>
                </a:extLst>
              </p:cNvPr>
              <p:cNvSpPr/>
              <p:nvPr/>
            </p:nvSpPr>
            <p:spPr>
              <a:xfrm>
                <a:off x="2899777" y="292277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D5F564A1-3054-0D64-D313-61BA3893D708}"/>
                  </a:ext>
                </a:extLst>
              </p:cNvPr>
              <p:cNvCxnSpPr>
                <a:stCxn id="41" idx="6"/>
                <a:endCxn id="51" idx="2"/>
              </p:cNvCxnSpPr>
              <p:nvPr/>
            </p:nvCxnSpPr>
            <p:spPr>
              <a:xfrm>
                <a:off x="2191463" y="2657369"/>
                <a:ext cx="708314" cy="40920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19FFD5DF-48B5-AD7F-4C82-12E522BDD3BF}"/>
                  </a:ext>
                </a:extLst>
              </p:cNvPr>
              <p:cNvCxnSpPr>
                <a:stCxn id="40" idx="6"/>
                <a:endCxn id="51" idx="2"/>
              </p:cNvCxnSpPr>
              <p:nvPr/>
            </p:nvCxnSpPr>
            <p:spPr>
              <a:xfrm>
                <a:off x="2191463" y="2992333"/>
                <a:ext cx="708314" cy="742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23DD9AD3-DE52-7369-6414-E94EB5C94DB0}"/>
                  </a:ext>
                </a:extLst>
              </p:cNvPr>
              <p:cNvCxnSpPr>
                <a:stCxn id="39" idx="6"/>
                <a:endCxn id="51" idx="2"/>
              </p:cNvCxnSpPr>
              <p:nvPr/>
            </p:nvCxnSpPr>
            <p:spPr>
              <a:xfrm flipV="1">
                <a:off x="2191463" y="3066578"/>
                <a:ext cx="708314" cy="2607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4CFFE2CB-2E23-CC9A-16E4-38CE0CD98D4A}"/>
                  </a:ext>
                </a:extLst>
              </p:cNvPr>
              <p:cNvSpPr/>
              <p:nvPr/>
            </p:nvSpPr>
            <p:spPr>
              <a:xfrm>
                <a:off x="2899776" y="3273713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A48C5A39-52F6-EB6E-84CA-E2BCF2F35A02}"/>
                  </a:ext>
                </a:extLst>
              </p:cNvPr>
              <p:cNvCxnSpPr>
                <a:stCxn id="41" idx="6"/>
                <a:endCxn id="55" idx="2"/>
              </p:cNvCxnSpPr>
              <p:nvPr/>
            </p:nvCxnSpPr>
            <p:spPr>
              <a:xfrm>
                <a:off x="2191463" y="2657369"/>
                <a:ext cx="708313" cy="7601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5C411941-50DA-7562-0A16-BD75B2711A47}"/>
                  </a:ext>
                </a:extLst>
              </p:cNvPr>
              <p:cNvCxnSpPr>
                <a:stCxn id="40" idx="6"/>
                <a:endCxn id="55" idx="2"/>
              </p:cNvCxnSpPr>
              <p:nvPr/>
            </p:nvCxnSpPr>
            <p:spPr>
              <a:xfrm>
                <a:off x="2191463" y="2992333"/>
                <a:ext cx="708313" cy="4251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94B6B039-F720-3C0B-0276-3701F1C4B7EE}"/>
                  </a:ext>
                </a:extLst>
              </p:cNvPr>
              <p:cNvCxnSpPr>
                <a:stCxn id="39" idx="6"/>
                <a:endCxn id="55" idx="2"/>
              </p:cNvCxnSpPr>
              <p:nvPr/>
            </p:nvCxnSpPr>
            <p:spPr>
              <a:xfrm>
                <a:off x="2191463" y="3327297"/>
                <a:ext cx="708313" cy="902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D7806A47-59B2-456D-2F5F-3441D33B6DFE}"/>
                  </a:ext>
                </a:extLst>
              </p:cNvPr>
              <p:cNvSpPr/>
              <p:nvPr/>
            </p:nvSpPr>
            <p:spPr>
              <a:xfrm>
                <a:off x="2899779" y="36385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275434CD-0CFC-04DA-E0A8-60590986A0A5}"/>
                  </a:ext>
                </a:extLst>
              </p:cNvPr>
              <p:cNvCxnSpPr>
                <a:stCxn id="41" idx="6"/>
                <a:endCxn id="59" idx="2"/>
              </p:cNvCxnSpPr>
              <p:nvPr/>
            </p:nvCxnSpPr>
            <p:spPr>
              <a:xfrm>
                <a:off x="2191463" y="2657369"/>
                <a:ext cx="708316" cy="112498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347FD92C-7C01-F446-54F3-F95E427C2146}"/>
                  </a:ext>
                </a:extLst>
              </p:cNvPr>
              <p:cNvCxnSpPr>
                <a:stCxn id="40" idx="6"/>
                <a:endCxn id="59" idx="2"/>
              </p:cNvCxnSpPr>
              <p:nvPr/>
            </p:nvCxnSpPr>
            <p:spPr>
              <a:xfrm>
                <a:off x="2191463" y="2992333"/>
                <a:ext cx="708316" cy="79001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FBE1D375-FF0D-5051-98F6-767728F5C12E}"/>
                  </a:ext>
                </a:extLst>
              </p:cNvPr>
              <p:cNvCxnSpPr>
                <a:stCxn id="39" idx="6"/>
                <a:endCxn id="59" idx="2"/>
              </p:cNvCxnSpPr>
              <p:nvPr/>
            </p:nvCxnSpPr>
            <p:spPr>
              <a:xfrm>
                <a:off x="2191463" y="3327297"/>
                <a:ext cx="708316" cy="45505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EC3A10FB-DC59-3D4D-CF26-42B328B96F9C}"/>
                  </a:ext>
                </a:extLst>
              </p:cNvPr>
              <p:cNvSpPr/>
              <p:nvPr/>
            </p:nvSpPr>
            <p:spPr>
              <a:xfrm>
                <a:off x="4028197" y="21907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8478FA83-417A-5F1B-C29B-8199D7605736}"/>
                  </a:ext>
                </a:extLst>
              </p:cNvPr>
              <p:cNvCxnSpPr>
                <a:stCxn id="42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0271906F-BEC1-1553-FD95-BAFFB1FAC900}"/>
                  </a:ext>
                </a:extLst>
              </p:cNvPr>
              <p:cNvCxnSpPr>
                <a:stCxn id="47" idx="6"/>
                <a:endCxn id="63" idx="2"/>
              </p:cNvCxnSpPr>
              <p:nvPr/>
            </p:nvCxnSpPr>
            <p:spPr>
              <a:xfrm flipV="1">
                <a:off x="3186241" y="233455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3888FED1-EABD-7226-529B-6FE0B57C2E10}"/>
                  </a:ext>
                </a:extLst>
              </p:cNvPr>
              <p:cNvCxnSpPr>
                <a:stCxn id="51" idx="6"/>
                <a:endCxn id="63" idx="2"/>
              </p:cNvCxnSpPr>
              <p:nvPr/>
            </p:nvCxnSpPr>
            <p:spPr>
              <a:xfrm flipV="1">
                <a:off x="3186240" y="2334551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9C3413B0-B1DC-C45B-451E-31772669C9D3}"/>
                  </a:ext>
                </a:extLst>
              </p:cNvPr>
              <p:cNvCxnSpPr>
                <a:stCxn id="55" idx="6"/>
                <a:endCxn id="63" idx="2"/>
              </p:cNvCxnSpPr>
              <p:nvPr/>
            </p:nvCxnSpPr>
            <p:spPr>
              <a:xfrm flipV="1">
                <a:off x="3186239" y="2334551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6C6B282E-521F-410D-DE31-AFC12E9C1B3F}"/>
                  </a:ext>
                </a:extLst>
              </p:cNvPr>
              <p:cNvCxnSpPr>
                <a:stCxn id="59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447800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C49442DB-F255-48D8-481A-96698366BF3B}"/>
                  </a:ext>
                </a:extLst>
              </p:cNvPr>
              <p:cNvSpPr/>
              <p:nvPr/>
            </p:nvSpPr>
            <p:spPr>
              <a:xfrm>
                <a:off x="4028196" y="256852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8A33C530-8439-F48D-418C-06B32AF5E066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41" y="2712329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E02CCEE7-A2B4-0189-F613-8C1695656A40}"/>
                  </a:ext>
                </a:extLst>
              </p:cNvPr>
              <p:cNvCxnSpPr>
                <a:stCxn id="51" idx="6"/>
                <a:endCxn id="69" idx="2"/>
              </p:cNvCxnSpPr>
              <p:nvPr/>
            </p:nvCxnSpPr>
            <p:spPr>
              <a:xfrm flipV="1">
                <a:off x="3186240" y="2712329"/>
                <a:ext cx="841956" cy="3542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3994B6EC-3166-21FE-8CBD-6AC6D2B29AC0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9" y="2712329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45DF629A-CDFC-5919-743D-ADE6F049CA37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8" y="2712329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B9705A30-CDB4-C5B1-D618-53C5B4374647}"/>
                  </a:ext>
                </a:extLst>
              </p:cNvPr>
              <p:cNvCxnSpPr>
                <a:stCxn id="42" idx="6"/>
                <a:endCxn id="69" idx="2"/>
              </p:cNvCxnSpPr>
              <p:nvPr/>
            </p:nvCxnSpPr>
            <p:spPr>
              <a:xfrm>
                <a:off x="3186242" y="2334552"/>
                <a:ext cx="841954" cy="3777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5A4F5AAA-A614-DB93-12BB-517F7707BD46}"/>
                  </a:ext>
                </a:extLst>
              </p:cNvPr>
              <p:cNvSpPr/>
              <p:nvPr/>
            </p:nvSpPr>
            <p:spPr>
              <a:xfrm>
                <a:off x="4030044" y="291568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8A644878-AAA9-02F6-4310-E0FE38974D9A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9" y="3059487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2589E0EE-8C76-55A8-4F91-855D0DC9AC4B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8" y="3059487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20D96900-F3C5-8DFB-112D-49B75DDD19CB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7" y="3059487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0BA6F470-771F-54FC-7D6C-3EFC2159B85D}"/>
                  </a:ext>
                </a:extLst>
              </p:cNvPr>
              <p:cNvCxnSpPr>
                <a:stCxn id="47" idx="6"/>
                <a:endCxn id="75" idx="2"/>
              </p:cNvCxnSpPr>
              <p:nvPr/>
            </p:nvCxnSpPr>
            <p:spPr>
              <a:xfrm>
                <a:off x="3186241" y="2707856"/>
                <a:ext cx="843803" cy="35163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0C2E8583-2EB8-5598-559C-10806E9C5E52}"/>
                  </a:ext>
                </a:extLst>
              </p:cNvPr>
              <p:cNvCxnSpPr>
                <a:stCxn id="42" idx="6"/>
                <a:endCxn id="75" idx="2"/>
              </p:cNvCxnSpPr>
              <p:nvPr/>
            </p:nvCxnSpPr>
            <p:spPr>
              <a:xfrm>
                <a:off x="3186242" y="2334552"/>
                <a:ext cx="843802" cy="72493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C9E39BD4-9F6B-4423-9F23-C3144A9189D6}"/>
                  </a:ext>
                </a:extLst>
              </p:cNvPr>
              <p:cNvSpPr/>
              <p:nvPr/>
            </p:nvSpPr>
            <p:spPr>
              <a:xfrm>
                <a:off x="4028195" y="326390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ACD42887-7905-0345-A5C0-342FCEB120E6}"/>
                  </a:ext>
                </a:extLst>
              </p:cNvPr>
              <p:cNvCxnSpPr>
                <a:stCxn id="55" idx="6"/>
                <a:endCxn id="84" idx="2"/>
              </p:cNvCxnSpPr>
              <p:nvPr/>
            </p:nvCxnSpPr>
            <p:spPr>
              <a:xfrm flipV="1">
                <a:off x="3186239" y="3407701"/>
                <a:ext cx="841956" cy="981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F693870F-04E2-E969-680B-B12B6DF557D7}"/>
                  </a:ext>
                </a:extLst>
              </p:cNvPr>
              <p:cNvCxnSpPr>
                <a:endCxn id="84" idx="2"/>
              </p:cNvCxnSpPr>
              <p:nvPr/>
            </p:nvCxnSpPr>
            <p:spPr>
              <a:xfrm flipV="1">
                <a:off x="3186239" y="340770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E19B3842-B3B8-FAB0-ECE7-0D51F294A11D}"/>
                  </a:ext>
                </a:extLst>
              </p:cNvPr>
              <p:cNvCxnSpPr>
                <a:stCxn id="51" idx="6"/>
                <a:endCxn id="84" idx="2"/>
              </p:cNvCxnSpPr>
              <p:nvPr/>
            </p:nvCxnSpPr>
            <p:spPr>
              <a:xfrm>
                <a:off x="3186240" y="3066578"/>
                <a:ext cx="841955" cy="34112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C329B2BC-4E70-96E6-3722-78CFAAF81670}"/>
                  </a:ext>
                </a:extLst>
              </p:cNvPr>
              <p:cNvCxnSpPr>
                <a:stCxn id="47" idx="6"/>
                <a:endCxn id="84" idx="2"/>
              </p:cNvCxnSpPr>
              <p:nvPr/>
            </p:nvCxnSpPr>
            <p:spPr>
              <a:xfrm>
                <a:off x="3186241" y="2707856"/>
                <a:ext cx="841954" cy="6998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EED009F0-3F33-8AED-5819-B0FF55129089}"/>
                  </a:ext>
                </a:extLst>
              </p:cNvPr>
              <p:cNvCxnSpPr>
                <a:stCxn id="42" idx="6"/>
                <a:endCxn id="84" idx="2"/>
              </p:cNvCxnSpPr>
              <p:nvPr/>
            </p:nvCxnSpPr>
            <p:spPr>
              <a:xfrm>
                <a:off x="3186242" y="2334552"/>
                <a:ext cx="841953" cy="10731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1BEB20C6-3F32-1602-19F9-0081D6D2CD65}"/>
                  </a:ext>
                </a:extLst>
              </p:cNvPr>
              <p:cNvSpPr/>
              <p:nvPr/>
            </p:nvSpPr>
            <p:spPr>
              <a:xfrm>
                <a:off x="4028194" y="36471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B9C05B2C-0836-0ED0-B7F5-42D41F53E884}"/>
                  </a:ext>
                </a:extLst>
              </p:cNvPr>
              <p:cNvCxnSpPr>
                <a:endCxn id="90" idx="2"/>
              </p:cNvCxnSpPr>
              <p:nvPr/>
            </p:nvCxnSpPr>
            <p:spPr>
              <a:xfrm flipV="1">
                <a:off x="3186239" y="37909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0CF44084-D7CD-4AE7-7BB2-5FDF7D0CC1D3}"/>
                  </a:ext>
                </a:extLst>
              </p:cNvPr>
              <p:cNvCxnSpPr>
                <a:stCxn id="55" idx="6"/>
                <a:endCxn id="90" idx="2"/>
              </p:cNvCxnSpPr>
              <p:nvPr/>
            </p:nvCxnSpPr>
            <p:spPr>
              <a:xfrm>
                <a:off x="3186239" y="3417514"/>
                <a:ext cx="841955" cy="37343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B74C16E9-0A17-EEB3-2A49-ED9EEA68A1C1}"/>
                  </a:ext>
                </a:extLst>
              </p:cNvPr>
              <p:cNvCxnSpPr>
                <a:stCxn id="51" idx="6"/>
                <a:endCxn id="90" idx="2"/>
              </p:cNvCxnSpPr>
              <p:nvPr/>
            </p:nvCxnSpPr>
            <p:spPr>
              <a:xfrm>
                <a:off x="3186240" y="3066578"/>
                <a:ext cx="841954" cy="72437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CC204D5F-FABB-1ED6-B3DE-507FF88C1CBC}"/>
                  </a:ext>
                </a:extLst>
              </p:cNvPr>
              <p:cNvCxnSpPr>
                <a:stCxn id="47" idx="6"/>
                <a:endCxn id="90" idx="2"/>
              </p:cNvCxnSpPr>
              <p:nvPr/>
            </p:nvCxnSpPr>
            <p:spPr>
              <a:xfrm>
                <a:off x="3186241" y="2707856"/>
                <a:ext cx="841953" cy="108309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8DD6DFBE-41CC-CA54-27FE-2AA32AA74005}"/>
                  </a:ext>
                </a:extLst>
              </p:cNvPr>
              <p:cNvCxnSpPr>
                <a:stCxn id="42" idx="6"/>
                <a:endCxn id="90" idx="2"/>
              </p:cNvCxnSpPr>
              <p:nvPr/>
            </p:nvCxnSpPr>
            <p:spPr>
              <a:xfrm>
                <a:off x="3186242" y="2334552"/>
                <a:ext cx="841952" cy="145639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36E93A63-8302-4402-C2EF-5063ACEFC232}"/>
                  </a:ext>
                </a:extLst>
              </p:cNvPr>
              <p:cNvCxnSpPr>
                <a:stCxn id="63" idx="6"/>
                <a:endCxn id="43" idx="2"/>
              </p:cNvCxnSpPr>
              <p:nvPr/>
            </p:nvCxnSpPr>
            <p:spPr>
              <a:xfrm>
                <a:off x="4314660" y="2334551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1B7FC3F4-7D3F-4576-8059-529558DED37A}"/>
                  </a:ext>
                </a:extLst>
              </p:cNvPr>
              <p:cNvCxnSpPr>
                <a:stCxn id="69" idx="6"/>
                <a:endCxn id="43" idx="2"/>
              </p:cNvCxnSpPr>
              <p:nvPr/>
            </p:nvCxnSpPr>
            <p:spPr>
              <a:xfrm flipV="1">
                <a:off x="4314659" y="2513568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3D88B029-79D3-63FF-CFA4-7876CC1C8737}"/>
                  </a:ext>
                </a:extLst>
              </p:cNvPr>
              <p:cNvCxnSpPr>
                <a:stCxn id="75" idx="6"/>
                <a:endCxn id="43" idx="2"/>
              </p:cNvCxnSpPr>
              <p:nvPr/>
            </p:nvCxnSpPr>
            <p:spPr>
              <a:xfrm flipV="1">
                <a:off x="4316507" y="2513568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360C4561-E71B-C9E4-1430-35E814F988EB}"/>
                  </a:ext>
                </a:extLst>
              </p:cNvPr>
              <p:cNvCxnSpPr>
                <a:stCxn id="84" idx="6"/>
                <a:endCxn id="43" idx="2"/>
              </p:cNvCxnSpPr>
              <p:nvPr/>
            </p:nvCxnSpPr>
            <p:spPr>
              <a:xfrm flipV="1">
                <a:off x="4314658" y="2513568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CE95D97F-5F04-68FD-39F3-01BF3E754559}"/>
                  </a:ext>
                </a:extLst>
              </p:cNvPr>
              <p:cNvCxnSpPr>
                <a:stCxn id="90" idx="6"/>
                <a:endCxn id="43" idx="2"/>
              </p:cNvCxnSpPr>
              <p:nvPr/>
            </p:nvCxnSpPr>
            <p:spPr>
              <a:xfrm flipV="1">
                <a:off x="4314657" y="2513568"/>
                <a:ext cx="787797" cy="127738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122A5201-70B4-49AC-DBBB-65F4DC190F04}"/>
                  </a:ext>
                </a:extLst>
              </p:cNvPr>
              <p:cNvSpPr/>
              <p:nvPr/>
            </p:nvSpPr>
            <p:spPr>
              <a:xfrm>
                <a:off x="5102453" y="27456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A844B24B-F6EC-E4BA-28F1-7709F66A9493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>
                <a:off x="4314659" y="27104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E45DFEC8-A7C7-1B8D-D875-3619865A926C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8" y="28894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D5DF9C21-324B-B699-5253-DDE9BCE43589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6506" y="2889453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60184577-F464-0156-22A5-AE04B58B2D6D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7" y="2889453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0A47AFC8-EA9C-1E56-1952-4FFEECC107BC}"/>
                  </a:ext>
                </a:extLst>
              </p:cNvPr>
              <p:cNvCxnSpPr>
                <a:stCxn id="63" idx="6"/>
                <a:endCxn id="101" idx="2"/>
              </p:cNvCxnSpPr>
              <p:nvPr/>
            </p:nvCxnSpPr>
            <p:spPr>
              <a:xfrm>
                <a:off x="4314660" y="2334551"/>
                <a:ext cx="787793" cy="5549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F538566D-F1B8-1C2A-014D-A5EC5878B31D}"/>
                  </a:ext>
                </a:extLst>
              </p:cNvPr>
              <p:cNvSpPr/>
              <p:nvPr/>
            </p:nvSpPr>
            <p:spPr>
              <a:xfrm>
                <a:off x="5102452" y="3088214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D810AB2E-2143-2B0C-62F1-D86FD55D91B0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>
                <a:off x="4314658" y="3052998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A0A8E5B3-74AB-DFA9-DC95-68217B32E7BB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4657" y="3232015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75926675-C4C7-034C-F971-684A5DFCC13E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6505" y="3232015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7C786D0A-2A6A-86FA-B5FE-9B8809895DD8}"/>
                  </a:ext>
                </a:extLst>
              </p:cNvPr>
              <p:cNvCxnSpPr>
                <a:stCxn id="69" idx="6"/>
                <a:endCxn id="107" idx="2"/>
              </p:cNvCxnSpPr>
              <p:nvPr/>
            </p:nvCxnSpPr>
            <p:spPr>
              <a:xfrm>
                <a:off x="4314659" y="2712329"/>
                <a:ext cx="787793" cy="51968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D1427853-EB41-FF82-8EE0-ED565F34DD9A}"/>
                  </a:ext>
                </a:extLst>
              </p:cNvPr>
              <p:cNvCxnSpPr>
                <a:stCxn id="63" idx="6"/>
                <a:endCxn id="107" idx="2"/>
              </p:cNvCxnSpPr>
              <p:nvPr/>
            </p:nvCxnSpPr>
            <p:spPr>
              <a:xfrm>
                <a:off x="4314660" y="2334551"/>
                <a:ext cx="787792" cy="89746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3381B74D-37DA-A5D3-BDFB-991F7938BB6F}"/>
                  </a:ext>
                </a:extLst>
              </p:cNvPr>
              <p:cNvSpPr/>
              <p:nvPr/>
            </p:nvSpPr>
            <p:spPr>
              <a:xfrm>
                <a:off x="5102454" y="34505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D3454A7F-89D4-FED5-3D0C-83CE9DE3D4CD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>
                <a:off x="4314660" y="34153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B35BFC42-7336-37B2-ADCF-BD3802B6C0DB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 flipV="1">
                <a:off x="4314659" y="35943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4A49B798-838B-6910-AE1E-3448BFAFA19B}"/>
                  </a:ext>
                </a:extLst>
              </p:cNvPr>
              <p:cNvCxnSpPr>
                <a:stCxn id="75" idx="6"/>
                <a:endCxn id="113" idx="2"/>
              </p:cNvCxnSpPr>
              <p:nvPr/>
            </p:nvCxnSpPr>
            <p:spPr>
              <a:xfrm>
                <a:off x="4316507" y="3059487"/>
                <a:ext cx="785947" cy="53486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0CF812E3-3953-8683-B16D-D34912A70683}"/>
                  </a:ext>
                </a:extLst>
              </p:cNvPr>
              <p:cNvCxnSpPr>
                <a:stCxn id="69" idx="6"/>
                <a:endCxn id="113" idx="2"/>
              </p:cNvCxnSpPr>
              <p:nvPr/>
            </p:nvCxnSpPr>
            <p:spPr>
              <a:xfrm>
                <a:off x="4314659" y="2712329"/>
                <a:ext cx="787795" cy="88202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Arrow Connector 117">
                <a:extLst>
                  <a:ext uri="{FF2B5EF4-FFF2-40B4-BE49-F238E27FC236}">
                    <a16:creationId xmlns:a16="http://schemas.microsoft.com/office/drawing/2014/main" id="{2BF7A912-A60F-DD80-280C-928DD1714DFF}"/>
                  </a:ext>
                </a:extLst>
              </p:cNvPr>
              <p:cNvCxnSpPr>
                <a:stCxn id="63" idx="6"/>
                <a:endCxn id="113" idx="2"/>
              </p:cNvCxnSpPr>
              <p:nvPr/>
            </p:nvCxnSpPr>
            <p:spPr>
              <a:xfrm>
                <a:off x="4314660" y="2334551"/>
                <a:ext cx="787794" cy="12598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169BB36-7CA3-DAA7-112F-BFB5E4EC7E3D}"/>
                </a:ext>
              </a:extLst>
            </p:cNvPr>
            <p:cNvSpPr txBox="1"/>
            <p:nvPr/>
          </p:nvSpPr>
          <p:spPr>
            <a:xfrm>
              <a:off x="99059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8311CF3-FB89-A6A2-EE43-5EB400E821EB}"/>
                </a:ext>
              </a:extLst>
            </p:cNvPr>
            <p:cNvSpPr txBox="1"/>
            <p:nvPr/>
          </p:nvSpPr>
          <p:spPr>
            <a:xfrm>
              <a:off x="178701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81EC568-42BC-3160-3856-8C63096EBC62}"/>
                </a:ext>
              </a:extLst>
            </p:cNvPr>
            <p:cNvSpPr txBox="1"/>
            <p:nvPr/>
          </p:nvSpPr>
          <p:spPr>
            <a:xfrm>
              <a:off x="2715597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224550F-B9B1-A9C3-9FB5-DD0BB76D7EBF}"/>
                </a:ext>
              </a:extLst>
            </p:cNvPr>
            <p:cNvSpPr txBox="1"/>
            <p:nvPr/>
          </p:nvSpPr>
          <p:spPr>
            <a:xfrm>
              <a:off x="3596641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4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D107CFD2-87BB-F15E-28CF-3ED1C0EADA3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502" y="978095"/>
            <a:ext cx="125730" cy="2628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5E3F39-A780-B51E-5821-0C5CC6F918D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376" y="878019"/>
            <a:ext cx="722376" cy="450342"/>
          </a:xfrm>
          <a:prstGeom prst="rect">
            <a:avLst/>
          </a:prstGeom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56C2F5E9-A561-39E7-BBC7-1E5BFD2FCDFC}"/>
              </a:ext>
            </a:extLst>
          </p:cNvPr>
          <p:cNvSpPr txBox="1"/>
          <p:nvPr/>
        </p:nvSpPr>
        <p:spPr>
          <a:xfrm>
            <a:off x="388706" y="1704673"/>
            <a:ext cx="4458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each output unit (layer L = 4)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EE69DC4-7C3D-198A-C4C9-DAFE8DCCB49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52" y="2177034"/>
            <a:ext cx="1965960" cy="4503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C22977-AACD-9FD2-5BA7-4EACA117D83A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014" y="3091434"/>
            <a:ext cx="3627882" cy="3474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E3E2B9-1F0A-33D1-F01B-08B2AB0F8727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52" y="3593592"/>
            <a:ext cx="3627882" cy="347472"/>
          </a:xfrm>
          <a:prstGeom prst="rect">
            <a:avLst/>
          </a:prstGeom>
        </p:spPr>
      </p:pic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B6378676-05AF-7F73-74A7-129ADAFD4C0D}"/>
              </a:ext>
            </a:extLst>
          </p:cNvPr>
          <p:cNvSpPr/>
          <p:nvPr/>
        </p:nvSpPr>
        <p:spPr>
          <a:xfrm>
            <a:off x="1350171" y="3504944"/>
            <a:ext cx="1447800" cy="514606"/>
          </a:xfrm>
          <a:prstGeom prst="flowChart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F09CC7B8-94BD-EC00-F854-B83524A5BEF8}"/>
              </a:ext>
            </a:extLst>
          </p:cNvPr>
          <p:cNvSpPr/>
          <p:nvPr/>
        </p:nvSpPr>
        <p:spPr>
          <a:xfrm>
            <a:off x="2821781" y="3504944"/>
            <a:ext cx="331565" cy="514606"/>
          </a:xfrm>
          <a:prstGeom prst="flowChartProcess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DE56E2A8-C945-CAF8-A57B-E091F683B391}"/>
              </a:ext>
            </a:extLst>
          </p:cNvPr>
          <p:cNvSpPr/>
          <p:nvPr/>
        </p:nvSpPr>
        <p:spPr>
          <a:xfrm>
            <a:off x="3172180" y="3504944"/>
            <a:ext cx="967550" cy="514606"/>
          </a:xfrm>
          <a:prstGeom prst="flowChartProcess">
            <a:avLst/>
          </a:prstGeom>
          <a:noFill/>
          <a:ln>
            <a:solidFill>
              <a:srgbClr val="00C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DAF7138-F953-35C7-6409-476DED6F0BC8}"/>
              </a:ext>
            </a:extLst>
          </p:cNvPr>
          <p:cNvCxnSpPr>
            <a:stCxn id="12" idx="3"/>
          </p:cNvCxnSpPr>
          <p:nvPr/>
        </p:nvCxnSpPr>
        <p:spPr>
          <a:xfrm flipV="1">
            <a:off x="4139730" y="3744974"/>
            <a:ext cx="522502" cy="0"/>
          </a:xfrm>
          <a:prstGeom prst="straightConnector1">
            <a:avLst/>
          </a:prstGeom>
          <a:ln w="22225">
            <a:solidFill>
              <a:srgbClr val="00CC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74C497D-5239-F341-AADD-606C1D6125B8}"/>
                  </a:ext>
                </a:extLst>
              </p:cNvPr>
              <p:cNvSpPr txBox="1"/>
              <p:nvPr/>
            </p:nvSpPr>
            <p:spPr>
              <a:xfrm>
                <a:off x="4724400" y="3586175"/>
                <a:ext cx="1712328" cy="3006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.∗(</m:t>
                      </m:r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d>
                            <m:dPr>
                              <m:ctrlP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</m:sup>
                      </m:sSup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74C497D-5239-F341-AADD-606C1D6125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3586175"/>
                <a:ext cx="1712328" cy="300660"/>
              </a:xfrm>
              <a:prstGeom prst="rect">
                <a:avLst/>
              </a:prstGeom>
              <a:blipFill>
                <a:blip r:embed="rId14"/>
                <a:stretch>
                  <a:fillRect t="-6000" r="-3203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5BE29C7-4C4B-5D99-75BA-FBCB0337DFC7}"/>
                  </a:ext>
                </a:extLst>
              </p:cNvPr>
              <p:cNvSpPr txBox="1"/>
              <p:nvPr/>
            </p:nvSpPr>
            <p:spPr>
              <a:xfrm>
                <a:off x="7849552" y="1079281"/>
                <a:ext cx="680314" cy="448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5BE29C7-4C4B-5D99-75BA-FBCB0337D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9552" y="1079281"/>
                <a:ext cx="680314" cy="448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8190234-146C-2D0A-9D2B-50C9E7389D03}"/>
                  </a:ext>
                </a:extLst>
              </p:cNvPr>
              <p:cNvSpPr txBox="1"/>
              <p:nvPr/>
            </p:nvSpPr>
            <p:spPr>
              <a:xfrm>
                <a:off x="7042467" y="918490"/>
                <a:ext cx="680314" cy="448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8190234-146C-2D0A-9D2B-50C9E7389D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2467" y="918490"/>
                <a:ext cx="680314" cy="448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8314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A7A42-7957-7309-E7DE-69AF71155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343944-225C-267A-1508-DCEA89764EAB}"/>
              </a:ext>
            </a:extLst>
          </p:cNvPr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Gradient computation: Backpropagation algorithm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80B7124-6592-4638-DBB5-3534F2CEBD47}"/>
              </a:ext>
            </a:extLst>
          </p:cNvPr>
          <p:cNvSpPr txBox="1"/>
          <p:nvPr/>
        </p:nvSpPr>
        <p:spPr>
          <a:xfrm>
            <a:off x="381000" y="84200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Intuition:              “error” of node    in layer   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3EC485-0C48-41B9-9521-FC74F44D424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672" y="956994"/>
            <a:ext cx="68580" cy="214884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9606F430-39E4-2E1B-CEC9-D6B6B60E5E17}"/>
              </a:ext>
            </a:extLst>
          </p:cNvPr>
          <p:cNvGrpSpPr/>
          <p:nvPr/>
        </p:nvGrpSpPr>
        <p:grpSpPr>
          <a:xfrm>
            <a:off x="5473984" y="1408178"/>
            <a:ext cx="3055882" cy="1588057"/>
            <a:chOff x="990599" y="738216"/>
            <a:chExt cx="3381620" cy="175733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4555974-2BA6-6FF4-D882-7D9B9CEC1733}"/>
                </a:ext>
              </a:extLst>
            </p:cNvPr>
            <p:cNvGrpSpPr/>
            <p:nvPr/>
          </p:nvGrpSpPr>
          <p:grpSpPr>
            <a:xfrm>
              <a:off x="1239873" y="738216"/>
              <a:ext cx="2862230" cy="1432793"/>
              <a:chOff x="1905000" y="2190750"/>
              <a:chExt cx="3483917" cy="1744001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783E7797-24D3-0922-7F2B-5F9950EB5392}"/>
                  </a:ext>
                </a:extLst>
              </p:cNvPr>
              <p:cNvSpPr/>
              <p:nvPr/>
            </p:nvSpPr>
            <p:spPr>
              <a:xfrm>
                <a:off x="1905000" y="318349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DB637C78-7231-E687-B2AA-372AA93B0E12}"/>
                  </a:ext>
                </a:extLst>
              </p:cNvPr>
              <p:cNvSpPr/>
              <p:nvPr/>
            </p:nvSpPr>
            <p:spPr>
              <a:xfrm>
                <a:off x="1905000" y="284853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8769C848-404A-2840-0EA0-01C1091A96EC}"/>
                  </a:ext>
                </a:extLst>
              </p:cNvPr>
              <p:cNvSpPr/>
              <p:nvPr/>
            </p:nvSpPr>
            <p:spPr>
              <a:xfrm>
                <a:off x="1905000" y="251356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26798F4B-126B-8A63-541D-34905BF02B29}"/>
                  </a:ext>
                </a:extLst>
              </p:cNvPr>
              <p:cNvSpPr/>
              <p:nvPr/>
            </p:nvSpPr>
            <p:spPr>
              <a:xfrm>
                <a:off x="2899779" y="2190751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5749A75E-9386-0538-E018-247E60C19F6E}"/>
                  </a:ext>
                </a:extLst>
              </p:cNvPr>
              <p:cNvSpPr/>
              <p:nvPr/>
            </p:nvSpPr>
            <p:spPr>
              <a:xfrm>
                <a:off x="5102454" y="236976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26960546-ED79-BA16-3926-BDA6C6111AC0}"/>
                  </a:ext>
                </a:extLst>
              </p:cNvPr>
              <p:cNvCxnSpPr>
                <a:stCxn id="41" idx="6"/>
                <a:endCxn id="42" idx="2"/>
              </p:cNvCxnSpPr>
              <p:nvPr/>
            </p:nvCxnSpPr>
            <p:spPr>
              <a:xfrm flipV="1">
                <a:off x="2191463" y="2334552"/>
                <a:ext cx="708316" cy="3228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C17C6712-E500-D90B-7D30-FD7FCAE2000B}"/>
                  </a:ext>
                </a:extLst>
              </p:cNvPr>
              <p:cNvCxnSpPr>
                <a:stCxn id="40" idx="6"/>
                <a:endCxn id="42" idx="2"/>
              </p:cNvCxnSpPr>
              <p:nvPr/>
            </p:nvCxnSpPr>
            <p:spPr>
              <a:xfrm flipV="1">
                <a:off x="2191463" y="2334552"/>
                <a:ext cx="708316" cy="6577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B1C7D3C5-56A8-114D-32CB-E66725D4044C}"/>
                  </a:ext>
                </a:extLst>
              </p:cNvPr>
              <p:cNvCxnSpPr>
                <a:stCxn id="39" idx="6"/>
                <a:endCxn id="42" idx="2"/>
              </p:cNvCxnSpPr>
              <p:nvPr/>
            </p:nvCxnSpPr>
            <p:spPr>
              <a:xfrm flipV="1">
                <a:off x="2191463" y="2334552"/>
                <a:ext cx="708316" cy="9927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7D718ED-7EFB-7FDE-C0E8-0705034D8961}"/>
                  </a:ext>
                </a:extLst>
              </p:cNvPr>
              <p:cNvSpPr/>
              <p:nvPr/>
            </p:nvSpPr>
            <p:spPr>
              <a:xfrm>
                <a:off x="2899778" y="2564055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FA05D080-B096-0EEE-E7EA-A8D676E703DA}"/>
                  </a:ext>
                </a:extLst>
              </p:cNvPr>
              <p:cNvCxnSpPr>
                <a:stCxn id="41" idx="6"/>
                <a:endCxn id="47" idx="2"/>
              </p:cNvCxnSpPr>
              <p:nvPr/>
            </p:nvCxnSpPr>
            <p:spPr>
              <a:xfrm>
                <a:off x="2191463" y="2657369"/>
                <a:ext cx="708315" cy="5048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BC8F10FF-4493-421C-9B41-45A6529AA047}"/>
                  </a:ext>
                </a:extLst>
              </p:cNvPr>
              <p:cNvCxnSpPr>
                <a:stCxn id="40" idx="6"/>
                <a:endCxn id="47" idx="2"/>
              </p:cNvCxnSpPr>
              <p:nvPr/>
            </p:nvCxnSpPr>
            <p:spPr>
              <a:xfrm flipV="1">
                <a:off x="2191463" y="2707856"/>
                <a:ext cx="708315" cy="2844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A32449B3-D382-9F22-D40F-302ECD48EAC3}"/>
                  </a:ext>
                </a:extLst>
              </p:cNvPr>
              <p:cNvCxnSpPr>
                <a:stCxn id="39" idx="6"/>
                <a:endCxn id="47" idx="2"/>
              </p:cNvCxnSpPr>
              <p:nvPr/>
            </p:nvCxnSpPr>
            <p:spPr>
              <a:xfrm flipV="1">
                <a:off x="2191463" y="2707856"/>
                <a:ext cx="708315" cy="61944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AA190322-EBB9-57C3-ED9C-E478A1D472C0}"/>
                  </a:ext>
                </a:extLst>
              </p:cNvPr>
              <p:cNvSpPr/>
              <p:nvPr/>
            </p:nvSpPr>
            <p:spPr>
              <a:xfrm>
                <a:off x="2899777" y="292277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DDE8C189-A7E2-648E-654E-3A6496B4F84D}"/>
                  </a:ext>
                </a:extLst>
              </p:cNvPr>
              <p:cNvCxnSpPr>
                <a:stCxn id="41" idx="6"/>
                <a:endCxn id="51" idx="2"/>
              </p:cNvCxnSpPr>
              <p:nvPr/>
            </p:nvCxnSpPr>
            <p:spPr>
              <a:xfrm>
                <a:off x="2191463" y="2657369"/>
                <a:ext cx="708314" cy="40920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3F497E44-52B4-F5E5-46EA-99ABF1CCD99D}"/>
                  </a:ext>
                </a:extLst>
              </p:cNvPr>
              <p:cNvCxnSpPr>
                <a:stCxn id="40" idx="6"/>
                <a:endCxn id="51" idx="2"/>
              </p:cNvCxnSpPr>
              <p:nvPr/>
            </p:nvCxnSpPr>
            <p:spPr>
              <a:xfrm>
                <a:off x="2191463" y="2992333"/>
                <a:ext cx="708314" cy="742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FCC13EC2-9FF4-B2B9-C15A-12858745A3CF}"/>
                  </a:ext>
                </a:extLst>
              </p:cNvPr>
              <p:cNvCxnSpPr>
                <a:stCxn id="39" idx="6"/>
                <a:endCxn id="51" idx="2"/>
              </p:cNvCxnSpPr>
              <p:nvPr/>
            </p:nvCxnSpPr>
            <p:spPr>
              <a:xfrm flipV="1">
                <a:off x="2191463" y="3066578"/>
                <a:ext cx="708314" cy="2607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03E2EBD3-418B-A957-D416-0B720660046B}"/>
                  </a:ext>
                </a:extLst>
              </p:cNvPr>
              <p:cNvSpPr/>
              <p:nvPr/>
            </p:nvSpPr>
            <p:spPr>
              <a:xfrm>
                <a:off x="2899776" y="3273713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544D23BE-9B3C-C10C-7698-35547925711C}"/>
                  </a:ext>
                </a:extLst>
              </p:cNvPr>
              <p:cNvCxnSpPr>
                <a:stCxn id="41" idx="6"/>
                <a:endCxn id="55" idx="2"/>
              </p:cNvCxnSpPr>
              <p:nvPr/>
            </p:nvCxnSpPr>
            <p:spPr>
              <a:xfrm>
                <a:off x="2191463" y="2657369"/>
                <a:ext cx="708313" cy="7601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D4831EC5-D155-FB5C-8508-C414EA57738B}"/>
                  </a:ext>
                </a:extLst>
              </p:cNvPr>
              <p:cNvCxnSpPr>
                <a:stCxn id="40" idx="6"/>
                <a:endCxn id="55" idx="2"/>
              </p:cNvCxnSpPr>
              <p:nvPr/>
            </p:nvCxnSpPr>
            <p:spPr>
              <a:xfrm>
                <a:off x="2191463" y="2992333"/>
                <a:ext cx="708313" cy="4251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4BB6E119-1999-8982-96AE-A8494D1D4731}"/>
                  </a:ext>
                </a:extLst>
              </p:cNvPr>
              <p:cNvCxnSpPr>
                <a:stCxn id="39" idx="6"/>
                <a:endCxn id="55" idx="2"/>
              </p:cNvCxnSpPr>
              <p:nvPr/>
            </p:nvCxnSpPr>
            <p:spPr>
              <a:xfrm>
                <a:off x="2191463" y="3327297"/>
                <a:ext cx="708313" cy="902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8287CBBC-D20A-2A20-DBE0-8B4C550E9B4A}"/>
                  </a:ext>
                </a:extLst>
              </p:cNvPr>
              <p:cNvSpPr/>
              <p:nvPr/>
            </p:nvSpPr>
            <p:spPr>
              <a:xfrm>
                <a:off x="2899779" y="36385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E9142244-3CA9-C5DB-A7B3-D966CDD5910D}"/>
                  </a:ext>
                </a:extLst>
              </p:cNvPr>
              <p:cNvCxnSpPr>
                <a:stCxn id="41" idx="6"/>
                <a:endCxn id="59" idx="2"/>
              </p:cNvCxnSpPr>
              <p:nvPr/>
            </p:nvCxnSpPr>
            <p:spPr>
              <a:xfrm>
                <a:off x="2191463" y="2657369"/>
                <a:ext cx="708316" cy="112498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ACA08335-64A3-18A7-D209-9556AC7758B6}"/>
                  </a:ext>
                </a:extLst>
              </p:cNvPr>
              <p:cNvCxnSpPr>
                <a:stCxn id="40" idx="6"/>
                <a:endCxn id="59" idx="2"/>
              </p:cNvCxnSpPr>
              <p:nvPr/>
            </p:nvCxnSpPr>
            <p:spPr>
              <a:xfrm>
                <a:off x="2191463" y="2992333"/>
                <a:ext cx="708316" cy="79001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E4FA2151-F7E0-AB24-4BF9-5BC4D59B77B4}"/>
                  </a:ext>
                </a:extLst>
              </p:cNvPr>
              <p:cNvCxnSpPr>
                <a:stCxn id="39" idx="6"/>
                <a:endCxn id="59" idx="2"/>
              </p:cNvCxnSpPr>
              <p:nvPr/>
            </p:nvCxnSpPr>
            <p:spPr>
              <a:xfrm>
                <a:off x="2191463" y="3327297"/>
                <a:ext cx="708316" cy="45505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C2FEF71C-5EE4-D7B8-0702-C0B1BD28B7ED}"/>
                  </a:ext>
                </a:extLst>
              </p:cNvPr>
              <p:cNvSpPr/>
              <p:nvPr/>
            </p:nvSpPr>
            <p:spPr>
              <a:xfrm>
                <a:off x="4028197" y="21907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0A404DB8-DE62-2238-5D99-2EE037980F2C}"/>
                  </a:ext>
                </a:extLst>
              </p:cNvPr>
              <p:cNvCxnSpPr>
                <a:stCxn id="42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AB1ABDFC-A408-CDAC-74D3-F403A7BC95C1}"/>
                  </a:ext>
                </a:extLst>
              </p:cNvPr>
              <p:cNvCxnSpPr>
                <a:stCxn id="47" idx="6"/>
                <a:endCxn id="63" idx="2"/>
              </p:cNvCxnSpPr>
              <p:nvPr/>
            </p:nvCxnSpPr>
            <p:spPr>
              <a:xfrm flipV="1">
                <a:off x="3186241" y="233455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DF71377B-11CA-2059-7FEE-B1E25FF691F7}"/>
                  </a:ext>
                </a:extLst>
              </p:cNvPr>
              <p:cNvCxnSpPr>
                <a:stCxn id="51" idx="6"/>
                <a:endCxn id="63" idx="2"/>
              </p:cNvCxnSpPr>
              <p:nvPr/>
            </p:nvCxnSpPr>
            <p:spPr>
              <a:xfrm flipV="1">
                <a:off x="3186240" y="2334551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91B1EDE1-F2E4-30D2-6EDB-D1A8A057663C}"/>
                  </a:ext>
                </a:extLst>
              </p:cNvPr>
              <p:cNvCxnSpPr>
                <a:stCxn id="55" idx="6"/>
                <a:endCxn id="63" idx="2"/>
              </p:cNvCxnSpPr>
              <p:nvPr/>
            </p:nvCxnSpPr>
            <p:spPr>
              <a:xfrm flipV="1">
                <a:off x="3186239" y="2334551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7C7A3248-4A89-066B-9715-D4A78C69DA79}"/>
                  </a:ext>
                </a:extLst>
              </p:cNvPr>
              <p:cNvCxnSpPr>
                <a:stCxn id="59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447800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E42B4D70-C5B2-D38D-9030-F9B470914873}"/>
                  </a:ext>
                </a:extLst>
              </p:cNvPr>
              <p:cNvSpPr/>
              <p:nvPr/>
            </p:nvSpPr>
            <p:spPr>
              <a:xfrm>
                <a:off x="4028196" y="256852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04C03E87-F98A-2EB3-A7B4-D3ACABE4A6BA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41" y="2712329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567B6EDF-9A9E-F5E6-84D7-648DA23D0452}"/>
                  </a:ext>
                </a:extLst>
              </p:cNvPr>
              <p:cNvCxnSpPr>
                <a:stCxn id="51" idx="6"/>
                <a:endCxn id="69" idx="2"/>
              </p:cNvCxnSpPr>
              <p:nvPr/>
            </p:nvCxnSpPr>
            <p:spPr>
              <a:xfrm flipV="1">
                <a:off x="3186240" y="2712329"/>
                <a:ext cx="841956" cy="3542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B85F4068-7603-7EF3-C60D-45DBBFFEAEC3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9" y="2712329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5B3DA831-053B-952A-4A30-0479B034EA96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8" y="2712329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30B1410B-8CB5-70CF-C5C6-B347B6F8CDAD}"/>
                  </a:ext>
                </a:extLst>
              </p:cNvPr>
              <p:cNvCxnSpPr>
                <a:stCxn id="42" idx="6"/>
                <a:endCxn id="69" idx="2"/>
              </p:cNvCxnSpPr>
              <p:nvPr/>
            </p:nvCxnSpPr>
            <p:spPr>
              <a:xfrm>
                <a:off x="3186242" y="2334552"/>
                <a:ext cx="841954" cy="3777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7D541DDA-EA1F-E768-4E55-4846A6325B7F}"/>
                  </a:ext>
                </a:extLst>
              </p:cNvPr>
              <p:cNvSpPr/>
              <p:nvPr/>
            </p:nvSpPr>
            <p:spPr>
              <a:xfrm>
                <a:off x="4030044" y="291568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5ADD021C-0379-5D75-C857-37E6CA0F153F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9" y="3059487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92743F54-1120-616F-10A9-8E21BABAE3CB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8" y="3059487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DA5B7155-6A22-D4C6-A0F1-BDDB5B3CE51C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7" y="3059487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26DFB824-274D-5150-9659-BB7580D02A9E}"/>
                  </a:ext>
                </a:extLst>
              </p:cNvPr>
              <p:cNvCxnSpPr>
                <a:stCxn id="47" idx="6"/>
                <a:endCxn id="75" idx="2"/>
              </p:cNvCxnSpPr>
              <p:nvPr/>
            </p:nvCxnSpPr>
            <p:spPr>
              <a:xfrm>
                <a:off x="3186241" y="2707856"/>
                <a:ext cx="843803" cy="35163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C7223D9B-31D8-CB0E-1E35-89D3B6D39356}"/>
                  </a:ext>
                </a:extLst>
              </p:cNvPr>
              <p:cNvCxnSpPr>
                <a:stCxn id="42" idx="6"/>
                <a:endCxn id="75" idx="2"/>
              </p:cNvCxnSpPr>
              <p:nvPr/>
            </p:nvCxnSpPr>
            <p:spPr>
              <a:xfrm>
                <a:off x="3186242" y="2334552"/>
                <a:ext cx="843802" cy="72493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3DBD55C8-91E2-AED6-0D67-1C8855113A9D}"/>
                  </a:ext>
                </a:extLst>
              </p:cNvPr>
              <p:cNvSpPr/>
              <p:nvPr/>
            </p:nvSpPr>
            <p:spPr>
              <a:xfrm>
                <a:off x="4028195" y="326390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E8877B8D-DB8D-E3B4-B611-885856CBF1EB}"/>
                  </a:ext>
                </a:extLst>
              </p:cNvPr>
              <p:cNvCxnSpPr>
                <a:stCxn id="55" idx="6"/>
                <a:endCxn id="84" idx="2"/>
              </p:cNvCxnSpPr>
              <p:nvPr/>
            </p:nvCxnSpPr>
            <p:spPr>
              <a:xfrm flipV="1">
                <a:off x="3186239" y="3407701"/>
                <a:ext cx="841956" cy="981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F1B4B3C3-0BBD-5D97-838D-A669831FD6F0}"/>
                  </a:ext>
                </a:extLst>
              </p:cNvPr>
              <p:cNvCxnSpPr>
                <a:endCxn id="84" idx="2"/>
              </p:cNvCxnSpPr>
              <p:nvPr/>
            </p:nvCxnSpPr>
            <p:spPr>
              <a:xfrm flipV="1">
                <a:off x="3186239" y="340770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A23A82D4-A084-A534-EB60-2E506DC24766}"/>
                  </a:ext>
                </a:extLst>
              </p:cNvPr>
              <p:cNvCxnSpPr>
                <a:stCxn id="51" idx="6"/>
                <a:endCxn id="84" idx="2"/>
              </p:cNvCxnSpPr>
              <p:nvPr/>
            </p:nvCxnSpPr>
            <p:spPr>
              <a:xfrm>
                <a:off x="3186240" y="3066578"/>
                <a:ext cx="841955" cy="34112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11C5B0AE-C396-DC4C-8544-8CFAC92E0DA1}"/>
                  </a:ext>
                </a:extLst>
              </p:cNvPr>
              <p:cNvCxnSpPr>
                <a:stCxn id="47" idx="6"/>
                <a:endCxn id="84" idx="2"/>
              </p:cNvCxnSpPr>
              <p:nvPr/>
            </p:nvCxnSpPr>
            <p:spPr>
              <a:xfrm>
                <a:off x="3186241" y="2707856"/>
                <a:ext cx="841954" cy="6998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FAC0C429-DE0D-DCEB-1717-C3C7E360E377}"/>
                  </a:ext>
                </a:extLst>
              </p:cNvPr>
              <p:cNvCxnSpPr>
                <a:stCxn id="42" idx="6"/>
                <a:endCxn id="84" idx="2"/>
              </p:cNvCxnSpPr>
              <p:nvPr/>
            </p:nvCxnSpPr>
            <p:spPr>
              <a:xfrm>
                <a:off x="3186242" y="2334552"/>
                <a:ext cx="841953" cy="10731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889BDE00-CD08-3FC9-E91A-44BB21CF6E30}"/>
                  </a:ext>
                </a:extLst>
              </p:cNvPr>
              <p:cNvSpPr/>
              <p:nvPr/>
            </p:nvSpPr>
            <p:spPr>
              <a:xfrm>
                <a:off x="4028194" y="36471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48AD5FED-9246-B2C4-FB37-00F4ACF67377}"/>
                  </a:ext>
                </a:extLst>
              </p:cNvPr>
              <p:cNvCxnSpPr>
                <a:endCxn id="90" idx="2"/>
              </p:cNvCxnSpPr>
              <p:nvPr/>
            </p:nvCxnSpPr>
            <p:spPr>
              <a:xfrm flipV="1">
                <a:off x="3186239" y="37909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F6BF78F7-BD30-4E29-12D0-6581EB1D8DAE}"/>
                  </a:ext>
                </a:extLst>
              </p:cNvPr>
              <p:cNvCxnSpPr>
                <a:stCxn id="55" idx="6"/>
                <a:endCxn id="90" idx="2"/>
              </p:cNvCxnSpPr>
              <p:nvPr/>
            </p:nvCxnSpPr>
            <p:spPr>
              <a:xfrm>
                <a:off x="3186239" y="3417514"/>
                <a:ext cx="841955" cy="37343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4DCB17B6-98FB-C96C-13A0-C9504C4EBACE}"/>
                  </a:ext>
                </a:extLst>
              </p:cNvPr>
              <p:cNvCxnSpPr>
                <a:stCxn id="51" idx="6"/>
                <a:endCxn id="90" idx="2"/>
              </p:cNvCxnSpPr>
              <p:nvPr/>
            </p:nvCxnSpPr>
            <p:spPr>
              <a:xfrm>
                <a:off x="3186240" y="3066578"/>
                <a:ext cx="841954" cy="72437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3C62671F-4BA1-CD89-FD34-FE95E517CAC1}"/>
                  </a:ext>
                </a:extLst>
              </p:cNvPr>
              <p:cNvCxnSpPr>
                <a:stCxn id="47" idx="6"/>
                <a:endCxn id="90" idx="2"/>
              </p:cNvCxnSpPr>
              <p:nvPr/>
            </p:nvCxnSpPr>
            <p:spPr>
              <a:xfrm>
                <a:off x="3186241" y="2707856"/>
                <a:ext cx="841953" cy="108309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B7BE90AD-7938-4084-E40E-F18F0F74D3BE}"/>
                  </a:ext>
                </a:extLst>
              </p:cNvPr>
              <p:cNvCxnSpPr>
                <a:stCxn id="42" idx="6"/>
                <a:endCxn id="90" idx="2"/>
              </p:cNvCxnSpPr>
              <p:nvPr/>
            </p:nvCxnSpPr>
            <p:spPr>
              <a:xfrm>
                <a:off x="3186242" y="2334552"/>
                <a:ext cx="841952" cy="145639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7C00EFC5-B531-AD26-D7CE-40CF461FE8D2}"/>
                  </a:ext>
                </a:extLst>
              </p:cNvPr>
              <p:cNvCxnSpPr>
                <a:stCxn id="63" idx="6"/>
                <a:endCxn id="43" idx="2"/>
              </p:cNvCxnSpPr>
              <p:nvPr/>
            </p:nvCxnSpPr>
            <p:spPr>
              <a:xfrm>
                <a:off x="4314660" y="2334551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4B892D9B-8BAB-3FBF-10AA-F34B7C21D80D}"/>
                  </a:ext>
                </a:extLst>
              </p:cNvPr>
              <p:cNvCxnSpPr>
                <a:stCxn id="69" idx="6"/>
                <a:endCxn id="43" idx="2"/>
              </p:cNvCxnSpPr>
              <p:nvPr/>
            </p:nvCxnSpPr>
            <p:spPr>
              <a:xfrm flipV="1">
                <a:off x="4314659" y="2513568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FD2B0817-4497-F9EC-9A7D-671275F60492}"/>
                  </a:ext>
                </a:extLst>
              </p:cNvPr>
              <p:cNvCxnSpPr>
                <a:stCxn id="75" idx="6"/>
                <a:endCxn id="43" idx="2"/>
              </p:cNvCxnSpPr>
              <p:nvPr/>
            </p:nvCxnSpPr>
            <p:spPr>
              <a:xfrm flipV="1">
                <a:off x="4316507" y="2513568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E1C19E45-08AE-6B37-27EB-0634D3510D30}"/>
                  </a:ext>
                </a:extLst>
              </p:cNvPr>
              <p:cNvCxnSpPr>
                <a:stCxn id="84" idx="6"/>
                <a:endCxn id="43" idx="2"/>
              </p:cNvCxnSpPr>
              <p:nvPr/>
            </p:nvCxnSpPr>
            <p:spPr>
              <a:xfrm flipV="1">
                <a:off x="4314658" y="2513568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074C6140-1AF9-3515-2361-C14F0F66A9BB}"/>
                  </a:ext>
                </a:extLst>
              </p:cNvPr>
              <p:cNvCxnSpPr>
                <a:stCxn id="90" idx="6"/>
                <a:endCxn id="43" idx="2"/>
              </p:cNvCxnSpPr>
              <p:nvPr/>
            </p:nvCxnSpPr>
            <p:spPr>
              <a:xfrm flipV="1">
                <a:off x="4314657" y="2513568"/>
                <a:ext cx="787797" cy="127738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B7203CD8-6168-A79E-5952-508C4CB7FA4E}"/>
                  </a:ext>
                </a:extLst>
              </p:cNvPr>
              <p:cNvSpPr/>
              <p:nvPr/>
            </p:nvSpPr>
            <p:spPr>
              <a:xfrm>
                <a:off x="5102453" y="27456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66E331A0-1FB0-B8FC-8B01-1DDEAD6E1B20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>
                <a:off x="4314659" y="27104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FE418F9A-52F4-D769-BAE2-7547908D51C0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8" y="28894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38840BDC-6E4E-A19F-7D90-B1D2AEC8BEA4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6506" y="2889453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E7CF5165-ADA0-6E02-D5E0-CC1EB482F3AF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7" y="2889453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C806CD12-8466-4634-AF49-32807A3C2EBA}"/>
                  </a:ext>
                </a:extLst>
              </p:cNvPr>
              <p:cNvCxnSpPr>
                <a:stCxn id="63" idx="6"/>
                <a:endCxn id="101" idx="2"/>
              </p:cNvCxnSpPr>
              <p:nvPr/>
            </p:nvCxnSpPr>
            <p:spPr>
              <a:xfrm>
                <a:off x="4314660" y="2334551"/>
                <a:ext cx="787793" cy="5549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1F3711C7-A5D7-40EE-7597-7B1BBBD14DBC}"/>
                  </a:ext>
                </a:extLst>
              </p:cNvPr>
              <p:cNvSpPr/>
              <p:nvPr/>
            </p:nvSpPr>
            <p:spPr>
              <a:xfrm>
                <a:off x="5102452" y="3088214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6761D5C2-5676-288D-D1CA-2D2A043A76FD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>
                <a:off x="4314658" y="3052998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AB1C199F-7576-0C90-D293-CBF4C9B30A4A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4657" y="3232015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CEA40E0D-5B7D-0755-B6C7-9EFDF9277B23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6505" y="3232015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D8E755AF-5C79-8012-4448-00A8223859E9}"/>
                  </a:ext>
                </a:extLst>
              </p:cNvPr>
              <p:cNvCxnSpPr>
                <a:stCxn id="69" idx="6"/>
                <a:endCxn id="107" idx="2"/>
              </p:cNvCxnSpPr>
              <p:nvPr/>
            </p:nvCxnSpPr>
            <p:spPr>
              <a:xfrm>
                <a:off x="4314659" y="2712329"/>
                <a:ext cx="787793" cy="51968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C7466DD9-74D2-33D1-1D82-A80026DA45B2}"/>
                  </a:ext>
                </a:extLst>
              </p:cNvPr>
              <p:cNvCxnSpPr>
                <a:stCxn id="63" idx="6"/>
                <a:endCxn id="107" idx="2"/>
              </p:cNvCxnSpPr>
              <p:nvPr/>
            </p:nvCxnSpPr>
            <p:spPr>
              <a:xfrm>
                <a:off x="4314660" y="2334551"/>
                <a:ext cx="787792" cy="89746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B0DAE89D-4A2E-9E94-0F73-EBE3CCB4AB2A}"/>
                  </a:ext>
                </a:extLst>
              </p:cNvPr>
              <p:cNvSpPr/>
              <p:nvPr/>
            </p:nvSpPr>
            <p:spPr>
              <a:xfrm>
                <a:off x="5102454" y="34505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8815BA18-B5A1-3EC6-0CF7-14B3FF5C1A68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>
                <a:off x="4314660" y="34153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A5A6CA87-D095-55DC-F699-AAF887D2EA9B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 flipV="1">
                <a:off x="4314659" y="35943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B8BB567F-14B8-5D45-1408-C4BC90D97389}"/>
                  </a:ext>
                </a:extLst>
              </p:cNvPr>
              <p:cNvCxnSpPr>
                <a:stCxn id="75" idx="6"/>
                <a:endCxn id="113" idx="2"/>
              </p:cNvCxnSpPr>
              <p:nvPr/>
            </p:nvCxnSpPr>
            <p:spPr>
              <a:xfrm>
                <a:off x="4316507" y="3059487"/>
                <a:ext cx="785947" cy="53486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E1FC9F44-F44D-9D74-CA60-865043F24FCE}"/>
                  </a:ext>
                </a:extLst>
              </p:cNvPr>
              <p:cNvCxnSpPr>
                <a:stCxn id="69" idx="6"/>
                <a:endCxn id="113" idx="2"/>
              </p:cNvCxnSpPr>
              <p:nvPr/>
            </p:nvCxnSpPr>
            <p:spPr>
              <a:xfrm>
                <a:off x="4314659" y="2712329"/>
                <a:ext cx="787795" cy="88202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Arrow Connector 117">
                <a:extLst>
                  <a:ext uri="{FF2B5EF4-FFF2-40B4-BE49-F238E27FC236}">
                    <a16:creationId xmlns:a16="http://schemas.microsoft.com/office/drawing/2014/main" id="{279DDACC-5D28-9D82-DEE5-61A0E72A2D12}"/>
                  </a:ext>
                </a:extLst>
              </p:cNvPr>
              <p:cNvCxnSpPr>
                <a:stCxn id="63" idx="6"/>
                <a:endCxn id="113" idx="2"/>
              </p:cNvCxnSpPr>
              <p:nvPr/>
            </p:nvCxnSpPr>
            <p:spPr>
              <a:xfrm>
                <a:off x="4314660" y="2334551"/>
                <a:ext cx="787794" cy="12598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E97796D-A979-8A12-CFBD-F17538EFDA34}"/>
                </a:ext>
              </a:extLst>
            </p:cNvPr>
            <p:cNvSpPr txBox="1"/>
            <p:nvPr/>
          </p:nvSpPr>
          <p:spPr>
            <a:xfrm>
              <a:off x="99059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8053D43-1310-7572-B274-E478CC612F65}"/>
                </a:ext>
              </a:extLst>
            </p:cNvPr>
            <p:cNvSpPr txBox="1"/>
            <p:nvPr/>
          </p:nvSpPr>
          <p:spPr>
            <a:xfrm>
              <a:off x="178701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BD94822-256D-E95F-3D14-A076E1F7ED60}"/>
                </a:ext>
              </a:extLst>
            </p:cNvPr>
            <p:cNvSpPr txBox="1"/>
            <p:nvPr/>
          </p:nvSpPr>
          <p:spPr>
            <a:xfrm>
              <a:off x="2715597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4485D8C-F8B5-0278-B9B7-57067CEBA480}"/>
                </a:ext>
              </a:extLst>
            </p:cNvPr>
            <p:cNvSpPr txBox="1"/>
            <p:nvPr/>
          </p:nvSpPr>
          <p:spPr>
            <a:xfrm>
              <a:off x="3596641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4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ECF17DB-11AD-D25B-6AFE-2773D5B3594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502" y="978095"/>
            <a:ext cx="125730" cy="2628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02AFE1-C434-559D-5152-DC1C4C409A3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376" y="878019"/>
            <a:ext cx="722376" cy="450342"/>
          </a:xfrm>
          <a:prstGeom prst="rect">
            <a:avLst/>
          </a:prstGeom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5EC68F0C-0295-2ACD-F4B2-8AC477A4BC66}"/>
              </a:ext>
            </a:extLst>
          </p:cNvPr>
          <p:cNvSpPr txBox="1"/>
          <p:nvPr/>
        </p:nvSpPr>
        <p:spPr>
          <a:xfrm>
            <a:off x="388706" y="1704673"/>
            <a:ext cx="4458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each output unit (layer L = 4)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E3C68E-1B0D-7ABE-679E-0E84AFE337A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52" y="2177034"/>
            <a:ext cx="1965960" cy="4503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A2221B-BDF7-BE40-EE31-B7C1A945378B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014" y="3091434"/>
            <a:ext cx="3627882" cy="3474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17422C-41E1-CDA1-0909-34733780C0B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52" y="3593592"/>
            <a:ext cx="3627882" cy="347472"/>
          </a:xfrm>
          <a:prstGeom prst="rect">
            <a:avLst/>
          </a:prstGeom>
        </p:spPr>
      </p:pic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A8794F2B-E450-C604-7AC9-F1FDF681827E}"/>
              </a:ext>
            </a:extLst>
          </p:cNvPr>
          <p:cNvSpPr/>
          <p:nvPr/>
        </p:nvSpPr>
        <p:spPr>
          <a:xfrm>
            <a:off x="1350171" y="3504944"/>
            <a:ext cx="1447800" cy="514606"/>
          </a:xfrm>
          <a:prstGeom prst="flowChart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1685C876-96D8-FFE7-8E84-8C0D2150FE9F}"/>
              </a:ext>
            </a:extLst>
          </p:cNvPr>
          <p:cNvSpPr/>
          <p:nvPr/>
        </p:nvSpPr>
        <p:spPr>
          <a:xfrm>
            <a:off x="2821781" y="3504944"/>
            <a:ext cx="331565" cy="514606"/>
          </a:xfrm>
          <a:prstGeom prst="flowChartProcess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0AC06E65-4BF8-A7C6-7E2B-B5CCC2CEE894}"/>
              </a:ext>
            </a:extLst>
          </p:cNvPr>
          <p:cNvSpPr/>
          <p:nvPr/>
        </p:nvSpPr>
        <p:spPr>
          <a:xfrm>
            <a:off x="3172180" y="3504944"/>
            <a:ext cx="967550" cy="514606"/>
          </a:xfrm>
          <a:prstGeom prst="flowChartProcess">
            <a:avLst/>
          </a:prstGeom>
          <a:noFill/>
          <a:ln>
            <a:solidFill>
              <a:srgbClr val="00C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6FE688B-E7BB-BC2A-FC03-1C27CF9AB65A}"/>
              </a:ext>
            </a:extLst>
          </p:cNvPr>
          <p:cNvCxnSpPr>
            <a:stCxn id="12" idx="3"/>
          </p:cNvCxnSpPr>
          <p:nvPr/>
        </p:nvCxnSpPr>
        <p:spPr>
          <a:xfrm flipV="1">
            <a:off x="4139730" y="3744974"/>
            <a:ext cx="522502" cy="0"/>
          </a:xfrm>
          <a:prstGeom prst="straightConnector1">
            <a:avLst/>
          </a:prstGeom>
          <a:ln w="22225">
            <a:solidFill>
              <a:srgbClr val="00CC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4AEA51B-3AFC-2607-50C2-86760E3E56D3}"/>
                  </a:ext>
                </a:extLst>
              </p:cNvPr>
              <p:cNvSpPr txBox="1"/>
              <p:nvPr/>
            </p:nvSpPr>
            <p:spPr>
              <a:xfrm>
                <a:off x="4724400" y="3586175"/>
                <a:ext cx="1712328" cy="3006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.∗(</m:t>
                      </m:r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d>
                            <m:dPr>
                              <m:ctrlP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</m:sup>
                      </m:sSup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4AEA51B-3AFC-2607-50C2-86760E3E5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3586175"/>
                <a:ext cx="1712328" cy="300660"/>
              </a:xfrm>
              <a:prstGeom prst="rect">
                <a:avLst/>
              </a:prstGeom>
              <a:blipFill>
                <a:blip r:embed="rId14"/>
                <a:stretch>
                  <a:fillRect t="-6000" r="-3203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1D7D2F2-8D2C-22D5-A240-5E9AB8504E3D}"/>
                  </a:ext>
                </a:extLst>
              </p:cNvPr>
              <p:cNvSpPr txBox="1"/>
              <p:nvPr/>
            </p:nvSpPr>
            <p:spPr>
              <a:xfrm>
                <a:off x="7849552" y="1079281"/>
                <a:ext cx="680314" cy="448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1D7D2F2-8D2C-22D5-A240-5E9AB8504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9552" y="1079281"/>
                <a:ext cx="680314" cy="448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E82D281-6893-74B3-060F-2DC77D0B0DC5}"/>
                  </a:ext>
                </a:extLst>
              </p:cNvPr>
              <p:cNvSpPr txBox="1"/>
              <p:nvPr/>
            </p:nvSpPr>
            <p:spPr>
              <a:xfrm>
                <a:off x="7042467" y="918490"/>
                <a:ext cx="680314" cy="448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E82D281-6893-74B3-060F-2DC77D0B0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2467" y="918490"/>
                <a:ext cx="680314" cy="448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C6D0E9-F28B-6B44-C641-48062C810C6A}"/>
                  </a:ext>
                </a:extLst>
              </p:cNvPr>
              <p:cNvSpPr txBox="1"/>
              <p:nvPr/>
            </p:nvSpPr>
            <p:spPr>
              <a:xfrm>
                <a:off x="6231820" y="915355"/>
                <a:ext cx="680314" cy="448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C6D0E9-F28B-6B44-C641-48062C810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820" y="915355"/>
                <a:ext cx="680314" cy="448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83430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CB443-17B0-9C6A-67CF-819A9D649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99F62B-AC56-99C8-6C1B-29083C970A7D}"/>
              </a:ext>
            </a:extLst>
          </p:cNvPr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Gradient computation: Backpropagation algorithm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8DEB92A-011E-9788-608B-2DFE11548954}"/>
              </a:ext>
            </a:extLst>
          </p:cNvPr>
          <p:cNvSpPr txBox="1"/>
          <p:nvPr/>
        </p:nvSpPr>
        <p:spPr>
          <a:xfrm>
            <a:off x="381000" y="84200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Intuition:              “error” of node    in layer   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176539-7D06-EAFD-25B9-C60C88CC2E0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672" y="956994"/>
            <a:ext cx="68580" cy="214884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3EA26B1E-A6C3-97E8-03A5-D3099D028F6D}"/>
              </a:ext>
            </a:extLst>
          </p:cNvPr>
          <p:cNvGrpSpPr/>
          <p:nvPr/>
        </p:nvGrpSpPr>
        <p:grpSpPr>
          <a:xfrm>
            <a:off x="5473984" y="1408178"/>
            <a:ext cx="3055882" cy="1588057"/>
            <a:chOff x="990599" y="738216"/>
            <a:chExt cx="3381620" cy="175733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A2C8FB2-7B32-9E74-CCC8-478C0F3BE029}"/>
                </a:ext>
              </a:extLst>
            </p:cNvPr>
            <p:cNvGrpSpPr/>
            <p:nvPr/>
          </p:nvGrpSpPr>
          <p:grpSpPr>
            <a:xfrm>
              <a:off x="1239873" y="738216"/>
              <a:ext cx="2862230" cy="1432793"/>
              <a:chOff x="1905000" y="2190750"/>
              <a:chExt cx="3483917" cy="1744001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9EC53D58-5C3E-3DFB-7929-C40F4E2C69ED}"/>
                  </a:ext>
                </a:extLst>
              </p:cNvPr>
              <p:cNvSpPr/>
              <p:nvPr/>
            </p:nvSpPr>
            <p:spPr>
              <a:xfrm>
                <a:off x="1905000" y="318349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D529C296-6A2A-7B91-E8A1-5053351A4CEA}"/>
                  </a:ext>
                </a:extLst>
              </p:cNvPr>
              <p:cNvSpPr/>
              <p:nvPr/>
            </p:nvSpPr>
            <p:spPr>
              <a:xfrm>
                <a:off x="1905000" y="284853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543631F6-1775-D1DB-53FE-409D1141C9CC}"/>
                  </a:ext>
                </a:extLst>
              </p:cNvPr>
              <p:cNvSpPr/>
              <p:nvPr/>
            </p:nvSpPr>
            <p:spPr>
              <a:xfrm>
                <a:off x="1905000" y="251356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B2D25520-A956-8DF9-8F40-02604F951CE9}"/>
                  </a:ext>
                </a:extLst>
              </p:cNvPr>
              <p:cNvSpPr/>
              <p:nvPr/>
            </p:nvSpPr>
            <p:spPr>
              <a:xfrm>
                <a:off x="2899779" y="2190751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CEC43AEC-BF49-D79E-F2DE-684EC3912A63}"/>
                  </a:ext>
                </a:extLst>
              </p:cNvPr>
              <p:cNvSpPr/>
              <p:nvPr/>
            </p:nvSpPr>
            <p:spPr>
              <a:xfrm>
                <a:off x="5102454" y="236976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DA4F4C7D-6074-EE8E-FF80-2E85865EB473}"/>
                  </a:ext>
                </a:extLst>
              </p:cNvPr>
              <p:cNvCxnSpPr>
                <a:stCxn id="41" idx="6"/>
                <a:endCxn id="42" idx="2"/>
              </p:cNvCxnSpPr>
              <p:nvPr/>
            </p:nvCxnSpPr>
            <p:spPr>
              <a:xfrm flipV="1">
                <a:off x="2191463" y="2334552"/>
                <a:ext cx="708316" cy="3228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93CD1625-6749-4F32-6352-FDAC5D7173D2}"/>
                  </a:ext>
                </a:extLst>
              </p:cNvPr>
              <p:cNvCxnSpPr>
                <a:stCxn id="40" idx="6"/>
                <a:endCxn id="42" idx="2"/>
              </p:cNvCxnSpPr>
              <p:nvPr/>
            </p:nvCxnSpPr>
            <p:spPr>
              <a:xfrm flipV="1">
                <a:off x="2191463" y="2334552"/>
                <a:ext cx="708316" cy="6577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F5B3B2B3-A60A-3029-002B-BDAECCA57AE6}"/>
                  </a:ext>
                </a:extLst>
              </p:cNvPr>
              <p:cNvCxnSpPr>
                <a:stCxn id="39" idx="6"/>
                <a:endCxn id="42" idx="2"/>
              </p:cNvCxnSpPr>
              <p:nvPr/>
            </p:nvCxnSpPr>
            <p:spPr>
              <a:xfrm flipV="1">
                <a:off x="2191463" y="2334552"/>
                <a:ext cx="708316" cy="9927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65076AAB-15FC-2A27-00CA-02512056F9E6}"/>
                  </a:ext>
                </a:extLst>
              </p:cNvPr>
              <p:cNvSpPr/>
              <p:nvPr/>
            </p:nvSpPr>
            <p:spPr>
              <a:xfrm>
                <a:off x="2899778" y="2564055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C723570F-9BBC-E965-FB24-E3B56693B88A}"/>
                  </a:ext>
                </a:extLst>
              </p:cNvPr>
              <p:cNvCxnSpPr>
                <a:stCxn id="41" idx="6"/>
                <a:endCxn id="47" idx="2"/>
              </p:cNvCxnSpPr>
              <p:nvPr/>
            </p:nvCxnSpPr>
            <p:spPr>
              <a:xfrm>
                <a:off x="2191463" y="2657369"/>
                <a:ext cx="708315" cy="5048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D1953729-954A-96CA-BB0B-B863A957F934}"/>
                  </a:ext>
                </a:extLst>
              </p:cNvPr>
              <p:cNvCxnSpPr>
                <a:stCxn id="40" idx="6"/>
                <a:endCxn id="47" idx="2"/>
              </p:cNvCxnSpPr>
              <p:nvPr/>
            </p:nvCxnSpPr>
            <p:spPr>
              <a:xfrm flipV="1">
                <a:off x="2191463" y="2707856"/>
                <a:ext cx="708315" cy="2844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B87779B3-4486-FC18-3988-60EFAEBB47E8}"/>
                  </a:ext>
                </a:extLst>
              </p:cNvPr>
              <p:cNvCxnSpPr>
                <a:stCxn id="39" idx="6"/>
                <a:endCxn id="47" idx="2"/>
              </p:cNvCxnSpPr>
              <p:nvPr/>
            </p:nvCxnSpPr>
            <p:spPr>
              <a:xfrm flipV="1">
                <a:off x="2191463" y="2707856"/>
                <a:ext cx="708315" cy="61944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4E0DE354-BA16-0314-85A4-076E68BE8F44}"/>
                  </a:ext>
                </a:extLst>
              </p:cNvPr>
              <p:cNvSpPr/>
              <p:nvPr/>
            </p:nvSpPr>
            <p:spPr>
              <a:xfrm>
                <a:off x="2899777" y="292277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CC294071-881D-46CB-EAC7-B47C643E1F80}"/>
                  </a:ext>
                </a:extLst>
              </p:cNvPr>
              <p:cNvCxnSpPr>
                <a:stCxn id="41" idx="6"/>
                <a:endCxn id="51" idx="2"/>
              </p:cNvCxnSpPr>
              <p:nvPr/>
            </p:nvCxnSpPr>
            <p:spPr>
              <a:xfrm>
                <a:off x="2191463" y="2657369"/>
                <a:ext cx="708314" cy="40920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21D23544-C992-2769-300D-79046C662DC3}"/>
                  </a:ext>
                </a:extLst>
              </p:cNvPr>
              <p:cNvCxnSpPr>
                <a:stCxn id="40" idx="6"/>
                <a:endCxn id="51" idx="2"/>
              </p:cNvCxnSpPr>
              <p:nvPr/>
            </p:nvCxnSpPr>
            <p:spPr>
              <a:xfrm>
                <a:off x="2191463" y="2992333"/>
                <a:ext cx="708314" cy="742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EC12A687-87B3-DF05-2715-B7701916E6EF}"/>
                  </a:ext>
                </a:extLst>
              </p:cNvPr>
              <p:cNvCxnSpPr>
                <a:stCxn id="39" idx="6"/>
                <a:endCxn id="51" idx="2"/>
              </p:cNvCxnSpPr>
              <p:nvPr/>
            </p:nvCxnSpPr>
            <p:spPr>
              <a:xfrm flipV="1">
                <a:off x="2191463" y="3066578"/>
                <a:ext cx="708314" cy="2607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DE2A7572-1510-4E93-C077-339D2906955F}"/>
                  </a:ext>
                </a:extLst>
              </p:cNvPr>
              <p:cNvSpPr/>
              <p:nvPr/>
            </p:nvSpPr>
            <p:spPr>
              <a:xfrm>
                <a:off x="2899776" y="3273713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082D74DF-5F8A-D2E8-647F-A52AD3E530FA}"/>
                  </a:ext>
                </a:extLst>
              </p:cNvPr>
              <p:cNvCxnSpPr>
                <a:stCxn id="41" idx="6"/>
                <a:endCxn id="55" idx="2"/>
              </p:cNvCxnSpPr>
              <p:nvPr/>
            </p:nvCxnSpPr>
            <p:spPr>
              <a:xfrm>
                <a:off x="2191463" y="2657369"/>
                <a:ext cx="708313" cy="7601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EF856E7B-5B16-C0F4-3425-4BA88620BFE9}"/>
                  </a:ext>
                </a:extLst>
              </p:cNvPr>
              <p:cNvCxnSpPr>
                <a:stCxn id="40" idx="6"/>
                <a:endCxn id="55" idx="2"/>
              </p:cNvCxnSpPr>
              <p:nvPr/>
            </p:nvCxnSpPr>
            <p:spPr>
              <a:xfrm>
                <a:off x="2191463" y="2992333"/>
                <a:ext cx="708313" cy="4251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4A3C4852-F696-7D3C-705E-016671E0D6D9}"/>
                  </a:ext>
                </a:extLst>
              </p:cNvPr>
              <p:cNvCxnSpPr>
                <a:stCxn id="39" idx="6"/>
                <a:endCxn id="55" idx="2"/>
              </p:cNvCxnSpPr>
              <p:nvPr/>
            </p:nvCxnSpPr>
            <p:spPr>
              <a:xfrm>
                <a:off x="2191463" y="3327297"/>
                <a:ext cx="708313" cy="902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F051F196-11D9-E9C6-B506-F5321015369C}"/>
                  </a:ext>
                </a:extLst>
              </p:cNvPr>
              <p:cNvSpPr/>
              <p:nvPr/>
            </p:nvSpPr>
            <p:spPr>
              <a:xfrm>
                <a:off x="2899779" y="36385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2B13D0FC-AFBF-81A3-073A-03E6F64C11A2}"/>
                  </a:ext>
                </a:extLst>
              </p:cNvPr>
              <p:cNvCxnSpPr>
                <a:stCxn id="41" idx="6"/>
                <a:endCxn id="59" idx="2"/>
              </p:cNvCxnSpPr>
              <p:nvPr/>
            </p:nvCxnSpPr>
            <p:spPr>
              <a:xfrm>
                <a:off x="2191463" y="2657369"/>
                <a:ext cx="708316" cy="112498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630745F0-891D-7AE6-D47D-62B4A51427A0}"/>
                  </a:ext>
                </a:extLst>
              </p:cNvPr>
              <p:cNvCxnSpPr>
                <a:stCxn id="40" idx="6"/>
                <a:endCxn id="59" idx="2"/>
              </p:cNvCxnSpPr>
              <p:nvPr/>
            </p:nvCxnSpPr>
            <p:spPr>
              <a:xfrm>
                <a:off x="2191463" y="2992333"/>
                <a:ext cx="708316" cy="79001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170A10E7-46CC-1167-E18B-FBB25C5097CA}"/>
                  </a:ext>
                </a:extLst>
              </p:cNvPr>
              <p:cNvCxnSpPr>
                <a:stCxn id="39" idx="6"/>
                <a:endCxn id="59" idx="2"/>
              </p:cNvCxnSpPr>
              <p:nvPr/>
            </p:nvCxnSpPr>
            <p:spPr>
              <a:xfrm>
                <a:off x="2191463" y="3327297"/>
                <a:ext cx="708316" cy="45505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D1D117C7-2788-4F83-7E41-3985E645EC1E}"/>
                  </a:ext>
                </a:extLst>
              </p:cNvPr>
              <p:cNvSpPr/>
              <p:nvPr/>
            </p:nvSpPr>
            <p:spPr>
              <a:xfrm>
                <a:off x="4028197" y="21907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691FAF0E-E88D-D42D-DEFC-86FAF6361B72}"/>
                  </a:ext>
                </a:extLst>
              </p:cNvPr>
              <p:cNvCxnSpPr>
                <a:stCxn id="42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5D4AB3E8-9E2E-AD7D-B80E-BDB142B34FFE}"/>
                  </a:ext>
                </a:extLst>
              </p:cNvPr>
              <p:cNvCxnSpPr>
                <a:stCxn id="47" idx="6"/>
                <a:endCxn id="63" idx="2"/>
              </p:cNvCxnSpPr>
              <p:nvPr/>
            </p:nvCxnSpPr>
            <p:spPr>
              <a:xfrm flipV="1">
                <a:off x="3186241" y="233455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8EEA96BA-0A60-2352-B566-D00FC3103110}"/>
                  </a:ext>
                </a:extLst>
              </p:cNvPr>
              <p:cNvCxnSpPr>
                <a:stCxn id="51" idx="6"/>
                <a:endCxn id="63" idx="2"/>
              </p:cNvCxnSpPr>
              <p:nvPr/>
            </p:nvCxnSpPr>
            <p:spPr>
              <a:xfrm flipV="1">
                <a:off x="3186240" y="2334551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7AFEF63D-F6A6-8D95-19FC-FA394F02CAC1}"/>
                  </a:ext>
                </a:extLst>
              </p:cNvPr>
              <p:cNvCxnSpPr>
                <a:stCxn id="55" idx="6"/>
                <a:endCxn id="63" idx="2"/>
              </p:cNvCxnSpPr>
              <p:nvPr/>
            </p:nvCxnSpPr>
            <p:spPr>
              <a:xfrm flipV="1">
                <a:off x="3186239" y="2334551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03F9193E-E88E-6276-0D18-7C00989A4B9B}"/>
                  </a:ext>
                </a:extLst>
              </p:cNvPr>
              <p:cNvCxnSpPr>
                <a:stCxn id="59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447800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50D38C1E-B6D5-2803-B825-58DAA7AC315F}"/>
                  </a:ext>
                </a:extLst>
              </p:cNvPr>
              <p:cNvSpPr/>
              <p:nvPr/>
            </p:nvSpPr>
            <p:spPr>
              <a:xfrm>
                <a:off x="4028196" y="256852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1F63CEEA-EE71-6DEA-97CD-306BDB89FE38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41" y="2712329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60677ECC-675A-8903-5040-93917530BA0B}"/>
                  </a:ext>
                </a:extLst>
              </p:cNvPr>
              <p:cNvCxnSpPr>
                <a:stCxn id="51" idx="6"/>
                <a:endCxn id="69" idx="2"/>
              </p:cNvCxnSpPr>
              <p:nvPr/>
            </p:nvCxnSpPr>
            <p:spPr>
              <a:xfrm flipV="1">
                <a:off x="3186240" y="2712329"/>
                <a:ext cx="841956" cy="3542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DC964F48-92AB-6C43-84BB-5229ED107B37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9" y="2712329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04809F86-C3CC-A7DB-46F6-2D21E0880CAE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8" y="2712329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9DBE71EC-04BF-BAE6-472E-D6DAFB1C7CEE}"/>
                  </a:ext>
                </a:extLst>
              </p:cNvPr>
              <p:cNvCxnSpPr>
                <a:stCxn id="42" idx="6"/>
                <a:endCxn id="69" idx="2"/>
              </p:cNvCxnSpPr>
              <p:nvPr/>
            </p:nvCxnSpPr>
            <p:spPr>
              <a:xfrm>
                <a:off x="3186242" y="2334552"/>
                <a:ext cx="841954" cy="3777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5DD1BCDE-EB06-2A73-2A24-447973BC9F53}"/>
                  </a:ext>
                </a:extLst>
              </p:cNvPr>
              <p:cNvSpPr/>
              <p:nvPr/>
            </p:nvSpPr>
            <p:spPr>
              <a:xfrm>
                <a:off x="4030044" y="291568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180404DF-1776-51C6-D952-EA5F19CD5741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9" y="3059487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81112F56-DB42-F388-641B-F8EA60EC8F52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8" y="3059487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5C33CC2A-8FB6-1B45-05D5-C3CDD73A8622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7" y="3059487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D74BA8BF-B0EF-887A-F05C-1DE12376C223}"/>
                  </a:ext>
                </a:extLst>
              </p:cNvPr>
              <p:cNvCxnSpPr>
                <a:stCxn id="47" idx="6"/>
                <a:endCxn id="75" idx="2"/>
              </p:cNvCxnSpPr>
              <p:nvPr/>
            </p:nvCxnSpPr>
            <p:spPr>
              <a:xfrm>
                <a:off x="3186241" y="2707856"/>
                <a:ext cx="843803" cy="35163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BE55FB43-66B0-4484-C939-1E92BCDD816A}"/>
                  </a:ext>
                </a:extLst>
              </p:cNvPr>
              <p:cNvCxnSpPr>
                <a:stCxn id="42" idx="6"/>
                <a:endCxn id="75" idx="2"/>
              </p:cNvCxnSpPr>
              <p:nvPr/>
            </p:nvCxnSpPr>
            <p:spPr>
              <a:xfrm>
                <a:off x="3186242" y="2334552"/>
                <a:ext cx="843802" cy="72493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11F9AF0F-48D5-BA9F-0AB1-1D2AB3D4EB24}"/>
                  </a:ext>
                </a:extLst>
              </p:cNvPr>
              <p:cNvSpPr/>
              <p:nvPr/>
            </p:nvSpPr>
            <p:spPr>
              <a:xfrm>
                <a:off x="4028195" y="326390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FE655DF0-BC74-B777-CC33-959502692406}"/>
                  </a:ext>
                </a:extLst>
              </p:cNvPr>
              <p:cNvCxnSpPr>
                <a:stCxn id="55" idx="6"/>
                <a:endCxn id="84" idx="2"/>
              </p:cNvCxnSpPr>
              <p:nvPr/>
            </p:nvCxnSpPr>
            <p:spPr>
              <a:xfrm flipV="1">
                <a:off x="3186239" y="3407701"/>
                <a:ext cx="841956" cy="981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BE68E6B6-B2DC-AABB-7DB7-7DBABF32CDCE}"/>
                  </a:ext>
                </a:extLst>
              </p:cNvPr>
              <p:cNvCxnSpPr>
                <a:endCxn id="84" idx="2"/>
              </p:cNvCxnSpPr>
              <p:nvPr/>
            </p:nvCxnSpPr>
            <p:spPr>
              <a:xfrm flipV="1">
                <a:off x="3186239" y="340770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96F2CC7F-AA6B-6847-3BA9-C8AB60760FCA}"/>
                  </a:ext>
                </a:extLst>
              </p:cNvPr>
              <p:cNvCxnSpPr>
                <a:stCxn id="51" idx="6"/>
                <a:endCxn id="84" idx="2"/>
              </p:cNvCxnSpPr>
              <p:nvPr/>
            </p:nvCxnSpPr>
            <p:spPr>
              <a:xfrm>
                <a:off x="3186240" y="3066578"/>
                <a:ext cx="841955" cy="34112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469211D2-3BC1-A651-2B29-9891ECA14FB5}"/>
                  </a:ext>
                </a:extLst>
              </p:cNvPr>
              <p:cNvCxnSpPr>
                <a:stCxn id="47" idx="6"/>
                <a:endCxn id="84" idx="2"/>
              </p:cNvCxnSpPr>
              <p:nvPr/>
            </p:nvCxnSpPr>
            <p:spPr>
              <a:xfrm>
                <a:off x="3186241" y="2707856"/>
                <a:ext cx="841954" cy="6998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1905C54A-7C0F-E8EE-B3FE-B24C8C844979}"/>
                  </a:ext>
                </a:extLst>
              </p:cNvPr>
              <p:cNvCxnSpPr>
                <a:stCxn id="42" idx="6"/>
                <a:endCxn id="84" idx="2"/>
              </p:cNvCxnSpPr>
              <p:nvPr/>
            </p:nvCxnSpPr>
            <p:spPr>
              <a:xfrm>
                <a:off x="3186242" y="2334552"/>
                <a:ext cx="841953" cy="10731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B70C3F53-66C0-A61B-88C3-B06CA6A6D2F3}"/>
                  </a:ext>
                </a:extLst>
              </p:cNvPr>
              <p:cNvSpPr/>
              <p:nvPr/>
            </p:nvSpPr>
            <p:spPr>
              <a:xfrm>
                <a:off x="4028194" y="36471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756329D3-1FF8-CD47-7B87-142BA2AA9E79}"/>
                  </a:ext>
                </a:extLst>
              </p:cNvPr>
              <p:cNvCxnSpPr>
                <a:endCxn id="90" idx="2"/>
              </p:cNvCxnSpPr>
              <p:nvPr/>
            </p:nvCxnSpPr>
            <p:spPr>
              <a:xfrm flipV="1">
                <a:off x="3186239" y="37909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AE34E0D5-99D8-E336-8B61-47A18B5C2A37}"/>
                  </a:ext>
                </a:extLst>
              </p:cNvPr>
              <p:cNvCxnSpPr>
                <a:stCxn id="55" idx="6"/>
                <a:endCxn id="90" idx="2"/>
              </p:cNvCxnSpPr>
              <p:nvPr/>
            </p:nvCxnSpPr>
            <p:spPr>
              <a:xfrm>
                <a:off x="3186239" y="3417514"/>
                <a:ext cx="841955" cy="37343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65D448B3-0B81-EF8D-1F0A-DB9BD7C39A32}"/>
                  </a:ext>
                </a:extLst>
              </p:cNvPr>
              <p:cNvCxnSpPr>
                <a:stCxn id="51" idx="6"/>
                <a:endCxn id="90" idx="2"/>
              </p:cNvCxnSpPr>
              <p:nvPr/>
            </p:nvCxnSpPr>
            <p:spPr>
              <a:xfrm>
                <a:off x="3186240" y="3066578"/>
                <a:ext cx="841954" cy="72437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CBC026EC-70CC-E171-F12F-D630D921448C}"/>
                  </a:ext>
                </a:extLst>
              </p:cNvPr>
              <p:cNvCxnSpPr>
                <a:stCxn id="47" idx="6"/>
                <a:endCxn id="90" idx="2"/>
              </p:cNvCxnSpPr>
              <p:nvPr/>
            </p:nvCxnSpPr>
            <p:spPr>
              <a:xfrm>
                <a:off x="3186241" y="2707856"/>
                <a:ext cx="841953" cy="108309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55E51AEA-04E3-1359-F001-4B4857D53463}"/>
                  </a:ext>
                </a:extLst>
              </p:cNvPr>
              <p:cNvCxnSpPr>
                <a:stCxn id="42" idx="6"/>
                <a:endCxn id="90" idx="2"/>
              </p:cNvCxnSpPr>
              <p:nvPr/>
            </p:nvCxnSpPr>
            <p:spPr>
              <a:xfrm>
                <a:off x="3186242" y="2334552"/>
                <a:ext cx="841952" cy="145639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ED177A77-A5A4-B5D0-0B88-814C8806EA4B}"/>
                  </a:ext>
                </a:extLst>
              </p:cNvPr>
              <p:cNvCxnSpPr>
                <a:stCxn id="63" idx="6"/>
                <a:endCxn id="43" idx="2"/>
              </p:cNvCxnSpPr>
              <p:nvPr/>
            </p:nvCxnSpPr>
            <p:spPr>
              <a:xfrm>
                <a:off x="4314660" y="2334551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22750BD1-08C6-0D41-3F4D-4ED3A8B828CA}"/>
                  </a:ext>
                </a:extLst>
              </p:cNvPr>
              <p:cNvCxnSpPr>
                <a:stCxn id="69" idx="6"/>
                <a:endCxn id="43" idx="2"/>
              </p:cNvCxnSpPr>
              <p:nvPr/>
            </p:nvCxnSpPr>
            <p:spPr>
              <a:xfrm flipV="1">
                <a:off x="4314659" y="2513568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8B7DAE5C-442C-E95F-7187-F408D674AE64}"/>
                  </a:ext>
                </a:extLst>
              </p:cNvPr>
              <p:cNvCxnSpPr>
                <a:stCxn id="75" idx="6"/>
                <a:endCxn id="43" idx="2"/>
              </p:cNvCxnSpPr>
              <p:nvPr/>
            </p:nvCxnSpPr>
            <p:spPr>
              <a:xfrm flipV="1">
                <a:off x="4316507" y="2513568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2A79D578-FCE7-393C-BBE9-CF2492630384}"/>
                  </a:ext>
                </a:extLst>
              </p:cNvPr>
              <p:cNvCxnSpPr>
                <a:stCxn id="84" idx="6"/>
                <a:endCxn id="43" idx="2"/>
              </p:cNvCxnSpPr>
              <p:nvPr/>
            </p:nvCxnSpPr>
            <p:spPr>
              <a:xfrm flipV="1">
                <a:off x="4314658" y="2513568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457B2F1F-47A7-C905-538D-8DC30C698B3D}"/>
                  </a:ext>
                </a:extLst>
              </p:cNvPr>
              <p:cNvCxnSpPr>
                <a:stCxn id="90" idx="6"/>
                <a:endCxn id="43" idx="2"/>
              </p:cNvCxnSpPr>
              <p:nvPr/>
            </p:nvCxnSpPr>
            <p:spPr>
              <a:xfrm flipV="1">
                <a:off x="4314657" y="2513568"/>
                <a:ext cx="787797" cy="127738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CD593A89-FF3B-8F8F-E0F6-7EEFC4A2723A}"/>
                  </a:ext>
                </a:extLst>
              </p:cNvPr>
              <p:cNvSpPr/>
              <p:nvPr/>
            </p:nvSpPr>
            <p:spPr>
              <a:xfrm>
                <a:off x="5102453" y="27456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CB795690-5B33-6954-BEBE-61127744D881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>
                <a:off x="4314659" y="27104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B5E5C860-C5B6-F4A6-A8A8-525B239E5F7B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8" y="28894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EA0974E9-4216-9010-469A-89433681D14F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6506" y="2889453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9ADFDAEF-74AF-43C8-8F8E-30CC6A2857E8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7" y="2889453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5F0A16BC-0B82-488F-11B9-F84716C0B0F4}"/>
                  </a:ext>
                </a:extLst>
              </p:cNvPr>
              <p:cNvCxnSpPr>
                <a:stCxn id="63" idx="6"/>
                <a:endCxn id="101" idx="2"/>
              </p:cNvCxnSpPr>
              <p:nvPr/>
            </p:nvCxnSpPr>
            <p:spPr>
              <a:xfrm>
                <a:off x="4314660" y="2334551"/>
                <a:ext cx="787793" cy="5549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34749150-5372-67F7-9873-3E32D8C10C54}"/>
                  </a:ext>
                </a:extLst>
              </p:cNvPr>
              <p:cNvSpPr/>
              <p:nvPr/>
            </p:nvSpPr>
            <p:spPr>
              <a:xfrm>
                <a:off x="5102452" y="3088214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90BA690B-6848-FA48-9B33-9CE8318A0E75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>
                <a:off x="4314658" y="3052998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9133E27E-A624-B4A9-9F26-2109493BF6A2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4657" y="3232015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61876A2A-E54C-1D6A-86FC-EAA91D256A31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6505" y="3232015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15C110FE-1A32-DD2A-3FF9-A18A8CFE9D85}"/>
                  </a:ext>
                </a:extLst>
              </p:cNvPr>
              <p:cNvCxnSpPr>
                <a:stCxn id="69" idx="6"/>
                <a:endCxn id="107" idx="2"/>
              </p:cNvCxnSpPr>
              <p:nvPr/>
            </p:nvCxnSpPr>
            <p:spPr>
              <a:xfrm>
                <a:off x="4314659" y="2712329"/>
                <a:ext cx="787793" cy="51968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D8B94946-870D-890E-473A-79465894DFEE}"/>
                  </a:ext>
                </a:extLst>
              </p:cNvPr>
              <p:cNvCxnSpPr>
                <a:stCxn id="63" idx="6"/>
                <a:endCxn id="107" idx="2"/>
              </p:cNvCxnSpPr>
              <p:nvPr/>
            </p:nvCxnSpPr>
            <p:spPr>
              <a:xfrm>
                <a:off x="4314660" y="2334551"/>
                <a:ext cx="787792" cy="89746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AE1C0AC7-790F-F584-376A-66B62B7618C7}"/>
                  </a:ext>
                </a:extLst>
              </p:cNvPr>
              <p:cNvSpPr/>
              <p:nvPr/>
            </p:nvSpPr>
            <p:spPr>
              <a:xfrm>
                <a:off x="5102454" y="34505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F427AE04-D40E-2667-2B9A-CF11F85C02F0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>
                <a:off x="4314660" y="34153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E65C4AA4-832B-B349-F78C-8B6998AA8EB9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 flipV="1">
                <a:off x="4314659" y="35943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ADA5D106-D6D0-E3DB-19C0-C38EC5C52D0F}"/>
                  </a:ext>
                </a:extLst>
              </p:cNvPr>
              <p:cNvCxnSpPr>
                <a:stCxn id="75" idx="6"/>
                <a:endCxn id="113" idx="2"/>
              </p:cNvCxnSpPr>
              <p:nvPr/>
            </p:nvCxnSpPr>
            <p:spPr>
              <a:xfrm>
                <a:off x="4316507" y="3059487"/>
                <a:ext cx="785947" cy="53486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D09439EB-2DE2-9B95-5617-0DB067ED813C}"/>
                  </a:ext>
                </a:extLst>
              </p:cNvPr>
              <p:cNvCxnSpPr>
                <a:stCxn id="69" idx="6"/>
                <a:endCxn id="113" idx="2"/>
              </p:cNvCxnSpPr>
              <p:nvPr/>
            </p:nvCxnSpPr>
            <p:spPr>
              <a:xfrm>
                <a:off x="4314659" y="2712329"/>
                <a:ext cx="787795" cy="88202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Arrow Connector 117">
                <a:extLst>
                  <a:ext uri="{FF2B5EF4-FFF2-40B4-BE49-F238E27FC236}">
                    <a16:creationId xmlns:a16="http://schemas.microsoft.com/office/drawing/2014/main" id="{469C45F2-1787-1AB3-F899-7E148EAE2DF1}"/>
                  </a:ext>
                </a:extLst>
              </p:cNvPr>
              <p:cNvCxnSpPr>
                <a:stCxn id="63" idx="6"/>
                <a:endCxn id="113" idx="2"/>
              </p:cNvCxnSpPr>
              <p:nvPr/>
            </p:nvCxnSpPr>
            <p:spPr>
              <a:xfrm>
                <a:off x="4314660" y="2334551"/>
                <a:ext cx="787794" cy="12598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A394AE0-8D60-DAF7-3106-2119DEB2763A}"/>
                </a:ext>
              </a:extLst>
            </p:cNvPr>
            <p:cNvSpPr txBox="1"/>
            <p:nvPr/>
          </p:nvSpPr>
          <p:spPr>
            <a:xfrm>
              <a:off x="99059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B355806-702C-4DCA-8ACA-8BED25921AB8}"/>
                </a:ext>
              </a:extLst>
            </p:cNvPr>
            <p:cNvSpPr txBox="1"/>
            <p:nvPr/>
          </p:nvSpPr>
          <p:spPr>
            <a:xfrm>
              <a:off x="178701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83B8F3E-68B6-0915-D5B9-55D776DE76DD}"/>
                </a:ext>
              </a:extLst>
            </p:cNvPr>
            <p:cNvSpPr txBox="1"/>
            <p:nvPr/>
          </p:nvSpPr>
          <p:spPr>
            <a:xfrm>
              <a:off x="2715597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6A89DCB-A97C-5CC7-DC16-60390B70B491}"/>
                </a:ext>
              </a:extLst>
            </p:cNvPr>
            <p:cNvSpPr txBox="1"/>
            <p:nvPr/>
          </p:nvSpPr>
          <p:spPr>
            <a:xfrm>
              <a:off x="3596641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4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202850B-998A-B849-1C97-D120FB797BA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502" y="978095"/>
            <a:ext cx="125730" cy="2628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5A50A3-9557-A161-997B-A5AAFC7A7B7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376" y="878019"/>
            <a:ext cx="722376" cy="450342"/>
          </a:xfrm>
          <a:prstGeom prst="rect">
            <a:avLst/>
          </a:prstGeom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96DFA0E5-2C48-24C7-6FDB-C05C33C98480}"/>
              </a:ext>
            </a:extLst>
          </p:cNvPr>
          <p:cNvSpPr txBox="1"/>
          <p:nvPr/>
        </p:nvSpPr>
        <p:spPr>
          <a:xfrm>
            <a:off x="388706" y="1704673"/>
            <a:ext cx="4458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each output unit (layer L = 4)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5FE381-515B-2926-E86F-B7D807179BD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52" y="2177034"/>
            <a:ext cx="1965960" cy="4503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38E59F-409F-6B11-0085-D8E6940EF03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014" y="3091434"/>
            <a:ext cx="3627882" cy="3474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A9D297-0C88-3DD4-BD44-01AE1E9C1AC3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52" y="3593592"/>
            <a:ext cx="3627882" cy="347472"/>
          </a:xfrm>
          <a:prstGeom prst="rect">
            <a:avLst/>
          </a:prstGeom>
        </p:spPr>
      </p:pic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FAFF573E-B2AD-04C7-8FAA-F1B1D288436A}"/>
              </a:ext>
            </a:extLst>
          </p:cNvPr>
          <p:cNvSpPr/>
          <p:nvPr/>
        </p:nvSpPr>
        <p:spPr>
          <a:xfrm>
            <a:off x="1350171" y="3504944"/>
            <a:ext cx="1447800" cy="514606"/>
          </a:xfrm>
          <a:prstGeom prst="flowChart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DAE01A99-5B10-DA6D-3A3B-2B165738A87C}"/>
              </a:ext>
            </a:extLst>
          </p:cNvPr>
          <p:cNvSpPr/>
          <p:nvPr/>
        </p:nvSpPr>
        <p:spPr>
          <a:xfrm>
            <a:off x="2821781" y="3504944"/>
            <a:ext cx="331565" cy="514606"/>
          </a:xfrm>
          <a:prstGeom prst="flowChartProcess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057F481C-C0E9-6503-EA0C-DBDA19A3C740}"/>
              </a:ext>
            </a:extLst>
          </p:cNvPr>
          <p:cNvSpPr/>
          <p:nvPr/>
        </p:nvSpPr>
        <p:spPr>
          <a:xfrm>
            <a:off x="3172180" y="3504944"/>
            <a:ext cx="967550" cy="514606"/>
          </a:xfrm>
          <a:prstGeom prst="flowChartProcess">
            <a:avLst/>
          </a:prstGeom>
          <a:noFill/>
          <a:ln>
            <a:solidFill>
              <a:srgbClr val="00C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B7A390C-D050-ADC0-B55F-029ADC646D4F}"/>
              </a:ext>
            </a:extLst>
          </p:cNvPr>
          <p:cNvCxnSpPr>
            <a:stCxn id="12" idx="3"/>
          </p:cNvCxnSpPr>
          <p:nvPr/>
        </p:nvCxnSpPr>
        <p:spPr>
          <a:xfrm flipV="1">
            <a:off x="4139730" y="3744974"/>
            <a:ext cx="522502" cy="0"/>
          </a:xfrm>
          <a:prstGeom prst="straightConnector1">
            <a:avLst/>
          </a:prstGeom>
          <a:ln w="22225">
            <a:solidFill>
              <a:srgbClr val="00CC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59AE32C-7A10-6AE8-5E44-FDB1EABF2157}"/>
                  </a:ext>
                </a:extLst>
              </p:cNvPr>
              <p:cNvSpPr txBox="1"/>
              <p:nvPr/>
            </p:nvSpPr>
            <p:spPr>
              <a:xfrm>
                <a:off x="4724400" y="3586175"/>
                <a:ext cx="1712328" cy="3006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.∗(</m:t>
                      </m:r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d>
                            <m:dPr>
                              <m:ctrlP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</m:sup>
                      </m:sSup>
                      <m:r>
                        <a:rPr lang="en-US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4AEA51B-3AFC-2607-50C2-86760E3E5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3586175"/>
                <a:ext cx="1712328" cy="300660"/>
              </a:xfrm>
              <a:prstGeom prst="rect">
                <a:avLst/>
              </a:prstGeom>
              <a:blipFill>
                <a:blip r:embed="rId14"/>
                <a:stretch>
                  <a:fillRect t="-6000" r="-3203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DF2AEE3-4444-1F81-F896-7CED586B1EB1}"/>
                  </a:ext>
                </a:extLst>
              </p:cNvPr>
              <p:cNvSpPr txBox="1"/>
              <p:nvPr/>
            </p:nvSpPr>
            <p:spPr>
              <a:xfrm>
                <a:off x="7849552" y="1079281"/>
                <a:ext cx="680314" cy="448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1D7D2F2-8D2C-22D5-A240-5E9AB8504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9552" y="1079281"/>
                <a:ext cx="680314" cy="448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0CC26D2-C93C-E7C6-DA6F-291780B70B71}"/>
                  </a:ext>
                </a:extLst>
              </p:cNvPr>
              <p:cNvSpPr txBox="1"/>
              <p:nvPr/>
            </p:nvSpPr>
            <p:spPr>
              <a:xfrm>
                <a:off x="7042467" y="918490"/>
                <a:ext cx="680314" cy="448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E82D281-6893-74B3-060F-2DC77D0B0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2467" y="918490"/>
                <a:ext cx="680314" cy="448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B82B2D4-1E9D-C1F4-5723-86F4B82CEA16}"/>
                  </a:ext>
                </a:extLst>
              </p:cNvPr>
              <p:cNvSpPr txBox="1"/>
              <p:nvPr/>
            </p:nvSpPr>
            <p:spPr>
              <a:xfrm>
                <a:off x="6231820" y="915355"/>
                <a:ext cx="680314" cy="448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C6D0E9-F28B-6B44-C641-48062C810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820" y="915355"/>
                <a:ext cx="680314" cy="448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CB93416-AA7B-AF70-2332-93786C29B40B}"/>
                  </a:ext>
                </a:extLst>
              </p:cNvPr>
              <p:cNvSpPr txBox="1"/>
              <p:nvPr/>
            </p:nvSpPr>
            <p:spPr>
              <a:xfrm>
                <a:off x="1593155" y="4174236"/>
                <a:ext cx="1376146" cy="541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No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𝜹</m:t>
                        </m:r>
                      </m:e>
                      <m:sup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CB93416-AA7B-AF70-2332-93786C29B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3155" y="4174236"/>
                <a:ext cx="1376146" cy="541110"/>
              </a:xfrm>
              <a:prstGeom prst="rect">
                <a:avLst/>
              </a:prstGeom>
              <a:blipFill>
                <a:blip r:embed="rId18"/>
                <a:stretch>
                  <a:fillRect l="-6637" b="-224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28827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B840F-F4C4-903B-F2DC-2D0A533A9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553DDC-6AC7-6F25-EF96-504269377490}"/>
              </a:ext>
            </a:extLst>
          </p:cNvPr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Gradient computation: Backpropagation algorithm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4AEB38D-A987-A84F-2BA3-6294E26889BE}"/>
              </a:ext>
            </a:extLst>
          </p:cNvPr>
          <p:cNvSpPr txBox="1"/>
          <p:nvPr/>
        </p:nvSpPr>
        <p:spPr>
          <a:xfrm>
            <a:off x="381000" y="84200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Intuition:              “error” of node    in layer   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5E0EB2-4094-1988-61B5-F3825257A67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672" y="956994"/>
            <a:ext cx="68580" cy="214884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B5B3963B-E840-79F7-3689-9F6AB73F30DF}"/>
              </a:ext>
            </a:extLst>
          </p:cNvPr>
          <p:cNvGrpSpPr/>
          <p:nvPr/>
        </p:nvGrpSpPr>
        <p:grpSpPr>
          <a:xfrm>
            <a:off x="5473984" y="1408178"/>
            <a:ext cx="3055882" cy="1588057"/>
            <a:chOff x="990599" y="738216"/>
            <a:chExt cx="3381620" cy="175733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B5DA9CB-650B-4DA3-0296-15E35D7DD57E}"/>
                </a:ext>
              </a:extLst>
            </p:cNvPr>
            <p:cNvGrpSpPr/>
            <p:nvPr/>
          </p:nvGrpSpPr>
          <p:grpSpPr>
            <a:xfrm>
              <a:off x="1239873" y="738216"/>
              <a:ext cx="2862230" cy="1432793"/>
              <a:chOff x="1905000" y="2190750"/>
              <a:chExt cx="3483917" cy="1744001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D92C8D60-D47B-3177-D95E-26A898C65666}"/>
                  </a:ext>
                </a:extLst>
              </p:cNvPr>
              <p:cNvSpPr/>
              <p:nvPr/>
            </p:nvSpPr>
            <p:spPr>
              <a:xfrm>
                <a:off x="1905000" y="318349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0F304E04-B8D3-AA16-0E25-4881923140C9}"/>
                  </a:ext>
                </a:extLst>
              </p:cNvPr>
              <p:cNvSpPr/>
              <p:nvPr/>
            </p:nvSpPr>
            <p:spPr>
              <a:xfrm>
                <a:off x="1905000" y="284853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F6EADD50-21BC-A711-265C-1504442E1D4E}"/>
                  </a:ext>
                </a:extLst>
              </p:cNvPr>
              <p:cNvSpPr/>
              <p:nvPr/>
            </p:nvSpPr>
            <p:spPr>
              <a:xfrm>
                <a:off x="1905000" y="251356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A0E446EC-CCB5-351A-061A-84F9A4935213}"/>
                  </a:ext>
                </a:extLst>
              </p:cNvPr>
              <p:cNvSpPr/>
              <p:nvPr/>
            </p:nvSpPr>
            <p:spPr>
              <a:xfrm>
                <a:off x="2899779" y="2190751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37D78862-ABBB-B93B-F22C-AA72186639D6}"/>
                  </a:ext>
                </a:extLst>
              </p:cNvPr>
              <p:cNvSpPr/>
              <p:nvPr/>
            </p:nvSpPr>
            <p:spPr>
              <a:xfrm>
                <a:off x="5102454" y="236976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904402EC-EBB5-2758-34FE-899032F2995C}"/>
                  </a:ext>
                </a:extLst>
              </p:cNvPr>
              <p:cNvCxnSpPr>
                <a:stCxn id="41" idx="6"/>
                <a:endCxn id="42" idx="2"/>
              </p:cNvCxnSpPr>
              <p:nvPr/>
            </p:nvCxnSpPr>
            <p:spPr>
              <a:xfrm flipV="1">
                <a:off x="2191463" y="2334552"/>
                <a:ext cx="708316" cy="3228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83BFF7D6-8B37-0BEB-5705-3224664C8494}"/>
                  </a:ext>
                </a:extLst>
              </p:cNvPr>
              <p:cNvCxnSpPr>
                <a:stCxn id="40" idx="6"/>
                <a:endCxn id="42" idx="2"/>
              </p:cNvCxnSpPr>
              <p:nvPr/>
            </p:nvCxnSpPr>
            <p:spPr>
              <a:xfrm flipV="1">
                <a:off x="2191463" y="2334552"/>
                <a:ext cx="708316" cy="6577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F43AEFC9-AFB2-2FE7-3DF2-1CF75B909A6E}"/>
                  </a:ext>
                </a:extLst>
              </p:cNvPr>
              <p:cNvCxnSpPr>
                <a:stCxn id="39" idx="6"/>
                <a:endCxn id="42" idx="2"/>
              </p:cNvCxnSpPr>
              <p:nvPr/>
            </p:nvCxnSpPr>
            <p:spPr>
              <a:xfrm flipV="1">
                <a:off x="2191463" y="2334552"/>
                <a:ext cx="708316" cy="9927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B68B304-AE20-E3FA-B231-5501C1AA1BA2}"/>
                  </a:ext>
                </a:extLst>
              </p:cNvPr>
              <p:cNvSpPr/>
              <p:nvPr/>
            </p:nvSpPr>
            <p:spPr>
              <a:xfrm>
                <a:off x="2899778" y="2564055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BEC06CB8-BAFE-428D-73D8-FD00E277A698}"/>
                  </a:ext>
                </a:extLst>
              </p:cNvPr>
              <p:cNvCxnSpPr>
                <a:stCxn id="41" idx="6"/>
                <a:endCxn id="47" idx="2"/>
              </p:cNvCxnSpPr>
              <p:nvPr/>
            </p:nvCxnSpPr>
            <p:spPr>
              <a:xfrm>
                <a:off x="2191463" y="2657369"/>
                <a:ext cx="708315" cy="5048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5D1F0A79-1E30-BE3E-BEAB-686F58B71193}"/>
                  </a:ext>
                </a:extLst>
              </p:cNvPr>
              <p:cNvCxnSpPr>
                <a:stCxn id="40" idx="6"/>
                <a:endCxn id="47" idx="2"/>
              </p:cNvCxnSpPr>
              <p:nvPr/>
            </p:nvCxnSpPr>
            <p:spPr>
              <a:xfrm flipV="1">
                <a:off x="2191463" y="2707856"/>
                <a:ext cx="708315" cy="2844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53FAA9D1-3E5C-2E6E-F93F-232950F04E66}"/>
                  </a:ext>
                </a:extLst>
              </p:cNvPr>
              <p:cNvCxnSpPr>
                <a:stCxn id="39" idx="6"/>
                <a:endCxn id="47" idx="2"/>
              </p:cNvCxnSpPr>
              <p:nvPr/>
            </p:nvCxnSpPr>
            <p:spPr>
              <a:xfrm flipV="1">
                <a:off x="2191463" y="2707856"/>
                <a:ext cx="708315" cy="61944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1C19743B-AB2F-2982-CFE0-8CF58BA40BB0}"/>
                  </a:ext>
                </a:extLst>
              </p:cNvPr>
              <p:cNvSpPr/>
              <p:nvPr/>
            </p:nvSpPr>
            <p:spPr>
              <a:xfrm>
                <a:off x="2899777" y="292277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6800A4CF-7F59-7671-3269-1B68B5E28CC2}"/>
                  </a:ext>
                </a:extLst>
              </p:cNvPr>
              <p:cNvCxnSpPr>
                <a:stCxn id="41" idx="6"/>
                <a:endCxn id="51" idx="2"/>
              </p:cNvCxnSpPr>
              <p:nvPr/>
            </p:nvCxnSpPr>
            <p:spPr>
              <a:xfrm>
                <a:off x="2191463" y="2657369"/>
                <a:ext cx="708314" cy="40920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07612804-79AF-24EA-1F34-0E90357AB187}"/>
                  </a:ext>
                </a:extLst>
              </p:cNvPr>
              <p:cNvCxnSpPr>
                <a:stCxn id="40" idx="6"/>
                <a:endCxn id="51" idx="2"/>
              </p:cNvCxnSpPr>
              <p:nvPr/>
            </p:nvCxnSpPr>
            <p:spPr>
              <a:xfrm>
                <a:off x="2191463" y="2992333"/>
                <a:ext cx="708314" cy="742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AA729776-EEE3-A9EF-9656-B056BF5417A8}"/>
                  </a:ext>
                </a:extLst>
              </p:cNvPr>
              <p:cNvCxnSpPr>
                <a:stCxn id="39" idx="6"/>
                <a:endCxn id="51" idx="2"/>
              </p:cNvCxnSpPr>
              <p:nvPr/>
            </p:nvCxnSpPr>
            <p:spPr>
              <a:xfrm flipV="1">
                <a:off x="2191463" y="3066578"/>
                <a:ext cx="708314" cy="2607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B0ED19A4-A0D5-8AC3-703A-41CC49D337FA}"/>
                  </a:ext>
                </a:extLst>
              </p:cNvPr>
              <p:cNvSpPr/>
              <p:nvPr/>
            </p:nvSpPr>
            <p:spPr>
              <a:xfrm>
                <a:off x="2899776" y="3273713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85D0F96C-0C5B-3BFB-2E89-0E1FFBC23CA1}"/>
                  </a:ext>
                </a:extLst>
              </p:cNvPr>
              <p:cNvCxnSpPr>
                <a:stCxn id="41" idx="6"/>
                <a:endCxn id="55" idx="2"/>
              </p:cNvCxnSpPr>
              <p:nvPr/>
            </p:nvCxnSpPr>
            <p:spPr>
              <a:xfrm>
                <a:off x="2191463" y="2657369"/>
                <a:ext cx="708313" cy="7601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8D60CA3D-DE03-CC7C-297C-956D6375C177}"/>
                  </a:ext>
                </a:extLst>
              </p:cNvPr>
              <p:cNvCxnSpPr>
                <a:stCxn id="40" idx="6"/>
                <a:endCxn id="55" idx="2"/>
              </p:cNvCxnSpPr>
              <p:nvPr/>
            </p:nvCxnSpPr>
            <p:spPr>
              <a:xfrm>
                <a:off x="2191463" y="2992333"/>
                <a:ext cx="708313" cy="4251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FE040E7A-FF92-FFBA-68EC-9AF02A1C2A10}"/>
                  </a:ext>
                </a:extLst>
              </p:cNvPr>
              <p:cNvCxnSpPr>
                <a:stCxn id="39" idx="6"/>
                <a:endCxn id="55" idx="2"/>
              </p:cNvCxnSpPr>
              <p:nvPr/>
            </p:nvCxnSpPr>
            <p:spPr>
              <a:xfrm>
                <a:off x="2191463" y="3327297"/>
                <a:ext cx="708313" cy="902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EE74410A-D0BC-23CA-0F9B-97D1E4430E4F}"/>
                  </a:ext>
                </a:extLst>
              </p:cNvPr>
              <p:cNvSpPr/>
              <p:nvPr/>
            </p:nvSpPr>
            <p:spPr>
              <a:xfrm>
                <a:off x="2899779" y="36385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4A7D4626-C676-23E8-A17B-0034E1B7A3D0}"/>
                  </a:ext>
                </a:extLst>
              </p:cNvPr>
              <p:cNvCxnSpPr>
                <a:stCxn id="41" idx="6"/>
                <a:endCxn id="59" idx="2"/>
              </p:cNvCxnSpPr>
              <p:nvPr/>
            </p:nvCxnSpPr>
            <p:spPr>
              <a:xfrm>
                <a:off x="2191463" y="2657369"/>
                <a:ext cx="708316" cy="112498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08172587-56BF-3ED5-BC21-93BE4B588075}"/>
                  </a:ext>
                </a:extLst>
              </p:cNvPr>
              <p:cNvCxnSpPr>
                <a:stCxn id="40" idx="6"/>
                <a:endCxn id="59" idx="2"/>
              </p:cNvCxnSpPr>
              <p:nvPr/>
            </p:nvCxnSpPr>
            <p:spPr>
              <a:xfrm>
                <a:off x="2191463" y="2992333"/>
                <a:ext cx="708316" cy="79001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CB2D3DD8-E29A-62A1-5BAA-67048F39735D}"/>
                  </a:ext>
                </a:extLst>
              </p:cNvPr>
              <p:cNvCxnSpPr>
                <a:stCxn id="39" idx="6"/>
                <a:endCxn id="59" idx="2"/>
              </p:cNvCxnSpPr>
              <p:nvPr/>
            </p:nvCxnSpPr>
            <p:spPr>
              <a:xfrm>
                <a:off x="2191463" y="3327297"/>
                <a:ext cx="708316" cy="45505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DDE4DB1C-4F69-4726-BE59-6092BBA0FDBF}"/>
                  </a:ext>
                </a:extLst>
              </p:cNvPr>
              <p:cNvSpPr/>
              <p:nvPr/>
            </p:nvSpPr>
            <p:spPr>
              <a:xfrm>
                <a:off x="4028197" y="21907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60237658-2509-6446-54B5-2C170BA7361D}"/>
                  </a:ext>
                </a:extLst>
              </p:cNvPr>
              <p:cNvCxnSpPr>
                <a:stCxn id="42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7FF875C5-8D35-2CDA-D876-C8D00F533F5F}"/>
                  </a:ext>
                </a:extLst>
              </p:cNvPr>
              <p:cNvCxnSpPr>
                <a:stCxn id="47" idx="6"/>
                <a:endCxn id="63" idx="2"/>
              </p:cNvCxnSpPr>
              <p:nvPr/>
            </p:nvCxnSpPr>
            <p:spPr>
              <a:xfrm flipV="1">
                <a:off x="3186241" y="233455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CE7F7C23-6910-45A3-CDE6-C7E086178544}"/>
                  </a:ext>
                </a:extLst>
              </p:cNvPr>
              <p:cNvCxnSpPr>
                <a:stCxn id="51" idx="6"/>
                <a:endCxn id="63" idx="2"/>
              </p:cNvCxnSpPr>
              <p:nvPr/>
            </p:nvCxnSpPr>
            <p:spPr>
              <a:xfrm flipV="1">
                <a:off x="3186240" y="2334551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6B1C3189-FCD9-542E-35E0-B0FBB38EAF53}"/>
                  </a:ext>
                </a:extLst>
              </p:cNvPr>
              <p:cNvCxnSpPr>
                <a:stCxn id="55" idx="6"/>
                <a:endCxn id="63" idx="2"/>
              </p:cNvCxnSpPr>
              <p:nvPr/>
            </p:nvCxnSpPr>
            <p:spPr>
              <a:xfrm flipV="1">
                <a:off x="3186239" y="2334551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98E2F5E9-71D8-6728-BD39-32264FBF8D01}"/>
                  </a:ext>
                </a:extLst>
              </p:cNvPr>
              <p:cNvCxnSpPr>
                <a:stCxn id="59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447800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7E96DC8B-279D-470D-7AAC-325BCA199E7D}"/>
                  </a:ext>
                </a:extLst>
              </p:cNvPr>
              <p:cNvSpPr/>
              <p:nvPr/>
            </p:nvSpPr>
            <p:spPr>
              <a:xfrm>
                <a:off x="4028196" y="256852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3A2ABEFD-FB74-E50E-55BE-2102D3471298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41" y="2712329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C078D52F-87CF-E79B-5D03-7FC5268DADED}"/>
                  </a:ext>
                </a:extLst>
              </p:cNvPr>
              <p:cNvCxnSpPr>
                <a:stCxn id="51" idx="6"/>
                <a:endCxn id="69" idx="2"/>
              </p:cNvCxnSpPr>
              <p:nvPr/>
            </p:nvCxnSpPr>
            <p:spPr>
              <a:xfrm flipV="1">
                <a:off x="3186240" y="2712329"/>
                <a:ext cx="841956" cy="3542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DC095F0E-8239-BF72-8D77-1254AFDF79B7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9" y="2712329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201EF529-25DC-8F2D-E144-B1B5D57286AE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8" y="2712329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A455E266-E2F4-7803-BE8C-E1A47C183824}"/>
                  </a:ext>
                </a:extLst>
              </p:cNvPr>
              <p:cNvCxnSpPr>
                <a:stCxn id="42" idx="6"/>
                <a:endCxn id="69" idx="2"/>
              </p:cNvCxnSpPr>
              <p:nvPr/>
            </p:nvCxnSpPr>
            <p:spPr>
              <a:xfrm>
                <a:off x="3186242" y="2334552"/>
                <a:ext cx="841954" cy="3777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55EAB576-ACC7-1AB6-D9C3-6073A0376C7A}"/>
                  </a:ext>
                </a:extLst>
              </p:cNvPr>
              <p:cNvSpPr/>
              <p:nvPr/>
            </p:nvSpPr>
            <p:spPr>
              <a:xfrm>
                <a:off x="4030044" y="291568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ACCC500B-787D-5E58-F74F-DE6A3EBBF1AF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9" y="3059487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4713D8DF-3175-6B18-ECE8-6BA501B27DFF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8" y="3059487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F5FC8885-73C0-4439-BB57-F3AC457BC717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7" y="3059487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E1801B80-8F8B-530A-868A-1DE016C31302}"/>
                  </a:ext>
                </a:extLst>
              </p:cNvPr>
              <p:cNvCxnSpPr>
                <a:stCxn id="47" idx="6"/>
                <a:endCxn id="75" idx="2"/>
              </p:cNvCxnSpPr>
              <p:nvPr/>
            </p:nvCxnSpPr>
            <p:spPr>
              <a:xfrm>
                <a:off x="3186241" y="2707856"/>
                <a:ext cx="843803" cy="35163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DF021D43-8187-FD7C-0AA1-A29B55DDA244}"/>
                  </a:ext>
                </a:extLst>
              </p:cNvPr>
              <p:cNvCxnSpPr>
                <a:stCxn id="42" idx="6"/>
                <a:endCxn id="75" idx="2"/>
              </p:cNvCxnSpPr>
              <p:nvPr/>
            </p:nvCxnSpPr>
            <p:spPr>
              <a:xfrm>
                <a:off x="3186242" y="2334552"/>
                <a:ext cx="843802" cy="72493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CB2CF7C4-29A1-946A-2C81-722361C5D7D6}"/>
                  </a:ext>
                </a:extLst>
              </p:cNvPr>
              <p:cNvSpPr/>
              <p:nvPr/>
            </p:nvSpPr>
            <p:spPr>
              <a:xfrm>
                <a:off x="4028195" y="326390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16F5CE22-D546-3AC0-A7D0-B45866153FFF}"/>
                  </a:ext>
                </a:extLst>
              </p:cNvPr>
              <p:cNvCxnSpPr>
                <a:stCxn id="55" idx="6"/>
                <a:endCxn id="84" idx="2"/>
              </p:cNvCxnSpPr>
              <p:nvPr/>
            </p:nvCxnSpPr>
            <p:spPr>
              <a:xfrm flipV="1">
                <a:off x="3186239" y="3407701"/>
                <a:ext cx="841956" cy="981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22AD5A05-4A35-BB02-191D-384C9788A9AE}"/>
                  </a:ext>
                </a:extLst>
              </p:cNvPr>
              <p:cNvCxnSpPr>
                <a:endCxn id="84" idx="2"/>
              </p:cNvCxnSpPr>
              <p:nvPr/>
            </p:nvCxnSpPr>
            <p:spPr>
              <a:xfrm flipV="1">
                <a:off x="3186239" y="340770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49454D0F-5C0F-F1E4-0039-277F6E6F006C}"/>
                  </a:ext>
                </a:extLst>
              </p:cNvPr>
              <p:cNvCxnSpPr>
                <a:stCxn id="51" idx="6"/>
                <a:endCxn id="84" idx="2"/>
              </p:cNvCxnSpPr>
              <p:nvPr/>
            </p:nvCxnSpPr>
            <p:spPr>
              <a:xfrm>
                <a:off x="3186240" y="3066578"/>
                <a:ext cx="841955" cy="34112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4B4C6151-2CD7-142B-C365-F4842DE969BB}"/>
                  </a:ext>
                </a:extLst>
              </p:cNvPr>
              <p:cNvCxnSpPr>
                <a:stCxn id="47" idx="6"/>
                <a:endCxn id="84" idx="2"/>
              </p:cNvCxnSpPr>
              <p:nvPr/>
            </p:nvCxnSpPr>
            <p:spPr>
              <a:xfrm>
                <a:off x="3186241" y="2707856"/>
                <a:ext cx="841954" cy="6998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F938EADD-20E3-93B9-9095-9BC34129AD31}"/>
                  </a:ext>
                </a:extLst>
              </p:cNvPr>
              <p:cNvCxnSpPr>
                <a:stCxn id="42" idx="6"/>
                <a:endCxn id="84" idx="2"/>
              </p:cNvCxnSpPr>
              <p:nvPr/>
            </p:nvCxnSpPr>
            <p:spPr>
              <a:xfrm>
                <a:off x="3186242" y="2334552"/>
                <a:ext cx="841953" cy="10731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EB2B8665-8468-1578-8E95-2D2CA1ED83C0}"/>
                  </a:ext>
                </a:extLst>
              </p:cNvPr>
              <p:cNvSpPr/>
              <p:nvPr/>
            </p:nvSpPr>
            <p:spPr>
              <a:xfrm>
                <a:off x="4028194" y="36471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B052C27B-F519-5F01-1FC2-73D9EC4496C5}"/>
                  </a:ext>
                </a:extLst>
              </p:cNvPr>
              <p:cNvCxnSpPr>
                <a:endCxn id="90" idx="2"/>
              </p:cNvCxnSpPr>
              <p:nvPr/>
            </p:nvCxnSpPr>
            <p:spPr>
              <a:xfrm flipV="1">
                <a:off x="3186239" y="37909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B96898F2-FBBC-6E05-0BAE-7B09AE8F10BC}"/>
                  </a:ext>
                </a:extLst>
              </p:cNvPr>
              <p:cNvCxnSpPr>
                <a:stCxn id="55" idx="6"/>
                <a:endCxn id="90" idx="2"/>
              </p:cNvCxnSpPr>
              <p:nvPr/>
            </p:nvCxnSpPr>
            <p:spPr>
              <a:xfrm>
                <a:off x="3186239" y="3417514"/>
                <a:ext cx="841955" cy="37343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5A34A773-E8E0-B9F4-03FA-FA265062B4AC}"/>
                  </a:ext>
                </a:extLst>
              </p:cNvPr>
              <p:cNvCxnSpPr>
                <a:stCxn id="51" idx="6"/>
                <a:endCxn id="90" idx="2"/>
              </p:cNvCxnSpPr>
              <p:nvPr/>
            </p:nvCxnSpPr>
            <p:spPr>
              <a:xfrm>
                <a:off x="3186240" y="3066578"/>
                <a:ext cx="841954" cy="72437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03D456C2-8EBA-7532-A0DB-40C9F0538214}"/>
                  </a:ext>
                </a:extLst>
              </p:cNvPr>
              <p:cNvCxnSpPr>
                <a:stCxn id="47" idx="6"/>
                <a:endCxn id="90" idx="2"/>
              </p:cNvCxnSpPr>
              <p:nvPr/>
            </p:nvCxnSpPr>
            <p:spPr>
              <a:xfrm>
                <a:off x="3186241" y="2707856"/>
                <a:ext cx="841953" cy="108309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9F7D31A4-C409-3F6C-20AC-54A0DB8BBF8A}"/>
                  </a:ext>
                </a:extLst>
              </p:cNvPr>
              <p:cNvCxnSpPr>
                <a:stCxn id="42" idx="6"/>
                <a:endCxn id="90" idx="2"/>
              </p:cNvCxnSpPr>
              <p:nvPr/>
            </p:nvCxnSpPr>
            <p:spPr>
              <a:xfrm>
                <a:off x="3186242" y="2334552"/>
                <a:ext cx="841952" cy="145639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FB617EF0-A0D9-CC64-89E9-090828F3A0AE}"/>
                  </a:ext>
                </a:extLst>
              </p:cNvPr>
              <p:cNvCxnSpPr>
                <a:stCxn id="63" idx="6"/>
                <a:endCxn id="43" idx="2"/>
              </p:cNvCxnSpPr>
              <p:nvPr/>
            </p:nvCxnSpPr>
            <p:spPr>
              <a:xfrm>
                <a:off x="4314660" y="2334551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1F513E72-AE6D-3A4C-8E44-A890944AFB20}"/>
                  </a:ext>
                </a:extLst>
              </p:cNvPr>
              <p:cNvCxnSpPr>
                <a:stCxn id="69" idx="6"/>
                <a:endCxn id="43" idx="2"/>
              </p:cNvCxnSpPr>
              <p:nvPr/>
            </p:nvCxnSpPr>
            <p:spPr>
              <a:xfrm flipV="1">
                <a:off x="4314659" y="2513568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AD3B7DDB-D970-B37C-5129-278624AB219C}"/>
                  </a:ext>
                </a:extLst>
              </p:cNvPr>
              <p:cNvCxnSpPr>
                <a:stCxn id="75" idx="6"/>
                <a:endCxn id="43" idx="2"/>
              </p:cNvCxnSpPr>
              <p:nvPr/>
            </p:nvCxnSpPr>
            <p:spPr>
              <a:xfrm flipV="1">
                <a:off x="4316507" y="2513568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0923D8DD-DC78-241E-92FF-6A9843A2DD43}"/>
                  </a:ext>
                </a:extLst>
              </p:cNvPr>
              <p:cNvCxnSpPr>
                <a:stCxn id="84" idx="6"/>
                <a:endCxn id="43" idx="2"/>
              </p:cNvCxnSpPr>
              <p:nvPr/>
            </p:nvCxnSpPr>
            <p:spPr>
              <a:xfrm flipV="1">
                <a:off x="4314658" y="2513568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2820D98B-3446-8CFE-BFC8-9972ED5F8A28}"/>
                  </a:ext>
                </a:extLst>
              </p:cNvPr>
              <p:cNvCxnSpPr>
                <a:stCxn id="90" idx="6"/>
                <a:endCxn id="43" idx="2"/>
              </p:cNvCxnSpPr>
              <p:nvPr/>
            </p:nvCxnSpPr>
            <p:spPr>
              <a:xfrm flipV="1">
                <a:off x="4314657" y="2513568"/>
                <a:ext cx="787797" cy="127738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F6340A1D-DAA4-6C2F-FA25-B2BF617F7569}"/>
                  </a:ext>
                </a:extLst>
              </p:cNvPr>
              <p:cNvSpPr/>
              <p:nvPr/>
            </p:nvSpPr>
            <p:spPr>
              <a:xfrm>
                <a:off x="5102453" y="27456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764FB6A2-78D0-B758-9755-669D17839550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>
                <a:off x="4314659" y="27104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4F757C95-F81D-59E2-E92A-910B294BF6BB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8" y="28894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1D0D9C39-6E9E-644D-74CF-0B9EE281C205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6506" y="2889453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66DAF093-E09F-1C1D-FC61-DB5E5A964757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7" y="2889453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78718C20-B18E-BA00-5639-3E622EFBA2DE}"/>
                  </a:ext>
                </a:extLst>
              </p:cNvPr>
              <p:cNvCxnSpPr>
                <a:stCxn id="63" idx="6"/>
                <a:endCxn id="101" idx="2"/>
              </p:cNvCxnSpPr>
              <p:nvPr/>
            </p:nvCxnSpPr>
            <p:spPr>
              <a:xfrm>
                <a:off x="4314660" y="2334551"/>
                <a:ext cx="787793" cy="5549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738C28D0-A7DA-715A-987D-68C88098EE7D}"/>
                  </a:ext>
                </a:extLst>
              </p:cNvPr>
              <p:cNvSpPr/>
              <p:nvPr/>
            </p:nvSpPr>
            <p:spPr>
              <a:xfrm>
                <a:off x="5102452" y="3088214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33472E15-18B7-7FB2-9BFA-1FEE1F332831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>
                <a:off x="4314658" y="3052998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E8E3D61D-BA0E-186C-7261-638279A58D0E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4657" y="3232015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7AC230CE-86E8-C6FA-A615-A20E597C20D3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6505" y="3232015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9FABB531-5CE2-164E-5D60-2D6C8145D16A}"/>
                  </a:ext>
                </a:extLst>
              </p:cNvPr>
              <p:cNvCxnSpPr>
                <a:stCxn id="69" idx="6"/>
                <a:endCxn id="107" idx="2"/>
              </p:cNvCxnSpPr>
              <p:nvPr/>
            </p:nvCxnSpPr>
            <p:spPr>
              <a:xfrm>
                <a:off x="4314659" y="2712329"/>
                <a:ext cx="787793" cy="51968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B7097CE6-584A-2604-8C85-A7200608E4A7}"/>
                  </a:ext>
                </a:extLst>
              </p:cNvPr>
              <p:cNvCxnSpPr>
                <a:stCxn id="63" idx="6"/>
                <a:endCxn id="107" idx="2"/>
              </p:cNvCxnSpPr>
              <p:nvPr/>
            </p:nvCxnSpPr>
            <p:spPr>
              <a:xfrm>
                <a:off x="4314660" y="2334551"/>
                <a:ext cx="787792" cy="89746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DDE8FDF5-5BF5-6AD2-DD9E-6EBCAE57AB64}"/>
                  </a:ext>
                </a:extLst>
              </p:cNvPr>
              <p:cNvSpPr/>
              <p:nvPr/>
            </p:nvSpPr>
            <p:spPr>
              <a:xfrm>
                <a:off x="5102454" y="34505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03598A9D-F910-6D1D-AC3F-84689EB26AA9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>
                <a:off x="4314660" y="34153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8B13317E-8398-1295-1955-A1DBF0C257BE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 flipV="1">
                <a:off x="4314659" y="35943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8C02F2F7-D75F-C36F-70FF-7024F89714CD}"/>
                  </a:ext>
                </a:extLst>
              </p:cNvPr>
              <p:cNvCxnSpPr>
                <a:stCxn id="75" idx="6"/>
                <a:endCxn id="113" idx="2"/>
              </p:cNvCxnSpPr>
              <p:nvPr/>
            </p:nvCxnSpPr>
            <p:spPr>
              <a:xfrm>
                <a:off x="4316507" y="3059487"/>
                <a:ext cx="785947" cy="53486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AACBB846-43AC-1288-9556-1101BE7B3E71}"/>
                  </a:ext>
                </a:extLst>
              </p:cNvPr>
              <p:cNvCxnSpPr>
                <a:stCxn id="69" idx="6"/>
                <a:endCxn id="113" idx="2"/>
              </p:cNvCxnSpPr>
              <p:nvPr/>
            </p:nvCxnSpPr>
            <p:spPr>
              <a:xfrm>
                <a:off x="4314659" y="2712329"/>
                <a:ext cx="787795" cy="88202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Arrow Connector 117">
                <a:extLst>
                  <a:ext uri="{FF2B5EF4-FFF2-40B4-BE49-F238E27FC236}">
                    <a16:creationId xmlns:a16="http://schemas.microsoft.com/office/drawing/2014/main" id="{7CB7C00A-4E91-0E95-7D97-AA3E95826CE3}"/>
                  </a:ext>
                </a:extLst>
              </p:cNvPr>
              <p:cNvCxnSpPr>
                <a:stCxn id="63" idx="6"/>
                <a:endCxn id="113" idx="2"/>
              </p:cNvCxnSpPr>
              <p:nvPr/>
            </p:nvCxnSpPr>
            <p:spPr>
              <a:xfrm>
                <a:off x="4314660" y="2334551"/>
                <a:ext cx="787794" cy="12598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14516AC-BF10-7C43-B948-64FE06B6CB36}"/>
                </a:ext>
              </a:extLst>
            </p:cNvPr>
            <p:cNvSpPr txBox="1"/>
            <p:nvPr/>
          </p:nvSpPr>
          <p:spPr>
            <a:xfrm>
              <a:off x="99059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99491AC-9FE5-9871-0905-90A4516F8E76}"/>
                </a:ext>
              </a:extLst>
            </p:cNvPr>
            <p:cNvSpPr txBox="1"/>
            <p:nvPr/>
          </p:nvSpPr>
          <p:spPr>
            <a:xfrm>
              <a:off x="178701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4C7597C-9430-3807-4EDF-8E2016088E3E}"/>
                </a:ext>
              </a:extLst>
            </p:cNvPr>
            <p:cNvSpPr txBox="1"/>
            <p:nvPr/>
          </p:nvSpPr>
          <p:spPr>
            <a:xfrm>
              <a:off x="2715597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BC5DC5F-783F-1668-A3D5-D913B421A5D1}"/>
                </a:ext>
              </a:extLst>
            </p:cNvPr>
            <p:cNvSpPr txBox="1"/>
            <p:nvPr/>
          </p:nvSpPr>
          <p:spPr>
            <a:xfrm>
              <a:off x="3596641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4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756EA1B-5432-FF7D-08EA-1765BB70832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502" y="978095"/>
            <a:ext cx="125730" cy="2628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A97A86-F23A-651B-B5D1-2AE4452EC78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376" y="878019"/>
            <a:ext cx="722376" cy="450342"/>
          </a:xfrm>
          <a:prstGeom prst="rect">
            <a:avLst/>
          </a:prstGeom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5F53975E-FAAA-E0F2-844F-64CFA873C9E7}"/>
              </a:ext>
            </a:extLst>
          </p:cNvPr>
          <p:cNvSpPr txBox="1"/>
          <p:nvPr/>
        </p:nvSpPr>
        <p:spPr>
          <a:xfrm>
            <a:off x="388706" y="1704673"/>
            <a:ext cx="4458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each output unit (layer L = 4)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AE83BB-5284-E2EE-5D29-7E063124C7A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52" y="2177034"/>
            <a:ext cx="1965960" cy="4503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6BAF6B-C3B8-8AFD-62A7-401197FE7F54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52" y="2891268"/>
            <a:ext cx="3627882" cy="3474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30DA2A-BE96-60D7-839B-91AD2A650751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52" y="3593592"/>
            <a:ext cx="3627882" cy="3474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9D97E86-2CF8-7D0B-01DE-5EBBDEB5B3E6}"/>
                  </a:ext>
                </a:extLst>
              </p:cNvPr>
              <p:cNvSpPr txBox="1"/>
              <p:nvPr/>
            </p:nvSpPr>
            <p:spPr>
              <a:xfrm>
                <a:off x="7849552" y="1079281"/>
                <a:ext cx="680314" cy="448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1D7D2F2-8D2C-22D5-A240-5E9AB8504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9552" y="1079281"/>
                <a:ext cx="680314" cy="448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3B431EA-17F1-75EC-0FE6-33808DE16C6F}"/>
                  </a:ext>
                </a:extLst>
              </p:cNvPr>
              <p:cNvSpPr txBox="1"/>
              <p:nvPr/>
            </p:nvSpPr>
            <p:spPr>
              <a:xfrm>
                <a:off x="7042467" y="918490"/>
                <a:ext cx="680314" cy="448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E82D281-6893-74B3-060F-2DC77D0B0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2467" y="918490"/>
                <a:ext cx="680314" cy="448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859D8B2-151D-495A-05F3-285F80FB9A6B}"/>
                  </a:ext>
                </a:extLst>
              </p:cNvPr>
              <p:cNvSpPr txBox="1"/>
              <p:nvPr/>
            </p:nvSpPr>
            <p:spPr>
              <a:xfrm>
                <a:off x="6231820" y="915355"/>
                <a:ext cx="680314" cy="448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C6D0E9-F28B-6B44-C641-48062C810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820" y="915355"/>
                <a:ext cx="680314" cy="448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5C716C5-4011-1497-7A60-D028E4259189}"/>
                  </a:ext>
                </a:extLst>
              </p:cNvPr>
              <p:cNvSpPr txBox="1"/>
              <p:nvPr/>
            </p:nvSpPr>
            <p:spPr>
              <a:xfrm>
                <a:off x="996876" y="4237398"/>
                <a:ext cx="1618264" cy="776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bSup>
                            <m:sSubSupPr>
                              <m:ctrlPr>
                                <a:rPr lang="en-US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l-GR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𝜣</m:t>
                              </m:r>
                            </m:e>
                            <m:sub>
                              <m:r>
                                <a:rPr lang="en-US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𝒊𝒋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𝒍</m:t>
                                  </m:r>
                                </m:e>
                              </m:d>
                            </m:sup>
                          </m:sSubSup>
                        </m:den>
                      </m:f>
                      <m:r>
                        <a:rPr lang="en-US" sz="2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𝑱</m:t>
                      </m:r>
                      <m:d>
                        <m:dPr>
                          <m:ctrlP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𝜣</m:t>
                          </m:r>
                        </m:e>
                      </m:d>
                      <m:r>
                        <a:rPr lang="en-US" sz="2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sz="20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5C716C5-4011-1497-7A60-D028E4259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876" y="4237398"/>
                <a:ext cx="1618264" cy="776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8ED3401-DFFA-8387-ABD4-3DADC3E94E49}"/>
              </a:ext>
            </a:extLst>
          </p:cNvPr>
          <p:cNvCxnSpPr/>
          <p:nvPr/>
        </p:nvCxnSpPr>
        <p:spPr>
          <a:xfrm>
            <a:off x="2763431" y="4625453"/>
            <a:ext cx="1094167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001C1EE-AA1B-46AA-EBD7-7D55B0CEF3D4}"/>
              </a:ext>
            </a:extLst>
          </p:cNvPr>
          <p:cNvSpPr txBox="1"/>
          <p:nvPr/>
        </p:nvSpPr>
        <p:spPr>
          <a:xfrm>
            <a:off x="4105883" y="4442374"/>
            <a:ext cx="2902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Gradient Term, Remember!!!</a:t>
            </a:r>
          </a:p>
        </p:txBody>
      </p:sp>
    </p:spTree>
    <p:extLst>
      <p:ext uri="{BB962C8B-B14F-4D97-AF65-F5344CB8AC3E}">
        <p14:creationId xmlns:p14="http://schemas.microsoft.com/office/powerpoint/2010/main" val="36223954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7049A-C478-B3E9-DF97-AAD02F976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8DC739-98CC-0D75-90D6-F0DCFF64541E}"/>
              </a:ext>
            </a:extLst>
          </p:cNvPr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Gradient computation: Backpropagation algorithm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9CE7FBA-6D68-4A84-C7A3-F64A6073585C}"/>
              </a:ext>
            </a:extLst>
          </p:cNvPr>
          <p:cNvSpPr txBox="1"/>
          <p:nvPr/>
        </p:nvSpPr>
        <p:spPr>
          <a:xfrm>
            <a:off x="381000" y="84200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Intuition:              “error” of node    in layer   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50C2EB-B05D-1875-B77A-FDD60032141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672" y="956994"/>
            <a:ext cx="68580" cy="214884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95993093-12C3-2A71-AD75-89462619114C}"/>
              </a:ext>
            </a:extLst>
          </p:cNvPr>
          <p:cNvGrpSpPr/>
          <p:nvPr/>
        </p:nvGrpSpPr>
        <p:grpSpPr>
          <a:xfrm>
            <a:off x="6066227" y="747415"/>
            <a:ext cx="3055882" cy="1588057"/>
            <a:chOff x="990599" y="738216"/>
            <a:chExt cx="3381620" cy="175733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26317BB-4C4D-230E-3A7C-6BC5423C9BC9}"/>
                </a:ext>
              </a:extLst>
            </p:cNvPr>
            <p:cNvGrpSpPr/>
            <p:nvPr/>
          </p:nvGrpSpPr>
          <p:grpSpPr>
            <a:xfrm>
              <a:off x="1239873" y="738216"/>
              <a:ext cx="2862230" cy="1432793"/>
              <a:chOff x="1905000" y="2190750"/>
              <a:chExt cx="3483917" cy="1744001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F0D1270A-5988-DEEC-F568-2B9D24DF1640}"/>
                  </a:ext>
                </a:extLst>
              </p:cNvPr>
              <p:cNvSpPr/>
              <p:nvPr/>
            </p:nvSpPr>
            <p:spPr>
              <a:xfrm>
                <a:off x="1905000" y="318349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F8D0DB64-587A-286D-6DBE-1D010E5DABBD}"/>
                  </a:ext>
                </a:extLst>
              </p:cNvPr>
              <p:cNvSpPr/>
              <p:nvPr/>
            </p:nvSpPr>
            <p:spPr>
              <a:xfrm>
                <a:off x="1905000" y="284853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03DAE8E0-F16E-4B21-DA8C-995BDC9498BE}"/>
                  </a:ext>
                </a:extLst>
              </p:cNvPr>
              <p:cNvSpPr/>
              <p:nvPr/>
            </p:nvSpPr>
            <p:spPr>
              <a:xfrm>
                <a:off x="1905000" y="251356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82DDB18B-6630-2A4C-F791-6AB39E45585F}"/>
                  </a:ext>
                </a:extLst>
              </p:cNvPr>
              <p:cNvSpPr/>
              <p:nvPr/>
            </p:nvSpPr>
            <p:spPr>
              <a:xfrm>
                <a:off x="2899779" y="2190751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4A18B871-7BE1-00E1-BEB1-C12573BBF79A}"/>
                  </a:ext>
                </a:extLst>
              </p:cNvPr>
              <p:cNvSpPr/>
              <p:nvPr/>
            </p:nvSpPr>
            <p:spPr>
              <a:xfrm>
                <a:off x="5102454" y="236976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36E2A32A-AB5B-0C2F-930C-CFA69C306E67}"/>
                  </a:ext>
                </a:extLst>
              </p:cNvPr>
              <p:cNvCxnSpPr>
                <a:stCxn id="41" idx="6"/>
                <a:endCxn id="42" idx="2"/>
              </p:cNvCxnSpPr>
              <p:nvPr/>
            </p:nvCxnSpPr>
            <p:spPr>
              <a:xfrm flipV="1">
                <a:off x="2191463" y="2334552"/>
                <a:ext cx="708316" cy="3228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C90E9252-D388-CA00-3D0D-30FF93F449F0}"/>
                  </a:ext>
                </a:extLst>
              </p:cNvPr>
              <p:cNvCxnSpPr>
                <a:stCxn id="40" idx="6"/>
                <a:endCxn id="42" idx="2"/>
              </p:cNvCxnSpPr>
              <p:nvPr/>
            </p:nvCxnSpPr>
            <p:spPr>
              <a:xfrm flipV="1">
                <a:off x="2191463" y="2334552"/>
                <a:ext cx="708316" cy="6577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7DD5612F-95D8-848A-40CE-B949C195A9FC}"/>
                  </a:ext>
                </a:extLst>
              </p:cNvPr>
              <p:cNvCxnSpPr>
                <a:stCxn id="39" idx="6"/>
                <a:endCxn id="42" idx="2"/>
              </p:cNvCxnSpPr>
              <p:nvPr/>
            </p:nvCxnSpPr>
            <p:spPr>
              <a:xfrm flipV="1">
                <a:off x="2191463" y="2334552"/>
                <a:ext cx="708316" cy="9927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C47BFC92-FB8F-A217-B677-13D62C157536}"/>
                  </a:ext>
                </a:extLst>
              </p:cNvPr>
              <p:cNvSpPr/>
              <p:nvPr/>
            </p:nvSpPr>
            <p:spPr>
              <a:xfrm>
                <a:off x="2899778" y="2564055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B358014B-206B-F566-986F-F10B1EA5516B}"/>
                  </a:ext>
                </a:extLst>
              </p:cNvPr>
              <p:cNvCxnSpPr>
                <a:stCxn id="41" idx="6"/>
                <a:endCxn id="47" idx="2"/>
              </p:cNvCxnSpPr>
              <p:nvPr/>
            </p:nvCxnSpPr>
            <p:spPr>
              <a:xfrm>
                <a:off x="2191463" y="2657369"/>
                <a:ext cx="708315" cy="5048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A67013A3-C663-B853-9D07-D30BCF435C65}"/>
                  </a:ext>
                </a:extLst>
              </p:cNvPr>
              <p:cNvCxnSpPr>
                <a:stCxn id="40" idx="6"/>
                <a:endCxn id="47" idx="2"/>
              </p:cNvCxnSpPr>
              <p:nvPr/>
            </p:nvCxnSpPr>
            <p:spPr>
              <a:xfrm flipV="1">
                <a:off x="2191463" y="2707856"/>
                <a:ext cx="708315" cy="2844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5BF9AD01-FA85-2407-168C-F83143DC718E}"/>
                  </a:ext>
                </a:extLst>
              </p:cNvPr>
              <p:cNvCxnSpPr>
                <a:stCxn id="39" idx="6"/>
                <a:endCxn id="47" idx="2"/>
              </p:cNvCxnSpPr>
              <p:nvPr/>
            </p:nvCxnSpPr>
            <p:spPr>
              <a:xfrm flipV="1">
                <a:off x="2191463" y="2707856"/>
                <a:ext cx="708315" cy="61944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51DC3377-19B3-9503-61F4-BBE640FBC8C9}"/>
                  </a:ext>
                </a:extLst>
              </p:cNvPr>
              <p:cNvSpPr/>
              <p:nvPr/>
            </p:nvSpPr>
            <p:spPr>
              <a:xfrm>
                <a:off x="2899777" y="292277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57762662-5EC1-A0AD-1049-95929B745DE0}"/>
                  </a:ext>
                </a:extLst>
              </p:cNvPr>
              <p:cNvCxnSpPr>
                <a:stCxn id="41" idx="6"/>
                <a:endCxn id="51" idx="2"/>
              </p:cNvCxnSpPr>
              <p:nvPr/>
            </p:nvCxnSpPr>
            <p:spPr>
              <a:xfrm>
                <a:off x="2191463" y="2657369"/>
                <a:ext cx="708314" cy="40920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55F4199D-2982-165C-DBA0-3849E3B68F30}"/>
                  </a:ext>
                </a:extLst>
              </p:cNvPr>
              <p:cNvCxnSpPr>
                <a:stCxn id="40" idx="6"/>
                <a:endCxn id="51" idx="2"/>
              </p:cNvCxnSpPr>
              <p:nvPr/>
            </p:nvCxnSpPr>
            <p:spPr>
              <a:xfrm>
                <a:off x="2191463" y="2992333"/>
                <a:ext cx="708314" cy="742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001EBAC0-3AB2-9CC3-C473-FD2CF0573216}"/>
                  </a:ext>
                </a:extLst>
              </p:cNvPr>
              <p:cNvCxnSpPr>
                <a:stCxn id="39" idx="6"/>
                <a:endCxn id="51" idx="2"/>
              </p:cNvCxnSpPr>
              <p:nvPr/>
            </p:nvCxnSpPr>
            <p:spPr>
              <a:xfrm flipV="1">
                <a:off x="2191463" y="3066578"/>
                <a:ext cx="708314" cy="2607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E2E8AFFE-7E3B-AE85-403D-25F1012BC57F}"/>
                  </a:ext>
                </a:extLst>
              </p:cNvPr>
              <p:cNvSpPr/>
              <p:nvPr/>
            </p:nvSpPr>
            <p:spPr>
              <a:xfrm>
                <a:off x="2899776" y="3273713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09E5F92C-A1CB-C601-8BA1-8ADAE356953B}"/>
                  </a:ext>
                </a:extLst>
              </p:cNvPr>
              <p:cNvCxnSpPr>
                <a:stCxn id="41" idx="6"/>
                <a:endCxn id="55" idx="2"/>
              </p:cNvCxnSpPr>
              <p:nvPr/>
            </p:nvCxnSpPr>
            <p:spPr>
              <a:xfrm>
                <a:off x="2191463" y="2657369"/>
                <a:ext cx="708313" cy="7601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90701699-B555-511E-A3A5-9F239A99583C}"/>
                  </a:ext>
                </a:extLst>
              </p:cNvPr>
              <p:cNvCxnSpPr>
                <a:stCxn id="40" idx="6"/>
                <a:endCxn id="55" idx="2"/>
              </p:cNvCxnSpPr>
              <p:nvPr/>
            </p:nvCxnSpPr>
            <p:spPr>
              <a:xfrm>
                <a:off x="2191463" y="2992333"/>
                <a:ext cx="708313" cy="4251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F8E1202D-6ABB-E0E8-C92D-5AD93188F30E}"/>
                  </a:ext>
                </a:extLst>
              </p:cNvPr>
              <p:cNvCxnSpPr>
                <a:stCxn id="39" idx="6"/>
                <a:endCxn id="55" idx="2"/>
              </p:cNvCxnSpPr>
              <p:nvPr/>
            </p:nvCxnSpPr>
            <p:spPr>
              <a:xfrm>
                <a:off x="2191463" y="3327297"/>
                <a:ext cx="708313" cy="902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9A5D777D-EE9D-E6B6-CE1B-570A839E4334}"/>
                  </a:ext>
                </a:extLst>
              </p:cNvPr>
              <p:cNvSpPr/>
              <p:nvPr/>
            </p:nvSpPr>
            <p:spPr>
              <a:xfrm>
                <a:off x="2899779" y="36385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657D672E-AED2-3893-F3EF-244631B7C32F}"/>
                  </a:ext>
                </a:extLst>
              </p:cNvPr>
              <p:cNvCxnSpPr>
                <a:stCxn id="41" idx="6"/>
                <a:endCxn id="59" idx="2"/>
              </p:cNvCxnSpPr>
              <p:nvPr/>
            </p:nvCxnSpPr>
            <p:spPr>
              <a:xfrm>
                <a:off x="2191463" y="2657369"/>
                <a:ext cx="708316" cy="112498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64064242-EBCB-92ED-44E0-017AE8DE9FAB}"/>
                  </a:ext>
                </a:extLst>
              </p:cNvPr>
              <p:cNvCxnSpPr>
                <a:stCxn id="40" idx="6"/>
                <a:endCxn id="59" idx="2"/>
              </p:cNvCxnSpPr>
              <p:nvPr/>
            </p:nvCxnSpPr>
            <p:spPr>
              <a:xfrm>
                <a:off x="2191463" y="2992333"/>
                <a:ext cx="708316" cy="79001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FDC41ECD-647F-8979-F830-EBC8ADD5CA84}"/>
                  </a:ext>
                </a:extLst>
              </p:cNvPr>
              <p:cNvCxnSpPr>
                <a:stCxn id="39" idx="6"/>
                <a:endCxn id="59" idx="2"/>
              </p:cNvCxnSpPr>
              <p:nvPr/>
            </p:nvCxnSpPr>
            <p:spPr>
              <a:xfrm>
                <a:off x="2191463" y="3327297"/>
                <a:ext cx="708316" cy="45505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F3DF2ED0-B2E4-D618-8D08-4567D245132B}"/>
                  </a:ext>
                </a:extLst>
              </p:cNvPr>
              <p:cNvSpPr/>
              <p:nvPr/>
            </p:nvSpPr>
            <p:spPr>
              <a:xfrm>
                <a:off x="4028197" y="21907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A536EEE8-3BA5-C3FA-4FB2-30BCBC28BFFA}"/>
                  </a:ext>
                </a:extLst>
              </p:cNvPr>
              <p:cNvCxnSpPr>
                <a:stCxn id="42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B8381998-8BE0-0987-58D7-F1EC16E67314}"/>
                  </a:ext>
                </a:extLst>
              </p:cNvPr>
              <p:cNvCxnSpPr>
                <a:stCxn id="47" idx="6"/>
                <a:endCxn id="63" idx="2"/>
              </p:cNvCxnSpPr>
              <p:nvPr/>
            </p:nvCxnSpPr>
            <p:spPr>
              <a:xfrm flipV="1">
                <a:off x="3186241" y="233455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EF0D7040-4A9D-C044-A589-BCBBF7157498}"/>
                  </a:ext>
                </a:extLst>
              </p:cNvPr>
              <p:cNvCxnSpPr>
                <a:stCxn id="51" idx="6"/>
                <a:endCxn id="63" idx="2"/>
              </p:cNvCxnSpPr>
              <p:nvPr/>
            </p:nvCxnSpPr>
            <p:spPr>
              <a:xfrm flipV="1">
                <a:off x="3186240" y="2334551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2D507057-6BBE-CD8C-F9CE-9A356F8C9A0D}"/>
                  </a:ext>
                </a:extLst>
              </p:cNvPr>
              <p:cNvCxnSpPr>
                <a:stCxn id="55" idx="6"/>
                <a:endCxn id="63" idx="2"/>
              </p:cNvCxnSpPr>
              <p:nvPr/>
            </p:nvCxnSpPr>
            <p:spPr>
              <a:xfrm flipV="1">
                <a:off x="3186239" y="2334551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A97F33A2-594B-6960-DD33-415F2D0C07DF}"/>
                  </a:ext>
                </a:extLst>
              </p:cNvPr>
              <p:cNvCxnSpPr>
                <a:stCxn id="59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447800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6A7DCCDF-CD6A-A6A8-AC33-055FDD845A99}"/>
                  </a:ext>
                </a:extLst>
              </p:cNvPr>
              <p:cNvSpPr/>
              <p:nvPr/>
            </p:nvSpPr>
            <p:spPr>
              <a:xfrm>
                <a:off x="4028196" y="256852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561AE75D-E7C8-F972-E903-833907CC2D56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41" y="2712329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A522E6FC-93E6-F286-05D5-C415556FB2C8}"/>
                  </a:ext>
                </a:extLst>
              </p:cNvPr>
              <p:cNvCxnSpPr>
                <a:stCxn id="51" idx="6"/>
                <a:endCxn id="69" idx="2"/>
              </p:cNvCxnSpPr>
              <p:nvPr/>
            </p:nvCxnSpPr>
            <p:spPr>
              <a:xfrm flipV="1">
                <a:off x="3186240" y="2712329"/>
                <a:ext cx="841956" cy="3542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7DE8F907-0980-FC35-1377-AEDA09316239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9" y="2712329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09FC7C01-2668-547E-3AA5-35DF28EEAD9F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8" y="2712329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DAD4F0A6-F5AA-FB2D-0564-44C0D312C208}"/>
                  </a:ext>
                </a:extLst>
              </p:cNvPr>
              <p:cNvCxnSpPr>
                <a:stCxn id="42" idx="6"/>
                <a:endCxn id="69" idx="2"/>
              </p:cNvCxnSpPr>
              <p:nvPr/>
            </p:nvCxnSpPr>
            <p:spPr>
              <a:xfrm>
                <a:off x="3186242" y="2334552"/>
                <a:ext cx="841954" cy="3777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C038018C-27DC-DA97-CD51-65251D57F672}"/>
                  </a:ext>
                </a:extLst>
              </p:cNvPr>
              <p:cNvSpPr/>
              <p:nvPr/>
            </p:nvSpPr>
            <p:spPr>
              <a:xfrm>
                <a:off x="4030044" y="291568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80F84D9A-09A7-754A-2DA6-681140679489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9" y="3059487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DEEB8CE2-E770-D86F-1E9C-7D41EB1B6F94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8" y="3059487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94D61127-9738-FD2D-96EF-FCB9416100D9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7" y="3059487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2CEDC0EC-2E55-1ABA-1037-CA6854F87B3E}"/>
                  </a:ext>
                </a:extLst>
              </p:cNvPr>
              <p:cNvCxnSpPr>
                <a:stCxn id="47" idx="6"/>
                <a:endCxn id="75" idx="2"/>
              </p:cNvCxnSpPr>
              <p:nvPr/>
            </p:nvCxnSpPr>
            <p:spPr>
              <a:xfrm>
                <a:off x="3186241" y="2707856"/>
                <a:ext cx="843803" cy="35163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3AA5057F-3B65-48C6-243D-CEFE8E6F6D81}"/>
                  </a:ext>
                </a:extLst>
              </p:cNvPr>
              <p:cNvCxnSpPr>
                <a:stCxn id="42" idx="6"/>
                <a:endCxn id="75" idx="2"/>
              </p:cNvCxnSpPr>
              <p:nvPr/>
            </p:nvCxnSpPr>
            <p:spPr>
              <a:xfrm>
                <a:off x="3186242" y="2334552"/>
                <a:ext cx="843802" cy="72493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1D4B6932-6932-835B-03C6-3E11D3092C16}"/>
                  </a:ext>
                </a:extLst>
              </p:cNvPr>
              <p:cNvSpPr/>
              <p:nvPr/>
            </p:nvSpPr>
            <p:spPr>
              <a:xfrm>
                <a:off x="4028195" y="326390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EC2684C7-77AA-933D-8764-555D973D396D}"/>
                  </a:ext>
                </a:extLst>
              </p:cNvPr>
              <p:cNvCxnSpPr>
                <a:stCxn id="55" idx="6"/>
                <a:endCxn id="84" idx="2"/>
              </p:cNvCxnSpPr>
              <p:nvPr/>
            </p:nvCxnSpPr>
            <p:spPr>
              <a:xfrm flipV="1">
                <a:off x="3186239" y="3407701"/>
                <a:ext cx="841956" cy="981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B0B21C22-5B96-1D29-4D3E-3389F80AFA12}"/>
                  </a:ext>
                </a:extLst>
              </p:cNvPr>
              <p:cNvCxnSpPr>
                <a:endCxn id="84" idx="2"/>
              </p:cNvCxnSpPr>
              <p:nvPr/>
            </p:nvCxnSpPr>
            <p:spPr>
              <a:xfrm flipV="1">
                <a:off x="3186239" y="340770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1047B89B-9A2E-C911-CF9A-0EC990C8D933}"/>
                  </a:ext>
                </a:extLst>
              </p:cNvPr>
              <p:cNvCxnSpPr>
                <a:stCxn id="51" idx="6"/>
                <a:endCxn id="84" idx="2"/>
              </p:cNvCxnSpPr>
              <p:nvPr/>
            </p:nvCxnSpPr>
            <p:spPr>
              <a:xfrm>
                <a:off x="3186240" y="3066578"/>
                <a:ext cx="841955" cy="34112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F230F483-5ABC-4817-468D-E53C68634660}"/>
                  </a:ext>
                </a:extLst>
              </p:cNvPr>
              <p:cNvCxnSpPr>
                <a:stCxn id="47" idx="6"/>
                <a:endCxn id="84" idx="2"/>
              </p:cNvCxnSpPr>
              <p:nvPr/>
            </p:nvCxnSpPr>
            <p:spPr>
              <a:xfrm>
                <a:off x="3186241" y="2707856"/>
                <a:ext cx="841954" cy="6998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C06C8D0E-E31C-7159-E709-B23B5D6D4B0E}"/>
                  </a:ext>
                </a:extLst>
              </p:cNvPr>
              <p:cNvCxnSpPr>
                <a:stCxn id="42" idx="6"/>
                <a:endCxn id="84" idx="2"/>
              </p:cNvCxnSpPr>
              <p:nvPr/>
            </p:nvCxnSpPr>
            <p:spPr>
              <a:xfrm>
                <a:off x="3186242" y="2334552"/>
                <a:ext cx="841953" cy="10731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E31CA8EC-A952-F2B9-50B7-9687A443FD29}"/>
                  </a:ext>
                </a:extLst>
              </p:cNvPr>
              <p:cNvSpPr/>
              <p:nvPr/>
            </p:nvSpPr>
            <p:spPr>
              <a:xfrm>
                <a:off x="4028194" y="36471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A0387235-E0A6-BDFA-A3A8-8CC56B645578}"/>
                  </a:ext>
                </a:extLst>
              </p:cNvPr>
              <p:cNvCxnSpPr>
                <a:endCxn id="90" idx="2"/>
              </p:cNvCxnSpPr>
              <p:nvPr/>
            </p:nvCxnSpPr>
            <p:spPr>
              <a:xfrm flipV="1">
                <a:off x="3186239" y="37909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71B7FAE0-90FE-A163-001B-7A2D46FFBCD3}"/>
                  </a:ext>
                </a:extLst>
              </p:cNvPr>
              <p:cNvCxnSpPr>
                <a:stCxn id="55" idx="6"/>
                <a:endCxn id="90" idx="2"/>
              </p:cNvCxnSpPr>
              <p:nvPr/>
            </p:nvCxnSpPr>
            <p:spPr>
              <a:xfrm>
                <a:off x="3186239" y="3417514"/>
                <a:ext cx="841955" cy="37343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342E61E4-5D02-2FA4-76E2-3AF3AB21D00B}"/>
                  </a:ext>
                </a:extLst>
              </p:cNvPr>
              <p:cNvCxnSpPr>
                <a:stCxn id="51" idx="6"/>
                <a:endCxn id="90" idx="2"/>
              </p:cNvCxnSpPr>
              <p:nvPr/>
            </p:nvCxnSpPr>
            <p:spPr>
              <a:xfrm>
                <a:off x="3186240" y="3066578"/>
                <a:ext cx="841954" cy="72437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4783D331-1A42-F4BC-FC9B-AE1E837BB59D}"/>
                  </a:ext>
                </a:extLst>
              </p:cNvPr>
              <p:cNvCxnSpPr>
                <a:stCxn id="47" idx="6"/>
                <a:endCxn id="90" idx="2"/>
              </p:cNvCxnSpPr>
              <p:nvPr/>
            </p:nvCxnSpPr>
            <p:spPr>
              <a:xfrm>
                <a:off x="3186241" y="2707856"/>
                <a:ext cx="841953" cy="108309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77C15270-FA50-1571-CCC1-0F47C76ABBDD}"/>
                  </a:ext>
                </a:extLst>
              </p:cNvPr>
              <p:cNvCxnSpPr>
                <a:stCxn id="42" idx="6"/>
                <a:endCxn id="90" idx="2"/>
              </p:cNvCxnSpPr>
              <p:nvPr/>
            </p:nvCxnSpPr>
            <p:spPr>
              <a:xfrm>
                <a:off x="3186242" y="2334552"/>
                <a:ext cx="841952" cy="145639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12660255-5133-128B-44E9-214B47213D0F}"/>
                  </a:ext>
                </a:extLst>
              </p:cNvPr>
              <p:cNvCxnSpPr>
                <a:stCxn id="63" idx="6"/>
                <a:endCxn id="43" idx="2"/>
              </p:cNvCxnSpPr>
              <p:nvPr/>
            </p:nvCxnSpPr>
            <p:spPr>
              <a:xfrm>
                <a:off x="4314660" y="2334551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52101FDF-2A8A-F818-83E4-35DE7CA41E8B}"/>
                  </a:ext>
                </a:extLst>
              </p:cNvPr>
              <p:cNvCxnSpPr>
                <a:stCxn id="69" idx="6"/>
                <a:endCxn id="43" idx="2"/>
              </p:cNvCxnSpPr>
              <p:nvPr/>
            </p:nvCxnSpPr>
            <p:spPr>
              <a:xfrm flipV="1">
                <a:off x="4314659" y="2513568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57ADA612-2111-C2A9-9C4E-F1B311324E12}"/>
                  </a:ext>
                </a:extLst>
              </p:cNvPr>
              <p:cNvCxnSpPr>
                <a:stCxn id="75" idx="6"/>
                <a:endCxn id="43" idx="2"/>
              </p:cNvCxnSpPr>
              <p:nvPr/>
            </p:nvCxnSpPr>
            <p:spPr>
              <a:xfrm flipV="1">
                <a:off x="4316507" y="2513568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CDE16FD4-37F6-63E4-C4A5-4A48C9E7B893}"/>
                  </a:ext>
                </a:extLst>
              </p:cNvPr>
              <p:cNvCxnSpPr>
                <a:stCxn id="84" idx="6"/>
                <a:endCxn id="43" idx="2"/>
              </p:cNvCxnSpPr>
              <p:nvPr/>
            </p:nvCxnSpPr>
            <p:spPr>
              <a:xfrm flipV="1">
                <a:off x="4314658" y="2513568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436C86C6-D120-3789-82F4-1FC74A688D90}"/>
                  </a:ext>
                </a:extLst>
              </p:cNvPr>
              <p:cNvCxnSpPr>
                <a:stCxn id="90" idx="6"/>
                <a:endCxn id="43" idx="2"/>
              </p:cNvCxnSpPr>
              <p:nvPr/>
            </p:nvCxnSpPr>
            <p:spPr>
              <a:xfrm flipV="1">
                <a:off x="4314657" y="2513568"/>
                <a:ext cx="787797" cy="127738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6B2DE7E1-DCD0-72C4-2412-22F8BA41305E}"/>
                  </a:ext>
                </a:extLst>
              </p:cNvPr>
              <p:cNvSpPr/>
              <p:nvPr/>
            </p:nvSpPr>
            <p:spPr>
              <a:xfrm>
                <a:off x="5102453" y="27456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F0625368-8018-CA13-69E9-522F93CF096A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>
                <a:off x="4314659" y="27104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94E85D92-965A-3A28-D841-3557D4749B7E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8" y="28894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12EF06D4-478F-F18C-F1AC-79CE6D9886F2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6506" y="2889453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53ED0828-0D2D-E27A-7895-55C11AC7003F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7" y="2889453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4F733971-E570-4C23-AFEA-9ECF430DF2C5}"/>
                  </a:ext>
                </a:extLst>
              </p:cNvPr>
              <p:cNvCxnSpPr>
                <a:stCxn id="63" idx="6"/>
                <a:endCxn id="101" idx="2"/>
              </p:cNvCxnSpPr>
              <p:nvPr/>
            </p:nvCxnSpPr>
            <p:spPr>
              <a:xfrm>
                <a:off x="4314660" y="2334551"/>
                <a:ext cx="787793" cy="5549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266DD437-65E7-726B-E090-4E60DDDC48DC}"/>
                  </a:ext>
                </a:extLst>
              </p:cNvPr>
              <p:cNvSpPr/>
              <p:nvPr/>
            </p:nvSpPr>
            <p:spPr>
              <a:xfrm>
                <a:off x="5102452" y="3088214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B354BF55-E167-0FFF-0AEE-1E627914D184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>
                <a:off x="4314658" y="3052998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FA5EEA38-5F50-9A84-5566-8229F3D9D99F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4657" y="3232015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AE52B353-3986-3CBD-86A4-47FD8F13059B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6505" y="3232015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7EC85E78-C40F-D7F1-8E86-304946788AE6}"/>
                  </a:ext>
                </a:extLst>
              </p:cNvPr>
              <p:cNvCxnSpPr>
                <a:stCxn id="69" idx="6"/>
                <a:endCxn id="107" idx="2"/>
              </p:cNvCxnSpPr>
              <p:nvPr/>
            </p:nvCxnSpPr>
            <p:spPr>
              <a:xfrm>
                <a:off x="4314659" y="2712329"/>
                <a:ext cx="787793" cy="51968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13531D29-6CAE-82D3-7656-C447FDAA2197}"/>
                  </a:ext>
                </a:extLst>
              </p:cNvPr>
              <p:cNvCxnSpPr>
                <a:stCxn id="63" idx="6"/>
                <a:endCxn id="107" idx="2"/>
              </p:cNvCxnSpPr>
              <p:nvPr/>
            </p:nvCxnSpPr>
            <p:spPr>
              <a:xfrm>
                <a:off x="4314660" y="2334551"/>
                <a:ext cx="787792" cy="89746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7B9AD3F7-AFF1-D887-44C6-46D68353B8F3}"/>
                  </a:ext>
                </a:extLst>
              </p:cNvPr>
              <p:cNvSpPr/>
              <p:nvPr/>
            </p:nvSpPr>
            <p:spPr>
              <a:xfrm>
                <a:off x="5102454" y="34505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B662D811-D750-0D2D-6CD2-96B41CA3A9B5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>
                <a:off x="4314660" y="34153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4FBEE84C-53F5-079A-BF32-044DBB9067D1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 flipV="1">
                <a:off x="4314659" y="35943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511A6563-104A-510A-909A-45138FF16585}"/>
                  </a:ext>
                </a:extLst>
              </p:cNvPr>
              <p:cNvCxnSpPr>
                <a:stCxn id="75" idx="6"/>
                <a:endCxn id="113" idx="2"/>
              </p:cNvCxnSpPr>
              <p:nvPr/>
            </p:nvCxnSpPr>
            <p:spPr>
              <a:xfrm>
                <a:off x="4316507" y="3059487"/>
                <a:ext cx="785947" cy="53486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F71EED1C-E213-5E53-BFBF-A3AA007B146D}"/>
                  </a:ext>
                </a:extLst>
              </p:cNvPr>
              <p:cNvCxnSpPr>
                <a:stCxn id="69" idx="6"/>
                <a:endCxn id="113" idx="2"/>
              </p:cNvCxnSpPr>
              <p:nvPr/>
            </p:nvCxnSpPr>
            <p:spPr>
              <a:xfrm>
                <a:off x="4314659" y="2712329"/>
                <a:ext cx="787795" cy="88202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Arrow Connector 117">
                <a:extLst>
                  <a:ext uri="{FF2B5EF4-FFF2-40B4-BE49-F238E27FC236}">
                    <a16:creationId xmlns:a16="http://schemas.microsoft.com/office/drawing/2014/main" id="{FBF8F42D-FC53-14D1-7982-AC67507194FE}"/>
                  </a:ext>
                </a:extLst>
              </p:cNvPr>
              <p:cNvCxnSpPr>
                <a:stCxn id="63" idx="6"/>
                <a:endCxn id="113" idx="2"/>
              </p:cNvCxnSpPr>
              <p:nvPr/>
            </p:nvCxnSpPr>
            <p:spPr>
              <a:xfrm>
                <a:off x="4314660" y="2334551"/>
                <a:ext cx="787794" cy="12598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F312AB3-8C4C-981F-D547-E402E0445BFD}"/>
                </a:ext>
              </a:extLst>
            </p:cNvPr>
            <p:cNvSpPr txBox="1"/>
            <p:nvPr/>
          </p:nvSpPr>
          <p:spPr>
            <a:xfrm>
              <a:off x="99059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8B45050-C4C3-ECF4-F176-45456902F923}"/>
                </a:ext>
              </a:extLst>
            </p:cNvPr>
            <p:cNvSpPr txBox="1"/>
            <p:nvPr/>
          </p:nvSpPr>
          <p:spPr>
            <a:xfrm>
              <a:off x="178701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1EC1CA4-50A8-6482-1014-275CB62506F6}"/>
                </a:ext>
              </a:extLst>
            </p:cNvPr>
            <p:cNvSpPr txBox="1"/>
            <p:nvPr/>
          </p:nvSpPr>
          <p:spPr>
            <a:xfrm>
              <a:off x="2715597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4778E55-ED6A-9D01-F496-9D86AA3489EB}"/>
                </a:ext>
              </a:extLst>
            </p:cNvPr>
            <p:cNvSpPr txBox="1"/>
            <p:nvPr/>
          </p:nvSpPr>
          <p:spPr>
            <a:xfrm>
              <a:off x="3596641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4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DFF426BA-54D7-B1CB-DB36-092CD78AC7A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502" y="978095"/>
            <a:ext cx="125730" cy="2628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C5D946-1308-8102-51F8-E57E23F776E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376" y="878019"/>
            <a:ext cx="722376" cy="450342"/>
          </a:xfrm>
          <a:prstGeom prst="rect">
            <a:avLst/>
          </a:prstGeom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92860A10-2B6D-CDB6-288B-C04A3FAAEABE}"/>
              </a:ext>
            </a:extLst>
          </p:cNvPr>
          <p:cNvSpPr txBox="1"/>
          <p:nvPr/>
        </p:nvSpPr>
        <p:spPr>
          <a:xfrm>
            <a:off x="385667" y="1370501"/>
            <a:ext cx="4458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each output unit (layer L = 4)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E6C513-FA7A-F407-B053-D9DEA79DEAD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01" y="1844969"/>
            <a:ext cx="1965960" cy="4503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5ACE99-E9E5-B8CF-5168-C56189FF2B3B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01" y="2471159"/>
            <a:ext cx="3627882" cy="3474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032ABF-2122-A48A-8121-38B7319DD81D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01" y="2994479"/>
            <a:ext cx="3627882" cy="3474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14BF426-F879-8608-A571-E9D2C1E571E2}"/>
                  </a:ext>
                </a:extLst>
              </p:cNvPr>
              <p:cNvSpPr txBox="1"/>
              <p:nvPr/>
            </p:nvSpPr>
            <p:spPr>
              <a:xfrm>
                <a:off x="478001" y="3517799"/>
                <a:ext cx="2963825" cy="5904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US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l-GR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𝜣</m:t>
                              </m:r>
                            </m:e>
                            <m:sup>
                              <m:r>
                                <a:rPr lang="en-US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𝒍</m:t>
                              </m:r>
                              <m:r>
                                <a:rPr lang="en-US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  <m:r>
                        <a:rPr lang="en-US" sz="2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𝑱</m:t>
                      </m:r>
                      <m:d>
                        <m:dPr>
                          <m:ctrlP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𝜣</m:t>
                          </m:r>
                        </m:e>
                      </m:d>
                      <m:r>
                        <a:rPr lang="en-US" sz="2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𝜹</m:t>
                          </m:r>
                        </m:e>
                        <m:sup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</m:t>
                          </m:r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sSup>
                        <m:sSupPr>
                          <m:ctrlP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𝒍</m:t>
                              </m:r>
                              <m: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20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 sz="20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14BF426-F879-8608-A571-E9D2C1E57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001" y="3517799"/>
                <a:ext cx="2963825" cy="59041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37447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3F486-DD51-096C-AD02-053760EA4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E58938-28BA-494A-C93F-30681303FF6D}"/>
              </a:ext>
            </a:extLst>
          </p:cNvPr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Gradient computation: Backpropagation algorithm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84B7FB-F8ED-CD53-2A60-4B28467FF1E1}"/>
              </a:ext>
            </a:extLst>
          </p:cNvPr>
          <p:cNvSpPr txBox="1"/>
          <p:nvPr/>
        </p:nvSpPr>
        <p:spPr>
          <a:xfrm>
            <a:off x="381000" y="84200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Intuition:              “error” of node    in layer   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FA750A-D288-FDA0-49B9-E1C649C4D02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672" y="956994"/>
            <a:ext cx="68580" cy="214884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33EC23E3-3818-B4CE-2BE9-D6D1CB86E9F8}"/>
              </a:ext>
            </a:extLst>
          </p:cNvPr>
          <p:cNvGrpSpPr/>
          <p:nvPr/>
        </p:nvGrpSpPr>
        <p:grpSpPr>
          <a:xfrm>
            <a:off x="6066227" y="747415"/>
            <a:ext cx="3055882" cy="1588057"/>
            <a:chOff x="990599" y="738216"/>
            <a:chExt cx="3381620" cy="175733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7DAE48E-855E-3927-F90B-9B0C352C7903}"/>
                </a:ext>
              </a:extLst>
            </p:cNvPr>
            <p:cNvGrpSpPr/>
            <p:nvPr/>
          </p:nvGrpSpPr>
          <p:grpSpPr>
            <a:xfrm>
              <a:off x="1239873" y="738216"/>
              <a:ext cx="2862230" cy="1432793"/>
              <a:chOff x="1905000" y="2190750"/>
              <a:chExt cx="3483917" cy="1744001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DD5D756F-FA12-9679-E541-EDB2F3665178}"/>
                  </a:ext>
                </a:extLst>
              </p:cNvPr>
              <p:cNvSpPr/>
              <p:nvPr/>
            </p:nvSpPr>
            <p:spPr>
              <a:xfrm>
                <a:off x="1905000" y="318349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564C357A-085B-311E-8118-092AA923FB37}"/>
                  </a:ext>
                </a:extLst>
              </p:cNvPr>
              <p:cNvSpPr/>
              <p:nvPr/>
            </p:nvSpPr>
            <p:spPr>
              <a:xfrm>
                <a:off x="1905000" y="284853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E07AD293-3254-1ABC-4CF8-B10032345543}"/>
                  </a:ext>
                </a:extLst>
              </p:cNvPr>
              <p:cNvSpPr/>
              <p:nvPr/>
            </p:nvSpPr>
            <p:spPr>
              <a:xfrm>
                <a:off x="1905000" y="251356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2936999-6D48-229A-9675-97C77FDB8E90}"/>
                  </a:ext>
                </a:extLst>
              </p:cNvPr>
              <p:cNvSpPr/>
              <p:nvPr/>
            </p:nvSpPr>
            <p:spPr>
              <a:xfrm>
                <a:off x="2899779" y="2190751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6BFC3D90-69A1-830E-0C39-57E0B23E77C2}"/>
                  </a:ext>
                </a:extLst>
              </p:cNvPr>
              <p:cNvSpPr/>
              <p:nvPr/>
            </p:nvSpPr>
            <p:spPr>
              <a:xfrm>
                <a:off x="5102454" y="236976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DAA70652-F6A6-2559-80CE-6C1576D66EBD}"/>
                  </a:ext>
                </a:extLst>
              </p:cNvPr>
              <p:cNvCxnSpPr>
                <a:stCxn id="41" idx="6"/>
                <a:endCxn id="42" idx="2"/>
              </p:cNvCxnSpPr>
              <p:nvPr/>
            </p:nvCxnSpPr>
            <p:spPr>
              <a:xfrm flipV="1">
                <a:off x="2191463" y="2334552"/>
                <a:ext cx="708316" cy="3228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3C620C26-CB6B-152A-3EF2-E6CAF51EC381}"/>
                  </a:ext>
                </a:extLst>
              </p:cNvPr>
              <p:cNvCxnSpPr>
                <a:stCxn id="40" idx="6"/>
                <a:endCxn id="42" idx="2"/>
              </p:cNvCxnSpPr>
              <p:nvPr/>
            </p:nvCxnSpPr>
            <p:spPr>
              <a:xfrm flipV="1">
                <a:off x="2191463" y="2334552"/>
                <a:ext cx="708316" cy="6577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E2A473E6-45B5-20B4-3B23-A4B296E13037}"/>
                  </a:ext>
                </a:extLst>
              </p:cNvPr>
              <p:cNvCxnSpPr>
                <a:stCxn id="39" idx="6"/>
                <a:endCxn id="42" idx="2"/>
              </p:cNvCxnSpPr>
              <p:nvPr/>
            </p:nvCxnSpPr>
            <p:spPr>
              <a:xfrm flipV="1">
                <a:off x="2191463" y="2334552"/>
                <a:ext cx="708316" cy="9927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1FB3A454-C752-6956-5DA6-19BF1849ABD8}"/>
                  </a:ext>
                </a:extLst>
              </p:cNvPr>
              <p:cNvSpPr/>
              <p:nvPr/>
            </p:nvSpPr>
            <p:spPr>
              <a:xfrm>
                <a:off x="2899778" y="2564055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535833E3-9986-3CD8-7504-883FE67BAEFD}"/>
                  </a:ext>
                </a:extLst>
              </p:cNvPr>
              <p:cNvCxnSpPr>
                <a:stCxn id="41" idx="6"/>
                <a:endCxn id="47" idx="2"/>
              </p:cNvCxnSpPr>
              <p:nvPr/>
            </p:nvCxnSpPr>
            <p:spPr>
              <a:xfrm>
                <a:off x="2191463" y="2657369"/>
                <a:ext cx="708315" cy="5048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7695658C-66A0-84BD-CB11-59FE8C94598B}"/>
                  </a:ext>
                </a:extLst>
              </p:cNvPr>
              <p:cNvCxnSpPr>
                <a:stCxn id="40" idx="6"/>
                <a:endCxn id="47" idx="2"/>
              </p:cNvCxnSpPr>
              <p:nvPr/>
            </p:nvCxnSpPr>
            <p:spPr>
              <a:xfrm flipV="1">
                <a:off x="2191463" y="2707856"/>
                <a:ext cx="708315" cy="2844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12C72658-A526-D6F9-D95F-F1D5F51DBA2D}"/>
                  </a:ext>
                </a:extLst>
              </p:cNvPr>
              <p:cNvCxnSpPr>
                <a:stCxn id="39" idx="6"/>
                <a:endCxn id="47" idx="2"/>
              </p:cNvCxnSpPr>
              <p:nvPr/>
            </p:nvCxnSpPr>
            <p:spPr>
              <a:xfrm flipV="1">
                <a:off x="2191463" y="2707856"/>
                <a:ext cx="708315" cy="61944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117ADAAC-AB56-19CA-AF62-BD15511BAA77}"/>
                  </a:ext>
                </a:extLst>
              </p:cNvPr>
              <p:cNvSpPr/>
              <p:nvPr/>
            </p:nvSpPr>
            <p:spPr>
              <a:xfrm>
                <a:off x="2899777" y="292277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D0B273FC-CD9D-BA4E-E499-4F51064AB719}"/>
                  </a:ext>
                </a:extLst>
              </p:cNvPr>
              <p:cNvCxnSpPr>
                <a:stCxn id="41" idx="6"/>
                <a:endCxn id="51" idx="2"/>
              </p:cNvCxnSpPr>
              <p:nvPr/>
            </p:nvCxnSpPr>
            <p:spPr>
              <a:xfrm>
                <a:off x="2191463" y="2657369"/>
                <a:ext cx="708314" cy="40920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6A143BE1-CE04-F717-F0E3-416CDCB97B48}"/>
                  </a:ext>
                </a:extLst>
              </p:cNvPr>
              <p:cNvCxnSpPr>
                <a:stCxn id="40" idx="6"/>
                <a:endCxn id="51" idx="2"/>
              </p:cNvCxnSpPr>
              <p:nvPr/>
            </p:nvCxnSpPr>
            <p:spPr>
              <a:xfrm>
                <a:off x="2191463" y="2992333"/>
                <a:ext cx="708314" cy="742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C4F72DE9-A3DD-3DCF-14EB-78B295374BCB}"/>
                  </a:ext>
                </a:extLst>
              </p:cNvPr>
              <p:cNvCxnSpPr>
                <a:stCxn id="39" idx="6"/>
                <a:endCxn id="51" idx="2"/>
              </p:cNvCxnSpPr>
              <p:nvPr/>
            </p:nvCxnSpPr>
            <p:spPr>
              <a:xfrm flipV="1">
                <a:off x="2191463" y="3066578"/>
                <a:ext cx="708314" cy="2607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8D0D675A-76C1-CFBB-B597-90735769869B}"/>
                  </a:ext>
                </a:extLst>
              </p:cNvPr>
              <p:cNvSpPr/>
              <p:nvPr/>
            </p:nvSpPr>
            <p:spPr>
              <a:xfrm>
                <a:off x="2899776" y="3273713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DD201203-653B-1026-9FF0-46A1721A3994}"/>
                  </a:ext>
                </a:extLst>
              </p:cNvPr>
              <p:cNvCxnSpPr>
                <a:stCxn id="41" idx="6"/>
                <a:endCxn id="55" idx="2"/>
              </p:cNvCxnSpPr>
              <p:nvPr/>
            </p:nvCxnSpPr>
            <p:spPr>
              <a:xfrm>
                <a:off x="2191463" y="2657369"/>
                <a:ext cx="708313" cy="7601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451894E4-35A5-5D69-CF75-698FBCE2BAF7}"/>
                  </a:ext>
                </a:extLst>
              </p:cNvPr>
              <p:cNvCxnSpPr>
                <a:stCxn id="40" idx="6"/>
                <a:endCxn id="55" idx="2"/>
              </p:cNvCxnSpPr>
              <p:nvPr/>
            </p:nvCxnSpPr>
            <p:spPr>
              <a:xfrm>
                <a:off x="2191463" y="2992333"/>
                <a:ext cx="708313" cy="4251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0B901D69-5881-02B3-2D5F-771E7F2AA799}"/>
                  </a:ext>
                </a:extLst>
              </p:cNvPr>
              <p:cNvCxnSpPr>
                <a:stCxn id="39" idx="6"/>
                <a:endCxn id="55" idx="2"/>
              </p:cNvCxnSpPr>
              <p:nvPr/>
            </p:nvCxnSpPr>
            <p:spPr>
              <a:xfrm>
                <a:off x="2191463" y="3327297"/>
                <a:ext cx="708313" cy="902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ACE021E4-51C7-1CD0-8C22-2C20F21EB94C}"/>
                  </a:ext>
                </a:extLst>
              </p:cNvPr>
              <p:cNvSpPr/>
              <p:nvPr/>
            </p:nvSpPr>
            <p:spPr>
              <a:xfrm>
                <a:off x="2899779" y="36385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6615BEB4-CB90-69F1-B80B-0A00ACFF3429}"/>
                  </a:ext>
                </a:extLst>
              </p:cNvPr>
              <p:cNvCxnSpPr>
                <a:stCxn id="41" idx="6"/>
                <a:endCxn id="59" idx="2"/>
              </p:cNvCxnSpPr>
              <p:nvPr/>
            </p:nvCxnSpPr>
            <p:spPr>
              <a:xfrm>
                <a:off x="2191463" y="2657369"/>
                <a:ext cx="708316" cy="112498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D767936E-AE0F-8DD5-20C1-E6FC4F2AEA41}"/>
                  </a:ext>
                </a:extLst>
              </p:cNvPr>
              <p:cNvCxnSpPr>
                <a:stCxn id="40" idx="6"/>
                <a:endCxn id="59" idx="2"/>
              </p:cNvCxnSpPr>
              <p:nvPr/>
            </p:nvCxnSpPr>
            <p:spPr>
              <a:xfrm>
                <a:off x="2191463" y="2992333"/>
                <a:ext cx="708316" cy="79001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6CC710CC-C8FC-DF4C-5F9B-16C9FED1798B}"/>
                  </a:ext>
                </a:extLst>
              </p:cNvPr>
              <p:cNvCxnSpPr>
                <a:stCxn id="39" idx="6"/>
                <a:endCxn id="59" idx="2"/>
              </p:cNvCxnSpPr>
              <p:nvPr/>
            </p:nvCxnSpPr>
            <p:spPr>
              <a:xfrm>
                <a:off x="2191463" y="3327297"/>
                <a:ext cx="708316" cy="45505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11E3E90F-59C0-DAFD-E211-91B9F4774CF9}"/>
                  </a:ext>
                </a:extLst>
              </p:cNvPr>
              <p:cNvSpPr/>
              <p:nvPr/>
            </p:nvSpPr>
            <p:spPr>
              <a:xfrm>
                <a:off x="4028197" y="21907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B440F419-0C2F-F57E-7E06-307B7DC86FAD}"/>
                  </a:ext>
                </a:extLst>
              </p:cNvPr>
              <p:cNvCxnSpPr>
                <a:stCxn id="42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5592F7D7-C3F4-2649-D872-46756FBE55E0}"/>
                  </a:ext>
                </a:extLst>
              </p:cNvPr>
              <p:cNvCxnSpPr>
                <a:stCxn id="47" idx="6"/>
                <a:endCxn id="63" idx="2"/>
              </p:cNvCxnSpPr>
              <p:nvPr/>
            </p:nvCxnSpPr>
            <p:spPr>
              <a:xfrm flipV="1">
                <a:off x="3186241" y="233455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AE04C1AF-ED39-5A70-A693-48F8D00D64BB}"/>
                  </a:ext>
                </a:extLst>
              </p:cNvPr>
              <p:cNvCxnSpPr>
                <a:stCxn id="51" idx="6"/>
                <a:endCxn id="63" idx="2"/>
              </p:cNvCxnSpPr>
              <p:nvPr/>
            </p:nvCxnSpPr>
            <p:spPr>
              <a:xfrm flipV="1">
                <a:off x="3186240" y="2334551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18EB87EA-EC7E-EB3B-C099-8C1039A0AEE9}"/>
                  </a:ext>
                </a:extLst>
              </p:cNvPr>
              <p:cNvCxnSpPr>
                <a:stCxn id="55" idx="6"/>
                <a:endCxn id="63" idx="2"/>
              </p:cNvCxnSpPr>
              <p:nvPr/>
            </p:nvCxnSpPr>
            <p:spPr>
              <a:xfrm flipV="1">
                <a:off x="3186239" y="2334551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84A73E6C-4117-12D2-018B-0E1C0B61AD84}"/>
                  </a:ext>
                </a:extLst>
              </p:cNvPr>
              <p:cNvCxnSpPr>
                <a:stCxn id="59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447800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76D216B7-A89B-E09A-101B-D135D466BFCC}"/>
                  </a:ext>
                </a:extLst>
              </p:cNvPr>
              <p:cNvSpPr/>
              <p:nvPr/>
            </p:nvSpPr>
            <p:spPr>
              <a:xfrm>
                <a:off x="4028196" y="256852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B2BC96F8-436A-67F4-FAF0-61BA75957F12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41" y="2712329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7F617BFC-F16B-9EBA-BEAE-BF8760C25685}"/>
                  </a:ext>
                </a:extLst>
              </p:cNvPr>
              <p:cNvCxnSpPr>
                <a:stCxn id="51" idx="6"/>
                <a:endCxn id="69" idx="2"/>
              </p:cNvCxnSpPr>
              <p:nvPr/>
            </p:nvCxnSpPr>
            <p:spPr>
              <a:xfrm flipV="1">
                <a:off x="3186240" y="2712329"/>
                <a:ext cx="841956" cy="3542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D4025C1E-B12B-461F-6D36-421A4B96AA6F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9" y="2712329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9392531E-9B9D-306F-3859-090AA03BA0E1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8" y="2712329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8DD5B683-945B-A909-ED87-035CE9E5F3A7}"/>
                  </a:ext>
                </a:extLst>
              </p:cNvPr>
              <p:cNvCxnSpPr>
                <a:stCxn id="42" idx="6"/>
                <a:endCxn id="69" idx="2"/>
              </p:cNvCxnSpPr>
              <p:nvPr/>
            </p:nvCxnSpPr>
            <p:spPr>
              <a:xfrm>
                <a:off x="3186242" y="2334552"/>
                <a:ext cx="841954" cy="3777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C7F1A0AC-FB0C-D4E6-4490-5ECFD9FD0BA6}"/>
                  </a:ext>
                </a:extLst>
              </p:cNvPr>
              <p:cNvSpPr/>
              <p:nvPr/>
            </p:nvSpPr>
            <p:spPr>
              <a:xfrm>
                <a:off x="4030044" y="291568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A15C42BA-D9CB-711A-88B6-C2900CF3080D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9" y="3059487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2DE0DBAC-F041-18C0-D228-CB9B878E1ADE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8" y="3059487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F59ABF66-7F1B-35BE-1620-E940A044466B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7" y="3059487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0311C2F9-424A-E442-06B4-115B664AAF6C}"/>
                  </a:ext>
                </a:extLst>
              </p:cNvPr>
              <p:cNvCxnSpPr>
                <a:stCxn id="47" idx="6"/>
                <a:endCxn id="75" idx="2"/>
              </p:cNvCxnSpPr>
              <p:nvPr/>
            </p:nvCxnSpPr>
            <p:spPr>
              <a:xfrm>
                <a:off x="3186241" y="2707856"/>
                <a:ext cx="843803" cy="35163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EFD88855-5223-8AB9-7FB3-3929178C8CB4}"/>
                  </a:ext>
                </a:extLst>
              </p:cNvPr>
              <p:cNvCxnSpPr>
                <a:stCxn id="42" idx="6"/>
                <a:endCxn id="75" idx="2"/>
              </p:cNvCxnSpPr>
              <p:nvPr/>
            </p:nvCxnSpPr>
            <p:spPr>
              <a:xfrm>
                <a:off x="3186242" y="2334552"/>
                <a:ext cx="843802" cy="72493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710CA8AB-D472-A504-A6F9-7E84D1326F6D}"/>
                  </a:ext>
                </a:extLst>
              </p:cNvPr>
              <p:cNvSpPr/>
              <p:nvPr/>
            </p:nvSpPr>
            <p:spPr>
              <a:xfrm>
                <a:off x="4028195" y="326390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61536C45-7310-90FC-6AC0-0EA58849F442}"/>
                  </a:ext>
                </a:extLst>
              </p:cNvPr>
              <p:cNvCxnSpPr>
                <a:stCxn id="55" idx="6"/>
                <a:endCxn id="84" idx="2"/>
              </p:cNvCxnSpPr>
              <p:nvPr/>
            </p:nvCxnSpPr>
            <p:spPr>
              <a:xfrm flipV="1">
                <a:off x="3186239" y="3407701"/>
                <a:ext cx="841956" cy="981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05C566CA-CB4C-BDBA-EED4-7449FF3BFF40}"/>
                  </a:ext>
                </a:extLst>
              </p:cNvPr>
              <p:cNvCxnSpPr>
                <a:endCxn id="84" idx="2"/>
              </p:cNvCxnSpPr>
              <p:nvPr/>
            </p:nvCxnSpPr>
            <p:spPr>
              <a:xfrm flipV="1">
                <a:off x="3186239" y="340770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68AB48BA-F225-0F0E-C40A-95DD10E5E5DA}"/>
                  </a:ext>
                </a:extLst>
              </p:cNvPr>
              <p:cNvCxnSpPr>
                <a:stCxn id="51" idx="6"/>
                <a:endCxn id="84" idx="2"/>
              </p:cNvCxnSpPr>
              <p:nvPr/>
            </p:nvCxnSpPr>
            <p:spPr>
              <a:xfrm>
                <a:off x="3186240" y="3066578"/>
                <a:ext cx="841955" cy="34112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07F2A73A-4319-8516-9CD5-5ACEC11B0537}"/>
                  </a:ext>
                </a:extLst>
              </p:cNvPr>
              <p:cNvCxnSpPr>
                <a:stCxn id="47" idx="6"/>
                <a:endCxn id="84" idx="2"/>
              </p:cNvCxnSpPr>
              <p:nvPr/>
            </p:nvCxnSpPr>
            <p:spPr>
              <a:xfrm>
                <a:off x="3186241" y="2707856"/>
                <a:ext cx="841954" cy="6998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C281D385-8030-E822-A459-14D853462ED6}"/>
                  </a:ext>
                </a:extLst>
              </p:cNvPr>
              <p:cNvCxnSpPr>
                <a:stCxn id="42" idx="6"/>
                <a:endCxn id="84" idx="2"/>
              </p:cNvCxnSpPr>
              <p:nvPr/>
            </p:nvCxnSpPr>
            <p:spPr>
              <a:xfrm>
                <a:off x="3186242" y="2334552"/>
                <a:ext cx="841953" cy="10731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850840AF-317F-1710-D6A4-F4837959FDA6}"/>
                  </a:ext>
                </a:extLst>
              </p:cNvPr>
              <p:cNvSpPr/>
              <p:nvPr/>
            </p:nvSpPr>
            <p:spPr>
              <a:xfrm>
                <a:off x="4028194" y="36471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55F6A04F-783E-01B8-F64E-B9AA54F756DB}"/>
                  </a:ext>
                </a:extLst>
              </p:cNvPr>
              <p:cNvCxnSpPr>
                <a:endCxn id="90" idx="2"/>
              </p:cNvCxnSpPr>
              <p:nvPr/>
            </p:nvCxnSpPr>
            <p:spPr>
              <a:xfrm flipV="1">
                <a:off x="3186239" y="37909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F6FF5A92-CD66-C0E2-CD7C-3C3C931DC617}"/>
                  </a:ext>
                </a:extLst>
              </p:cNvPr>
              <p:cNvCxnSpPr>
                <a:stCxn id="55" idx="6"/>
                <a:endCxn id="90" idx="2"/>
              </p:cNvCxnSpPr>
              <p:nvPr/>
            </p:nvCxnSpPr>
            <p:spPr>
              <a:xfrm>
                <a:off x="3186239" y="3417514"/>
                <a:ext cx="841955" cy="37343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CADF559C-306D-92C2-2D9E-67D0F77FAF14}"/>
                  </a:ext>
                </a:extLst>
              </p:cNvPr>
              <p:cNvCxnSpPr>
                <a:stCxn id="51" idx="6"/>
                <a:endCxn id="90" idx="2"/>
              </p:cNvCxnSpPr>
              <p:nvPr/>
            </p:nvCxnSpPr>
            <p:spPr>
              <a:xfrm>
                <a:off x="3186240" y="3066578"/>
                <a:ext cx="841954" cy="72437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343E4ADD-07A6-B7FE-A9EE-93C7DE56C41D}"/>
                  </a:ext>
                </a:extLst>
              </p:cNvPr>
              <p:cNvCxnSpPr>
                <a:stCxn id="47" idx="6"/>
                <a:endCxn id="90" idx="2"/>
              </p:cNvCxnSpPr>
              <p:nvPr/>
            </p:nvCxnSpPr>
            <p:spPr>
              <a:xfrm>
                <a:off x="3186241" y="2707856"/>
                <a:ext cx="841953" cy="108309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15E2161B-FF7B-9EAB-7706-BB0A8DA87A8A}"/>
                  </a:ext>
                </a:extLst>
              </p:cNvPr>
              <p:cNvCxnSpPr>
                <a:stCxn id="42" idx="6"/>
                <a:endCxn id="90" idx="2"/>
              </p:cNvCxnSpPr>
              <p:nvPr/>
            </p:nvCxnSpPr>
            <p:spPr>
              <a:xfrm>
                <a:off x="3186242" y="2334552"/>
                <a:ext cx="841952" cy="145639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C2582A9F-6C51-6DBE-39A3-41E91FFE08F2}"/>
                  </a:ext>
                </a:extLst>
              </p:cNvPr>
              <p:cNvCxnSpPr>
                <a:stCxn id="63" idx="6"/>
                <a:endCxn id="43" idx="2"/>
              </p:cNvCxnSpPr>
              <p:nvPr/>
            </p:nvCxnSpPr>
            <p:spPr>
              <a:xfrm>
                <a:off x="4314660" y="2334551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7871BCD9-1F71-6D66-5DD0-41734B14D4EB}"/>
                  </a:ext>
                </a:extLst>
              </p:cNvPr>
              <p:cNvCxnSpPr>
                <a:stCxn id="69" idx="6"/>
                <a:endCxn id="43" idx="2"/>
              </p:cNvCxnSpPr>
              <p:nvPr/>
            </p:nvCxnSpPr>
            <p:spPr>
              <a:xfrm flipV="1">
                <a:off x="4314659" y="2513568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B907E672-4945-8C68-AC9E-1730C92434E1}"/>
                  </a:ext>
                </a:extLst>
              </p:cNvPr>
              <p:cNvCxnSpPr>
                <a:stCxn id="75" idx="6"/>
                <a:endCxn id="43" idx="2"/>
              </p:cNvCxnSpPr>
              <p:nvPr/>
            </p:nvCxnSpPr>
            <p:spPr>
              <a:xfrm flipV="1">
                <a:off x="4316507" y="2513568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D206B157-4394-CC2D-A1CB-374C82AFD7F7}"/>
                  </a:ext>
                </a:extLst>
              </p:cNvPr>
              <p:cNvCxnSpPr>
                <a:stCxn id="84" idx="6"/>
                <a:endCxn id="43" idx="2"/>
              </p:cNvCxnSpPr>
              <p:nvPr/>
            </p:nvCxnSpPr>
            <p:spPr>
              <a:xfrm flipV="1">
                <a:off x="4314658" y="2513568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F0F7CE36-73ED-67DE-2199-406801C103B8}"/>
                  </a:ext>
                </a:extLst>
              </p:cNvPr>
              <p:cNvCxnSpPr>
                <a:stCxn id="90" idx="6"/>
                <a:endCxn id="43" idx="2"/>
              </p:cNvCxnSpPr>
              <p:nvPr/>
            </p:nvCxnSpPr>
            <p:spPr>
              <a:xfrm flipV="1">
                <a:off x="4314657" y="2513568"/>
                <a:ext cx="787797" cy="127738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D86E64DE-0961-6BA7-681F-B9832F83277F}"/>
                  </a:ext>
                </a:extLst>
              </p:cNvPr>
              <p:cNvSpPr/>
              <p:nvPr/>
            </p:nvSpPr>
            <p:spPr>
              <a:xfrm>
                <a:off x="5102453" y="27456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7A7EDD03-4AE7-9218-BD40-FD7C3FFEBFFD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>
                <a:off x="4314659" y="27104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CD2F0A07-3C0A-22EB-A3F9-1F866B05A7C6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8" y="28894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79B5858C-DADE-EBAE-D45A-D7D2F4A3DD1B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6506" y="2889453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56FAE225-84FF-97BF-E951-708E3D852CE8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7" y="2889453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5EB91278-61E1-CE4D-0A2A-03878E83B95D}"/>
                  </a:ext>
                </a:extLst>
              </p:cNvPr>
              <p:cNvCxnSpPr>
                <a:stCxn id="63" idx="6"/>
                <a:endCxn id="101" idx="2"/>
              </p:cNvCxnSpPr>
              <p:nvPr/>
            </p:nvCxnSpPr>
            <p:spPr>
              <a:xfrm>
                <a:off x="4314660" y="2334551"/>
                <a:ext cx="787793" cy="5549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D303D197-BDD6-7B79-4E67-0181A1D1792F}"/>
                  </a:ext>
                </a:extLst>
              </p:cNvPr>
              <p:cNvSpPr/>
              <p:nvPr/>
            </p:nvSpPr>
            <p:spPr>
              <a:xfrm>
                <a:off x="5102452" y="3088214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2E5BD3C7-24DF-5EC8-CB18-51DE12847A3E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>
                <a:off x="4314658" y="3052998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03F63454-C8A2-7CEC-4FE9-499910C897EE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4657" y="3232015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D520E189-E400-A651-C8C1-FC20F2226FFD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6505" y="3232015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9E577AC5-F271-4ECE-7AB5-C1AB21B95553}"/>
                  </a:ext>
                </a:extLst>
              </p:cNvPr>
              <p:cNvCxnSpPr>
                <a:stCxn id="69" idx="6"/>
                <a:endCxn id="107" idx="2"/>
              </p:cNvCxnSpPr>
              <p:nvPr/>
            </p:nvCxnSpPr>
            <p:spPr>
              <a:xfrm>
                <a:off x="4314659" y="2712329"/>
                <a:ext cx="787793" cy="51968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9928026F-F91C-19E2-A956-FD1D23B76008}"/>
                  </a:ext>
                </a:extLst>
              </p:cNvPr>
              <p:cNvCxnSpPr>
                <a:stCxn id="63" idx="6"/>
                <a:endCxn id="107" idx="2"/>
              </p:cNvCxnSpPr>
              <p:nvPr/>
            </p:nvCxnSpPr>
            <p:spPr>
              <a:xfrm>
                <a:off x="4314660" y="2334551"/>
                <a:ext cx="787792" cy="89746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07163080-6DDC-0E0E-5552-8A7A4D170436}"/>
                  </a:ext>
                </a:extLst>
              </p:cNvPr>
              <p:cNvSpPr/>
              <p:nvPr/>
            </p:nvSpPr>
            <p:spPr>
              <a:xfrm>
                <a:off x="5102454" y="34505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D883C53D-D0A0-B69A-A418-7F36BFAA3CAD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>
                <a:off x="4314660" y="34153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5FF9B38D-6BE6-93F9-5135-BE618995A910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 flipV="1">
                <a:off x="4314659" y="35943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0CBE35AF-8F93-ED1C-06B2-E7F6ADF327E3}"/>
                  </a:ext>
                </a:extLst>
              </p:cNvPr>
              <p:cNvCxnSpPr>
                <a:stCxn id="75" idx="6"/>
                <a:endCxn id="113" idx="2"/>
              </p:cNvCxnSpPr>
              <p:nvPr/>
            </p:nvCxnSpPr>
            <p:spPr>
              <a:xfrm>
                <a:off x="4316507" y="3059487"/>
                <a:ext cx="785947" cy="53486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E1C2D88F-3DA0-7747-FD15-A665FA4C3CEE}"/>
                  </a:ext>
                </a:extLst>
              </p:cNvPr>
              <p:cNvCxnSpPr>
                <a:stCxn id="69" idx="6"/>
                <a:endCxn id="113" idx="2"/>
              </p:cNvCxnSpPr>
              <p:nvPr/>
            </p:nvCxnSpPr>
            <p:spPr>
              <a:xfrm>
                <a:off x="4314659" y="2712329"/>
                <a:ext cx="787795" cy="88202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Arrow Connector 117">
                <a:extLst>
                  <a:ext uri="{FF2B5EF4-FFF2-40B4-BE49-F238E27FC236}">
                    <a16:creationId xmlns:a16="http://schemas.microsoft.com/office/drawing/2014/main" id="{67FE2934-528C-554F-4280-89E6514810A7}"/>
                  </a:ext>
                </a:extLst>
              </p:cNvPr>
              <p:cNvCxnSpPr>
                <a:stCxn id="63" idx="6"/>
                <a:endCxn id="113" idx="2"/>
              </p:cNvCxnSpPr>
              <p:nvPr/>
            </p:nvCxnSpPr>
            <p:spPr>
              <a:xfrm>
                <a:off x="4314660" y="2334551"/>
                <a:ext cx="787794" cy="12598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945C7D6-9C06-E9E1-7548-ECCA3F843B40}"/>
                </a:ext>
              </a:extLst>
            </p:cNvPr>
            <p:cNvSpPr txBox="1"/>
            <p:nvPr/>
          </p:nvSpPr>
          <p:spPr>
            <a:xfrm>
              <a:off x="99059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28D730D-52AF-F3CF-B09E-AC827A995EF9}"/>
                </a:ext>
              </a:extLst>
            </p:cNvPr>
            <p:cNvSpPr txBox="1"/>
            <p:nvPr/>
          </p:nvSpPr>
          <p:spPr>
            <a:xfrm>
              <a:off x="178701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D4946E3-DA41-BFF4-FC62-10A65816F6EA}"/>
                </a:ext>
              </a:extLst>
            </p:cNvPr>
            <p:cNvSpPr txBox="1"/>
            <p:nvPr/>
          </p:nvSpPr>
          <p:spPr>
            <a:xfrm>
              <a:off x="2715597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D7EF157-107B-7C00-7F03-0DE4CED31512}"/>
                </a:ext>
              </a:extLst>
            </p:cNvPr>
            <p:cNvSpPr txBox="1"/>
            <p:nvPr/>
          </p:nvSpPr>
          <p:spPr>
            <a:xfrm>
              <a:off x="3596641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4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5E6FCED-AED0-F691-27C9-62B10DB0F48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502" y="978095"/>
            <a:ext cx="125730" cy="2628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67CEEE-9529-6C28-1A0D-BC91765FE3F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376" y="878019"/>
            <a:ext cx="722376" cy="450342"/>
          </a:xfrm>
          <a:prstGeom prst="rect">
            <a:avLst/>
          </a:prstGeom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53AEA5C2-139A-206E-C94D-113DCE49E0B0}"/>
              </a:ext>
            </a:extLst>
          </p:cNvPr>
          <p:cNvSpPr txBox="1"/>
          <p:nvPr/>
        </p:nvSpPr>
        <p:spPr>
          <a:xfrm>
            <a:off x="385667" y="1370501"/>
            <a:ext cx="4458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each output unit (layer L = 4)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A19761-2196-B1D9-8E90-24449D5C32EA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01" y="1844969"/>
            <a:ext cx="1965960" cy="4503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135081-C8E0-C163-114E-189808565548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01" y="2471159"/>
            <a:ext cx="3627882" cy="3474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F8A062-8D13-B1EF-E3D6-AE501A0DA93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01" y="2994479"/>
            <a:ext cx="3627882" cy="34747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6588ED-4AD9-7726-3C35-385ABEDB3D82}"/>
                  </a:ext>
                </a:extLst>
              </p:cNvPr>
              <p:cNvSpPr txBox="1"/>
              <p:nvPr/>
            </p:nvSpPr>
            <p:spPr>
              <a:xfrm>
                <a:off x="478001" y="3517799"/>
                <a:ext cx="2790700" cy="5904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US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l-GR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𝜣</m:t>
                              </m:r>
                            </m:e>
                            <m:sup>
                              <m:r>
                                <a:rPr lang="en-US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  <m:r>
                        <a:rPr lang="en-US" sz="2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𝑱</m:t>
                      </m:r>
                      <m:d>
                        <m:dPr>
                          <m:ctrlP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𝜣</m:t>
                          </m:r>
                        </m:e>
                      </m:d>
                      <m:r>
                        <a:rPr lang="en-US" sz="2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𝜹</m:t>
                          </m:r>
                        </m:e>
                        <m:sup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sSup>
                        <m:sSupPr>
                          <m:ctrlP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20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 sz="2000" b="1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96588ED-4AD9-7726-3C35-385ABEDB3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001" y="3517799"/>
                <a:ext cx="2790700" cy="59041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4B950C2-FC81-21F1-1540-10B3982884DB}"/>
                  </a:ext>
                </a:extLst>
              </p14:cNvPr>
              <p14:cNvContentPartPr/>
              <p14:nvPr/>
            </p14:nvContentPartPr>
            <p14:xfrm>
              <a:off x="3487320" y="2017903"/>
              <a:ext cx="4965840" cy="1927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4B950C2-FC81-21F1-1540-10B3982884D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478320" y="2009263"/>
                <a:ext cx="4983480" cy="19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FF71C8-4095-A6FE-7FD8-CE255C3B971C}"/>
                  </a:ext>
                </a:extLst>
              </p:cNvPr>
              <p:cNvSpPr txBox="1"/>
              <p:nvPr/>
            </p:nvSpPr>
            <p:spPr>
              <a:xfrm>
                <a:off x="5105400" y="3428351"/>
                <a:ext cx="1120435" cy="3846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For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l-G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FF71C8-4095-A6FE-7FD8-CE255C3B97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0" y="3428351"/>
                <a:ext cx="1120435" cy="384657"/>
              </a:xfrm>
              <a:prstGeom prst="rect">
                <a:avLst/>
              </a:prstGeom>
              <a:blipFill>
                <a:blip r:embed="rId17"/>
                <a:stretch>
                  <a:fillRect l="-6557" t="-4762" r="-5464" b="-7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EB990D-D41A-E3F3-72F5-D0C6E2EDD55F}"/>
                  </a:ext>
                </a:extLst>
              </p:cNvPr>
              <p:cNvSpPr txBox="1"/>
              <p:nvPr/>
            </p:nvSpPr>
            <p:spPr>
              <a:xfrm>
                <a:off x="478001" y="4304216"/>
                <a:ext cx="2790700" cy="5904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US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l-GR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𝜣</m:t>
                              </m:r>
                            </m:e>
                            <m:sup>
                              <m:r>
                                <a:rPr lang="en-US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  <m:r>
                        <a:rPr lang="en-US" sz="2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𝑱</m:t>
                      </m:r>
                      <m:d>
                        <m:dPr>
                          <m:ctrlP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𝜣</m:t>
                          </m:r>
                        </m:e>
                      </m:d>
                      <m:r>
                        <a:rPr lang="en-US" sz="2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𝜹</m:t>
                          </m:r>
                        </m:e>
                        <m:sup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sSup>
                        <m:sSupPr>
                          <m:ctrlP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20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 sz="2000" b="1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1EB990D-D41A-E3F3-72F5-D0C6E2EDD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001" y="4304216"/>
                <a:ext cx="2790700" cy="59041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9A1A09A-6962-E44D-B71E-D68589C3C293}"/>
                  </a:ext>
                </a:extLst>
              </p14:cNvPr>
              <p14:cNvContentPartPr/>
              <p14:nvPr/>
            </p14:nvContentPartPr>
            <p14:xfrm>
              <a:off x="7608960" y="2011423"/>
              <a:ext cx="720" cy="27378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9A1A09A-6962-E44D-B71E-D68589C3C29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590960" y="2002423"/>
                <a:ext cx="36000" cy="27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24FDDDA-8CC5-10B3-7BA8-C13FEE2CCF87}"/>
                  </a:ext>
                </a:extLst>
              </p14:cNvPr>
              <p14:cNvContentPartPr/>
              <p14:nvPr/>
            </p14:nvContentPartPr>
            <p14:xfrm>
              <a:off x="3166560" y="4754263"/>
              <a:ext cx="4429440" cy="7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24FDDDA-8CC5-10B3-7BA8-C13FEE2CCF8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157920" y="4736983"/>
                <a:ext cx="444708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A96F6B5A-7AB9-EC8A-88CD-0ABFB6C1BFC3}"/>
              </a:ext>
            </a:extLst>
          </p:cNvPr>
          <p:cNvGrpSpPr/>
          <p:nvPr/>
        </p:nvGrpSpPr>
        <p:grpSpPr>
          <a:xfrm>
            <a:off x="3167640" y="4639063"/>
            <a:ext cx="114840" cy="219600"/>
            <a:chOff x="3167640" y="4639063"/>
            <a:chExt cx="114840" cy="21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F5E07FE-E054-7979-F500-CCAA87E68C76}"/>
                    </a:ext>
                  </a:extLst>
                </p14:cNvPr>
                <p14:cNvContentPartPr/>
                <p14:nvPr/>
              </p14:nvContentPartPr>
              <p14:xfrm>
                <a:off x="3174120" y="4639063"/>
                <a:ext cx="108360" cy="109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F5E07FE-E054-7979-F500-CCAA87E68C7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165120" y="4630423"/>
                  <a:ext cx="1260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8B31A58-17B4-0A11-5348-6B36CD020471}"/>
                    </a:ext>
                  </a:extLst>
                </p14:cNvPr>
                <p14:cNvContentPartPr/>
                <p14:nvPr/>
              </p14:nvContentPartPr>
              <p14:xfrm>
                <a:off x="3167640" y="4767943"/>
                <a:ext cx="91080" cy="90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8B31A58-17B4-0A11-5348-6B36CD02047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158640" y="4758943"/>
                  <a:ext cx="108720" cy="10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CC522BC-FAEE-DEEA-9706-FA0C9066085D}"/>
                  </a:ext>
                </a:extLst>
              </p:cNvPr>
              <p:cNvSpPr txBox="1"/>
              <p:nvPr/>
            </p:nvSpPr>
            <p:spPr>
              <a:xfrm>
                <a:off x="5105399" y="4304216"/>
                <a:ext cx="1120435" cy="3846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For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l-G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CC522BC-FAEE-DEEA-9706-FA0C90660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399" y="4304216"/>
                <a:ext cx="1120435" cy="384657"/>
              </a:xfrm>
              <a:prstGeom prst="rect">
                <a:avLst/>
              </a:prstGeom>
              <a:blipFill>
                <a:blip r:embed="rId27"/>
                <a:stretch>
                  <a:fillRect l="-5978" t="-4762" r="-5435" b="-7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06532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4DE0E-0A89-70E2-19CA-B3C52595D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7BEE9A-C24C-20E0-E4E1-C0D3F293389C}"/>
              </a:ext>
            </a:extLst>
          </p:cNvPr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Gradient computation: Backpropagation algorithm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B3B8CDD-177A-BAEF-C2A4-6F80498CDDC1}"/>
              </a:ext>
            </a:extLst>
          </p:cNvPr>
          <p:cNvSpPr txBox="1"/>
          <p:nvPr/>
        </p:nvSpPr>
        <p:spPr>
          <a:xfrm>
            <a:off x="381000" y="84200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Intuition:              “error” of node    in layer   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B3821C-2085-D309-0617-C15B040A0AF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672" y="956994"/>
            <a:ext cx="68580" cy="214884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87943D65-58E3-D28C-4BDE-015CF8A2C494}"/>
              </a:ext>
            </a:extLst>
          </p:cNvPr>
          <p:cNvGrpSpPr/>
          <p:nvPr/>
        </p:nvGrpSpPr>
        <p:grpSpPr>
          <a:xfrm>
            <a:off x="6066227" y="747415"/>
            <a:ext cx="3055882" cy="1588057"/>
            <a:chOff x="990599" y="738216"/>
            <a:chExt cx="3381620" cy="1757334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172F211-1C96-24D9-3A83-C58339593448}"/>
                </a:ext>
              </a:extLst>
            </p:cNvPr>
            <p:cNvGrpSpPr/>
            <p:nvPr/>
          </p:nvGrpSpPr>
          <p:grpSpPr>
            <a:xfrm>
              <a:off x="1239873" y="738216"/>
              <a:ext cx="2862230" cy="1432793"/>
              <a:chOff x="1905000" y="2190750"/>
              <a:chExt cx="3483917" cy="1744001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B4F0D65C-8D3E-3194-F2B6-BD538A9D8674}"/>
                  </a:ext>
                </a:extLst>
              </p:cNvPr>
              <p:cNvSpPr/>
              <p:nvPr/>
            </p:nvSpPr>
            <p:spPr>
              <a:xfrm>
                <a:off x="1905000" y="318349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70750822-19B4-A494-AD56-4CD4B952CEFD}"/>
                  </a:ext>
                </a:extLst>
              </p:cNvPr>
              <p:cNvSpPr/>
              <p:nvPr/>
            </p:nvSpPr>
            <p:spPr>
              <a:xfrm>
                <a:off x="1905000" y="284853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60D6444B-4880-51AD-C893-087727BF3CF9}"/>
                  </a:ext>
                </a:extLst>
              </p:cNvPr>
              <p:cNvSpPr/>
              <p:nvPr/>
            </p:nvSpPr>
            <p:spPr>
              <a:xfrm>
                <a:off x="1905000" y="251356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B30D934B-A846-DC59-F35A-B9B3ABCDECA6}"/>
                  </a:ext>
                </a:extLst>
              </p:cNvPr>
              <p:cNvSpPr/>
              <p:nvPr/>
            </p:nvSpPr>
            <p:spPr>
              <a:xfrm>
                <a:off x="2899779" y="2190751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660C4097-4107-11F7-4455-0257A78041DF}"/>
                  </a:ext>
                </a:extLst>
              </p:cNvPr>
              <p:cNvSpPr/>
              <p:nvPr/>
            </p:nvSpPr>
            <p:spPr>
              <a:xfrm>
                <a:off x="5102454" y="236976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65FBE6CE-7D5E-5543-EB34-3471984A7029}"/>
                  </a:ext>
                </a:extLst>
              </p:cNvPr>
              <p:cNvCxnSpPr>
                <a:stCxn id="41" idx="6"/>
                <a:endCxn id="42" idx="2"/>
              </p:cNvCxnSpPr>
              <p:nvPr/>
            </p:nvCxnSpPr>
            <p:spPr>
              <a:xfrm flipV="1">
                <a:off x="2191463" y="2334552"/>
                <a:ext cx="708316" cy="3228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830F888F-2FA3-6BD6-CF0A-BDB2D69A8ACB}"/>
                  </a:ext>
                </a:extLst>
              </p:cNvPr>
              <p:cNvCxnSpPr>
                <a:stCxn id="40" idx="6"/>
                <a:endCxn id="42" idx="2"/>
              </p:cNvCxnSpPr>
              <p:nvPr/>
            </p:nvCxnSpPr>
            <p:spPr>
              <a:xfrm flipV="1">
                <a:off x="2191463" y="2334552"/>
                <a:ext cx="708316" cy="6577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D28C55D0-88DA-AA96-785F-CD2C6CFD80A3}"/>
                  </a:ext>
                </a:extLst>
              </p:cNvPr>
              <p:cNvCxnSpPr>
                <a:stCxn id="39" idx="6"/>
                <a:endCxn id="42" idx="2"/>
              </p:cNvCxnSpPr>
              <p:nvPr/>
            </p:nvCxnSpPr>
            <p:spPr>
              <a:xfrm flipV="1">
                <a:off x="2191463" y="2334552"/>
                <a:ext cx="708316" cy="9927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4023B670-19C0-A0D0-C0B6-EA75CE04B573}"/>
                  </a:ext>
                </a:extLst>
              </p:cNvPr>
              <p:cNvSpPr/>
              <p:nvPr/>
            </p:nvSpPr>
            <p:spPr>
              <a:xfrm>
                <a:off x="2899778" y="2564055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1061063A-E3B9-7108-6F2C-267EDB17F151}"/>
                  </a:ext>
                </a:extLst>
              </p:cNvPr>
              <p:cNvCxnSpPr>
                <a:stCxn id="41" idx="6"/>
                <a:endCxn id="47" idx="2"/>
              </p:cNvCxnSpPr>
              <p:nvPr/>
            </p:nvCxnSpPr>
            <p:spPr>
              <a:xfrm>
                <a:off x="2191463" y="2657369"/>
                <a:ext cx="708315" cy="5048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615594CE-E2B6-4220-D70B-622DE087F088}"/>
                  </a:ext>
                </a:extLst>
              </p:cNvPr>
              <p:cNvCxnSpPr>
                <a:stCxn id="40" idx="6"/>
                <a:endCxn id="47" idx="2"/>
              </p:cNvCxnSpPr>
              <p:nvPr/>
            </p:nvCxnSpPr>
            <p:spPr>
              <a:xfrm flipV="1">
                <a:off x="2191463" y="2707856"/>
                <a:ext cx="708315" cy="2844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0C90863D-1767-A757-A558-3CF360388706}"/>
                  </a:ext>
                </a:extLst>
              </p:cNvPr>
              <p:cNvCxnSpPr>
                <a:stCxn id="39" idx="6"/>
                <a:endCxn id="47" idx="2"/>
              </p:cNvCxnSpPr>
              <p:nvPr/>
            </p:nvCxnSpPr>
            <p:spPr>
              <a:xfrm flipV="1">
                <a:off x="2191463" y="2707856"/>
                <a:ext cx="708315" cy="61944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6A25FE7C-EBC7-E613-3811-BEA7272C3F09}"/>
                  </a:ext>
                </a:extLst>
              </p:cNvPr>
              <p:cNvSpPr/>
              <p:nvPr/>
            </p:nvSpPr>
            <p:spPr>
              <a:xfrm>
                <a:off x="2899777" y="292277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FE92C7F1-9D13-1433-6A2A-98F60E89B4A1}"/>
                  </a:ext>
                </a:extLst>
              </p:cNvPr>
              <p:cNvCxnSpPr>
                <a:stCxn id="41" idx="6"/>
                <a:endCxn id="51" idx="2"/>
              </p:cNvCxnSpPr>
              <p:nvPr/>
            </p:nvCxnSpPr>
            <p:spPr>
              <a:xfrm>
                <a:off x="2191463" y="2657369"/>
                <a:ext cx="708314" cy="40920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FAEC2CEB-3360-30C5-C84E-65EBAC602762}"/>
                  </a:ext>
                </a:extLst>
              </p:cNvPr>
              <p:cNvCxnSpPr>
                <a:stCxn id="40" idx="6"/>
                <a:endCxn id="51" idx="2"/>
              </p:cNvCxnSpPr>
              <p:nvPr/>
            </p:nvCxnSpPr>
            <p:spPr>
              <a:xfrm>
                <a:off x="2191463" y="2992333"/>
                <a:ext cx="708314" cy="742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A0E3391D-7BEE-8A3C-A1B9-01E2E6367FA3}"/>
                  </a:ext>
                </a:extLst>
              </p:cNvPr>
              <p:cNvCxnSpPr>
                <a:stCxn id="39" idx="6"/>
                <a:endCxn id="51" idx="2"/>
              </p:cNvCxnSpPr>
              <p:nvPr/>
            </p:nvCxnSpPr>
            <p:spPr>
              <a:xfrm flipV="1">
                <a:off x="2191463" y="3066578"/>
                <a:ext cx="708314" cy="2607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49C4D60F-BB64-9948-2E34-A7C00E3164DB}"/>
                  </a:ext>
                </a:extLst>
              </p:cNvPr>
              <p:cNvSpPr/>
              <p:nvPr/>
            </p:nvSpPr>
            <p:spPr>
              <a:xfrm>
                <a:off x="2899776" y="3273713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669884C1-1741-594F-0F73-A640DA466A8A}"/>
                  </a:ext>
                </a:extLst>
              </p:cNvPr>
              <p:cNvCxnSpPr>
                <a:stCxn id="41" idx="6"/>
                <a:endCxn id="55" idx="2"/>
              </p:cNvCxnSpPr>
              <p:nvPr/>
            </p:nvCxnSpPr>
            <p:spPr>
              <a:xfrm>
                <a:off x="2191463" y="2657369"/>
                <a:ext cx="708313" cy="7601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11F46B6C-B45F-29C7-159A-47EEA302C4C4}"/>
                  </a:ext>
                </a:extLst>
              </p:cNvPr>
              <p:cNvCxnSpPr>
                <a:stCxn id="40" idx="6"/>
                <a:endCxn id="55" idx="2"/>
              </p:cNvCxnSpPr>
              <p:nvPr/>
            </p:nvCxnSpPr>
            <p:spPr>
              <a:xfrm>
                <a:off x="2191463" y="2992333"/>
                <a:ext cx="708313" cy="4251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56764865-5AA5-FF7E-9A6C-CE8F6E6BBBFE}"/>
                  </a:ext>
                </a:extLst>
              </p:cNvPr>
              <p:cNvCxnSpPr>
                <a:stCxn id="39" idx="6"/>
                <a:endCxn id="55" idx="2"/>
              </p:cNvCxnSpPr>
              <p:nvPr/>
            </p:nvCxnSpPr>
            <p:spPr>
              <a:xfrm>
                <a:off x="2191463" y="3327297"/>
                <a:ext cx="708313" cy="902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9178CB57-B866-C0B3-0FFE-008CA1BDE894}"/>
                  </a:ext>
                </a:extLst>
              </p:cNvPr>
              <p:cNvSpPr/>
              <p:nvPr/>
            </p:nvSpPr>
            <p:spPr>
              <a:xfrm>
                <a:off x="2899779" y="36385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3C52B502-F4EA-F5F3-A324-CB66508C92AC}"/>
                  </a:ext>
                </a:extLst>
              </p:cNvPr>
              <p:cNvCxnSpPr>
                <a:stCxn id="41" idx="6"/>
                <a:endCxn id="59" idx="2"/>
              </p:cNvCxnSpPr>
              <p:nvPr/>
            </p:nvCxnSpPr>
            <p:spPr>
              <a:xfrm>
                <a:off x="2191463" y="2657369"/>
                <a:ext cx="708316" cy="112498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7B5F5AAC-7523-92F6-7C3E-A59951CC9D15}"/>
                  </a:ext>
                </a:extLst>
              </p:cNvPr>
              <p:cNvCxnSpPr>
                <a:stCxn id="40" idx="6"/>
                <a:endCxn id="59" idx="2"/>
              </p:cNvCxnSpPr>
              <p:nvPr/>
            </p:nvCxnSpPr>
            <p:spPr>
              <a:xfrm>
                <a:off x="2191463" y="2992333"/>
                <a:ext cx="708316" cy="79001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FF4D0E87-DE90-435C-3FF9-EC921BA68A5A}"/>
                  </a:ext>
                </a:extLst>
              </p:cNvPr>
              <p:cNvCxnSpPr>
                <a:stCxn id="39" idx="6"/>
                <a:endCxn id="59" idx="2"/>
              </p:cNvCxnSpPr>
              <p:nvPr/>
            </p:nvCxnSpPr>
            <p:spPr>
              <a:xfrm>
                <a:off x="2191463" y="3327297"/>
                <a:ext cx="708316" cy="45505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9A73494B-FDDA-F742-83E1-6FC7067F0DBA}"/>
                  </a:ext>
                </a:extLst>
              </p:cNvPr>
              <p:cNvSpPr/>
              <p:nvPr/>
            </p:nvSpPr>
            <p:spPr>
              <a:xfrm>
                <a:off x="4028197" y="21907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A267B6D1-790D-42CF-7B12-8F0160D48C21}"/>
                  </a:ext>
                </a:extLst>
              </p:cNvPr>
              <p:cNvCxnSpPr>
                <a:stCxn id="42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964CDAD2-6BB8-58BB-BAC7-3F9022D9CF2E}"/>
                  </a:ext>
                </a:extLst>
              </p:cNvPr>
              <p:cNvCxnSpPr>
                <a:stCxn id="47" idx="6"/>
                <a:endCxn id="63" idx="2"/>
              </p:cNvCxnSpPr>
              <p:nvPr/>
            </p:nvCxnSpPr>
            <p:spPr>
              <a:xfrm flipV="1">
                <a:off x="3186241" y="233455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72489822-37C8-6C89-DE72-9FDFF5C3FED8}"/>
                  </a:ext>
                </a:extLst>
              </p:cNvPr>
              <p:cNvCxnSpPr>
                <a:stCxn id="51" idx="6"/>
                <a:endCxn id="63" idx="2"/>
              </p:cNvCxnSpPr>
              <p:nvPr/>
            </p:nvCxnSpPr>
            <p:spPr>
              <a:xfrm flipV="1">
                <a:off x="3186240" y="2334551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74D2EEF9-DCB7-EC4A-5BA8-3E072DEAD51A}"/>
                  </a:ext>
                </a:extLst>
              </p:cNvPr>
              <p:cNvCxnSpPr>
                <a:stCxn id="55" idx="6"/>
                <a:endCxn id="63" idx="2"/>
              </p:cNvCxnSpPr>
              <p:nvPr/>
            </p:nvCxnSpPr>
            <p:spPr>
              <a:xfrm flipV="1">
                <a:off x="3186239" y="2334551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D694EF81-E619-A3EA-86CA-4874F40108AA}"/>
                  </a:ext>
                </a:extLst>
              </p:cNvPr>
              <p:cNvCxnSpPr>
                <a:stCxn id="59" idx="6"/>
                <a:endCxn id="63" idx="2"/>
              </p:cNvCxnSpPr>
              <p:nvPr/>
            </p:nvCxnSpPr>
            <p:spPr>
              <a:xfrm flipV="1">
                <a:off x="3186242" y="2334551"/>
                <a:ext cx="841955" cy="1447800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6A79F417-811C-ADBD-8E30-59FD667CE7FB}"/>
                  </a:ext>
                </a:extLst>
              </p:cNvPr>
              <p:cNvSpPr/>
              <p:nvPr/>
            </p:nvSpPr>
            <p:spPr>
              <a:xfrm>
                <a:off x="4028196" y="256852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4A0AFF0B-FFD3-D7DE-FFD7-525BD8AF7749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41" y="2712329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37E9B112-18BA-1E46-1261-44407196FD1E}"/>
                  </a:ext>
                </a:extLst>
              </p:cNvPr>
              <p:cNvCxnSpPr>
                <a:stCxn id="51" idx="6"/>
                <a:endCxn id="69" idx="2"/>
              </p:cNvCxnSpPr>
              <p:nvPr/>
            </p:nvCxnSpPr>
            <p:spPr>
              <a:xfrm flipV="1">
                <a:off x="3186240" y="2712329"/>
                <a:ext cx="841956" cy="3542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FAE89E1C-0284-E2AC-A957-7072575E0351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9" y="2712329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481A8FE0-4445-90DC-0AD9-38E7FFE2F6B5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 flipV="1">
                <a:off x="3186238" y="2712329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8C34D309-72D5-4F81-E3BA-E32E1555EAC0}"/>
                  </a:ext>
                </a:extLst>
              </p:cNvPr>
              <p:cNvCxnSpPr>
                <a:stCxn id="42" idx="6"/>
                <a:endCxn id="69" idx="2"/>
              </p:cNvCxnSpPr>
              <p:nvPr/>
            </p:nvCxnSpPr>
            <p:spPr>
              <a:xfrm>
                <a:off x="3186242" y="2334552"/>
                <a:ext cx="841954" cy="3777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8CCF58C3-CA7B-7C78-F794-2B3C6FB8D7E5}"/>
                  </a:ext>
                </a:extLst>
              </p:cNvPr>
              <p:cNvSpPr/>
              <p:nvPr/>
            </p:nvSpPr>
            <p:spPr>
              <a:xfrm>
                <a:off x="4030044" y="291568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56192C83-A21D-621D-5908-5E96C1E05190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9" y="3059487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349EFEBC-C9C9-DC09-24A6-F1E85B1D4E11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8" y="3059487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58F9CD7B-482F-2D6D-E0D1-DE6E070C4D6F}"/>
                  </a:ext>
                </a:extLst>
              </p:cNvPr>
              <p:cNvCxnSpPr>
                <a:endCxn id="75" idx="2"/>
              </p:cNvCxnSpPr>
              <p:nvPr/>
            </p:nvCxnSpPr>
            <p:spPr>
              <a:xfrm flipV="1">
                <a:off x="3188087" y="3059487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4A29D67E-26A7-FE29-DB27-8249C67B8DBF}"/>
                  </a:ext>
                </a:extLst>
              </p:cNvPr>
              <p:cNvCxnSpPr>
                <a:stCxn id="47" idx="6"/>
                <a:endCxn id="75" idx="2"/>
              </p:cNvCxnSpPr>
              <p:nvPr/>
            </p:nvCxnSpPr>
            <p:spPr>
              <a:xfrm>
                <a:off x="3186241" y="2707856"/>
                <a:ext cx="843803" cy="35163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12354CC1-C044-B29E-9876-9ECADD0670C1}"/>
                  </a:ext>
                </a:extLst>
              </p:cNvPr>
              <p:cNvCxnSpPr>
                <a:stCxn id="42" idx="6"/>
                <a:endCxn id="75" idx="2"/>
              </p:cNvCxnSpPr>
              <p:nvPr/>
            </p:nvCxnSpPr>
            <p:spPr>
              <a:xfrm>
                <a:off x="3186242" y="2334552"/>
                <a:ext cx="843802" cy="72493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5FB48110-3823-1BEF-D915-A2A1966DA656}"/>
                  </a:ext>
                </a:extLst>
              </p:cNvPr>
              <p:cNvSpPr/>
              <p:nvPr/>
            </p:nvSpPr>
            <p:spPr>
              <a:xfrm>
                <a:off x="4028195" y="326390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219847E9-8412-378E-1007-13DE1E3FE93F}"/>
                  </a:ext>
                </a:extLst>
              </p:cNvPr>
              <p:cNvCxnSpPr>
                <a:stCxn id="55" idx="6"/>
                <a:endCxn id="84" idx="2"/>
              </p:cNvCxnSpPr>
              <p:nvPr/>
            </p:nvCxnSpPr>
            <p:spPr>
              <a:xfrm flipV="1">
                <a:off x="3186239" y="3407701"/>
                <a:ext cx="841956" cy="981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BBAEC1F1-5C49-5098-6980-F72AA5E56B06}"/>
                  </a:ext>
                </a:extLst>
              </p:cNvPr>
              <p:cNvCxnSpPr>
                <a:endCxn id="84" idx="2"/>
              </p:cNvCxnSpPr>
              <p:nvPr/>
            </p:nvCxnSpPr>
            <p:spPr>
              <a:xfrm flipV="1">
                <a:off x="3186239" y="340770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F0D2D20E-F12C-DA67-238F-68E5879472CF}"/>
                  </a:ext>
                </a:extLst>
              </p:cNvPr>
              <p:cNvCxnSpPr>
                <a:stCxn id="51" idx="6"/>
                <a:endCxn id="84" idx="2"/>
              </p:cNvCxnSpPr>
              <p:nvPr/>
            </p:nvCxnSpPr>
            <p:spPr>
              <a:xfrm>
                <a:off x="3186240" y="3066578"/>
                <a:ext cx="841955" cy="34112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39FB9B11-AF10-01C3-49B4-7193A284262A}"/>
                  </a:ext>
                </a:extLst>
              </p:cNvPr>
              <p:cNvCxnSpPr>
                <a:stCxn id="47" idx="6"/>
                <a:endCxn id="84" idx="2"/>
              </p:cNvCxnSpPr>
              <p:nvPr/>
            </p:nvCxnSpPr>
            <p:spPr>
              <a:xfrm>
                <a:off x="3186241" y="2707856"/>
                <a:ext cx="841954" cy="6998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971C041A-DA9E-3ED8-DE7E-69F4E412B3B9}"/>
                  </a:ext>
                </a:extLst>
              </p:cNvPr>
              <p:cNvCxnSpPr>
                <a:stCxn id="42" idx="6"/>
                <a:endCxn id="84" idx="2"/>
              </p:cNvCxnSpPr>
              <p:nvPr/>
            </p:nvCxnSpPr>
            <p:spPr>
              <a:xfrm>
                <a:off x="3186242" y="2334552"/>
                <a:ext cx="841953" cy="10731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6485DF4B-1A0B-7900-290F-1A0EDAA9C306}"/>
                  </a:ext>
                </a:extLst>
              </p:cNvPr>
              <p:cNvSpPr/>
              <p:nvPr/>
            </p:nvSpPr>
            <p:spPr>
              <a:xfrm>
                <a:off x="4028194" y="36471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1CCD434A-0209-C57A-05FF-0274E30B53E6}"/>
                  </a:ext>
                </a:extLst>
              </p:cNvPr>
              <p:cNvCxnSpPr>
                <a:endCxn id="90" idx="2"/>
              </p:cNvCxnSpPr>
              <p:nvPr/>
            </p:nvCxnSpPr>
            <p:spPr>
              <a:xfrm flipV="1">
                <a:off x="3186239" y="37909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1BF175A3-5631-70F8-E31B-11A1A7CF227B}"/>
                  </a:ext>
                </a:extLst>
              </p:cNvPr>
              <p:cNvCxnSpPr>
                <a:stCxn id="55" idx="6"/>
                <a:endCxn id="90" idx="2"/>
              </p:cNvCxnSpPr>
              <p:nvPr/>
            </p:nvCxnSpPr>
            <p:spPr>
              <a:xfrm>
                <a:off x="3186239" y="3417514"/>
                <a:ext cx="841955" cy="37343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3EE74C34-94DF-08B9-3F4B-DC03C18800C7}"/>
                  </a:ext>
                </a:extLst>
              </p:cNvPr>
              <p:cNvCxnSpPr>
                <a:stCxn id="51" idx="6"/>
                <a:endCxn id="90" idx="2"/>
              </p:cNvCxnSpPr>
              <p:nvPr/>
            </p:nvCxnSpPr>
            <p:spPr>
              <a:xfrm>
                <a:off x="3186240" y="3066578"/>
                <a:ext cx="841954" cy="72437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4F540C5C-7592-B725-F584-8B633AA06F40}"/>
                  </a:ext>
                </a:extLst>
              </p:cNvPr>
              <p:cNvCxnSpPr>
                <a:stCxn id="47" idx="6"/>
                <a:endCxn id="90" idx="2"/>
              </p:cNvCxnSpPr>
              <p:nvPr/>
            </p:nvCxnSpPr>
            <p:spPr>
              <a:xfrm>
                <a:off x="3186241" y="2707856"/>
                <a:ext cx="841953" cy="108309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6DCEA43D-018E-0535-191E-F9FEBDFCC830}"/>
                  </a:ext>
                </a:extLst>
              </p:cNvPr>
              <p:cNvCxnSpPr>
                <a:stCxn id="42" idx="6"/>
                <a:endCxn id="90" idx="2"/>
              </p:cNvCxnSpPr>
              <p:nvPr/>
            </p:nvCxnSpPr>
            <p:spPr>
              <a:xfrm>
                <a:off x="3186242" y="2334552"/>
                <a:ext cx="841952" cy="145639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AC2D8114-D4F8-CA61-5356-87E9CAEE425C}"/>
                  </a:ext>
                </a:extLst>
              </p:cNvPr>
              <p:cNvCxnSpPr>
                <a:stCxn id="63" idx="6"/>
                <a:endCxn id="43" idx="2"/>
              </p:cNvCxnSpPr>
              <p:nvPr/>
            </p:nvCxnSpPr>
            <p:spPr>
              <a:xfrm>
                <a:off x="4314660" y="2334551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370A8187-DB92-0874-9151-6054A8506396}"/>
                  </a:ext>
                </a:extLst>
              </p:cNvPr>
              <p:cNvCxnSpPr>
                <a:stCxn id="69" idx="6"/>
                <a:endCxn id="43" idx="2"/>
              </p:cNvCxnSpPr>
              <p:nvPr/>
            </p:nvCxnSpPr>
            <p:spPr>
              <a:xfrm flipV="1">
                <a:off x="4314659" y="2513568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209F44DF-C745-44B4-6630-C4EC0CE18D16}"/>
                  </a:ext>
                </a:extLst>
              </p:cNvPr>
              <p:cNvCxnSpPr>
                <a:stCxn id="75" idx="6"/>
                <a:endCxn id="43" idx="2"/>
              </p:cNvCxnSpPr>
              <p:nvPr/>
            </p:nvCxnSpPr>
            <p:spPr>
              <a:xfrm flipV="1">
                <a:off x="4316507" y="2513568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224E2810-EC9D-6E5C-8F0D-EE7A797EBF24}"/>
                  </a:ext>
                </a:extLst>
              </p:cNvPr>
              <p:cNvCxnSpPr>
                <a:stCxn id="84" idx="6"/>
                <a:endCxn id="43" idx="2"/>
              </p:cNvCxnSpPr>
              <p:nvPr/>
            </p:nvCxnSpPr>
            <p:spPr>
              <a:xfrm flipV="1">
                <a:off x="4314658" y="2513568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4EA4B83C-9599-BE54-8E70-695E15FC3B88}"/>
                  </a:ext>
                </a:extLst>
              </p:cNvPr>
              <p:cNvCxnSpPr>
                <a:stCxn id="90" idx="6"/>
                <a:endCxn id="43" idx="2"/>
              </p:cNvCxnSpPr>
              <p:nvPr/>
            </p:nvCxnSpPr>
            <p:spPr>
              <a:xfrm flipV="1">
                <a:off x="4314657" y="2513568"/>
                <a:ext cx="787797" cy="127738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6BBBD4C1-6714-F852-9742-06B8D7592EBF}"/>
                  </a:ext>
                </a:extLst>
              </p:cNvPr>
              <p:cNvSpPr/>
              <p:nvPr/>
            </p:nvSpPr>
            <p:spPr>
              <a:xfrm>
                <a:off x="5102453" y="27456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137FF4A3-286E-A065-8CF1-E2AAB28780A1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>
                <a:off x="4314659" y="27104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6783D639-FB1B-B73F-ACF6-0AFD2E6E42B6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8" y="28894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D121C328-A475-96CF-7AEF-83CE816B06B0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6506" y="2889453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200E19FD-28C6-C6B6-205F-220178D90D29}"/>
                  </a:ext>
                </a:extLst>
              </p:cNvPr>
              <p:cNvCxnSpPr>
                <a:endCxn id="101" idx="2"/>
              </p:cNvCxnSpPr>
              <p:nvPr/>
            </p:nvCxnSpPr>
            <p:spPr>
              <a:xfrm flipV="1">
                <a:off x="4314657" y="2889453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2185DCE3-0F65-92CD-0C2F-D8A6E1B7A16E}"/>
                  </a:ext>
                </a:extLst>
              </p:cNvPr>
              <p:cNvCxnSpPr>
                <a:stCxn id="63" idx="6"/>
                <a:endCxn id="101" idx="2"/>
              </p:cNvCxnSpPr>
              <p:nvPr/>
            </p:nvCxnSpPr>
            <p:spPr>
              <a:xfrm>
                <a:off x="4314660" y="2334551"/>
                <a:ext cx="787793" cy="5549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7D598109-7E4E-143E-A2BB-1FFFD9152471}"/>
                  </a:ext>
                </a:extLst>
              </p:cNvPr>
              <p:cNvSpPr/>
              <p:nvPr/>
            </p:nvSpPr>
            <p:spPr>
              <a:xfrm>
                <a:off x="5102452" y="3088214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2B7BE756-7008-DCE2-16AB-5C8AEAF764DA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>
                <a:off x="4314658" y="3052998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2EDB72DF-9AF7-1437-7D24-8E4A913343DE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4657" y="3232015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AC39FF6B-D4BE-88FF-E941-B3004FE53248}"/>
                  </a:ext>
                </a:extLst>
              </p:cNvPr>
              <p:cNvCxnSpPr>
                <a:endCxn id="107" idx="2"/>
              </p:cNvCxnSpPr>
              <p:nvPr/>
            </p:nvCxnSpPr>
            <p:spPr>
              <a:xfrm flipV="1">
                <a:off x="4316505" y="3232015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D917C85C-E7A9-0AD5-E662-30233587264F}"/>
                  </a:ext>
                </a:extLst>
              </p:cNvPr>
              <p:cNvCxnSpPr>
                <a:stCxn id="69" idx="6"/>
                <a:endCxn id="107" idx="2"/>
              </p:cNvCxnSpPr>
              <p:nvPr/>
            </p:nvCxnSpPr>
            <p:spPr>
              <a:xfrm>
                <a:off x="4314659" y="2712329"/>
                <a:ext cx="787793" cy="51968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3E63A2C7-9CFB-26E5-0499-4FC034C4CA58}"/>
                  </a:ext>
                </a:extLst>
              </p:cNvPr>
              <p:cNvCxnSpPr>
                <a:stCxn id="63" idx="6"/>
                <a:endCxn id="107" idx="2"/>
              </p:cNvCxnSpPr>
              <p:nvPr/>
            </p:nvCxnSpPr>
            <p:spPr>
              <a:xfrm>
                <a:off x="4314660" y="2334551"/>
                <a:ext cx="787792" cy="89746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149FC105-21CC-B458-B77A-2437F8B6CC0E}"/>
                  </a:ext>
                </a:extLst>
              </p:cNvPr>
              <p:cNvSpPr/>
              <p:nvPr/>
            </p:nvSpPr>
            <p:spPr>
              <a:xfrm>
                <a:off x="5102454" y="34505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7935D66A-E9E5-FD6B-911F-CF7C0C8AABCB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>
                <a:off x="4314660" y="34153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C7DD6C08-CD6D-67D9-7653-4AA1A59AB498}"/>
                  </a:ext>
                </a:extLst>
              </p:cNvPr>
              <p:cNvCxnSpPr>
                <a:endCxn id="113" idx="2"/>
              </p:cNvCxnSpPr>
              <p:nvPr/>
            </p:nvCxnSpPr>
            <p:spPr>
              <a:xfrm flipV="1">
                <a:off x="4314659" y="35943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237410BB-345E-E34D-73EB-3AA528793886}"/>
                  </a:ext>
                </a:extLst>
              </p:cNvPr>
              <p:cNvCxnSpPr>
                <a:stCxn id="75" idx="6"/>
                <a:endCxn id="113" idx="2"/>
              </p:cNvCxnSpPr>
              <p:nvPr/>
            </p:nvCxnSpPr>
            <p:spPr>
              <a:xfrm>
                <a:off x="4316507" y="3059487"/>
                <a:ext cx="785947" cy="53486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17E39E56-7837-5573-7245-D4FC5B5745AB}"/>
                  </a:ext>
                </a:extLst>
              </p:cNvPr>
              <p:cNvCxnSpPr>
                <a:stCxn id="69" idx="6"/>
                <a:endCxn id="113" idx="2"/>
              </p:cNvCxnSpPr>
              <p:nvPr/>
            </p:nvCxnSpPr>
            <p:spPr>
              <a:xfrm>
                <a:off x="4314659" y="2712329"/>
                <a:ext cx="787795" cy="88202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Arrow Connector 117">
                <a:extLst>
                  <a:ext uri="{FF2B5EF4-FFF2-40B4-BE49-F238E27FC236}">
                    <a16:creationId xmlns:a16="http://schemas.microsoft.com/office/drawing/2014/main" id="{4E4BB597-379C-4396-A1F9-6FA7441A9900}"/>
                  </a:ext>
                </a:extLst>
              </p:cNvPr>
              <p:cNvCxnSpPr>
                <a:stCxn id="63" idx="6"/>
                <a:endCxn id="113" idx="2"/>
              </p:cNvCxnSpPr>
              <p:nvPr/>
            </p:nvCxnSpPr>
            <p:spPr>
              <a:xfrm>
                <a:off x="4314660" y="2334551"/>
                <a:ext cx="787794" cy="12598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2388BED-3B86-2100-C6CE-7E0A0E2547FD}"/>
                </a:ext>
              </a:extLst>
            </p:cNvPr>
            <p:cNvSpPr txBox="1"/>
            <p:nvPr/>
          </p:nvSpPr>
          <p:spPr>
            <a:xfrm>
              <a:off x="99059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53D812D-3351-86AB-D7D9-A3583F9BA3BC}"/>
                </a:ext>
              </a:extLst>
            </p:cNvPr>
            <p:cNvSpPr txBox="1"/>
            <p:nvPr/>
          </p:nvSpPr>
          <p:spPr>
            <a:xfrm>
              <a:off x="178701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929E0E9-837E-1C4A-0DC3-A9E50F37A61F}"/>
                </a:ext>
              </a:extLst>
            </p:cNvPr>
            <p:cNvSpPr txBox="1"/>
            <p:nvPr/>
          </p:nvSpPr>
          <p:spPr>
            <a:xfrm>
              <a:off x="2715597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3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EE17CEF-B88E-E99D-D8CE-0B6545696546}"/>
                </a:ext>
              </a:extLst>
            </p:cNvPr>
            <p:cNvSpPr txBox="1"/>
            <p:nvPr/>
          </p:nvSpPr>
          <p:spPr>
            <a:xfrm>
              <a:off x="3596641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Layer 4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04E04D31-5B00-8FF3-39D7-36218E41F75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502" y="978095"/>
            <a:ext cx="125730" cy="2628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9BACC9-FE8C-CBC4-582B-67EBCF8B5AB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376" y="878019"/>
            <a:ext cx="722376" cy="450342"/>
          </a:xfrm>
          <a:prstGeom prst="rect">
            <a:avLst/>
          </a:prstGeom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216B9D38-A835-C04C-4DB2-3AEFC3114109}"/>
              </a:ext>
            </a:extLst>
          </p:cNvPr>
          <p:cNvSpPr txBox="1"/>
          <p:nvPr/>
        </p:nvSpPr>
        <p:spPr>
          <a:xfrm>
            <a:off x="385667" y="1370501"/>
            <a:ext cx="4458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each output unit (layer L = 4)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87155B-44C8-201C-CC36-6F688E21CCE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01" y="1844969"/>
            <a:ext cx="1965960" cy="4503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53E029-DCE0-CF2B-B4B9-CC11C68B03DB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01" y="2448807"/>
            <a:ext cx="3627882" cy="3474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57E250-04C0-0AA2-EE2D-B86B2D11446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01" y="2994479"/>
            <a:ext cx="3627882" cy="3474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0A2DB53-2C91-0F60-719E-A624524CE5C3}"/>
                  </a:ext>
                </a:extLst>
              </p:cNvPr>
              <p:cNvSpPr txBox="1"/>
              <p:nvPr/>
            </p:nvSpPr>
            <p:spPr>
              <a:xfrm>
                <a:off x="478001" y="3657732"/>
                <a:ext cx="2790699" cy="5904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US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l-GR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𝜣</m:t>
                              </m:r>
                            </m:e>
                            <m:sup>
                              <m:r>
                                <a:rPr lang="en-US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  <m:r>
                        <a:rPr lang="en-US" sz="2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𝑱</m:t>
                      </m:r>
                      <m:d>
                        <m:dPr>
                          <m:ctrlP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𝜣</m:t>
                          </m:r>
                        </m:e>
                      </m:d>
                      <m:r>
                        <a:rPr lang="en-US" sz="2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𝜹</m:t>
                          </m:r>
                        </m:e>
                        <m:sup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sSup>
                        <m:sSupPr>
                          <m:ctrlP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20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 sz="20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0A2DB53-2C91-0F60-719E-A624524CE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001" y="3657732"/>
                <a:ext cx="2790699" cy="59041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3D6F7A-E27F-0DED-176F-D8931B5C8D9C}"/>
                  </a:ext>
                </a:extLst>
              </p:cNvPr>
              <p:cNvSpPr txBox="1"/>
              <p:nvPr/>
            </p:nvSpPr>
            <p:spPr>
              <a:xfrm>
                <a:off x="5015489" y="3657732"/>
                <a:ext cx="3010247" cy="5904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box>
                        <m:box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≔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f>
                            <m:fPr>
                              <m:ctrlP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𝝏</m:t>
                              </m:r>
                            </m:num>
                            <m:den>
                              <m: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𝝏</m:t>
                              </m:r>
                              <m:sSup>
                                <m:sSupPr>
                                  <m:ctrlPr>
                                    <a:rPr lang="en-US" sz="2000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l-GR" sz="2000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𝜣</m:t>
                                  </m:r>
                                </m:e>
                                <m:sup>
                                  <m:r>
                                    <a:rPr lang="en-US" sz="2000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US" sz="2000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0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  <m:d>
                            <m:dPr>
                              <m:ctrlP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l-GR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𝜣</m:t>
                              </m:r>
                            </m:e>
                          </m:d>
                        </m:e>
                      </m:box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3D6F7A-E27F-0DED-176F-D8931B5C8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489" y="3657732"/>
                <a:ext cx="3010247" cy="59041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E7EF6C-D0B1-D003-81D8-DC2A9F3A2A19}"/>
                  </a:ext>
                </a:extLst>
              </p:cNvPr>
              <p:cNvSpPr txBox="1"/>
              <p:nvPr/>
            </p:nvSpPr>
            <p:spPr>
              <a:xfrm>
                <a:off x="478001" y="4483281"/>
                <a:ext cx="2790700" cy="5904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</m:num>
                        <m:den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𝝏</m:t>
                          </m:r>
                          <m:sSup>
                            <m:sSupPr>
                              <m:ctrlPr>
                                <a:rPr lang="en-US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l-GR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𝜣</m:t>
                              </m:r>
                            </m:e>
                            <m:sup>
                              <m:r>
                                <a:rPr lang="en-US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  <m:r>
                        <a:rPr lang="en-US" sz="2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𝑱</m:t>
                      </m:r>
                      <m:d>
                        <m:dPr>
                          <m:ctrlP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𝜣</m:t>
                          </m:r>
                        </m:e>
                      </m:d>
                      <m:r>
                        <a:rPr lang="en-US" sz="2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𝜹</m:t>
                          </m:r>
                        </m:e>
                        <m:sup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sSup>
                        <m:sSupPr>
                          <m:ctrlP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20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 sz="20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E7EF6C-D0B1-D003-81D8-DC2A9F3A2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001" y="4483281"/>
                <a:ext cx="2790700" cy="59041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B3CAE4E-CEC0-FDBA-6A38-AB2CD87EF51C}"/>
                  </a:ext>
                </a:extLst>
              </p:cNvPr>
              <p:cNvSpPr txBox="1"/>
              <p:nvPr/>
            </p:nvSpPr>
            <p:spPr>
              <a:xfrm>
                <a:off x="5015489" y="4483281"/>
                <a:ext cx="3010247" cy="5904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  <m:box>
                        <m:box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≔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f>
                            <m:fPr>
                              <m:ctrlP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𝝏</m:t>
                              </m:r>
                            </m:num>
                            <m:den>
                              <m: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𝝏</m:t>
                              </m:r>
                              <m:sSup>
                                <m:sSupPr>
                                  <m:ctrlPr>
                                    <a:rPr lang="en-US" sz="2000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l-GR" sz="2000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𝜣</m:t>
                                  </m:r>
                                </m:e>
                                <m:sup>
                                  <m:r>
                                    <a:rPr lang="en-US" sz="2000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b="1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sz="2000" b="1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0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  <m:d>
                            <m:dPr>
                              <m:ctrlP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l-GR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𝜣</m:t>
                              </m:r>
                            </m:e>
                          </m:d>
                        </m:e>
                      </m:box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B3CAE4E-CEC0-FDBA-6A38-AB2CD87EF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489" y="4483281"/>
                <a:ext cx="3010247" cy="59041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C554E74-ECA3-038C-6AC6-E42CDACF4042}"/>
              </a:ext>
            </a:extLst>
          </p:cNvPr>
          <p:cNvCxnSpPr/>
          <p:nvPr/>
        </p:nvCxnSpPr>
        <p:spPr>
          <a:xfrm>
            <a:off x="3352800" y="4007083"/>
            <a:ext cx="1491813" cy="0"/>
          </a:xfrm>
          <a:prstGeom prst="straightConnector1">
            <a:avLst/>
          </a:prstGeom>
          <a:ln w="38100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56A5963-0D29-B8ED-4169-3C2FC87BDB56}"/>
              </a:ext>
            </a:extLst>
          </p:cNvPr>
          <p:cNvSpPr txBox="1"/>
          <p:nvPr/>
        </p:nvSpPr>
        <p:spPr>
          <a:xfrm>
            <a:off x="3672318" y="3637751"/>
            <a:ext cx="939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993366"/>
                </a:solidFill>
              </a:rPr>
              <a:t>Update 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CEEB031-ABB1-702C-7E7C-23DD64497612}"/>
              </a:ext>
            </a:extLst>
          </p:cNvPr>
          <p:cNvCxnSpPr/>
          <p:nvPr/>
        </p:nvCxnSpPr>
        <p:spPr>
          <a:xfrm>
            <a:off x="3420697" y="4846082"/>
            <a:ext cx="1491813" cy="0"/>
          </a:xfrm>
          <a:prstGeom prst="straightConnector1">
            <a:avLst/>
          </a:prstGeom>
          <a:ln w="38100">
            <a:solidFill>
              <a:srgbClr val="9933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9C2B61F-5990-D6F4-25BE-07EA65AC7CEF}"/>
              </a:ext>
            </a:extLst>
          </p:cNvPr>
          <p:cNvSpPr txBox="1"/>
          <p:nvPr/>
        </p:nvSpPr>
        <p:spPr>
          <a:xfrm>
            <a:off x="3740215" y="4476750"/>
            <a:ext cx="939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993366"/>
                </a:solidFill>
              </a:rPr>
              <a:t>Update </a:t>
            </a:r>
          </a:p>
        </p:txBody>
      </p:sp>
    </p:spTree>
    <p:extLst>
      <p:ext uri="{BB962C8B-B14F-4D97-AF65-F5344CB8AC3E}">
        <p14:creationId xmlns:p14="http://schemas.microsoft.com/office/powerpoint/2010/main" val="17798656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C4D52-934B-9192-C027-170729C40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217EBA-D24D-07E2-E4BF-E88C5F65ED0B}"/>
              </a:ext>
            </a:extLst>
          </p:cNvPr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Backpropagation algorithm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B36C362-8312-862A-0378-2B91804E0F5A}"/>
              </a:ext>
            </a:extLst>
          </p:cNvPr>
          <p:cNvSpPr txBox="1"/>
          <p:nvPr/>
        </p:nvSpPr>
        <p:spPr>
          <a:xfrm>
            <a:off x="381000" y="651057"/>
            <a:ext cx="640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Training set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D4EBBC9-79BC-BEF5-DC61-1649E14A6AA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697572"/>
            <a:ext cx="3200400" cy="291465"/>
          </a:xfrm>
          <a:prstGeom prst="rect">
            <a:avLst/>
          </a:prstGeom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6273F3C2-0677-77C7-CFEB-0B8034E577E7}"/>
              </a:ext>
            </a:extLst>
          </p:cNvPr>
          <p:cNvSpPr txBox="1"/>
          <p:nvPr/>
        </p:nvSpPr>
        <p:spPr>
          <a:xfrm>
            <a:off x="388706" y="1044306"/>
            <a:ext cx="4458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Set                    (for all          ).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40D1210-B311-B1B5-5A42-82AD9B28A77B}"/>
              </a:ext>
            </a:extLst>
          </p:cNvPr>
          <p:cNvGrpSpPr/>
          <p:nvPr/>
        </p:nvGrpSpPr>
        <p:grpSpPr>
          <a:xfrm>
            <a:off x="936104" y="1064854"/>
            <a:ext cx="2264296" cy="375285"/>
            <a:chOff x="936104" y="1064854"/>
            <a:chExt cx="2264296" cy="375285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D7FDACDB-FD9E-576F-7306-F9E36425DF31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6104" y="1064854"/>
              <a:ext cx="902970" cy="375285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8A72E443-8DD3-5552-FB4A-442FA7DEA419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16530" y="1147689"/>
              <a:ext cx="483870" cy="2286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AE4C2BA-1CDC-4DAA-A51B-E354D206C8A0}"/>
              </a:ext>
            </a:extLst>
          </p:cNvPr>
          <p:cNvGrpSpPr/>
          <p:nvPr/>
        </p:nvGrpSpPr>
        <p:grpSpPr>
          <a:xfrm>
            <a:off x="381000" y="1428750"/>
            <a:ext cx="8763000" cy="2362821"/>
            <a:chOff x="381000" y="1428750"/>
            <a:chExt cx="8763000" cy="2362821"/>
          </a:xfrm>
        </p:grpSpPr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771C9C2D-8629-F0D6-EF12-E648D76820EB}"/>
                </a:ext>
              </a:extLst>
            </p:cNvPr>
            <p:cNvSpPr txBox="1"/>
            <p:nvPr/>
          </p:nvSpPr>
          <p:spPr>
            <a:xfrm>
              <a:off x="381000" y="1428750"/>
              <a:ext cx="8763000" cy="20928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500"/>
                </a:spcBef>
              </a:pPr>
              <a:r>
                <a:rPr lang="en-US" sz="2200" dirty="0"/>
                <a:t>For</a:t>
              </a:r>
            </a:p>
            <a:p>
              <a:pPr lvl="1">
                <a:spcBef>
                  <a:spcPts val="500"/>
                </a:spcBef>
              </a:pPr>
              <a:r>
                <a:rPr lang="en-US" sz="2200" dirty="0"/>
                <a:t>Set</a:t>
              </a:r>
            </a:p>
            <a:p>
              <a:pPr lvl="1">
                <a:spcBef>
                  <a:spcPts val="500"/>
                </a:spcBef>
              </a:pPr>
              <a:r>
                <a:rPr lang="en-US" sz="2200" dirty="0"/>
                <a:t>Perform forward propagation to compute         for      </a:t>
              </a:r>
            </a:p>
            <a:p>
              <a:pPr lvl="1">
                <a:spcBef>
                  <a:spcPts val="500"/>
                </a:spcBef>
              </a:pPr>
              <a:r>
                <a:rPr lang="en-US" sz="2200" dirty="0"/>
                <a:t>Using       , compute</a:t>
              </a:r>
            </a:p>
            <a:p>
              <a:pPr lvl="1">
                <a:spcBef>
                  <a:spcPts val="500"/>
                </a:spcBef>
              </a:pPr>
              <a:r>
                <a:rPr lang="en-US" sz="2200" dirty="0"/>
                <a:t>Compute </a:t>
              </a: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AD654443-60DC-2D89-DA23-91DDDA368CC7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1352" y="1569249"/>
              <a:ext cx="1154430" cy="17145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2A3E62C-D1A2-F0E9-9099-8087D1A02518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83573" y="1885790"/>
              <a:ext cx="1089660" cy="230505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C358C82C-A1A0-14D1-B83A-1731313052F7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18481" y="2297277"/>
              <a:ext cx="327660" cy="230505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9A964E4E-3C3A-DC33-8AE5-FF9CD13CE55B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80480" y="2337721"/>
              <a:ext cx="1501140" cy="226695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55330799-DCBC-DF43-F5D1-14AE7C5C1EC0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1296" y="2707379"/>
              <a:ext cx="339090" cy="28003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C0CC79A-0DB9-BE6F-568F-403F3FF64A4C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81909" y="2707820"/>
              <a:ext cx="1857375" cy="280035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913D768E-90DD-A3C3-99DF-9E266436528E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45261" y="3082529"/>
              <a:ext cx="2409825" cy="27813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439FCF1-ECCB-2EAA-AC7D-44522F5029F0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554" y="3416286"/>
              <a:ext cx="2577465" cy="3752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3230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59D12-1D0E-AF26-0BEF-6652B106B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DA68DD-DC35-3108-5154-5C50E7A8E925}"/>
              </a:ext>
            </a:extLst>
          </p:cNvPr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Backpropagation algorithm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8BDB932-0BF4-89FB-A298-1B8EF9B22652}"/>
              </a:ext>
            </a:extLst>
          </p:cNvPr>
          <p:cNvSpPr txBox="1"/>
          <p:nvPr/>
        </p:nvSpPr>
        <p:spPr>
          <a:xfrm>
            <a:off x="381000" y="651057"/>
            <a:ext cx="640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Training set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EDD4D40-A1F0-9FCC-CA12-C56A393ECC9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697572"/>
            <a:ext cx="3200400" cy="291465"/>
          </a:xfrm>
          <a:prstGeom prst="rect">
            <a:avLst/>
          </a:prstGeom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8DE224CC-7206-02EB-C575-E8F054103EB1}"/>
              </a:ext>
            </a:extLst>
          </p:cNvPr>
          <p:cNvSpPr txBox="1"/>
          <p:nvPr/>
        </p:nvSpPr>
        <p:spPr>
          <a:xfrm>
            <a:off x="388706" y="1044306"/>
            <a:ext cx="4458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Set                    (for all          ).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828329B-2FAF-BCF9-7E18-5845B56503E3}"/>
              </a:ext>
            </a:extLst>
          </p:cNvPr>
          <p:cNvGrpSpPr/>
          <p:nvPr/>
        </p:nvGrpSpPr>
        <p:grpSpPr>
          <a:xfrm>
            <a:off x="936104" y="1064854"/>
            <a:ext cx="2264296" cy="375285"/>
            <a:chOff x="936104" y="1064854"/>
            <a:chExt cx="2264296" cy="375285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62B3C77D-77EA-0746-508B-18481FBC9AB7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6104" y="1064854"/>
              <a:ext cx="902970" cy="375285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80647D57-13B7-B7CD-304F-DE797E910191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16530" y="1147689"/>
              <a:ext cx="483870" cy="2286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7535FB3-2117-74B1-F1E7-A274680ABD1E}"/>
              </a:ext>
            </a:extLst>
          </p:cNvPr>
          <p:cNvGrpSpPr/>
          <p:nvPr/>
        </p:nvGrpSpPr>
        <p:grpSpPr>
          <a:xfrm>
            <a:off x="381000" y="1428750"/>
            <a:ext cx="8763000" cy="2362821"/>
            <a:chOff x="381000" y="1428750"/>
            <a:chExt cx="8763000" cy="2362821"/>
          </a:xfrm>
        </p:grpSpPr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B15A9EA5-62BE-DD8F-136B-E888CB0227A4}"/>
                </a:ext>
              </a:extLst>
            </p:cNvPr>
            <p:cNvSpPr txBox="1"/>
            <p:nvPr/>
          </p:nvSpPr>
          <p:spPr>
            <a:xfrm>
              <a:off x="381000" y="1428750"/>
              <a:ext cx="8763000" cy="20928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500"/>
                </a:spcBef>
              </a:pPr>
              <a:r>
                <a:rPr lang="en-US" sz="2200" dirty="0"/>
                <a:t>For</a:t>
              </a:r>
            </a:p>
            <a:p>
              <a:pPr lvl="1">
                <a:spcBef>
                  <a:spcPts val="500"/>
                </a:spcBef>
              </a:pPr>
              <a:r>
                <a:rPr lang="en-US" sz="2200" dirty="0"/>
                <a:t>Set</a:t>
              </a:r>
            </a:p>
            <a:p>
              <a:pPr lvl="1">
                <a:spcBef>
                  <a:spcPts val="500"/>
                </a:spcBef>
              </a:pPr>
              <a:r>
                <a:rPr lang="en-US" sz="2200" dirty="0"/>
                <a:t>Perform forward propagation to compute         for      </a:t>
              </a:r>
            </a:p>
            <a:p>
              <a:pPr lvl="1">
                <a:spcBef>
                  <a:spcPts val="500"/>
                </a:spcBef>
              </a:pPr>
              <a:r>
                <a:rPr lang="en-US" sz="2200" dirty="0"/>
                <a:t>Using       , compute</a:t>
              </a:r>
            </a:p>
            <a:p>
              <a:pPr lvl="1">
                <a:spcBef>
                  <a:spcPts val="500"/>
                </a:spcBef>
              </a:pPr>
              <a:r>
                <a:rPr lang="en-US" sz="2200" dirty="0"/>
                <a:t>Compute </a:t>
              </a: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C2B3467A-7780-C17D-B663-86C6EB821A05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1352" y="1569249"/>
              <a:ext cx="1154430" cy="17145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6DC2C9E-3333-DF48-A5EF-C035D360CDEB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83573" y="1885790"/>
              <a:ext cx="1089660" cy="230505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EC2F267C-7241-2433-17D3-79A2F1AEFE04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18481" y="2297277"/>
              <a:ext cx="327660" cy="230505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216C7B3D-39AD-B9A9-5356-815223F15AE6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80480" y="2337721"/>
              <a:ext cx="1501140" cy="226695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D5CE4F18-022D-9363-43B9-451A12A66014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1296" y="2707379"/>
              <a:ext cx="339090" cy="28003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5EF3259-77C2-C47A-256B-CDB896D3A4D6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81909" y="2707820"/>
              <a:ext cx="1857375" cy="280035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013FB143-ABF2-59CE-A5AB-88A3AFC9ABA2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45261" y="3082529"/>
              <a:ext cx="2409825" cy="27813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C10ADE4-6851-7583-096D-360AFC665259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554" y="3416286"/>
              <a:ext cx="2577465" cy="375285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521D641-E4D8-C14D-1891-B5E4DAC5B829}"/>
                  </a:ext>
                </a:extLst>
              </p:cNvPr>
              <p:cNvSpPr txBox="1"/>
              <p:nvPr/>
            </p:nvSpPr>
            <p:spPr>
              <a:xfrm>
                <a:off x="4648200" y="3442442"/>
                <a:ext cx="2877711" cy="320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𝚫</m:t>
                          </m:r>
                        </m:e>
                        <m:sup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</m:t>
                          </m:r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box>
                        <m:boxPr>
                          <m:ctrlP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≔</m:t>
                          </m:r>
                        </m:e>
                      </m:box>
                      <m:sSup>
                        <m:sSupPr>
                          <m:ctrlP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𝚫</m:t>
                              </m:r>
                            </m:e>
                            <m:sup>
                              <m: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𝒍</m:t>
                              </m:r>
                              <m: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𝜹</m:t>
                          </m:r>
                        </m:e>
                        <m:sup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</m:t>
                          </m:r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sSup>
                        <m:sSupPr>
                          <m:ctrlP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𝒍</m:t>
                              </m:r>
                              <m:r>
                                <a:rPr lang="en-US" sz="20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20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 sz="20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521D641-E4D8-C14D-1891-B5E4DAC5B8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0" y="3442442"/>
                <a:ext cx="2877711" cy="320985"/>
              </a:xfrm>
              <a:prstGeom prst="rect">
                <a:avLst/>
              </a:prstGeom>
              <a:blipFill>
                <a:blip r:embed="rId24"/>
                <a:stretch>
                  <a:fillRect l="-1695" t="-5769" r="-424" b="-3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4B8259A-EB47-81EF-6E44-B48E49D0B2AF}"/>
              </a:ext>
            </a:extLst>
          </p:cNvPr>
          <p:cNvCxnSpPr/>
          <p:nvPr/>
        </p:nvCxnSpPr>
        <p:spPr>
          <a:xfrm>
            <a:off x="2590800" y="3867150"/>
            <a:ext cx="9906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F2D5512-7287-D048-70D7-7B539B0968D9}"/>
              </a:ext>
            </a:extLst>
          </p:cNvPr>
          <p:cNvCxnSpPr>
            <a:endCxn id="2" idx="1"/>
          </p:cNvCxnSpPr>
          <p:nvPr/>
        </p:nvCxnSpPr>
        <p:spPr>
          <a:xfrm flipV="1">
            <a:off x="3581400" y="3602935"/>
            <a:ext cx="1066800" cy="26421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6691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Backpropagation algorithm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1000" y="651057"/>
            <a:ext cx="640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Training set</a:t>
            </a:r>
          </a:p>
        </p:txBody>
      </p:sp>
      <p:pic>
        <p:nvPicPr>
          <p:cNvPr id="31" name="Picture 3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697572"/>
            <a:ext cx="3200400" cy="291465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388706" y="1044306"/>
            <a:ext cx="4458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Set                    (for all          ).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936104" y="1064854"/>
            <a:ext cx="2264296" cy="375285"/>
            <a:chOff x="936104" y="1064854"/>
            <a:chExt cx="2264296" cy="375285"/>
          </a:xfrm>
        </p:grpSpPr>
        <p:pic>
          <p:nvPicPr>
            <p:cNvPr id="30" name="Picture 29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6104" y="1064854"/>
              <a:ext cx="902970" cy="375285"/>
            </a:xfrm>
            <a:prstGeom prst="rect">
              <a:avLst/>
            </a:prstGeom>
          </p:spPr>
        </p:pic>
        <p:pic>
          <p:nvPicPr>
            <p:cNvPr id="32" name="Picture 31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16530" y="1147689"/>
              <a:ext cx="483870" cy="228600"/>
            </a:xfrm>
            <a:prstGeom prst="rect">
              <a:avLst/>
            </a:prstGeom>
          </p:spPr>
        </p:pic>
      </p:grpSp>
      <p:grpSp>
        <p:nvGrpSpPr>
          <p:cNvPr id="9" name="Group 8"/>
          <p:cNvGrpSpPr/>
          <p:nvPr/>
        </p:nvGrpSpPr>
        <p:grpSpPr>
          <a:xfrm>
            <a:off x="381000" y="1428750"/>
            <a:ext cx="8763000" cy="2362821"/>
            <a:chOff x="381000" y="1428750"/>
            <a:chExt cx="8763000" cy="2362821"/>
          </a:xfrm>
        </p:grpSpPr>
        <p:sp>
          <p:nvSpPr>
            <p:cNvPr id="122" name="TextBox 121"/>
            <p:cNvSpPr txBox="1"/>
            <p:nvPr/>
          </p:nvSpPr>
          <p:spPr>
            <a:xfrm>
              <a:off x="381000" y="1428750"/>
              <a:ext cx="8763000" cy="20928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500"/>
                </a:spcBef>
              </a:pPr>
              <a:r>
                <a:rPr lang="en-US" sz="2200" dirty="0"/>
                <a:t>For</a:t>
              </a:r>
            </a:p>
            <a:p>
              <a:pPr lvl="1">
                <a:spcBef>
                  <a:spcPts val="500"/>
                </a:spcBef>
              </a:pPr>
              <a:r>
                <a:rPr lang="en-US" sz="2200" dirty="0"/>
                <a:t>Set</a:t>
              </a:r>
            </a:p>
            <a:p>
              <a:pPr lvl="1">
                <a:spcBef>
                  <a:spcPts val="500"/>
                </a:spcBef>
              </a:pPr>
              <a:r>
                <a:rPr lang="en-US" sz="2200" dirty="0"/>
                <a:t>Perform forward propagation to compute         for      </a:t>
              </a:r>
            </a:p>
            <a:p>
              <a:pPr lvl="1">
                <a:spcBef>
                  <a:spcPts val="500"/>
                </a:spcBef>
              </a:pPr>
              <a:r>
                <a:rPr lang="en-US" sz="2200" dirty="0"/>
                <a:t>Using       , compute</a:t>
              </a:r>
            </a:p>
            <a:p>
              <a:pPr lvl="1">
                <a:spcBef>
                  <a:spcPts val="500"/>
                </a:spcBef>
              </a:pPr>
              <a:r>
                <a:rPr lang="en-US" sz="2200" dirty="0"/>
                <a:t>Compute </a:t>
              </a:r>
            </a:p>
          </p:txBody>
        </p:sp>
        <p:pic>
          <p:nvPicPr>
            <p:cNvPr id="29" name="Picture 28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1352" y="1569249"/>
              <a:ext cx="1154430" cy="171450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83573" y="1885790"/>
              <a:ext cx="1089660" cy="230505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18481" y="2297277"/>
              <a:ext cx="327660" cy="230505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80480" y="2337721"/>
              <a:ext cx="1501140" cy="226695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1296" y="2707379"/>
              <a:ext cx="339090" cy="280035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81909" y="2707820"/>
              <a:ext cx="1857375" cy="280035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45261" y="3082529"/>
              <a:ext cx="2409825" cy="27813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554" y="3416286"/>
              <a:ext cx="2577465" cy="375285"/>
            </a:xfrm>
            <a:prstGeom prst="rect">
              <a:avLst/>
            </a:prstGeom>
          </p:spPr>
        </p:pic>
      </p:grpSp>
      <p:pic>
        <p:nvPicPr>
          <p:cNvPr id="11" name="Picture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019550"/>
            <a:ext cx="3333750" cy="375285"/>
          </a:xfrm>
          <a:prstGeom prst="rect">
            <a:avLst/>
          </a:prstGeom>
        </p:spPr>
      </p:pic>
      <p:pic>
        <p:nvPicPr>
          <p:cNvPr id="78" name="Picture 7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37" y="4476751"/>
            <a:ext cx="1520190" cy="375285"/>
          </a:xfrm>
          <a:prstGeom prst="rect">
            <a:avLst/>
          </a:prstGeom>
        </p:spPr>
      </p:pic>
      <p:pic>
        <p:nvPicPr>
          <p:cNvPr id="134" name="Picture 13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95" y="4551045"/>
            <a:ext cx="798195" cy="230505"/>
          </a:xfrm>
          <a:prstGeom prst="rect">
            <a:avLst/>
          </a:prstGeom>
        </p:spPr>
      </p:pic>
      <p:cxnSp>
        <p:nvCxnSpPr>
          <p:cNvPr id="136" name="Straight Connector 135"/>
          <p:cNvCxnSpPr/>
          <p:nvPr/>
        </p:nvCxnSpPr>
        <p:spPr>
          <a:xfrm>
            <a:off x="5029200" y="3791571"/>
            <a:ext cx="0" cy="11423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5946" y="4061827"/>
            <a:ext cx="2196846" cy="58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909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</a:rPr>
              <a:t>Neural Networks: Learning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191000" y="2114550"/>
            <a:ext cx="4331545" cy="1676400"/>
          </a:xfrm>
        </p:spPr>
        <p:txBody>
          <a:bodyPr>
            <a:noAutofit/>
          </a:bodyPr>
          <a:lstStyle/>
          <a:p>
            <a:pPr algn="l"/>
            <a:r>
              <a:rPr lang="en-US" sz="4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Backpropagation intuition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1672471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Calibri"/>
              </a:rPr>
              <a:t>Forward Propagation</a:t>
            </a:r>
          </a:p>
        </p:txBody>
      </p:sp>
      <p:sp>
        <p:nvSpPr>
          <p:cNvPr id="78" name="Oval 77"/>
          <p:cNvSpPr/>
          <p:nvPr/>
        </p:nvSpPr>
        <p:spPr>
          <a:xfrm>
            <a:off x="685800" y="3105150"/>
            <a:ext cx="924850" cy="914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685800" y="1885950"/>
            <a:ext cx="924850" cy="914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0" name="Oval 79"/>
          <p:cNvSpPr/>
          <p:nvPr/>
        </p:nvSpPr>
        <p:spPr>
          <a:xfrm>
            <a:off x="685800" y="819150"/>
            <a:ext cx="924850" cy="914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1" name="Oval 80"/>
          <p:cNvSpPr/>
          <p:nvPr/>
        </p:nvSpPr>
        <p:spPr>
          <a:xfrm>
            <a:off x="1880012" y="819150"/>
            <a:ext cx="92485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1880011" y="1885950"/>
            <a:ext cx="92485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88" name="Straight Arrow Connector 87"/>
          <p:cNvCxnSpPr>
            <a:stCxn id="80" idx="6"/>
            <a:endCxn id="87" idx="2"/>
          </p:cNvCxnSpPr>
          <p:nvPr/>
        </p:nvCxnSpPr>
        <p:spPr>
          <a:xfrm>
            <a:off x="1610650" y="1276350"/>
            <a:ext cx="269360" cy="106680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stCxn id="79" idx="6"/>
            <a:endCxn id="87" idx="2"/>
          </p:cNvCxnSpPr>
          <p:nvPr/>
        </p:nvCxnSpPr>
        <p:spPr>
          <a:xfrm>
            <a:off x="1610650" y="2343150"/>
            <a:ext cx="269360" cy="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stCxn id="78" idx="6"/>
            <a:endCxn id="87" idx="2"/>
          </p:cNvCxnSpPr>
          <p:nvPr/>
        </p:nvCxnSpPr>
        <p:spPr>
          <a:xfrm flipV="1">
            <a:off x="1610650" y="2343150"/>
            <a:ext cx="269360" cy="121920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1880009" y="3105150"/>
            <a:ext cx="92485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92" name="Straight Arrow Connector 91"/>
          <p:cNvCxnSpPr>
            <a:stCxn id="80" idx="6"/>
            <a:endCxn id="91" idx="2"/>
          </p:cNvCxnSpPr>
          <p:nvPr/>
        </p:nvCxnSpPr>
        <p:spPr>
          <a:xfrm>
            <a:off x="1610650" y="1276350"/>
            <a:ext cx="269359" cy="228600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stCxn id="79" idx="6"/>
            <a:endCxn id="91" idx="2"/>
          </p:cNvCxnSpPr>
          <p:nvPr/>
        </p:nvCxnSpPr>
        <p:spPr>
          <a:xfrm>
            <a:off x="1610650" y="2343150"/>
            <a:ext cx="269359" cy="121920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>
            <a:stCxn id="78" idx="6"/>
            <a:endCxn id="91" idx="2"/>
          </p:cNvCxnSpPr>
          <p:nvPr/>
        </p:nvCxnSpPr>
        <p:spPr>
          <a:xfrm>
            <a:off x="1610650" y="3562350"/>
            <a:ext cx="269359" cy="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Oval 102"/>
          <p:cNvSpPr/>
          <p:nvPr/>
        </p:nvSpPr>
        <p:spPr>
          <a:xfrm>
            <a:off x="3152278" y="819150"/>
            <a:ext cx="92485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9" name="Oval 108"/>
          <p:cNvSpPr/>
          <p:nvPr/>
        </p:nvSpPr>
        <p:spPr>
          <a:xfrm>
            <a:off x="3152276" y="1885950"/>
            <a:ext cx="92485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110" name="Straight Arrow Connector 109"/>
          <p:cNvCxnSpPr>
            <a:stCxn id="87" idx="6"/>
            <a:endCxn id="109" idx="2"/>
          </p:cNvCxnSpPr>
          <p:nvPr/>
        </p:nvCxnSpPr>
        <p:spPr>
          <a:xfrm>
            <a:off x="2804861" y="2343150"/>
            <a:ext cx="347416" cy="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>
            <a:stCxn id="91" idx="6"/>
            <a:endCxn id="109" idx="2"/>
          </p:cNvCxnSpPr>
          <p:nvPr/>
        </p:nvCxnSpPr>
        <p:spPr>
          <a:xfrm flipV="1">
            <a:off x="2804860" y="2343150"/>
            <a:ext cx="347417" cy="121920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>
            <a:stCxn id="81" idx="6"/>
            <a:endCxn id="109" idx="2"/>
          </p:cNvCxnSpPr>
          <p:nvPr/>
        </p:nvCxnSpPr>
        <p:spPr>
          <a:xfrm>
            <a:off x="2804862" y="1276350"/>
            <a:ext cx="347414" cy="106680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Oval 114"/>
          <p:cNvSpPr/>
          <p:nvPr/>
        </p:nvSpPr>
        <p:spPr>
          <a:xfrm>
            <a:off x="3154360" y="3105150"/>
            <a:ext cx="92485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116" name="Straight Arrow Connector 115"/>
          <p:cNvCxnSpPr>
            <a:stCxn id="91" idx="6"/>
            <a:endCxn id="115" idx="2"/>
          </p:cNvCxnSpPr>
          <p:nvPr/>
        </p:nvCxnSpPr>
        <p:spPr>
          <a:xfrm>
            <a:off x="2804860" y="3562350"/>
            <a:ext cx="349500" cy="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/>
          <p:cNvCxnSpPr>
            <a:stCxn id="87" idx="6"/>
            <a:endCxn id="115" idx="2"/>
          </p:cNvCxnSpPr>
          <p:nvPr/>
        </p:nvCxnSpPr>
        <p:spPr>
          <a:xfrm>
            <a:off x="2804861" y="2343150"/>
            <a:ext cx="349499" cy="121920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/>
          <p:cNvCxnSpPr>
            <a:stCxn id="81" idx="6"/>
            <a:endCxn id="115" idx="2"/>
          </p:cNvCxnSpPr>
          <p:nvPr/>
        </p:nvCxnSpPr>
        <p:spPr>
          <a:xfrm>
            <a:off x="2804862" y="1276350"/>
            <a:ext cx="349498" cy="228600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Oval 141"/>
          <p:cNvSpPr/>
          <p:nvPr/>
        </p:nvSpPr>
        <p:spPr>
          <a:xfrm>
            <a:off x="4256750" y="1885950"/>
            <a:ext cx="92485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143" name="Straight Arrow Connector 142"/>
          <p:cNvCxnSpPr>
            <a:stCxn id="109" idx="6"/>
            <a:endCxn id="142" idx="2"/>
          </p:cNvCxnSpPr>
          <p:nvPr/>
        </p:nvCxnSpPr>
        <p:spPr>
          <a:xfrm>
            <a:off x="4077127" y="2343150"/>
            <a:ext cx="179623" cy="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>
            <a:stCxn id="115" idx="6"/>
            <a:endCxn id="142" idx="2"/>
          </p:cNvCxnSpPr>
          <p:nvPr/>
        </p:nvCxnSpPr>
        <p:spPr>
          <a:xfrm flipV="1">
            <a:off x="4079210" y="2343150"/>
            <a:ext cx="177539" cy="121920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/>
          <p:cNvCxnSpPr>
            <a:stCxn id="103" idx="6"/>
            <a:endCxn id="142" idx="2"/>
          </p:cNvCxnSpPr>
          <p:nvPr/>
        </p:nvCxnSpPr>
        <p:spPr>
          <a:xfrm>
            <a:off x="4077128" y="1276350"/>
            <a:ext cx="179622" cy="106680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489" y="1169724"/>
            <a:ext cx="347472" cy="22860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701" y="1169724"/>
            <a:ext cx="347472" cy="228600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0965" y="1123712"/>
            <a:ext cx="347472" cy="228600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222" y="2260527"/>
            <a:ext cx="267462" cy="180594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489" y="3457956"/>
            <a:ext cx="274320" cy="18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5239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98B8D-2E6B-9674-10BE-162B67707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97F0C6-7E71-AC9C-1644-444ECBF9EAB2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Calibri"/>
              </a:rPr>
              <a:t>Forward Propagation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75C4D7E-1461-D2EB-D89B-C11C83C7234C}"/>
              </a:ext>
            </a:extLst>
          </p:cNvPr>
          <p:cNvGrpSpPr/>
          <p:nvPr/>
        </p:nvGrpSpPr>
        <p:grpSpPr>
          <a:xfrm>
            <a:off x="685800" y="819150"/>
            <a:ext cx="7391400" cy="3200400"/>
            <a:chOff x="685800" y="819150"/>
            <a:chExt cx="4495800" cy="3200400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5A8D4633-BBA5-346C-701B-EA4715015FBE}"/>
                </a:ext>
              </a:extLst>
            </p:cNvPr>
            <p:cNvSpPr/>
            <p:nvPr/>
          </p:nvSpPr>
          <p:spPr>
            <a:xfrm>
              <a:off x="685800" y="31051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49A7C788-5B46-55CE-8305-A63271501D73}"/>
                </a:ext>
              </a:extLst>
            </p:cNvPr>
            <p:cNvSpPr/>
            <p:nvPr/>
          </p:nvSpPr>
          <p:spPr>
            <a:xfrm>
              <a:off x="685800" y="18859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DF76C213-AC4C-E156-EA8F-11C2A2A17C3A}"/>
                </a:ext>
              </a:extLst>
            </p:cNvPr>
            <p:cNvSpPr/>
            <p:nvPr/>
          </p:nvSpPr>
          <p:spPr>
            <a:xfrm>
              <a:off x="685800" y="8191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823FC6EB-2BF8-45B7-4B23-0C34FBFC02E1}"/>
                </a:ext>
              </a:extLst>
            </p:cNvPr>
            <p:cNvSpPr/>
            <p:nvPr/>
          </p:nvSpPr>
          <p:spPr>
            <a:xfrm>
              <a:off x="1880012" y="819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59FC1310-03A8-A1AB-58F1-B04494514FC8}"/>
                </a:ext>
              </a:extLst>
            </p:cNvPr>
            <p:cNvSpPr/>
            <p:nvPr/>
          </p:nvSpPr>
          <p:spPr>
            <a:xfrm>
              <a:off x="1880011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E1DA3B6F-E6DE-D2A1-C0B3-1C55A7EDCD38}"/>
                </a:ext>
              </a:extLst>
            </p:cNvPr>
            <p:cNvCxnSpPr>
              <a:stCxn id="80" idx="6"/>
              <a:endCxn id="87" idx="2"/>
            </p:cNvCxnSpPr>
            <p:nvPr/>
          </p:nvCxnSpPr>
          <p:spPr>
            <a:xfrm>
              <a:off x="1610650" y="1276350"/>
              <a:ext cx="269360" cy="1066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C5F1C7A0-58C6-4945-9709-705DFEBDE713}"/>
                </a:ext>
              </a:extLst>
            </p:cNvPr>
            <p:cNvCxnSpPr>
              <a:stCxn id="79" idx="6"/>
              <a:endCxn id="87" idx="2"/>
            </p:cNvCxnSpPr>
            <p:nvPr/>
          </p:nvCxnSpPr>
          <p:spPr>
            <a:xfrm>
              <a:off x="1610650" y="2343150"/>
              <a:ext cx="269360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883A4841-9E78-B9F8-4037-64519BD96D9E}"/>
                </a:ext>
              </a:extLst>
            </p:cNvPr>
            <p:cNvCxnSpPr>
              <a:stCxn id="78" idx="6"/>
              <a:endCxn id="87" idx="2"/>
            </p:cNvCxnSpPr>
            <p:nvPr/>
          </p:nvCxnSpPr>
          <p:spPr>
            <a:xfrm flipV="1">
              <a:off x="1610650" y="2343150"/>
              <a:ext cx="269360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F0C428D0-30E8-C655-EB6E-0CB7DC8F5A62}"/>
                </a:ext>
              </a:extLst>
            </p:cNvPr>
            <p:cNvSpPr/>
            <p:nvPr/>
          </p:nvSpPr>
          <p:spPr>
            <a:xfrm>
              <a:off x="1880009" y="3105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A9C96356-2101-1EC0-9B2D-17F009408F13}"/>
                </a:ext>
              </a:extLst>
            </p:cNvPr>
            <p:cNvCxnSpPr>
              <a:stCxn id="80" idx="6"/>
              <a:endCxn id="91" idx="2"/>
            </p:cNvCxnSpPr>
            <p:nvPr/>
          </p:nvCxnSpPr>
          <p:spPr>
            <a:xfrm>
              <a:off x="1610650" y="1276350"/>
              <a:ext cx="269359" cy="22860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19412854-6C11-D9CF-A878-9C339EEFBFFF}"/>
                </a:ext>
              </a:extLst>
            </p:cNvPr>
            <p:cNvCxnSpPr>
              <a:stCxn id="79" idx="6"/>
              <a:endCxn id="91" idx="2"/>
            </p:cNvCxnSpPr>
            <p:nvPr/>
          </p:nvCxnSpPr>
          <p:spPr>
            <a:xfrm>
              <a:off x="1610650" y="2343150"/>
              <a:ext cx="26935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08827CEC-A84E-DF03-AB15-2003BC340C6F}"/>
                </a:ext>
              </a:extLst>
            </p:cNvPr>
            <p:cNvCxnSpPr>
              <a:stCxn id="78" idx="6"/>
              <a:endCxn id="91" idx="2"/>
            </p:cNvCxnSpPr>
            <p:nvPr/>
          </p:nvCxnSpPr>
          <p:spPr>
            <a:xfrm>
              <a:off x="1610650" y="3562350"/>
              <a:ext cx="269359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60BED19A-3DEC-C3AD-20C9-2ACB584D00AB}"/>
                </a:ext>
              </a:extLst>
            </p:cNvPr>
            <p:cNvSpPr/>
            <p:nvPr/>
          </p:nvSpPr>
          <p:spPr>
            <a:xfrm>
              <a:off x="3152278" y="819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BBB718B-9151-DA33-25F2-3255E30C86A6}"/>
                </a:ext>
              </a:extLst>
            </p:cNvPr>
            <p:cNvSpPr/>
            <p:nvPr/>
          </p:nvSpPr>
          <p:spPr>
            <a:xfrm>
              <a:off x="3152276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657B2CEA-5F66-7B0D-57B7-6C77A231463D}"/>
                </a:ext>
              </a:extLst>
            </p:cNvPr>
            <p:cNvCxnSpPr>
              <a:stCxn id="87" idx="6"/>
              <a:endCxn id="109" idx="2"/>
            </p:cNvCxnSpPr>
            <p:nvPr/>
          </p:nvCxnSpPr>
          <p:spPr>
            <a:xfrm>
              <a:off x="2804861" y="2343150"/>
              <a:ext cx="347416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B041EF33-E944-7324-F452-E3C68B1997F0}"/>
                </a:ext>
              </a:extLst>
            </p:cNvPr>
            <p:cNvCxnSpPr>
              <a:stCxn id="91" idx="6"/>
              <a:endCxn id="109" idx="2"/>
            </p:cNvCxnSpPr>
            <p:nvPr/>
          </p:nvCxnSpPr>
          <p:spPr>
            <a:xfrm flipV="1">
              <a:off x="2804860" y="2343150"/>
              <a:ext cx="347417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21708747-9FBA-5CD1-836E-B9799EF96A7F}"/>
                </a:ext>
              </a:extLst>
            </p:cNvPr>
            <p:cNvCxnSpPr>
              <a:stCxn id="81" idx="6"/>
              <a:endCxn id="109" idx="2"/>
            </p:cNvCxnSpPr>
            <p:nvPr/>
          </p:nvCxnSpPr>
          <p:spPr>
            <a:xfrm>
              <a:off x="2804862" y="1276350"/>
              <a:ext cx="347414" cy="1066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02653D10-DD20-0050-3885-FCD35C8B7F29}"/>
                </a:ext>
              </a:extLst>
            </p:cNvPr>
            <p:cNvSpPr/>
            <p:nvPr/>
          </p:nvSpPr>
          <p:spPr>
            <a:xfrm>
              <a:off x="3154360" y="3105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89783731-1766-1716-62F5-4AA7ED6EB5DD}"/>
                </a:ext>
              </a:extLst>
            </p:cNvPr>
            <p:cNvCxnSpPr>
              <a:stCxn id="91" idx="6"/>
              <a:endCxn id="115" idx="2"/>
            </p:cNvCxnSpPr>
            <p:nvPr/>
          </p:nvCxnSpPr>
          <p:spPr>
            <a:xfrm>
              <a:off x="2804860" y="3562350"/>
              <a:ext cx="349500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22F38175-9E25-47FB-109C-9CB7F25FF18F}"/>
                </a:ext>
              </a:extLst>
            </p:cNvPr>
            <p:cNvCxnSpPr>
              <a:stCxn id="87" idx="6"/>
              <a:endCxn id="115" idx="2"/>
            </p:cNvCxnSpPr>
            <p:nvPr/>
          </p:nvCxnSpPr>
          <p:spPr>
            <a:xfrm>
              <a:off x="2804861" y="2343150"/>
              <a:ext cx="34949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D5B1ED6F-4FD6-4CE9-4435-6D12386E5B10}"/>
                </a:ext>
              </a:extLst>
            </p:cNvPr>
            <p:cNvCxnSpPr>
              <a:stCxn id="81" idx="6"/>
              <a:endCxn id="115" idx="2"/>
            </p:cNvCxnSpPr>
            <p:nvPr/>
          </p:nvCxnSpPr>
          <p:spPr>
            <a:xfrm>
              <a:off x="2804862" y="1276350"/>
              <a:ext cx="349498" cy="22860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644452B4-3E3C-24C9-2C6E-6D261B4062BC}"/>
                </a:ext>
              </a:extLst>
            </p:cNvPr>
            <p:cNvSpPr/>
            <p:nvPr/>
          </p:nvSpPr>
          <p:spPr>
            <a:xfrm>
              <a:off x="4256750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6D041794-E772-D37F-E331-E3F7AF2E99B3}"/>
                </a:ext>
              </a:extLst>
            </p:cNvPr>
            <p:cNvCxnSpPr>
              <a:stCxn id="109" idx="6"/>
              <a:endCxn id="142" idx="2"/>
            </p:cNvCxnSpPr>
            <p:nvPr/>
          </p:nvCxnSpPr>
          <p:spPr>
            <a:xfrm>
              <a:off x="4077127" y="2343150"/>
              <a:ext cx="179623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5DA2C87E-4BD2-EF3C-B867-3337751AA7A0}"/>
                </a:ext>
              </a:extLst>
            </p:cNvPr>
            <p:cNvCxnSpPr>
              <a:stCxn id="115" idx="6"/>
              <a:endCxn id="142" idx="2"/>
            </p:cNvCxnSpPr>
            <p:nvPr/>
          </p:nvCxnSpPr>
          <p:spPr>
            <a:xfrm flipV="1">
              <a:off x="4079210" y="2343150"/>
              <a:ext cx="17753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Arrow Connector 174">
              <a:extLst>
                <a:ext uri="{FF2B5EF4-FFF2-40B4-BE49-F238E27FC236}">
                  <a16:creationId xmlns:a16="http://schemas.microsoft.com/office/drawing/2014/main" id="{4A44F92C-857A-2A60-91F9-B17E6D8ECDF4}"/>
                </a:ext>
              </a:extLst>
            </p:cNvPr>
            <p:cNvCxnSpPr>
              <a:stCxn id="103" idx="6"/>
              <a:endCxn id="142" idx="2"/>
            </p:cNvCxnSpPr>
            <p:nvPr/>
          </p:nvCxnSpPr>
          <p:spPr>
            <a:xfrm>
              <a:off x="4077128" y="1276350"/>
              <a:ext cx="179622" cy="1066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2BA395C5-7E78-9C90-85FE-2FDFB5898BA2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489" y="1169724"/>
              <a:ext cx="347472" cy="22860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9E348CA1-31FB-D8D8-6D11-A73AC0F51FBE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68701" y="1169724"/>
              <a:ext cx="347472" cy="22860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9F974009-86AA-B3A5-CAF0-0F0CE866482A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0965" y="1123712"/>
              <a:ext cx="347472" cy="228600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E0D65FFC-C631-B072-84B8-BF61F20223EE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222" y="2260527"/>
              <a:ext cx="267462" cy="180594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FA167E86-07DB-5870-9F8E-BAF53A8D8FE9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489" y="3457956"/>
              <a:ext cx="274320" cy="18059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40FB3C-628F-C2A4-A3BD-301AD583F757}"/>
                  </a:ext>
                </a:extLst>
              </p:cNvPr>
              <p:cNvSpPr txBox="1"/>
              <p:nvPr/>
            </p:nvSpPr>
            <p:spPr>
              <a:xfrm>
                <a:off x="748078" y="4324894"/>
                <a:ext cx="1395960" cy="416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40FB3C-628F-C2A4-A3BD-301AD583F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78" y="4324894"/>
                <a:ext cx="1395960" cy="41684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0B6750C-09C6-D5F6-0698-2450301E06BC}"/>
              </a:ext>
            </a:extLst>
          </p:cNvPr>
          <p:cNvCxnSpPr>
            <a:stCxn id="3" idx="0"/>
            <a:endCxn id="78" idx="4"/>
          </p:cNvCxnSpPr>
          <p:nvPr/>
        </p:nvCxnSpPr>
        <p:spPr>
          <a:xfrm flipV="1">
            <a:off x="1446058" y="4019550"/>
            <a:ext cx="0" cy="30534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81526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BFC6B-A1D1-4C73-EF25-A50C81F7D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080093-1459-F17B-DD7C-4BF766838F30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Calibri"/>
              </a:rPr>
              <a:t>Forward Propagation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E747D27-7E93-F2CA-4ADD-79C566720FAF}"/>
              </a:ext>
            </a:extLst>
          </p:cNvPr>
          <p:cNvGrpSpPr/>
          <p:nvPr/>
        </p:nvGrpSpPr>
        <p:grpSpPr>
          <a:xfrm>
            <a:off x="685800" y="819150"/>
            <a:ext cx="7391400" cy="3200400"/>
            <a:chOff x="685800" y="819150"/>
            <a:chExt cx="4495800" cy="3200400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4FD6D80E-EE7B-BA44-6DF0-64A960A8B069}"/>
                </a:ext>
              </a:extLst>
            </p:cNvPr>
            <p:cNvSpPr/>
            <p:nvPr/>
          </p:nvSpPr>
          <p:spPr>
            <a:xfrm>
              <a:off x="685800" y="31051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031961C2-923A-742A-A14A-12CC7CEF888B}"/>
                </a:ext>
              </a:extLst>
            </p:cNvPr>
            <p:cNvSpPr/>
            <p:nvPr/>
          </p:nvSpPr>
          <p:spPr>
            <a:xfrm>
              <a:off x="685800" y="18859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966C7BD5-3A02-BAE3-29DF-8011DA230BDD}"/>
                </a:ext>
              </a:extLst>
            </p:cNvPr>
            <p:cNvSpPr/>
            <p:nvPr/>
          </p:nvSpPr>
          <p:spPr>
            <a:xfrm>
              <a:off x="685800" y="8191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9743B47C-1FD1-6E4F-03BD-4A72BED0CFA7}"/>
                </a:ext>
              </a:extLst>
            </p:cNvPr>
            <p:cNvSpPr/>
            <p:nvPr/>
          </p:nvSpPr>
          <p:spPr>
            <a:xfrm>
              <a:off x="1880012" y="819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0581A3B8-0D72-B273-FD31-A0CE72B1B3C8}"/>
                </a:ext>
              </a:extLst>
            </p:cNvPr>
            <p:cNvSpPr/>
            <p:nvPr/>
          </p:nvSpPr>
          <p:spPr>
            <a:xfrm>
              <a:off x="1880011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ADD1189D-428D-D183-C84E-49C65A01ADA7}"/>
                </a:ext>
              </a:extLst>
            </p:cNvPr>
            <p:cNvCxnSpPr>
              <a:stCxn id="80" idx="6"/>
              <a:endCxn id="87" idx="2"/>
            </p:cNvCxnSpPr>
            <p:nvPr/>
          </p:nvCxnSpPr>
          <p:spPr>
            <a:xfrm>
              <a:off x="1610650" y="1276350"/>
              <a:ext cx="269360" cy="1066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EA9E71FF-40B0-03D9-500F-BF53CFBB2082}"/>
                </a:ext>
              </a:extLst>
            </p:cNvPr>
            <p:cNvCxnSpPr>
              <a:stCxn id="79" idx="6"/>
              <a:endCxn id="87" idx="2"/>
            </p:cNvCxnSpPr>
            <p:nvPr/>
          </p:nvCxnSpPr>
          <p:spPr>
            <a:xfrm>
              <a:off x="1610650" y="2343150"/>
              <a:ext cx="269360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4AA2A1EE-DBA5-35CB-B04B-A7CB22A5AF5B}"/>
                </a:ext>
              </a:extLst>
            </p:cNvPr>
            <p:cNvCxnSpPr>
              <a:stCxn id="78" idx="6"/>
              <a:endCxn id="87" idx="2"/>
            </p:cNvCxnSpPr>
            <p:nvPr/>
          </p:nvCxnSpPr>
          <p:spPr>
            <a:xfrm flipV="1">
              <a:off x="1610650" y="2343150"/>
              <a:ext cx="269360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381DB6B8-46C8-86DB-CF82-0069EE81C497}"/>
                </a:ext>
              </a:extLst>
            </p:cNvPr>
            <p:cNvSpPr/>
            <p:nvPr/>
          </p:nvSpPr>
          <p:spPr>
            <a:xfrm>
              <a:off x="1880009" y="3105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9DF5F225-03E6-EFFC-D7A5-055B72AE91C0}"/>
                </a:ext>
              </a:extLst>
            </p:cNvPr>
            <p:cNvCxnSpPr>
              <a:stCxn id="80" idx="6"/>
              <a:endCxn id="91" idx="2"/>
            </p:cNvCxnSpPr>
            <p:nvPr/>
          </p:nvCxnSpPr>
          <p:spPr>
            <a:xfrm>
              <a:off x="1610650" y="1276350"/>
              <a:ext cx="269359" cy="22860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E483958A-421A-A1BE-D6B2-A7344240B326}"/>
                </a:ext>
              </a:extLst>
            </p:cNvPr>
            <p:cNvCxnSpPr>
              <a:stCxn id="79" idx="6"/>
              <a:endCxn id="91" idx="2"/>
            </p:cNvCxnSpPr>
            <p:nvPr/>
          </p:nvCxnSpPr>
          <p:spPr>
            <a:xfrm>
              <a:off x="1610650" y="2343150"/>
              <a:ext cx="26935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6C4132A4-1F8B-5E9D-DC82-F906887BF3E9}"/>
                </a:ext>
              </a:extLst>
            </p:cNvPr>
            <p:cNvCxnSpPr>
              <a:stCxn id="78" idx="6"/>
              <a:endCxn id="91" idx="2"/>
            </p:cNvCxnSpPr>
            <p:nvPr/>
          </p:nvCxnSpPr>
          <p:spPr>
            <a:xfrm>
              <a:off x="1610650" y="3562350"/>
              <a:ext cx="269359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459A451C-72FA-07C0-F495-DA984DD4A777}"/>
                </a:ext>
              </a:extLst>
            </p:cNvPr>
            <p:cNvSpPr/>
            <p:nvPr/>
          </p:nvSpPr>
          <p:spPr>
            <a:xfrm>
              <a:off x="3152278" y="819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D42AA08C-DEEA-2D62-A2B0-E5F24BBCD540}"/>
                </a:ext>
              </a:extLst>
            </p:cNvPr>
            <p:cNvSpPr/>
            <p:nvPr/>
          </p:nvSpPr>
          <p:spPr>
            <a:xfrm>
              <a:off x="3152276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C240174A-0EDE-71C0-B5A1-0A4ED66BCDDB}"/>
                </a:ext>
              </a:extLst>
            </p:cNvPr>
            <p:cNvCxnSpPr>
              <a:stCxn id="87" idx="6"/>
              <a:endCxn id="109" idx="2"/>
            </p:cNvCxnSpPr>
            <p:nvPr/>
          </p:nvCxnSpPr>
          <p:spPr>
            <a:xfrm>
              <a:off x="2804861" y="2343150"/>
              <a:ext cx="347416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E4A6BC67-F474-FF51-EE66-19BF24837BFB}"/>
                </a:ext>
              </a:extLst>
            </p:cNvPr>
            <p:cNvCxnSpPr>
              <a:stCxn id="91" idx="6"/>
              <a:endCxn id="109" idx="2"/>
            </p:cNvCxnSpPr>
            <p:nvPr/>
          </p:nvCxnSpPr>
          <p:spPr>
            <a:xfrm flipV="1">
              <a:off x="2804860" y="2343150"/>
              <a:ext cx="347417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2BDCECD3-F7EA-E1F1-A3DD-958EE8C3C8BB}"/>
                </a:ext>
              </a:extLst>
            </p:cNvPr>
            <p:cNvCxnSpPr>
              <a:stCxn id="81" idx="6"/>
              <a:endCxn id="109" idx="2"/>
            </p:cNvCxnSpPr>
            <p:nvPr/>
          </p:nvCxnSpPr>
          <p:spPr>
            <a:xfrm>
              <a:off x="2804862" y="1276350"/>
              <a:ext cx="347414" cy="1066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1F4B5C04-D292-48D9-C3C7-0415E1A8D98B}"/>
                </a:ext>
              </a:extLst>
            </p:cNvPr>
            <p:cNvSpPr/>
            <p:nvPr/>
          </p:nvSpPr>
          <p:spPr>
            <a:xfrm>
              <a:off x="3154360" y="3105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11BED564-071C-A24B-BE04-71D44F6C333B}"/>
                </a:ext>
              </a:extLst>
            </p:cNvPr>
            <p:cNvCxnSpPr>
              <a:stCxn id="91" idx="6"/>
              <a:endCxn id="115" idx="2"/>
            </p:cNvCxnSpPr>
            <p:nvPr/>
          </p:nvCxnSpPr>
          <p:spPr>
            <a:xfrm>
              <a:off x="2804860" y="3562350"/>
              <a:ext cx="349500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60E46FD2-A90D-2393-5D53-873CB026D710}"/>
                </a:ext>
              </a:extLst>
            </p:cNvPr>
            <p:cNvCxnSpPr>
              <a:stCxn id="87" idx="6"/>
              <a:endCxn id="115" idx="2"/>
            </p:cNvCxnSpPr>
            <p:nvPr/>
          </p:nvCxnSpPr>
          <p:spPr>
            <a:xfrm>
              <a:off x="2804861" y="2343150"/>
              <a:ext cx="34949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B331A322-1808-6492-AE4D-CBD71BD35BFF}"/>
                </a:ext>
              </a:extLst>
            </p:cNvPr>
            <p:cNvCxnSpPr>
              <a:stCxn id="81" idx="6"/>
              <a:endCxn id="115" idx="2"/>
            </p:cNvCxnSpPr>
            <p:nvPr/>
          </p:nvCxnSpPr>
          <p:spPr>
            <a:xfrm>
              <a:off x="2804862" y="1276350"/>
              <a:ext cx="349498" cy="22860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D6494037-642E-0D02-0EBF-DD7C7B9E8FDA}"/>
                </a:ext>
              </a:extLst>
            </p:cNvPr>
            <p:cNvSpPr/>
            <p:nvPr/>
          </p:nvSpPr>
          <p:spPr>
            <a:xfrm>
              <a:off x="4256750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64C7BA14-BD67-01D2-7130-A76D812E4E7E}"/>
                </a:ext>
              </a:extLst>
            </p:cNvPr>
            <p:cNvCxnSpPr>
              <a:stCxn id="109" idx="6"/>
              <a:endCxn id="142" idx="2"/>
            </p:cNvCxnSpPr>
            <p:nvPr/>
          </p:nvCxnSpPr>
          <p:spPr>
            <a:xfrm>
              <a:off x="4077127" y="2343150"/>
              <a:ext cx="179623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BAD33284-D870-E8CC-0468-51B0E7A52069}"/>
                </a:ext>
              </a:extLst>
            </p:cNvPr>
            <p:cNvCxnSpPr>
              <a:stCxn id="115" idx="6"/>
              <a:endCxn id="142" idx="2"/>
            </p:cNvCxnSpPr>
            <p:nvPr/>
          </p:nvCxnSpPr>
          <p:spPr>
            <a:xfrm flipV="1">
              <a:off x="4079210" y="2343150"/>
              <a:ext cx="17753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Arrow Connector 174">
              <a:extLst>
                <a:ext uri="{FF2B5EF4-FFF2-40B4-BE49-F238E27FC236}">
                  <a16:creationId xmlns:a16="http://schemas.microsoft.com/office/drawing/2014/main" id="{0F1DBC45-8435-7D9E-2687-5DD2547E893D}"/>
                </a:ext>
              </a:extLst>
            </p:cNvPr>
            <p:cNvCxnSpPr>
              <a:stCxn id="103" idx="6"/>
              <a:endCxn id="142" idx="2"/>
            </p:cNvCxnSpPr>
            <p:nvPr/>
          </p:nvCxnSpPr>
          <p:spPr>
            <a:xfrm>
              <a:off x="4077128" y="1276350"/>
              <a:ext cx="179622" cy="1066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4682379D-7306-C9BD-177A-FCB1F21DFAAD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489" y="1169724"/>
              <a:ext cx="347472" cy="22860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E9D52B60-7C8F-540D-872A-5AB5DFCD1E3B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68701" y="1169724"/>
              <a:ext cx="347472" cy="22860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1B05BBFF-4522-DE5B-276A-9E8C309B62DD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0965" y="1123712"/>
              <a:ext cx="347472" cy="228600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C2AE898F-F1F9-8BD5-F3C8-0A680D3E31B0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222" y="2260527"/>
              <a:ext cx="267462" cy="180594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9D55ED1D-3477-A920-7B5E-2D9A27053B41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489" y="3457956"/>
              <a:ext cx="274320" cy="18059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F95567A-16A4-42B6-E65F-585042968E45}"/>
                  </a:ext>
                </a:extLst>
              </p:cNvPr>
              <p:cNvSpPr txBox="1"/>
              <p:nvPr/>
            </p:nvSpPr>
            <p:spPr>
              <a:xfrm>
                <a:off x="748078" y="4324894"/>
                <a:ext cx="1395960" cy="416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F95567A-16A4-42B6-E65F-585042968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78" y="4324894"/>
                <a:ext cx="1395960" cy="41684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7D406D4-3672-60D3-F71D-F5B0610C6356}"/>
              </a:ext>
            </a:extLst>
          </p:cNvPr>
          <p:cNvCxnSpPr>
            <a:stCxn id="3" idx="0"/>
            <a:endCxn id="78" idx="4"/>
          </p:cNvCxnSpPr>
          <p:nvPr/>
        </p:nvCxnSpPr>
        <p:spPr>
          <a:xfrm flipV="1">
            <a:off x="1446058" y="4019550"/>
            <a:ext cx="0" cy="30534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91DC957-D49D-A85B-77D0-11EE473E67A5}"/>
                  </a:ext>
                </a:extLst>
              </p14:cNvPr>
              <p14:cNvContentPartPr/>
              <p14:nvPr/>
            </p14:nvContentPartPr>
            <p14:xfrm>
              <a:off x="1501200" y="2103223"/>
              <a:ext cx="40320" cy="139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91DC957-D49D-A85B-77D0-11EE473E67A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492560" y="2094223"/>
                <a:ext cx="57960" cy="15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721EB2A2-6BDD-128E-3AEB-FD0851EAA720}"/>
              </a:ext>
            </a:extLst>
          </p:cNvPr>
          <p:cNvGrpSpPr/>
          <p:nvPr/>
        </p:nvGrpSpPr>
        <p:grpSpPr>
          <a:xfrm>
            <a:off x="1605240" y="2083423"/>
            <a:ext cx="67320" cy="169200"/>
            <a:chOff x="1605240" y="2083423"/>
            <a:chExt cx="67320" cy="16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B95B33B-631B-D5D1-A8EA-36F6FD5A997D}"/>
                    </a:ext>
                  </a:extLst>
                </p14:cNvPr>
                <p14:cNvContentPartPr/>
                <p14:nvPr/>
              </p14:nvContentPartPr>
              <p14:xfrm>
                <a:off x="1605240" y="2142463"/>
                <a:ext cx="8280" cy="96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B95B33B-631B-D5D1-A8EA-36F6FD5A997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596240" y="2133463"/>
                  <a:ext cx="259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CAFFB91-A26B-42B0-EE10-E7D9E9434804}"/>
                    </a:ext>
                  </a:extLst>
                </p14:cNvPr>
                <p14:cNvContentPartPr/>
                <p14:nvPr/>
              </p14:nvContentPartPr>
              <p14:xfrm>
                <a:off x="1613160" y="2116183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CAFFB91-A26B-42B0-EE10-E7D9E943480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604520" y="210718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7334550-3C34-4B46-3C37-D7B103326626}"/>
                    </a:ext>
                  </a:extLst>
                </p14:cNvPr>
                <p14:cNvContentPartPr/>
                <p14:nvPr/>
              </p14:nvContentPartPr>
              <p14:xfrm>
                <a:off x="1652040" y="2083423"/>
                <a:ext cx="20520" cy="169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7334550-3C34-4B46-3C37-D7B10332662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643400" y="2074423"/>
                  <a:ext cx="38160" cy="18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5B27D81-B6B5-2FC1-2A0D-C85FF465B11D}"/>
                  </a:ext>
                </a:extLst>
              </p14:cNvPr>
              <p14:cNvContentPartPr/>
              <p14:nvPr/>
            </p14:nvContentPartPr>
            <p14:xfrm>
              <a:off x="1410480" y="3298063"/>
              <a:ext cx="27360" cy="1497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5B27D81-B6B5-2FC1-2A0D-C85FF465B11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401480" y="3289423"/>
                <a:ext cx="45000" cy="16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1870CF0F-FA12-E0AB-F5EB-ABE846116180}"/>
              </a:ext>
            </a:extLst>
          </p:cNvPr>
          <p:cNvGrpSpPr/>
          <p:nvPr/>
        </p:nvGrpSpPr>
        <p:grpSpPr>
          <a:xfrm>
            <a:off x="1501920" y="3298063"/>
            <a:ext cx="7200" cy="130320"/>
            <a:chOff x="1501920" y="3298063"/>
            <a:chExt cx="7200" cy="13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66877C7-60CF-7DE6-E232-5E20D4EB8F0B}"/>
                    </a:ext>
                  </a:extLst>
                </p14:cNvPr>
                <p14:cNvContentPartPr/>
                <p14:nvPr/>
              </p14:nvContentPartPr>
              <p14:xfrm>
                <a:off x="1501920" y="3350263"/>
                <a:ext cx="7200" cy="78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66877C7-60CF-7DE6-E232-5E20D4EB8F0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492920" y="3341623"/>
                  <a:ext cx="248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8333C95-C8C0-F0F8-1F57-9D65DA7A8712}"/>
                    </a:ext>
                  </a:extLst>
                </p14:cNvPr>
                <p14:cNvContentPartPr/>
                <p14:nvPr/>
              </p14:nvContentPartPr>
              <p14:xfrm>
                <a:off x="1508760" y="3298063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8333C95-C8C0-F0F8-1F57-9D65DA7A871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99760" y="328942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62F5FF8-00B3-1D0A-1EC6-DFAC21146C02}"/>
                  </a:ext>
                </a:extLst>
              </p14:cNvPr>
              <p14:cNvContentPartPr/>
              <p14:nvPr/>
            </p14:nvContentPartPr>
            <p14:xfrm>
              <a:off x="1560960" y="3272143"/>
              <a:ext cx="54720" cy="1872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62F5FF8-00B3-1D0A-1EC6-DFAC21146C0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551960" y="3263143"/>
                <a:ext cx="72360" cy="20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14015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0DB0F-4F7F-3F98-1D77-7284A2E69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C4A906-C843-378E-8EA8-8FAB4310AB50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Calibri"/>
              </a:rPr>
              <a:t>Forward Propagation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5F4A00E-6CC4-2D16-CCA4-DD2BF8909F86}"/>
              </a:ext>
            </a:extLst>
          </p:cNvPr>
          <p:cNvGrpSpPr/>
          <p:nvPr/>
        </p:nvGrpSpPr>
        <p:grpSpPr>
          <a:xfrm>
            <a:off x="685800" y="819150"/>
            <a:ext cx="7391400" cy="3200400"/>
            <a:chOff x="685800" y="819150"/>
            <a:chExt cx="4495800" cy="3200400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31E6FACA-F36F-64BE-B028-A2FD5892A0AA}"/>
                </a:ext>
              </a:extLst>
            </p:cNvPr>
            <p:cNvSpPr/>
            <p:nvPr/>
          </p:nvSpPr>
          <p:spPr>
            <a:xfrm>
              <a:off x="685800" y="31051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01A3219C-7FCA-7AC6-93C3-48229E28B37B}"/>
                </a:ext>
              </a:extLst>
            </p:cNvPr>
            <p:cNvSpPr/>
            <p:nvPr/>
          </p:nvSpPr>
          <p:spPr>
            <a:xfrm>
              <a:off x="685800" y="18859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ED70D5CF-D397-1F53-C393-1DECAE988AEB}"/>
                </a:ext>
              </a:extLst>
            </p:cNvPr>
            <p:cNvSpPr/>
            <p:nvPr/>
          </p:nvSpPr>
          <p:spPr>
            <a:xfrm>
              <a:off x="685800" y="8191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6E485D8E-6D38-DEE3-58B6-6486966EB795}"/>
                </a:ext>
              </a:extLst>
            </p:cNvPr>
            <p:cNvSpPr/>
            <p:nvPr/>
          </p:nvSpPr>
          <p:spPr>
            <a:xfrm>
              <a:off x="1880012" y="819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3FA49225-D652-C661-BAAA-72CA2E954D40}"/>
                </a:ext>
              </a:extLst>
            </p:cNvPr>
            <p:cNvSpPr/>
            <p:nvPr/>
          </p:nvSpPr>
          <p:spPr>
            <a:xfrm>
              <a:off x="1880011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1F1A7DDD-5E60-B617-D420-16B75CC00FE0}"/>
                </a:ext>
              </a:extLst>
            </p:cNvPr>
            <p:cNvCxnSpPr>
              <a:stCxn id="80" idx="6"/>
              <a:endCxn id="87" idx="2"/>
            </p:cNvCxnSpPr>
            <p:nvPr/>
          </p:nvCxnSpPr>
          <p:spPr>
            <a:xfrm>
              <a:off x="1610650" y="1276350"/>
              <a:ext cx="269360" cy="1066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AC7FC157-0BB3-30D4-5414-FDB701B4143D}"/>
                </a:ext>
              </a:extLst>
            </p:cNvPr>
            <p:cNvCxnSpPr>
              <a:stCxn id="79" idx="6"/>
              <a:endCxn id="87" idx="2"/>
            </p:cNvCxnSpPr>
            <p:nvPr/>
          </p:nvCxnSpPr>
          <p:spPr>
            <a:xfrm>
              <a:off x="1610650" y="2343150"/>
              <a:ext cx="269360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8F66AC9B-820C-2C55-CA7D-905BF044BD61}"/>
                </a:ext>
              </a:extLst>
            </p:cNvPr>
            <p:cNvCxnSpPr>
              <a:stCxn id="78" idx="6"/>
              <a:endCxn id="87" idx="2"/>
            </p:cNvCxnSpPr>
            <p:nvPr/>
          </p:nvCxnSpPr>
          <p:spPr>
            <a:xfrm flipV="1">
              <a:off x="1610650" y="2343150"/>
              <a:ext cx="269360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B1DE4170-7B7E-4E69-1881-9F3633436979}"/>
                </a:ext>
              </a:extLst>
            </p:cNvPr>
            <p:cNvSpPr/>
            <p:nvPr/>
          </p:nvSpPr>
          <p:spPr>
            <a:xfrm>
              <a:off x="1880009" y="3105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3939656B-8337-2DD4-2B6B-D53D0AA3B32D}"/>
                </a:ext>
              </a:extLst>
            </p:cNvPr>
            <p:cNvCxnSpPr>
              <a:stCxn id="80" idx="6"/>
              <a:endCxn id="91" idx="2"/>
            </p:cNvCxnSpPr>
            <p:nvPr/>
          </p:nvCxnSpPr>
          <p:spPr>
            <a:xfrm>
              <a:off x="1610650" y="1276350"/>
              <a:ext cx="269359" cy="22860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C2310A86-AF35-0AA9-BC8B-7C32FD25AF3F}"/>
                </a:ext>
              </a:extLst>
            </p:cNvPr>
            <p:cNvCxnSpPr>
              <a:stCxn id="79" idx="6"/>
              <a:endCxn id="91" idx="2"/>
            </p:cNvCxnSpPr>
            <p:nvPr/>
          </p:nvCxnSpPr>
          <p:spPr>
            <a:xfrm>
              <a:off x="1610650" y="2343150"/>
              <a:ext cx="26935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B46751BC-E18D-3E6D-8421-89E68D53C61F}"/>
                </a:ext>
              </a:extLst>
            </p:cNvPr>
            <p:cNvCxnSpPr>
              <a:stCxn id="78" idx="6"/>
              <a:endCxn id="91" idx="2"/>
            </p:cNvCxnSpPr>
            <p:nvPr/>
          </p:nvCxnSpPr>
          <p:spPr>
            <a:xfrm>
              <a:off x="1610650" y="3562350"/>
              <a:ext cx="269359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7DE6C970-26EB-3F2D-B445-9FF7FDE951F2}"/>
                </a:ext>
              </a:extLst>
            </p:cNvPr>
            <p:cNvSpPr/>
            <p:nvPr/>
          </p:nvSpPr>
          <p:spPr>
            <a:xfrm>
              <a:off x="3152278" y="819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533D3B71-8CDF-CDFC-2378-F04194B7DE38}"/>
                </a:ext>
              </a:extLst>
            </p:cNvPr>
            <p:cNvSpPr/>
            <p:nvPr/>
          </p:nvSpPr>
          <p:spPr>
            <a:xfrm>
              <a:off x="3152276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162007E0-BA84-FAB9-64E1-371BDCAB97C4}"/>
                </a:ext>
              </a:extLst>
            </p:cNvPr>
            <p:cNvCxnSpPr>
              <a:stCxn id="87" idx="6"/>
              <a:endCxn id="109" idx="2"/>
            </p:cNvCxnSpPr>
            <p:nvPr/>
          </p:nvCxnSpPr>
          <p:spPr>
            <a:xfrm>
              <a:off x="2804861" y="2343150"/>
              <a:ext cx="347416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5F7FD992-5DD3-B5B0-C7B7-C889B9040247}"/>
                </a:ext>
              </a:extLst>
            </p:cNvPr>
            <p:cNvCxnSpPr>
              <a:stCxn id="91" idx="6"/>
              <a:endCxn id="109" idx="2"/>
            </p:cNvCxnSpPr>
            <p:nvPr/>
          </p:nvCxnSpPr>
          <p:spPr>
            <a:xfrm flipV="1">
              <a:off x="2804860" y="2343150"/>
              <a:ext cx="347417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E8BB57C9-0591-61EC-31D3-5B99910A20CB}"/>
                </a:ext>
              </a:extLst>
            </p:cNvPr>
            <p:cNvCxnSpPr>
              <a:stCxn id="81" idx="6"/>
              <a:endCxn id="109" idx="2"/>
            </p:cNvCxnSpPr>
            <p:nvPr/>
          </p:nvCxnSpPr>
          <p:spPr>
            <a:xfrm>
              <a:off x="2804862" y="1276350"/>
              <a:ext cx="347414" cy="1066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646F4469-89F4-7FFE-694E-AAA20F51C3B4}"/>
                </a:ext>
              </a:extLst>
            </p:cNvPr>
            <p:cNvSpPr/>
            <p:nvPr/>
          </p:nvSpPr>
          <p:spPr>
            <a:xfrm>
              <a:off x="3154360" y="3105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7942591B-8953-E0D9-8CC2-B5AFEEAD1301}"/>
                </a:ext>
              </a:extLst>
            </p:cNvPr>
            <p:cNvCxnSpPr>
              <a:stCxn id="91" idx="6"/>
              <a:endCxn id="115" idx="2"/>
            </p:cNvCxnSpPr>
            <p:nvPr/>
          </p:nvCxnSpPr>
          <p:spPr>
            <a:xfrm>
              <a:off x="2804860" y="3562350"/>
              <a:ext cx="349500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24E836E3-093D-3DA3-5263-BF5335E40E3D}"/>
                </a:ext>
              </a:extLst>
            </p:cNvPr>
            <p:cNvCxnSpPr>
              <a:stCxn id="87" idx="6"/>
              <a:endCxn id="115" idx="2"/>
            </p:cNvCxnSpPr>
            <p:nvPr/>
          </p:nvCxnSpPr>
          <p:spPr>
            <a:xfrm>
              <a:off x="2804861" y="2343150"/>
              <a:ext cx="34949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3053E1D9-0EE4-7E1F-493C-22CFC85094D9}"/>
                </a:ext>
              </a:extLst>
            </p:cNvPr>
            <p:cNvCxnSpPr>
              <a:stCxn id="81" idx="6"/>
              <a:endCxn id="115" idx="2"/>
            </p:cNvCxnSpPr>
            <p:nvPr/>
          </p:nvCxnSpPr>
          <p:spPr>
            <a:xfrm>
              <a:off x="2804862" y="1276350"/>
              <a:ext cx="349498" cy="22860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367A2F4C-2492-55C7-0F78-809B8D3EE207}"/>
                </a:ext>
              </a:extLst>
            </p:cNvPr>
            <p:cNvSpPr/>
            <p:nvPr/>
          </p:nvSpPr>
          <p:spPr>
            <a:xfrm>
              <a:off x="4256750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55357375-69B0-233A-C605-2784D9A3F6D4}"/>
                </a:ext>
              </a:extLst>
            </p:cNvPr>
            <p:cNvCxnSpPr>
              <a:stCxn id="109" idx="6"/>
              <a:endCxn id="142" idx="2"/>
            </p:cNvCxnSpPr>
            <p:nvPr/>
          </p:nvCxnSpPr>
          <p:spPr>
            <a:xfrm>
              <a:off x="4077127" y="2343150"/>
              <a:ext cx="179623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22690264-59C9-BFF1-112F-E2CBF78388CA}"/>
                </a:ext>
              </a:extLst>
            </p:cNvPr>
            <p:cNvCxnSpPr>
              <a:stCxn id="115" idx="6"/>
              <a:endCxn id="142" idx="2"/>
            </p:cNvCxnSpPr>
            <p:nvPr/>
          </p:nvCxnSpPr>
          <p:spPr>
            <a:xfrm flipV="1">
              <a:off x="4079210" y="2343150"/>
              <a:ext cx="17753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Arrow Connector 174">
              <a:extLst>
                <a:ext uri="{FF2B5EF4-FFF2-40B4-BE49-F238E27FC236}">
                  <a16:creationId xmlns:a16="http://schemas.microsoft.com/office/drawing/2014/main" id="{D2CDE70A-B140-3883-A2A1-FAED0DA5A09C}"/>
                </a:ext>
              </a:extLst>
            </p:cNvPr>
            <p:cNvCxnSpPr>
              <a:stCxn id="103" idx="6"/>
              <a:endCxn id="142" idx="2"/>
            </p:cNvCxnSpPr>
            <p:nvPr/>
          </p:nvCxnSpPr>
          <p:spPr>
            <a:xfrm>
              <a:off x="4077128" y="1276350"/>
              <a:ext cx="179622" cy="1066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B949EE79-E195-B112-9B5C-999A2E29DF0A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489" y="1169724"/>
              <a:ext cx="347472" cy="22860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E4857B00-EACE-809B-F0C3-E94169CF069A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68701" y="1169724"/>
              <a:ext cx="347472" cy="22860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B67BF389-F074-4D30-797D-7E5BD806402C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0965" y="1123712"/>
              <a:ext cx="347472" cy="228600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ACF45F26-5982-C128-3A83-D7D25F22EB27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222" y="2260527"/>
              <a:ext cx="267462" cy="180594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7B3B012C-B44A-254C-BBAD-52D933D7FC92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489" y="3457956"/>
              <a:ext cx="274320" cy="18059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CB1CD9-CCBD-91A2-2D91-EDC88FD85D39}"/>
                  </a:ext>
                </a:extLst>
              </p:cNvPr>
              <p:cNvSpPr txBox="1"/>
              <p:nvPr/>
            </p:nvSpPr>
            <p:spPr>
              <a:xfrm>
                <a:off x="748078" y="4324894"/>
                <a:ext cx="1395960" cy="416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1CB1CD9-CCBD-91A2-2D91-EDC88FD85D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78" y="4324894"/>
                <a:ext cx="1395960" cy="41684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5D92DB5-9213-7E4A-A33F-A23C886224BD}"/>
              </a:ext>
            </a:extLst>
          </p:cNvPr>
          <p:cNvCxnSpPr>
            <a:stCxn id="3" idx="0"/>
            <a:endCxn id="78" idx="4"/>
          </p:cNvCxnSpPr>
          <p:nvPr/>
        </p:nvCxnSpPr>
        <p:spPr>
          <a:xfrm flipV="1">
            <a:off x="1446058" y="4019550"/>
            <a:ext cx="0" cy="30534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C6786DF-DED3-8E3C-687F-7EF160B5660C}"/>
                  </a:ext>
                </a:extLst>
              </p14:cNvPr>
              <p14:cNvContentPartPr/>
              <p14:nvPr/>
            </p14:nvContentPartPr>
            <p14:xfrm>
              <a:off x="1501200" y="2103223"/>
              <a:ext cx="40320" cy="139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C6786DF-DED3-8E3C-687F-7EF160B5660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492560" y="2094223"/>
                <a:ext cx="57960" cy="15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F8BFBEDD-818F-CF1B-B715-092AA64C938C}"/>
              </a:ext>
            </a:extLst>
          </p:cNvPr>
          <p:cNvGrpSpPr/>
          <p:nvPr/>
        </p:nvGrpSpPr>
        <p:grpSpPr>
          <a:xfrm>
            <a:off x="1605240" y="2083423"/>
            <a:ext cx="67320" cy="169200"/>
            <a:chOff x="1605240" y="2083423"/>
            <a:chExt cx="67320" cy="16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EEF955A-A266-84E1-D29E-9C745AA4A3CC}"/>
                    </a:ext>
                  </a:extLst>
                </p14:cNvPr>
                <p14:cNvContentPartPr/>
                <p14:nvPr/>
              </p14:nvContentPartPr>
              <p14:xfrm>
                <a:off x="1605240" y="2142463"/>
                <a:ext cx="8280" cy="96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EEF955A-A266-84E1-D29E-9C745AA4A3C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596240" y="2133463"/>
                  <a:ext cx="259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06AE1FE-9D27-5180-1D0E-2FA3968F847B}"/>
                    </a:ext>
                  </a:extLst>
                </p14:cNvPr>
                <p14:cNvContentPartPr/>
                <p14:nvPr/>
              </p14:nvContentPartPr>
              <p14:xfrm>
                <a:off x="1613160" y="2116183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06AE1FE-9D27-5180-1D0E-2FA3968F847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604520" y="210718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2A8BF25-14E0-D544-DEA6-EC7F881E051E}"/>
                    </a:ext>
                  </a:extLst>
                </p14:cNvPr>
                <p14:cNvContentPartPr/>
                <p14:nvPr/>
              </p14:nvContentPartPr>
              <p14:xfrm>
                <a:off x="1652040" y="2083423"/>
                <a:ext cx="20520" cy="169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2A8BF25-14E0-D544-DEA6-EC7F881E051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643400" y="2074423"/>
                  <a:ext cx="38160" cy="18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954C104-CB18-2B76-B80B-9BD8E82533F9}"/>
                  </a:ext>
                </a:extLst>
              </p14:cNvPr>
              <p14:cNvContentPartPr/>
              <p14:nvPr/>
            </p14:nvContentPartPr>
            <p14:xfrm>
              <a:off x="1410480" y="3298063"/>
              <a:ext cx="27360" cy="1497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954C104-CB18-2B76-B80B-9BD8E82533F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401480" y="3289423"/>
                <a:ext cx="45000" cy="16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514A1258-2181-FCC6-FD09-605B02B1DBDB}"/>
              </a:ext>
            </a:extLst>
          </p:cNvPr>
          <p:cNvGrpSpPr/>
          <p:nvPr/>
        </p:nvGrpSpPr>
        <p:grpSpPr>
          <a:xfrm>
            <a:off x="1501920" y="3298063"/>
            <a:ext cx="7200" cy="130320"/>
            <a:chOff x="1501920" y="3298063"/>
            <a:chExt cx="7200" cy="13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C5E6EB4-6F63-31CF-2067-3E83D84F8CEA}"/>
                    </a:ext>
                  </a:extLst>
                </p14:cNvPr>
                <p14:cNvContentPartPr/>
                <p14:nvPr/>
              </p14:nvContentPartPr>
              <p14:xfrm>
                <a:off x="1501920" y="3350263"/>
                <a:ext cx="7200" cy="78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C5E6EB4-6F63-31CF-2067-3E83D84F8CE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492920" y="3341623"/>
                  <a:ext cx="248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6EDE41F-7DC1-2105-FB08-A0CD8F08FC0E}"/>
                    </a:ext>
                  </a:extLst>
                </p14:cNvPr>
                <p14:cNvContentPartPr/>
                <p14:nvPr/>
              </p14:nvContentPartPr>
              <p14:xfrm>
                <a:off x="1508760" y="3298063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6EDE41F-7DC1-2105-FB08-A0CD8F08FC0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99760" y="328942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6C96CCE-BE9D-0528-4F38-0D692961D9F5}"/>
                  </a:ext>
                </a:extLst>
              </p14:cNvPr>
              <p14:cNvContentPartPr/>
              <p14:nvPr/>
            </p14:nvContentPartPr>
            <p14:xfrm>
              <a:off x="1560960" y="3272143"/>
              <a:ext cx="54720" cy="1872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6C96CCE-BE9D-0528-4F38-0D692961D9F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551960" y="3263143"/>
                <a:ext cx="7236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842E136-E389-6858-E0D1-06A8F4463BB3}"/>
                  </a:ext>
                </a:extLst>
              </p:cNvPr>
              <p:cNvSpPr txBox="1"/>
              <p:nvPr/>
            </p:nvSpPr>
            <p:spPr>
              <a:xfrm>
                <a:off x="2777488" y="2137015"/>
                <a:ext cx="42479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842E136-E389-6858-E0D1-06A8F4463B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7488" y="2137015"/>
                <a:ext cx="424796" cy="358431"/>
              </a:xfrm>
              <a:prstGeom prst="rect">
                <a:avLst/>
              </a:prstGeom>
              <a:blipFill>
                <a:blip r:embed="rId26"/>
                <a:stretch>
                  <a:fillRect l="-7246" t="-1724" r="-10145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30DDB1C-EC5E-A9C8-F745-9894337E2467}"/>
                  </a:ext>
                </a:extLst>
              </p:cNvPr>
              <p:cNvSpPr txBox="1"/>
              <p:nvPr/>
            </p:nvSpPr>
            <p:spPr>
              <a:xfrm>
                <a:off x="2773067" y="3350263"/>
                <a:ext cx="42479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30DDB1C-EC5E-A9C8-F745-9894337E2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067" y="3350263"/>
                <a:ext cx="424796" cy="358431"/>
              </a:xfrm>
              <a:prstGeom prst="rect">
                <a:avLst/>
              </a:prstGeom>
              <a:blipFill>
                <a:blip r:embed="rId27"/>
                <a:stretch>
                  <a:fillRect l="-7143" t="-1724" r="-8571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35521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56591-D9B3-7C25-89DC-689A5AC26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2829C8-CFA6-6DA2-73C8-EA4D0B4108AF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Calibri"/>
              </a:rPr>
              <a:t>Forward Propagation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FA30B18-FF19-DE11-3911-E9B7D7ABFB3E}"/>
              </a:ext>
            </a:extLst>
          </p:cNvPr>
          <p:cNvGrpSpPr/>
          <p:nvPr/>
        </p:nvGrpSpPr>
        <p:grpSpPr>
          <a:xfrm>
            <a:off x="685800" y="819150"/>
            <a:ext cx="7391400" cy="3200400"/>
            <a:chOff x="685800" y="819150"/>
            <a:chExt cx="4495800" cy="3200400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A2830C21-361E-D21B-BADC-373A933EF33B}"/>
                </a:ext>
              </a:extLst>
            </p:cNvPr>
            <p:cNvSpPr/>
            <p:nvPr/>
          </p:nvSpPr>
          <p:spPr>
            <a:xfrm>
              <a:off x="685800" y="31051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F8D547B8-03D3-8A2F-A94D-4CB4082B9DC4}"/>
                </a:ext>
              </a:extLst>
            </p:cNvPr>
            <p:cNvSpPr/>
            <p:nvPr/>
          </p:nvSpPr>
          <p:spPr>
            <a:xfrm>
              <a:off x="685800" y="18859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9DAF996A-A316-944A-EE2D-740636DBDE2D}"/>
                </a:ext>
              </a:extLst>
            </p:cNvPr>
            <p:cNvSpPr/>
            <p:nvPr/>
          </p:nvSpPr>
          <p:spPr>
            <a:xfrm>
              <a:off x="685800" y="8191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60880B1A-0CF5-AED1-2459-10E17DD57A0F}"/>
                </a:ext>
              </a:extLst>
            </p:cNvPr>
            <p:cNvSpPr/>
            <p:nvPr/>
          </p:nvSpPr>
          <p:spPr>
            <a:xfrm>
              <a:off x="1880012" y="819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B7289C8C-A705-6206-BDDC-3ED14B1ABF54}"/>
                </a:ext>
              </a:extLst>
            </p:cNvPr>
            <p:cNvSpPr/>
            <p:nvPr/>
          </p:nvSpPr>
          <p:spPr>
            <a:xfrm>
              <a:off x="1880011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B3F827F0-DABD-9E02-2AF1-E1E0DC8A2EAB}"/>
                </a:ext>
              </a:extLst>
            </p:cNvPr>
            <p:cNvCxnSpPr>
              <a:stCxn id="80" idx="6"/>
              <a:endCxn id="87" idx="2"/>
            </p:cNvCxnSpPr>
            <p:nvPr/>
          </p:nvCxnSpPr>
          <p:spPr>
            <a:xfrm>
              <a:off x="1610650" y="1276350"/>
              <a:ext cx="269360" cy="1066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D8E7D3C2-AA98-7A90-39A6-9B63966CC5C2}"/>
                </a:ext>
              </a:extLst>
            </p:cNvPr>
            <p:cNvCxnSpPr>
              <a:stCxn id="79" idx="6"/>
              <a:endCxn id="87" idx="2"/>
            </p:cNvCxnSpPr>
            <p:nvPr/>
          </p:nvCxnSpPr>
          <p:spPr>
            <a:xfrm>
              <a:off x="1610650" y="2343150"/>
              <a:ext cx="269360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E4B4788E-75D3-EB2F-9152-F565A69666A7}"/>
                </a:ext>
              </a:extLst>
            </p:cNvPr>
            <p:cNvCxnSpPr>
              <a:stCxn id="78" idx="6"/>
              <a:endCxn id="87" idx="2"/>
            </p:cNvCxnSpPr>
            <p:nvPr/>
          </p:nvCxnSpPr>
          <p:spPr>
            <a:xfrm flipV="1">
              <a:off x="1610650" y="2343150"/>
              <a:ext cx="269360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0F508796-240E-5628-52E5-A7DD6416FDA7}"/>
                </a:ext>
              </a:extLst>
            </p:cNvPr>
            <p:cNvSpPr/>
            <p:nvPr/>
          </p:nvSpPr>
          <p:spPr>
            <a:xfrm>
              <a:off x="1880009" y="3105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19C6DDCB-23E9-8D38-030B-2D04D7091FD9}"/>
                </a:ext>
              </a:extLst>
            </p:cNvPr>
            <p:cNvCxnSpPr>
              <a:stCxn id="80" idx="6"/>
              <a:endCxn id="91" idx="2"/>
            </p:cNvCxnSpPr>
            <p:nvPr/>
          </p:nvCxnSpPr>
          <p:spPr>
            <a:xfrm>
              <a:off x="1610650" y="1276350"/>
              <a:ext cx="269359" cy="22860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D4489061-33D5-9677-C65F-8ABC36D91B00}"/>
                </a:ext>
              </a:extLst>
            </p:cNvPr>
            <p:cNvCxnSpPr>
              <a:stCxn id="79" idx="6"/>
              <a:endCxn id="91" idx="2"/>
            </p:cNvCxnSpPr>
            <p:nvPr/>
          </p:nvCxnSpPr>
          <p:spPr>
            <a:xfrm>
              <a:off x="1610650" y="2343150"/>
              <a:ext cx="26935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87B40159-3449-D17E-D851-8D77DDC9E092}"/>
                </a:ext>
              </a:extLst>
            </p:cNvPr>
            <p:cNvCxnSpPr>
              <a:stCxn id="78" idx="6"/>
              <a:endCxn id="91" idx="2"/>
            </p:cNvCxnSpPr>
            <p:nvPr/>
          </p:nvCxnSpPr>
          <p:spPr>
            <a:xfrm>
              <a:off x="1610650" y="3562350"/>
              <a:ext cx="269359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F00F53C3-1918-5D02-EB63-C8A3EE1C0695}"/>
                </a:ext>
              </a:extLst>
            </p:cNvPr>
            <p:cNvSpPr/>
            <p:nvPr/>
          </p:nvSpPr>
          <p:spPr>
            <a:xfrm>
              <a:off x="3152278" y="819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5C7DA240-D789-142F-E22B-C49FB331B508}"/>
                </a:ext>
              </a:extLst>
            </p:cNvPr>
            <p:cNvSpPr/>
            <p:nvPr/>
          </p:nvSpPr>
          <p:spPr>
            <a:xfrm>
              <a:off x="3152276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5F6BD798-E35F-48D8-E87E-249645D7C1E1}"/>
                </a:ext>
              </a:extLst>
            </p:cNvPr>
            <p:cNvCxnSpPr>
              <a:stCxn id="87" idx="6"/>
              <a:endCxn id="109" idx="2"/>
            </p:cNvCxnSpPr>
            <p:nvPr/>
          </p:nvCxnSpPr>
          <p:spPr>
            <a:xfrm>
              <a:off x="2804861" y="2343150"/>
              <a:ext cx="347416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4CF12891-6E79-EF9F-1BB8-6005938229A5}"/>
                </a:ext>
              </a:extLst>
            </p:cNvPr>
            <p:cNvCxnSpPr>
              <a:stCxn id="91" idx="6"/>
              <a:endCxn id="109" idx="2"/>
            </p:cNvCxnSpPr>
            <p:nvPr/>
          </p:nvCxnSpPr>
          <p:spPr>
            <a:xfrm flipV="1">
              <a:off x="2804860" y="2343150"/>
              <a:ext cx="347417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8A2120C4-6E8D-6485-35FA-A114DC4B4855}"/>
                </a:ext>
              </a:extLst>
            </p:cNvPr>
            <p:cNvCxnSpPr>
              <a:stCxn id="81" idx="6"/>
              <a:endCxn id="109" idx="2"/>
            </p:cNvCxnSpPr>
            <p:nvPr/>
          </p:nvCxnSpPr>
          <p:spPr>
            <a:xfrm>
              <a:off x="2804862" y="1276350"/>
              <a:ext cx="347414" cy="1066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B89E2BCC-6B18-C47F-2FA1-4CED9AD3E193}"/>
                </a:ext>
              </a:extLst>
            </p:cNvPr>
            <p:cNvSpPr/>
            <p:nvPr/>
          </p:nvSpPr>
          <p:spPr>
            <a:xfrm>
              <a:off x="3154360" y="3105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AAB58FF6-28C0-BEB3-4D19-F84A19A81AB2}"/>
                </a:ext>
              </a:extLst>
            </p:cNvPr>
            <p:cNvCxnSpPr>
              <a:stCxn id="91" idx="6"/>
              <a:endCxn id="115" idx="2"/>
            </p:cNvCxnSpPr>
            <p:nvPr/>
          </p:nvCxnSpPr>
          <p:spPr>
            <a:xfrm>
              <a:off x="2804860" y="3562350"/>
              <a:ext cx="349500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2A0BD0F4-E488-91E9-DC10-C890FD6C7C81}"/>
                </a:ext>
              </a:extLst>
            </p:cNvPr>
            <p:cNvCxnSpPr>
              <a:stCxn id="87" idx="6"/>
              <a:endCxn id="115" idx="2"/>
            </p:cNvCxnSpPr>
            <p:nvPr/>
          </p:nvCxnSpPr>
          <p:spPr>
            <a:xfrm>
              <a:off x="2804861" y="2343150"/>
              <a:ext cx="34949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7933379B-B418-A19B-5563-4ADB551E6922}"/>
                </a:ext>
              </a:extLst>
            </p:cNvPr>
            <p:cNvCxnSpPr>
              <a:stCxn id="81" idx="6"/>
              <a:endCxn id="115" idx="2"/>
            </p:cNvCxnSpPr>
            <p:nvPr/>
          </p:nvCxnSpPr>
          <p:spPr>
            <a:xfrm>
              <a:off x="2804862" y="1276350"/>
              <a:ext cx="349498" cy="22860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41F1287E-1612-20B1-E69C-BF2468C0BB4D}"/>
                </a:ext>
              </a:extLst>
            </p:cNvPr>
            <p:cNvSpPr/>
            <p:nvPr/>
          </p:nvSpPr>
          <p:spPr>
            <a:xfrm>
              <a:off x="4256750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5040E250-E415-D74B-6E24-F8386DCE9C94}"/>
                </a:ext>
              </a:extLst>
            </p:cNvPr>
            <p:cNvCxnSpPr>
              <a:stCxn id="109" idx="6"/>
              <a:endCxn id="142" idx="2"/>
            </p:cNvCxnSpPr>
            <p:nvPr/>
          </p:nvCxnSpPr>
          <p:spPr>
            <a:xfrm>
              <a:off x="4077127" y="2343150"/>
              <a:ext cx="179623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C168DF41-95D1-EA8A-5D2A-5C922DCD8C93}"/>
                </a:ext>
              </a:extLst>
            </p:cNvPr>
            <p:cNvCxnSpPr>
              <a:stCxn id="115" idx="6"/>
              <a:endCxn id="142" idx="2"/>
            </p:cNvCxnSpPr>
            <p:nvPr/>
          </p:nvCxnSpPr>
          <p:spPr>
            <a:xfrm flipV="1">
              <a:off x="4079210" y="2343150"/>
              <a:ext cx="17753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Arrow Connector 174">
              <a:extLst>
                <a:ext uri="{FF2B5EF4-FFF2-40B4-BE49-F238E27FC236}">
                  <a16:creationId xmlns:a16="http://schemas.microsoft.com/office/drawing/2014/main" id="{28372AE7-C6CF-D50D-20C5-BB9E0A46C0B0}"/>
                </a:ext>
              </a:extLst>
            </p:cNvPr>
            <p:cNvCxnSpPr>
              <a:stCxn id="103" idx="6"/>
              <a:endCxn id="142" idx="2"/>
            </p:cNvCxnSpPr>
            <p:nvPr/>
          </p:nvCxnSpPr>
          <p:spPr>
            <a:xfrm>
              <a:off x="4077128" y="1276350"/>
              <a:ext cx="179622" cy="1066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A363B621-4632-58B1-291F-361B16165B6E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489" y="1169724"/>
              <a:ext cx="347472" cy="22860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AA99336D-00C9-A278-1EFB-536232EDC17E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68701" y="1169724"/>
              <a:ext cx="347472" cy="22860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94AD0A2C-CCEA-58EF-449D-7EBCCEC9D131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0965" y="1123712"/>
              <a:ext cx="347472" cy="228600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99E89209-BC21-F5A0-F843-6D9E501F3DF4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222" y="2260527"/>
              <a:ext cx="267462" cy="180594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4319708F-D990-41D8-C607-E6EB78E1DF10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489" y="3457956"/>
              <a:ext cx="274320" cy="18059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8486E47-2176-4E3C-DDC8-A1A998836375}"/>
                  </a:ext>
                </a:extLst>
              </p:cNvPr>
              <p:cNvSpPr txBox="1"/>
              <p:nvPr/>
            </p:nvSpPr>
            <p:spPr>
              <a:xfrm>
                <a:off x="748078" y="4324894"/>
                <a:ext cx="1395960" cy="416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8486E47-2176-4E3C-DDC8-A1A998836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78" y="4324894"/>
                <a:ext cx="1395960" cy="41684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DA89903-CA01-1C18-8E27-A66DEF4333E3}"/>
              </a:ext>
            </a:extLst>
          </p:cNvPr>
          <p:cNvCxnSpPr>
            <a:stCxn id="3" idx="0"/>
            <a:endCxn id="78" idx="4"/>
          </p:cNvCxnSpPr>
          <p:nvPr/>
        </p:nvCxnSpPr>
        <p:spPr>
          <a:xfrm flipV="1">
            <a:off x="1446058" y="4019550"/>
            <a:ext cx="0" cy="30534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33751DD-8993-BEF3-3D22-D11DEBA635EA}"/>
                  </a:ext>
                </a:extLst>
              </p14:cNvPr>
              <p14:cNvContentPartPr/>
              <p14:nvPr/>
            </p14:nvContentPartPr>
            <p14:xfrm>
              <a:off x="1501200" y="2103223"/>
              <a:ext cx="40320" cy="139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33751DD-8993-BEF3-3D22-D11DEBA635E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492560" y="2094223"/>
                <a:ext cx="57960" cy="15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35C707E8-BD86-10B3-015C-50D69C1BD2A6}"/>
              </a:ext>
            </a:extLst>
          </p:cNvPr>
          <p:cNvGrpSpPr/>
          <p:nvPr/>
        </p:nvGrpSpPr>
        <p:grpSpPr>
          <a:xfrm>
            <a:off x="1605240" y="2083423"/>
            <a:ext cx="67320" cy="169200"/>
            <a:chOff x="1605240" y="2083423"/>
            <a:chExt cx="67320" cy="16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EC66A53-F850-A998-812A-5AA4E1381B43}"/>
                    </a:ext>
                  </a:extLst>
                </p14:cNvPr>
                <p14:cNvContentPartPr/>
                <p14:nvPr/>
              </p14:nvContentPartPr>
              <p14:xfrm>
                <a:off x="1605240" y="2142463"/>
                <a:ext cx="8280" cy="96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EC66A53-F850-A998-812A-5AA4E1381B4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596240" y="2133463"/>
                  <a:ext cx="259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17655DC-8DC0-E438-6169-B851304D63AF}"/>
                    </a:ext>
                  </a:extLst>
                </p14:cNvPr>
                <p14:cNvContentPartPr/>
                <p14:nvPr/>
              </p14:nvContentPartPr>
              <p14:xfrm>
                <a:off x="1613160" y="2116183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17655DC-8DC0-E438-6169-B851304D63A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604520" y="210718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CB2DC1A-5C69-D1CC-96B1-940A9344FF7E}"/>
                    </a:ext>
                  </a:extLst>
                </p14:cNvPr>
                <p14:cNvContentPartPr/>
                <p14:nvPr/>
              </p14:nvContentPartPr>
              <p14:xfrm>
                <a:off x="1652040" y="2083423"/>
                <a:ext cx="20520" cy="169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CB2DC1A-5C69-D1CC-96B1-940A9344FF7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643400" y="2074423"/>
                  <a:ext cx="38160" cy="18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F096D02-2ED9-D3DF-7EDC-A9935A14E92F}"/>
                  </a:ext>
                </a:extLst>
              </p14:cNvPr>
              <p14:cNvContentPartPr/>
              <p14:nvPr/>
            </p14:nvContentPartPr>
            <p14:xfrm>
              <a:off x="1410480" y="3298063"/>
              <a:ext cx="27360" cy="1497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F096D02-2ED9-D3DF-7EDC-A9935A14E92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401480" y="3289423"/>
                <a:ext cx="45000" cy="16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5671873D-41EC-F5A0-B77B-4CD3B9A94FDA}"/>
              </a:ext>
            </a:extLst>
          </p:cNvPr>
          <p:cNvGrpSpPr/>
          <p:nvPr/>
        </p:nvGrpSpPr>
        <p:grpSpPr>
          <a:xfrm>
            <a:off x="1501920" y="3298063"/>
            <a:ext cx="7200" cy="130320"/>
            <a:chOff x="1501920" y="3298063"/>
            <a:chExt cx="7200" cy="13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256D72D-8BC0-AA1C-13A2-73960C78C865}"/>
                    </a:ext>
                  </a:extLst>
                </p14:cNvPr>
                <p14:cNvContentPartPr/>
                <p14:nvPr/>
              </p14:nvContentPartPr>
              <p14:xfrm>
                <a:off x="1501920" y="3350263"/>
                <a:ext cx="7200" cy="78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256D72D-8BC0-AA1C-13A2-73960C78C86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492920" y="3341623"/>
                  <a:ext cx="248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DF07E7B-1EDE-9823-8ED8-C80155FE28E4}"/>
                    </a:ext>
                  </a:extLst>
                </p14:cNvPr>
                <p14:cNvContentPartPr/>
                <p14:nvPr/>
              </p14:nvContentPartPr>
              <p14:xfrm>
                <a:off x="1508760" y="3298063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DF07E7B-1EDE-9823-8ED8-C80155FE28E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99760" y="328942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A9DEA5F-44F1-A29E-5DFD-D1892334C672}"/>
                  </a:ext>
                </a:extLst>
              </p14:cNvPr>
              <p14:cNvContentPartPr/>
              <p14:nvPr/>
            </p14:nvContentPartPr>
            <p14:xfrm>
              <a:off x="1560960" y="3272143"/>
              <a:ext cx="54720" cy="1872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A9DEA5F-44F1-A29E-5DFD-D1892334C67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551960" y="3263143"/>
                <a:ext cx="7236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D64FCE3-2099-404C-6C90-FAC2AD1E0537}"/>
                  </a:ext>
                </a:extLst>
              </p:cNvPr>
              <p:cNvSpPr txBox="1"/>
              <p:nvPr/>
            </p:nvSpPr>
            <p:spPr>
              <a:xfrm>
                <a:off x="2777488" y="2137015"/>
                <a:ext cx="42479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D64FCE3-2099-404C-6C90-FAC2AD1E0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7488" y="2137015"/>
                <a:ext cx="424796" cy="358431"/>
              </a:xfrm>
              <a:prstGeom prst="rect">
                <a:avLst/>
              </a:prstGeom>
              <a:blipFill>
                <a:blip r:embed="rId26"/>
                <a:stretch>
                  <a:fillRect l="-7246" t="-1724" r="-10145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4F3D310-B3EE-7A86-F254-AC5EA59C4D09}"/>
                  </a:ext>
                </a:extLst>
              </p:cNvPr>
              <p:cNvSpPr txBox="1"/>
              <p:nvPr/>
            </p:nvSpPr>
            <p:spPr>
              <a:xfrm>
                <a:off x="2773067" y="3350263"/>
                <a:ext cx="42479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4F3D310-B3EE-7A86-F254-AC5EA59C4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067" y="3350263"/>
                <a:ext cx="424796" cy="358431"/>
              </a:xfrm>
              <a:prstGeom prst="rect">
                <a:avLst/>
              </a:prstGeom>
              <a:blipFill>
                <a:blip r:embed="rId27"/>
                <a:stretch>
                  <a:fillRect l="-7143" t="-1724" r="-8571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85407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F17B8-7BDB-4CAD-2E62-F85946853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390664-967E-0C4F-CFF6-A1D6AD3C2474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Calibri"/>
              </a:rPr>
              <a:t>Forward Propagation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6661F27-7286-420A-816A-89147D431616}"/>
              </a:ext>
            </a:extLst>
          </p:cNvPr>
          <p:cNvGrpSpPr/>
          <p:nvPr/>
        </p:nvGrpSpPr>
        <p:grpSpPr>
          <a:xfrm>
            <a:off x="685800" y="819150"/>
            <a:ext cx="7391400" cy="3200400"/>
            <a:chOff x="685800" y="819150"/>
            <a:chExt cx="4495800" cy="3200400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14F74EDD-390B-80B4-FCA8-B079F6CCF400}"/>
                </a:ext>
              </a:extLst>
            </p:cNvPr>
            <p:cNvSpPr/>
            <p:nvPr/>
          </p:nvSpPr>
          <p:spPr>
            <a:xfrm>
              <a:off x="685800" y="31051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16D1D0E1-ADD7-0568-C307-F3CAD59ADF9D}"/>
                </a:ext>
              </a:extLst>
            </p:cNvPr>
            <p:cNvSpPr/>
            <p:nvPr/>
          </p:nvSpPr>
          <p:spPr>
            <a:xfrm>
              <a:off x="685800" y="18859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B7BFE313-BCDC-AA51-04B0-8D13149CB66F}"/>
                </a:ext>
              </a:extLst>
            </p:cNvPr>
            <p:cNvSpPr/>
            <p:nvPr/>
          </p:nvSpPr>
          <p:spPr>
            <a:xfrm>
              <a:off x="685800" y="8191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628C7828-9874-1706-7025-B5F3B0860584}"/>
                </a:ext>
              </a:extLst>
            </p:cNvPr>
            <p:cNvSpPr/>
            <p:nvPr/>
          </p:nvSpPr>
          <p:spPr>
            <a:xfrm>
              <a:off x="1880012" y="819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D9042616-14B0-F387-3AEE-C19BD9F0237F}"/>
                </a:ext>
              </a:extLst>
            </p:cNvPr>
            <p:cNvSpPr/>
            <p:nvPr/>
          </p:nvSpPr>
          <p:spPr>
            <a:xfrm>
              <a:off x="1880011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A96FC92A-B424-6E58-DD23-AE6F97789926}"/>
                </a:ext>
              </a:extLst>
            </p:cNvPr>
            <p:cNvCxnSpPr>
              <a:cxnSpLocks/>
              <a:stCxn id="80" idx="6"/>
              <a:endCxn id="87" idx="2"/>
            </p:cNvCxnSpPr>
            <p:nvPr/>
          </p:nvCxnSpPr>
          <p:spPr>
            <a:xfrm>
              <a:off x="1610650" y="1276350"/>
              <a:ext cx="269360" cy="1066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7133CA61-3D9D-009C-B774-944F137AB703}"/>
                </a:ext>
              </a:extLst>
            </p:cNvPr>
            <p:cNvCxnSpPr>
              <a:cxnSpLocks/>
              <a:stCxn id="79" idx="6"/>
              <a:endCxn id="87" idx="2"/>
            </p:cNvCxnSpPr>
            <p:nvPr/>
          </p:nvCxnSpPr>
          <p:spPr>
            <a:xfrm>
              <a:off x="1610650" y="2343150"/>
              <a:ext cx="269360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3C9AE10D-B9C7-AE5D-CE7D-2C6F2B0E51A7}"/>
                </a:ext>
              </a:extLst>
            </p:cNvPr>
            <p:cNvCxnSpPr>
              <a:cxnSpLocks/>
              <a:stCxn id="78" idx="6"/>
              <a:endCxn id="87" idx="2"/>
            </p:cNvCxnSpPr>
            <p:nvPr/>
          </p:nvCxnSpPr>
          <p:spPr>
            <a:xfrm flipV="1">
              <a:off x="1610650" y="2343150"/>
              <a:ext cx="269360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C6E8461B-7E78-628A-BA1A-DF2519459122}"/>
                </a:ext>
              </a:extLst>
            </p:cNvPr>
            <p:cNvSpPr/>
            <p:nvPr/>
          </p:nvSpPr>
          <p:spPr>
            <a:xfrm>
              <a:off x="1880009" y="3105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97639C74-ABEB-5A02-173B-125AB7247FF3}"/>
                </a:ext>
              </a:extLst>
            </p:cNvPr>
            <p:cNvCxnSpPr>
              <a:cxnSpLocks/>
              <a:stCxn id="80" idx="6"/>
              <a:endCxn id="91" idx="2"/>
            </p:cNvCxnSpPr>
            <p:nvPr/>
          </p:nvCxnSpPr>
          <p:spPr>
            <a:xfrm>
              <a:off x="1610650" y="1276350"/>
              <a:ext cx="269359" cy="22860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20C33FB6-4717-22F8-BFF4-04CA8CF070DF}"/>
                </a:ext>
              </a:extLst>
            </p:cNvPr>
            <p:cNvCxnSpPr>
              <a:cxnSpLocks/>
              <a:stCxn id="79" idx="6"/>
              <a:endCxn id="91" idx="2"/>
            </p:cNvCxnSpPr>
            <p:nvPr/>
          </p:nvCxnSpPr>
          <p:spPr>
            <a:xfrm>
              <a:off x="1610650" y="2343150"/>
              <a:ext cx="26935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AED93F9A-EA5B-87FA-27B1-4DDD4EBBE2D1}"/>
                </a:ext>
              </a:extLst>
            </p:cNvPr>
            <p:cNvCxnSpPr>
              <a:cxnSpLocks/>
              <a:stCxn id="78" idx="6"/>
              <a:endCxn id="91" idx="2"/>
            </p:cNvCxnSpPr>
            <p:nvPr/>
          </p:nvCxnSpPr>
          <p:spPr>
            <a:xfrm>
              <a:off x="1610650" y="3562350"/>
              <a:ext cx="269359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ACF4A3DC-CA5C-D1F8-1F8F-ED9D3AAA2E67}"/>
                </a:ext>
              </a:extLst>
            </p:cNvPr>
            <p:cNvSpPr/>
            <p:nvPr/>
          </p:nvSpPr>
          <p:spPr>
            <a:xfrm>
              <a:off x="3152278" y="819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05BFDAF6-531F-55C2-7FC7-625BBDF4A6CF}"/>
                </a:ext>
              </a:extLst>
            </p:cNvPr>
            <p:cNvSpPr/>
            <p:nvPr/>
          </p:nvSpPr>
          <p:spPr>
            <a:xfrm>
              <a:off x="3152276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F9E8A854-E13F-091E-728D-7994BE70A14D}"/>
                </a:ext>
              </a:extLst>
            </p:cNvPr>
            <p:cNvCxnSpPr>
              <a:cxnSpLocks/>
              <a:stCxn id="87" idx="6"/>
              <a:endCxn id="109" idx="2"/>
            </p:cNvCxnSpPr>
            <p:nvPr/>
          </p:nvCxnSpPr>
          <p:spPr>
            <a:xfrm>
              <a:off x="2804861" y="2343150"/>
              <a:ext cx="347416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9233BAA3-3602-84C0-C35B-DDFF720A12AD}"/>
                </a:ext>
              </a:extLst>
            </p:cNvPr>
            <p:cNvCxnSpPr>
              <a:cxnSpLocks/>
              <a:stCxn id="91" idx="6"/>
              <a:endCxn id="109" idx="2"/>
            </p:cNvCxnSpPr>
            <p:nvPr/>
          </p:nvCxnSpPr>
          <p:spPr>
            <a:xfrm flipV="1">
              <a:off x="2804860" y="2343150"/>
              <a:ext cx="347417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6B735F46-E7E9-BA70-2947-428647A2AC40}"/>
                </a:ext>
              </a:extLst>
            </p:cNvPr>
            <p:cNvCxnSpPr>
              <a:cxnSpLocks/>
              <a:stCxn id="81" idx="6"/>
              <a:endCxn id="109" idx="2"/>
            </p:cNvCxnSpPr>
            <p:nvPr/>
          </p:nvCxnSpPr>
          <p:spPr>
            <a:xfrm>
              <a:off x="2804862" y="1276350"/>
              <a:ext cx="347414" cy="1066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BB723442-B798-9803-095D-C2700795B52F}"/>
                </a:ext>
              </a:extLst>
            </p:cNvPr>
            <p:cNvSpPr/>
            <p:nvPr/>
          </p:nvSpPr>
          <p:spPr>
            <a:xfrm>
              <a:off x="3154360" y="3105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1F14351B-092A-5B50-B008-10054345E4D9}"/>
                </a:ext>
              </a:extLst>
            </p:cNvPr>
            <p:cNvCxnSpPr>
              <a:cxnSpLocks/>
              <a:stCxn id="91" idx="6"/>
              <a:endCxn id="115" idx="2"/>
            </p:cNvCxnSpPr>
            <p:nvPr/>
          </p:nvCxnSpPr>
          <p:spPr>
            <a:xfrm>
              <a:off x="2804860" y="3562350"/>
              <a:ext cx="349500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35A2F5A7-F9E8-06D4-7EEA-1487C5D2AA4D}"/>
                </a:ext>
              </a:extLst>
            </p:cNvPr>
            <p:cNvCxnSpPr>
              <a:cxnSpLocks/>
              <a:stCxn id="87" idx="6"/>
              <a:endCxn id="115" idx="2"/>
            </p:cNvCxnSpPr>
            <p:nvPr/>
          </p:nvCxnSpPr>
          <p:spPr>
            <a:xfrm>
              <a:off x="2804861" y="2343150"/>
              <a:ext cx="34949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B04A85D1-E89A-FE21-6081-6D3CBD6B1279}"/>
                </a:ext>
              </a:extLst>
            </p:cNvPr>
            <p:cNvCxnSpPr>
              <a:cxnSpLocks/>
              <a:stCxn id="81" idx="6"/>
              <a:endCxn id="115" idx="2"/>
            </p:cNvCxnSpPr>
            <p:nvPr/>
          </p:nvCxnSpPr>
          <p:spPr>
            <a:xfrm>
              <a:off x="2804862" y="1276350"/>
              <a:ext cx="349498" cy="22860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A4A65840-ABF2-BEF4-1DFB-BACA0D5B46A0}"/>
                </a:ext>
              </a:extLst>
            </p:cNvPr>
            <p:cNvSpPr/>
            <p:nvPr/>
          </p:nvSpPr>
          <p:spPr>
            <a:xfrm>
              <a:off x="4256750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8FC49EEE-9C26-E4B6-8E4D-B2D6CB610A7B}"/>
                </a:ext>
              </a:extLst>
            </p:cNvPr>
            <p:cNvCxnSpPr>
              <a:cxnSpLocks/>
              <a:stCxn id="109" idx="6"/>
              <a:endCxn id="142" idx="2"/>
            </p:cNvCxnSpPr>
            <p:nvPr/>
          </p:nvCxnSpPr>
          <p:spPr>
            <a:xfrm>
              <a:off x="4077127" y="2343150"/>
              <a:ext cx="179623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9D1B14BC-5EC3-4819-6A53-8E9B881A0DAD}"/>
                </a:ext>
              </a:extLst>
            </p:cNvPr>
            <p:cNvCxnSpPr>
              <a:cxnSpLocks/>
              <a:stCxn id="115" idx="6"/>
              <a:endCxn id="142" idx="2"/>
            </p:cNvCxnSpPr>
            <p:nvPr/>
          </p:nvCxnSpPr>
          <p:spPr>
            <a:xfrm flipV="1">
              <a:off x="4079210" y="2343150"/>
              <a:ext cx="17753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Arrow Connector 174">
              <a:extLst>
                <a:ext uri="{FF2B5EF4-FFF2-40B4-BE49-F238E27FC236}">
                  <a16:creationId xmlns:a16="http://schemas.microsoft.com/office/drawing/2014/main" id="{633FEB91-BE59-6F2A-A0CE-F14B9BA19EFF}"/>
                </a:ext>
              </a:extLst>
            </p:cNvPr>
            <p:cNvCxnSpPr>
              <a:cxnSpLocks/>
              <a:stCxn id="103" idx="6"/>
              <a:endCxn id="142" idx="2"/>
            </p:cNvCxnSpPr>
            <p:nvPr/>
          </p:nvCxnSpPr>
          <p:spPr>
            <a:xfrm>
              <a:off x="4077128" y="1276350"/>
              <a:ext cx="179622" cy="1066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1CD3B824-4795-B11E-D24A-5600247E91E6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489" y="1169724"/>
              <a:ext cx="347472" cy="22860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8BDFBA42-090F-B7E6-6B87-2826B5C2FD84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68701" y="1169724"/>
              <a:ext cx="347472" cy="22860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908CD70F-5E1E-BDE7-F2A4-82607CEC86DA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0965" y="1123712"/>
              <a:ext cx="347472" cy="228600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526B3568-2A06-63CF-66D8-28A9CAEB3B9B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222" y="2260527"/>
              <a:ext cx="267462" cy="180594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D990FC5E-F700-8DA0-B7CF-53E0E2F3D3B0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489" y="3457956"/>
              <a:ext cx="274320" cy="18059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179B3C-82C1-BE66-77FD-0BE70A925B60}"/>
                  </a:ext>
                </a:extLst>
              </p:cNvPr>
              <p:cNvSpPr txBox="1"/>
              <p:nvPr/>
            </p:nvSpPr>
            <p:spPr>
              <a:xfrm>
                <a:off x="748078" y="4324894"/>
                <a:ext cx="1395960" cy="416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179B3C-82C1-BE66-77FD-0BE70A925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78" y="4324894"/>
                <a:ext cx="1395960" cy="41684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0372F6E-28C3-29C3-BEF8-904EB00010C2}"/>
              </a:ext>
            </a:extLst>
          </p:cNvPr>
          <p:cNvCxnSpPr>
            <a:cxnSpLocks/>
            <a:stCxn id="3" idx="0"/>
            <a:endCxn id="78" idx="4"/>
          </p:cNvCxnSpPr>
          <p:nvPr/>
        </p:nvCxnSpPr>
        <p:spPr>
          <a:xfrm flipV="1">
            <a:off x="1446058" y="4019550"/>
            <a:ext cx="0" cy="30534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A828DB9-595C-9593-D89D-E0038318F318}"/>
                  </a:ext>
                </a:extLst>
              </p14:cNvPr>
              <p14:cNvContentPartPr/>
              <p14:nvPr/>
            </p14:nvContentPartPr>
            <p14:xfrm>
              <a:off x="1501200" y="2103223"/>
              <a:ext cx="40320" cy="139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A828DB9-595C-9593-D89D-E0038318F31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492560" y="2094223"/>
                <a:ext cx="57960" cy="15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76185390-59C8-0B3F-95FA-DE2FA28A91AE}"/>
              </a:ext>
            </a:extLst>
          </p:cNvPr>
          <p:cNvGrpSpPr/>
          <p:nvPr/>
        </p:nvGrpSpPr>
        <p:grpSpPr>
          <a:xfrm>
            <a:off x="1605240" y="2083423"/>
            <a:ext cx="67320" cy="169200"/>
            <a:chOff x="1605240" y="2083423"/>
            <a:chExt cx="67320" cy="16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919416A-E62E-6730-7CAB-2B16391DD04B}"/>
                    </a:ext>
                  </a:extLst>
                </p14:cNvPr>
                <p14:cNvContentPartPr/>
                <p14:nvPr/>
              </p14:nvContentPartPr>
              <p14:xfrm>
                <a:off x="1605240" y="2142463"/>
                <a:ext cx="8280" cy="96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919416A-E62E-6730-7CAB-2B16391DD04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596240" y="2133463"/>
                  <a:ext cx="259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A54559B-4238-F2E5-BFB9-AE950BAC90AE}"/>
                    </a:ext>
                  </a:extLst>
                </p14:cNvPr>
                <p14:cNvContentPartPr/>
                <p14:nvPr/>
              </p14:nvContentPartPr>
              <p14:xfrm>
                <a:off x="1613160" y="2116183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A54559B-4238-F2E5-BFB9-AE950BAC90A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604520" y="210718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07BBE66-9DB1-11D5-36CD-F73647C6B2D0}"/>
                    </a:ext>
                  </a:extLst>
                </p14:cNvPr>
                <p14:cNvContentPartPr/>
                <p14:nvPr/>
              </p14:nvContentPartPr>
              <p14:xfrm>
                <a:off x="1652040" y="2083423"/>
                <a:ext cx="20520" cy="169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07BBE66-9DB1-11D5-36CD-F73647C6B2D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643400" y="2074423"/>
                  <a:ext cx="38160" cy="18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11E5376-E117-5A51-1071-6C106C8C3506}"/>
                  </a:ext>
                </a:extLst>
              </p14:cNvPr>
              <p14:cNvContentPartPr/>
              <p14:nvPr/>
            </p14:nvContentPartPr>
            <p14:xfrm>
              <a:off x="1410480" y="3298063"/>
              <a:ext cx="27360" cy="1497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11E5376-E117-5A51-1071-6C106C8C350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401480" y="3289423"/>
                <a:ext cx="45000" cy="16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9F875FE1-DDF4-72E0-42C6-D9B0B12E01D4}"/>
              </a:ext>
            </a:extLst>
          </p:cNvPr>
          <p:cNvGrpSpPr/>
          <p:nvPr/>
        </p:nvGrpSpPr>
        <p:grpSpPr>
          <a:xfrm>
            <a:off x="1501920" y="3298063"/>
            <a:ext cx="7200" cy="130320"/>
            <a:chOff x="1501920" y="3298063"/>
            <a:chExt cx="7200" cy="13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E1B6BBF-C291-4AA8-991B-E8DDED318163}"/>
                    </a:ext>
                  </a:extLst>
                </p14:cNvPr>
                <p14:cNvContentPartPr/>
                <p14:nvPr/>
              </p14:nvContentPartPr>
              <p14:xfrm>
                <a:off x="1501920" y="3350263"/>
                <a:ext cx="7200" cy="78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E1B6BBF-C291-4AA8-991B-E8DDED31816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492920" y="3341623"/>
                  <a:ext cx="248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FC7B4E5-0BFF-74AB-D261-309F97424A81}"/>
                    </a:ext>
                  </a:extLst>
                </p14:cNvPr>
                <p14:cNvContentPartPr/>
                <p14:nvPr/>
              </p14:nvContentPartPr>
              <p14:xfrm>
                <a:off x="1508760" y="3298063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FC7B4E5-0BFF-74AB-D261-309F97424A8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99760" y="328942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F972C61-A041-D21F-006B-0547EB74278E}"/>
                  </a:ext>
                </a:extLst>
              </p14:cNvPr>
              <p14:cNvContentPartPr/>
              <p14:nvPr/>
            </p14:nvContentPartPr>
            <p14:xfrm>
              <a:off x="1560960" y="3272143"/>
              <a:ext cx="54720" cy="1872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F972C61-A041-D21F-006B-0547EB74278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551960" y="3263143"/>
                <a:ext cx="7236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F2B32B9-6CE9-239F-EBC5-29D522DCC0BF}"/>
                  </a:ext>
                </a:extLst>
              </p:cNvPr>
              <p:cNvSpPr txBox="1"/>
              <p:nvPr/>
            </p:nvSpPr>
            <p:spPr>
              <a:xfrm>
                <a:off x="2777488" y="2137015"/>
                <a:ext cx="42479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F2B32B9-6CE9-239F-EBC5-29D522DCC0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7488" y="2137015"/>
                <a:ext cx="424796" cy="358431"/>
              </a:xfrm>
              <a:prstGeom prst="rect">
                <a:avLst/>
              </a:prstGeom>
              <a:blipFill>
                <a:blip r:embed="rId26"/>
                <a:stretch>
                  <a:fillRect l="-7246" t="-1724" r="-10145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3DEAAC9-5947-D6BA-1515-8FA78AF74BBD}"/>
                  </a:ext>
                </a:extLst>
              </p:cNvPr>
              <p:cNvSpPr txBox="1"/>
              <p:nvPr/>
            </p:nvSpPr>
            <p:spPr>
              <a:xfrm>
                <a:off x="2773067" y="3350263"/>
                <a:ext cx="42479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3DEAAC9-5947-D6BA-1515-8FA78AF74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067" y="3350263"/>
                <a:ext cx="424796" cy="358431"/>
              </a:xfrm>
              <a:prstGeom prst="rect">
                <a:avLst/>
              </a:prstGeom>
              <a:blipFill>
                <a:blip r:embed="rId27"/>
                <a:stretch>
                  <a:fillRect l="-7143" t="-1724" r="-8571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DC5EBDE-F734-3C09-7BA7-9FF3DFC576B8}"/>
                  </a:ext>
                </a:extLst>
              </p:cNvPr>
              <p:cNvSpPr txBox="1"/>
              <p:nvPr/>
            </p:nvSpPr>
            <p:spPr>
              <a:xfrm>
                <a:off x="3536033" y="2137015"/>
                <a:ext cx="447174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DC5EBDE-F734-3C09-7BA7-9FF3DFC57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6033" y="2137015"/>
                <a:ext cx="447174" cy="349711"/>
              </a:xfrm>
              <a:prstGeom prst="rect">
                <a:avLst/>
              </a:prstGeom>
              <a:blipFill>
                <a:blip r:embed="rId28"/>
                <a:stretch>
                  <a:fillRect l="-6849" t="-1754" r="-9589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148C95-E0E1-9663-EE40-AAE9C969B5A0}"/>
                  </a:ext>
                </a:extLst>
              </p:cNvPr>
              <p:cNvSpPr txBox="1"/>
              <p:nvPr/>
            </p:nvSpPr>
            <p:spPr>
              <a:xfrm>
                <a:off x="3536033" y="3358983"/>
                <a:ext cx="447174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148C95-E0E1-9663-EE40-AAE9C969B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6033" y="3358983"/>
                <a:ext cx="447174" cy="358431"/>
              </a:xfrm>
              <a:prstGeom prst="rect">
                <a:avLst/>
              </a:prstGeom>
              <a:blipFill>
                <a:blip r:embed="rId29"/>
                <a:stretch>
                  <a:fillRect l="-6849" t="-1695" r="-9589" b="-13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CF23AB1-7D17-5323-F23C-37DF7DAC8483}"/>
              </a:ext>
            </a:extLst>
          </p:cNvPr>
          <p:cNvCxnSpPr>
            <a:stCxn id="16" idx="3"/>
            <a:endCxn id="18" idx="1"/>
          </p:cNvCxnSpPr>
          <p:nvPr/>
        </p:nvCxnSpPr>
        <p:spPr>
          <a:xfrm flipV="1">
            <a:off x="3202284" y="2311871"/>
            <a:ext cx="333749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73EAF8A-373F-61A1-2E8C-8472FF14E29D}"/>
              </a:ext>
            </a:extLst>
          </p:cNvPr>
          <p:cNvCxnSpPr/>
          <p:nvPr/>
        </p:nvCxnSpPr>
        <p:spPr>
          <a:xfrm flipV="1">
            <a:off x="3197863" y="3562349"/>
            <a:ext cx="333749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1309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F63B1-9DE8-174C-B11F-AF562A826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AE7D92-2288-F23B-7E25-CF2A1F89AA45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Calibri"/>
              </a:rPr>
              <a:t>Forward Propagation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059CD79-143C-D321-AF8C-ED01A780DF7A}"/>
              </a:ext>
            </a:extLst>
          </p:cNvPr>
          <p:cNvGrpSpPr/>
          <p:nvPr/>
        </p:nvGrpSpPr>
        <p:grpSpPr>
          <a:xfrm>
            <a:off x="685800" y="819150"/>
            <a:ext cx="7391400" cy="3200400"/>
            <a:chOff x="685800" y="819150"/>
            <a:chExt cx="4495800" cy="3200400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55ADEDB0-9D6C-32CB-C168-BAC4F393FA7F}"/>
                </a:ext>
              </a:extLst>
            </p:cNvPr>
            <p:cNvSpPr/>
            <p:nvPr/>
          </p:nvSpPr>
          <p:spPr>
            <a:xfrm>
              <a:off x="685800" y="31051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2A47AE65-B747-EDDE-8E0D-0BD4F18D17F2}"/>
                </a:ext>
              </a:extLst>
            </p:cNvPr>
            <p:cNvSpPr/>
            <p:nvPr/>
          </p:nvSpPr>
          <p:spPr>
            <a:xfrm>
              <a:off x="685800" y="18859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B797A009-F2FC-C4A2-81A9-A94F50E4D1BA}"/>
                </a:ext>
              </a:extLst>
            </p:cNvPr>
            <p:cNvSpPr/>
            <p:nvPr/>
          </p:nvSpPr>
          <p:spPr>
            <a:xfrm>
              <a:off x="685800" y="8191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E90A9835-15D9-E1CA-7B16-F42B7E8EBE3A}"/>
                </a:ext>
              </a:extLst>
            </p:cNvPr>
            <p:cNvSpPr/>
            <p:nvPr/>
          </p:nvSpPr>
          <p:spPr>
            <a:xfrm>
              <a:off x="1880012" y="819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C40EF8DE-AF9B-69F6-4B0C-6CC086329F9E}"/>
                </a:ext>
              </a:extLst>
            </p:cNvPr>
            <p:cNvSpPr/>
            <p:nvPr/>
          </p:nvSpPr>
          <p:spPr>
            <a:xfrm>
              <a:off x="1880011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CCE3683D-7796-D1BC-BE81-E8147D0A0519}"/>
                </a:ext>
              </a:extLst>
            </p:cNvPr>
            <p:cNvCxnSpPr>
              <a:stCxn id="80" idx="6"/>
              <a:endCxn id="87" idx="2"/>
            </p:cNvCxnSpPr>
            <p:nvPr/>
          </p:nvCxnSpPr>
          <p:spPr>
            <a:xfrm>
              <a:off x="1610650" y="1276350"/>
              <a:ext cx="269360" cy="1066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FC2FB652-3EBC-2C18-AE61-D26524A15DC6}"/>
                </a:ext>
              </a:extLst>
            </p:cNvPr>
            <p:cNvCxnSpPr>
              <a:stCxn id="79" idx="6"/>
              <a:endCxn id="87" idx="2"/>
            </p:cNvCxnSpPr>
            <p:nvPr/>
          </p:nvCxnSpPr>
          <p:spPr>
            <a:xfrm>
              <a:off x="1610650" y="2343150"/>
              <a:ext cx="269360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3C45609B-9C63-D406-2BB1-F5D263082E77}"/>
                </a:ext>
              </a:extLst>
            </p:cNvPr>
            <p:cNvCxnSpPr>
              <a:stCxn id="78" idx="6"/>
              <a:endCxn id="87" idx="2"/>
            </p:cNvCxnSpPr>
            <p:nvPr/>
          </p:nvCxnSpPr>
          <p:spPr>
            <a:xfrm flipV="1">
              <a:off x="1610650" y="2343150"/>
              <a:ext cx="269360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D39D334F-8E2D-8716-9C63-5DC6DE4AFE88}"/>
                </a:ext>
              </a:extLst>
            </p:cNvPr>
            <p:cNvSpPr/>
            <p:nvPr/>
          </p:nvSpPr>
          <p:spPr>
            <a:xfrm>
              <a:off x="1880009" y="3105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4DF45BC2-B217-825D-DAF3-771A4FF0B0BC}"/>
                </a:ext>
              </a:extLst>
            </p:cNvPr>
            <p:cNvCxnSpPr>
              <a:stCxn id="80" idx="6"/>
              <a:endCxn id="91" idx="2"/>
            </p:cNvCxnSpPr>
            <p:nvPr/>
          </p:nvCxnSpPr>
          <p:spPr>
            <a:xfrm>
              <a:off x="1610650" y="1276350"/>
              <a:ext cx="269359" cy="22860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71ED37B7-FD2C-2667-FF80-3D2BC4336FDD}"/>
                </a:ext>
              </a:extLst>
            </p:cNvPr>
            <p:cNvCxnSpPr>
              <a:stCxn id="79" idx="6"/>
              <a:endCxn id="91" idx="2"/>
            </p:cNvCxnSpPr>
            <p:nvPr/>
          </p:nvCxnSpPr>
          <p:spPr>
            <a:xfrm>
              <a:off x="1610650" y="2343150"/>
              <a:ext cx="26935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B8BE157C-0C62-F93F-4A5F-116C534ACDD6}"/>
                </a:ext>
              </a:extLst>
            </p:cNvPr>
            <p:cNvCxnSpPr>
              <a:stCxn id="78" idx="6"/>
              <a:endCxn id="91" idx="2"/>
            </p:cNvCxnSpPr>
            <p:nvPr/>
          </p:nvCxnSpPr>
          <p:spPr>
            <a:xfrm>
              <a:off x="1610650" y="3562350"/>
              <a:ext cx="269359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BF821CE5-3D62-2877-B3C3-BB8B5733135C}"/>
                </a:ext>
              </a:extLst>
            </p:cNvPr>
            <p:cNvSpPr/>
            <p:nvPr/>
          </p:nvSpPr>
          <p:spPr>
            <a:xfrm>
              <a:off x="3152278" y="819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7CF8AD0A-0F9D-F873-363E-22EBFC71A0BC}"/>
                </a:ext>
              </a:extLst>
            </p:cNvPr>
            <p:cNvSpPr/>
            <p:nvPr/>
          </p:nvSpPr>
          <p:spPr>
            <a:xfrm>
              <a:off x="3152276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19448D5D-A21D-372B-4CFD-74C08C6D9389}"/>
                </a:ext>
              </a:extLst>
            </p:cNvPr>
            <p:cNvCxnSpPr>
              <a:stCxn id="87" idx="6"/>
              <a:endCxn id="109" idx="2"/>
            </p:cNvCxnSpPr>
            <p:nvPr/>
          </p:nvCxnSpPr>
          <p:spPr>
            <a:xfrm>
              <a:off x="2804861" y="2343150"/>
              <a:ext cx="347416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7B1AFB66-19BA-850E-C638-C319700F4ADB}"/>
                </a:ext>
              </a:extLst>
            </p:cNvPr>
            <p:cNvCxnSpPr>
              <a:stCxn id="91" idx="6"/>
              <a:endCxn id="109" idx="2"/>
            </p:cNvCxnSpPr>
            <p:nvPr/>
          </p:nvCxnSpPr>
          <p:spPr>
            <a:xfrm flipV="1">
              <a:off x="2804860" y="2343150"/>
              <a:ext cx="347417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7DFF3CA6-DA28-2494-C077-D8BB90F017B9}"/>
                </a:ext>
              </a:extLst>
            </p:cNvPr>
            <p:cNvCxnSpPr>
              <a:stCxn id="81" idx="6"/>
              <a:endCxn id="109" idx="2"/>
            </p:cNvCxnSpPr>
            <p:nvPr/>
          </p:nvCxnSpPr>
          <p:spPr>
            <a:xfrm>
              <a:off x="2804862" y="1276350"/>
              <a:ext cx="347414" cy="1066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3526BF86-9538-055C-F721-94ABF3541D5B}"/>
                </a:ext>
              </a:extLst>
            </p:cNvPr>
            <p:cNvSpPr/>
            <p:nvPr/>
          </p:nvSpPr>
          <p:spPr>
            <a:xfrm>
              <a:off x="3154360" y="3105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750CAB6C-9F24-0ABF-164E-AE4EF5E73FFB}"/>
                </a:ext>
              </a:extLst>
            </p:cNvPr>
            <p:cNvCxnSpPr>
              <a:stCxn id="91" idx="6"/>
              <a:endCxn id="115" idx="2"/>
            </p:cNvCxnSpPr>
            <p:nvPr/>
          </p:nvCxnSpPr>
          <p:spPr>
            <a:xfrm>
              <a:off x="2804860" y="3562350"/>
              <a:ext cx="349500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27F5A4EF-7D46-40C0-30E5-DA87EBA101CE}"/>
                </a:ext>
              </a:extLst>
            </p:cNvPr>
            <p:cNvCxnSpPr>
              <a:stCxn id="87" idx="6"/>
              <a:endCxn id="115" idx="2"/>
            </p:cNvCxnSpPr>
            <p:nvPr/>
          </p:nvCxnSpPr>
          <p:spPr>
            <a:xfrm>
              <a:off x="2804861" y="2343150"/>
              <a:ext cx="34949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BC614DB3-202C-5FAB-983A-9E9F53A2ECCB}"/>
                </a:ext>
              </a:extLst>
            </p:cNvPr>
            <p:cNvCxnSpPr>
              <a:stCxn id="81" idx="6"/>
              <a:endCxn id="115" idx="2"/>
            </p:cNvCxnSpPr>
            <p:nvPr/>
          </p:nvCxnSpPr>
          <p:spPr>
            <a:xfrm>
              <a:off x="2804862" y="1276350"/>
              <a:ext cx="349498" cy="22860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4E50157D-EB1A-8149-51C3-D0AED68536D2}"/>
                </a:ext>
              </a:extLst>
            </p:cNvPr>
            <p:cNvSpPr/>
            <p:nvPr/>
          </p:nvSpPr>
          <p:spPr>
            <a:xfrm>
              <a:off x="4256750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6AD06C52-D3FA-9045-7A63-DBB74F62E303}"/>
                </a:ext>
              </a:extLst>
            </p:cNvPr>
            <p:cNvCxnSpPr>
              <a:stCxn id="109" idx="6"/>
              <a:endCxn id="142" idx="2"/>
            </p:cNvCxnSpPr>
            <p:nvPr/>
          </p:nvCxnSpPr>
          <p:spPr>
            <a:xfrm>
              <a:off x="4077127" y="2343150"/>
              <a:ext cx="179623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FB26DF97-1C3F-FC34-836B-320722140C25}"/>
                </a:ext>
              </a:extLst>
            </p:cNvPr>
            <p:cNvCxnSpPr>
              <a:stCxn id="115" idx="6"/>
              <a:endCxn id="142" idx="2"/>
            </p:cNvCxnSpPr>
            <p:nvPr/>
          </p:nvCxnSpPr>
          <p:spPr>
            <a:xfrm flipV="1">
              <a:off x="4079210" y="2343150"/>
              <a:ext cx="17753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Arrow Connector 174">
              <a:extLst>
                <a:ext uri="{FF2B5EF4-FFF2-40B4-BE49-F238E27FC236}">
                  <a16:creationId xmlns:a16="http://schemas.microsoft.com/office/drawing/2014/main" id="{A627BC14-73DA-836F-9319-588662F8D390}"/>
                </a:ext>
              </a:extLst>
            </p:cNvPr>
            <p:cNvCxnSpPr>
              <a:stCxn id="103" idx="6"/>
              <a:endCxn id="142" idx="2"/>
            </p:cNvCxnSpPr>
            <p:nvPr/>
          </p:nvCxnSpPr>
          <p:spPr>
            <a:xfrm>
              <a:off x="4077128" y="1276350"/>
              <a:ext cx="179622" cy="1066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0165AD51-0E5B-9F81-4EF7-549A4FBED177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489" y="1169724"/>
              <a:ext cx="347472" cy="22860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FE38CFB4-7A98-5AE5-3B6F-BEEE67D61119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68701" y="1169724"/>
              <a:ext cx="347472" cy="22860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A6E94BBB-4AA2-3CA5-9C40-9589BA83D338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0965" y="1123712"/>
              <a:ext cx="347472" cy="228600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778BC3B6-D51A-8B22-4275-CE71D0095885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222" y="2260527"/>
              <a:ext cx="267462" cy="180594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938BC7AD-6062-98B9-EC48-AF37384D5FF8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489" y="3457956"/>
              <a:ext cx="274320" cy="18059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318997-18A7-F44C-B9E4-BD62C6DA9030}"/>
                  </a:ext>
                </a:extLst>
              </p:cNvPr>
              <p:cNvSpPr txBox="1"/>
              <p:nvPr/>
            </p:nvSpPr>
            <p:spPr>
              <a:xfrm>
                <a:off x="748078" y="4324894"/>
                <a:ext cx="1395960" cy="416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318997-18A7-F44C-B9E4-BD62C6DA9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78" y="4324894"/>
                <a:ext cx="1395960" cy="41684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F100D20-7A43-7F1F-A02F-89CF5A258D4C}"/>
              </a:ext>
            </a:extLst>
          </p:cNvPr>
          <p:cNvCxnSpPr>
            <a:stCxn id="3" idx="0"/>
            <a:endCxn id="78" idx="4"/>
          </p:cNvCxnSpPr>
          <p:nvPr/>
        </p:nvCxnSpPr>
        <p:spPr>
          <a:xfrm flipV="1">
            <a:off x="1446058" y="4019550"/>
            <a:ext cx="0" cy="30534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2737CF0-D2A8-6781-489C-30073FE07F95}"/>
                  </a:ext>
                </a:extLst>
              </p14:cNvPr>
              <p14:cNvContentPartPr/>
              <p14:nvPr/>
            </p14:nvContentPartPr>
            <p14:xfrm>
              <a:off x="1501200" y="2103223"/>
              <a:ext cx="40320" cy="139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2737CF0-D2A8-6781-489C-30073FE07F9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492560" y="2094223"/>
                <a:ext cx="57960" cy="15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E73B75C5-AE41-143C-3A62-420B3EE3D788}"/>
              </a:ext>
            </a:extLst>
          </p:cNvPr>
          <p:cNvGrpSpPr/>
          <p:nvPr/>
        </p:nvGrpSpPr>
        <p:grpSpPr>
          <a:xfrm>
            <a:off x="1605240" y="2083423"/>
            <a:ext cx="67320" cy="169200"/>
            <a:chOff x="1605240" y="2083423"/>
            <a:chExt cx="67320" cy="16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47B4129-CA5C-BBC8-5D14-0548510319C4}"/>
                    </a:ext>
                  </a:extLst>
                </p14:cNvPr>
                <p14:cNvContentPartPr/>
                <p14:nvPr/>
              </p14:nvContentPartPr>
              <p14:xfrm>
                <a:off x="1605240" y="2142463"/>
                <a:ext cx="8280" cy="96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47B4129-CA5C-BBC8-5D14-0548510319C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596240" y="2133463"/>
                  <a:ext cx="259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D5618EB-2E2A-2645-4031-69AB02EE071B}"/>
                    </a:ext>
                  </a:extLst>
                </p14:cNvPr>
                <p14:cNvContentPartPr/>
                <p14:nvPr/>
              </p14:nvContentPartPr>
              <p14:xfrm>
                <a:off x="1613160" y="2116183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D5618EB-2E2A-2645-4031-69AB02EE071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604520" y="210718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2956FBE-E61F-C0F6-6D01-6E25DBCD152F}"/>
                    </a:ext>
                  </a:extLst>
                </p14:cNvPr>
                <p14:cNvContentPartPr/>
                <p14:nvPr/>
              </p14:nvContentPartPr>
              <p14:xfrm>
                <a:off x="1652040" y="2083423"/>
                <a:ext cx="20520" cy="169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2956FBE-E61F-C0F6-6D01-6E25DBCD152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643400" y="2074423"/>
                  <a:ext cx="38160" cy="18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6C3F8A4-D1DA-E8B2-C6D2-55FCBD294ABC}"/>
                  </a:ext>
                </a:extLst>
              </p14:cNvPr>
              <p14:cNvContentPartPr/>
              <p14:nvPr/>
            </p14:nvContentPartPr>
            <p14:xfrm>
              <a:off x="1410480" y="3298063"/>
              <a:ext cx="27360" cy="1497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6C3F8A4-D1DA-E8B2-C6D2-55FCBD294AB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401480" y="3289423"/>
                <a:ext cx="45000" cy="16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CD237A48-9CF9-D3BE-EE69-539CD34E01EB}"/>
              </a:ext>
            </a:extLst>
          </p:cNvPr>
          <p:cNvGrpSpPr/>
          <p:nvPr/>
        </p:nvGrpSpPr>
        <p:grpSpPr>
          <a:xfrm>
            <a:off x="1501920" y="3298063"/>
            <a:ext cx="7200" cy="130320"/>
            <a:chOff x="1501920" y="3298063"/>
            <a:chExt cx="7200" cy="13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3EBAC9E-A4BF-7E67-DFE7-F47F0C7CE777}"/>
                    </a:ext>
                  </a:extLst>
                </p14:cNvPr>
                <p14:cNvContentPartPr/>
                <p14:nvPr/>
              </p14:nvContentPartPr>
              <p14:xfrm>
                <a:off x="1501920" y="3350263"/>
                <a:ext cx="7200" cy="78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3EBAC9E-A4BF-7E67-DFE7-F47F0C7CE77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492920" y="3341623"/>
                  <a:ext cx="248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C760F87-5819-AA2E-5BF3-76ED72FE7D3C}"/>
                    </a:ext>
                  </a:extLst>
                </p14:cNvPr>
                <p14:cNvContentPartPr/>
                <p14:nvPr/>
              </p14:nvContentPartPr>
              <p14:xfrm>
                <a:off x="1508760" y="3298063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C760F87-5819-AA2E-5BF3-76ED72FE7D3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99760" y="328942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0E70808-C677-D67B-CA03-128044B42175}"/>
                  </a:ext>
                </a:extLst>
              </p14:cNvPr>
              <p14:cNvContentPartPr/>
              <p14:nvPr/>
            </p14:nvContentPartPr>
            <p14:xfrm>
              <a:off x="1560960" y="3272143"/>
              <a:ext cx="54720" cy="1872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0E70808-C677-D67B-CA03-128044B4217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551960" y="3263143"/>
                <a:ext cx="7236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DB15DF1-533C-BB56-C5BD-435E1D20694A}"/>
                  </a:ext>
                </a:extLst>
              </p:cNvPr>
              <p:cNvSpPr txBox="1"/>
              <p:nvPr/>
            </p:nvSpPr>
            <p:spPr>
              <a:xfrm>
                <a:off x="2777488" y="2137015"/>
                <a:ext cx="42479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DB15DF1-533C-BB56-C5BD-435E1D206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7488" y="2137015"/>
                <a:ext cx="424796" cy="358431"/>
              </a:xfrm>
              <a:prstGeom prst="rect">
                <a:avLst/>
              </a:prstGeom>
              <a:blipFill>
                <a:blip r:embed="rId26"/>
                <a:stretch>
                  <a:fillRect l="-7246" t="-1724" r="-10145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35C209-C85B-E37C-452E-99EFAB9E96BD}"/>
                  </a:ext>
                </a:extLst>
              </p:cNvPr>
              <p:cNvSpPr txBox="1"/>
              <p:nvPr/>
            </p:nvSpPr>
            <p:spPr>
              <a:xfrm>
                <a:off x="2773067" y="3350263"/>
                <a:ext cx="42479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35C209-C85B-E37C-452E-99EFAB9E9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067" y="3350263"/>
                <a:ext cx="424796" cy="358431"/>
              </a:xfrm>
              <a:prstGeom prst="rect">
                <a:avLst/>
              </a:prstGeom>
              <a:blipFill>
                <a:blip r:embed="rId27"/>
                <a:stretch>
                  <a:fillRect l="-7143" t="-1724" r="-8571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9972B2-2FAF-3F90-33D6-28FC909E1D25}"/>
                  </a:ext>
                </a:extLst>
              </p:cNvPr>
              <p:cNvSpPr txBox="1"/>
              <p:nvPr/>
            </p:nvSpPr>
            <p:spPr>
              <a:xfrm>
                <a:off x="3536033" y="2137015"/>
                <a:ext cx="447174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9972B2-2FAF-3F90-33D6-28FC909E1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6033" y="2137015"/>
                <a:ext cx="447174" cy="349711"/>
              </a:xfrm>
              <a:prstGeom prst="rect">
                <a:avLst/>
              </a:prstGeom>
              <a:blipFill>
                <a:blip r:embed="rId28"/>
                <a:stretch>
                  <a:fillRect l="-6849" t="-1754" r="-9589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941C640-B336-1B53-B93E-D0DD71485BB1}"/>
                  </a:ext>
                </a:extLst>
              </p:cNvPr>
              <p:cNvSpPr txBox="1"/>
              <p:nvPr/>
            </p:nvSpPr>
            <p:spPr>
              <a:xfrm>
                <a:off x="3536033" y="3358983"/>
                <a:ext cx="447174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941C640-B336-1B53-B93E-D0DD71485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6033" y="3358983"/>
                <a:ext cx="447174" cy="358431"/>
              </a:xfrm>
              <a:prstGeom prst="rect">
                <a:avLst/>
              </a:prstGeom>
              <a:blipFill>
                <a:blip r:embed="rId29"/>
                <a:stretch>
                  <a:fillRect l="-6849" t="-1695" r="-9589" b="-13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7C38FEF-07AE-8075-0A21-49DDF0767769}"/>
              </a:ext>
            </a:extLst>
          </p:cNvPr>
          <p:cNvCxnSpPr>
            <a:stCxn id="16" idx="3"/>
            <a:endCxn id="18" idx="1"/>
          </p:cNvCxnSpPr>
          <p:nvPr/>
        </p:nvCxnSpPr>
        <p:spPr>
          <a:xfrm flipV="1">
            <a:off x="3202284" y="2311871"/>
            <a:ext cx="333749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C2E719A-AD79-0E52-A8D2-6B5A9CCCEC1E}"/>
              </a:ext>
            </a:extLst>
          </p:cNvPr>
          <p:cNvCxnSpPr/>
          <p:nvPr/>
        </p:nvCxnSpPr>
        <p:spPr>
          <a:xfrm flipV="1">
            <a:off x="3197863" y="3562349"/>
            <a:ext cx="333749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A2CB5A-D9AD-3D47-5D94-860592D38DE2}"/>
                  </a:ext>
                </a:extLst>
              </p:cNvPr>
              <p:cNvSpPr txBox="1"/>
              <p:nvPr/>
            </p:nvSpPr>
            <p:spPr>
              <a:xfrm>
                <a:off x="4928225" y="2137015"/>
                <a:ext cx="423129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A2CB5A-D9AD-3D47-5D94-860592D38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8225" y="2137015"/>
                <a:ext cx="423129" cy="349711"/>
              </a:xfrm>
              <a:prstGeom prst="rect">
                <a:avLst/>
              </a:prstGeom>
              <a:blipFill>
                <a:blip r:embed="rId30"/>
                <a:stretch>
                  <a:fillRect l="-7143" t="-1754" r="-8571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1E493DC-6F58-57F5-8B13-60CBE857A96B}"/>
                  </a:ext>
                </a:extLst>
              </p:cNvPr>
              <p:cNvSpPr txBox="1"/>
              <p:nvPr/>
            </p:nvSpPr>
            <p:spPr>
              <a:xfrm>
                <a:off x="4923804" y="3350263"/>
                <a:ext cx="423129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1E493DC-6F58-57F5-8B13-60CBE857A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804" y="3350263"/>
                <a:ext cx="423129" cy="349711"/>
              </a:xfrm>
              <a:prstGeom prst="rect">
                <a:avLst/>
              </a:prstGeom>
              <a:blipFill>
                <a:blip r:embed="rId31"/>
                <a:stretch>
                  <a:fillRect l="-7246" t="-1754" r="-10145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5A84423-3DD0-4578-C549-86AAFEC65F29}"/>
                  </a:ext>
                </a:extLst>
              </p:cNvPr>
              <p:cNvSpPr txBox="1"/>
              <p:nvPr/>
            </p:nvSpPr>
            <p:spPr>
              <a:xfrm>
                <a:off x="5686770" y="2137015"/>
                <a:ext cx="447174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5A84423-3DD0-4578-C549-86AAFEC65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6770" y="2137015"/>
                <a:ext cx="447174" cy="349711"/>
              </a:xfrm>
              <a:prstGeom prst="rect">
                <a:avLst/>
              </a:prstGeom>
              <a:blipFill>
                <a:blip r:embed="rId32"/>
                <a:stretch>
                  <a:fillRect l="-6849" t="-1754" r="-9589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9E8BD5F-6E2C-2337-DF7B-7260B1C3388B}"/>
                  </a:ext>
                </a:extLst>
              </p:cNvPr>
              <p:cNvSpPr txBox="1"/>
              <p:nvPr/>
            </p:nvSpPr>
            <p:spPr>
              <a:xfrm>
                <a:off x="5686770" y="3358983"/>
                <a:ext cx="447174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9E8BD5F-6E2C-2337-DF7B-7260B1C33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6770" y="3358983"/>
                <a:ext cx="447174" cy="349711"/>
              </a:xfrm>
              <a:prstGeom prst="rect">
                <a:avLst/>
              </a:prstGeom>
              <a:blipFill>
                <a:blip r:embed="rId33"/>
                <a:stretch>
                  <a:fillRect l="-6849" t="-1754" r="-9589" b="-17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C96240F-5C38-577E-A622-53D70F8A06D4}"/>
              </a:ext>
            </a:extLst>
          </p:cNvPr>
          <p:cNvCxnSpPr>
            <a:stCxn id="23" idx="3"/>
            <a:endCxn id="25" idx="1"/>
          </p:cNvCxnSpPr>
          <p:nvPr/>
        </p:nvCxnSpPr>
        <p:spPr>
          <a:xfrm>
            <a:off x="5351354" y="2311871"/>
            <a:ext cx="335416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9825345-DB02-344E-201E-D92E5A62FC1C}"/>
              </a:ext>
            </a:extLst>
          </p:cNvPr>
          <p:cNvCxnSpPr/>
          <p:nvPr/>
        </p:nvCxnSpPr>
        <p:spPr>
          <a:xfrm flipV="1">
            <a:off x="5348600" y="3562349"/>
            <a:ext cx="333749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09F10C8-990A-D3FF-D084-14E2FF5A4CF2}"/>
                  </a:ext>
                </a:extLst>
              </p:cNvPr>
              <p:cNvSpPr txBox="1"/>
              <p:nvPr/>
            </p:nvSpPr>
            <p:spPr>
              <a:xfrm>
                <a:off x="6709245" y="2168294"/>
                <a:ext cx="423129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09F10C8-990A-D3FF-D084-14E2FF5A4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9245" y="2168294"/>
                <a:ext cx="423129" cy="349711"/>
              </a:xfrm>
              <a:prstGeom prst="rect">
                <a:avLst/>
              </a:prstGeom>
              <a:blipFill>
                <a:blip r:embed="rId34"/>
                <a:stretch>
                  <a:fillRect l="-7246" t="-1754" r="-10145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CFEFFE2-9AD0-A191-46CF-CDE2FD2A9902}"/>
                  </a:ext>
                </a:extLst>
              </p:cNvPr>
              <p:cNvSpPr txBox="1"/>
              <p:nvPr/>
            </p:nvSpPr>
            <p:spPr>
              <a:xfrm>
                <a:off x="7467790" y="2168294"/>
                <a:ext cx="447174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CFEFFE2-9AD0-A191-46CF-CDE2FD2A9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790" y="2168294"/>
                <a:ext cx="447174" cy="349711"/>
              </a:xfrm>
              <a:prstGeom prst="rect">
                <a:avLst/>
              </a:prstGeom>
              <a:blipFill>
                <a:blip r:embed="rId35"/>
                <a:stretch>
                  <a:fillRect l="-6849" t="-1754" r="-9589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CC25E54-8BCC-964A-FF80-8FD17F30E081}"/>
              </a:ext>
            </a:extLst>
          </p:cNvPr>
          <p:cNvCxnSpPr>
            <a:stCxn id="29" idx="3"/>
            <a:endCxn id="30" idx="1"/>
          </p:cNvCxnSpPr>
          <p:nvPr/>
        </p:nvCxnSpPr>
        <p:spPr>
          <a:xfrm>
            <a:off x="7132374" y="2343150"/>
            <a:ext cx="335416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9486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7BE58-A6F3-9997-0257-B0868EE9D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1CDFEC-C9BE-C2A6-9AB6-53CC5F29D4BB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Calibri"/>
              </a:rPr>
              <a:t>Forward Propagation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A55E0C7-4E26-1CEE-7862-5C4D4DB62967}"/>
              </a:ext>
            </a:extLst>
          </p:cNvPr>
          <p:cNvGrpSpPr/>
          <p:nvPr/>
        </p:nvGrpSpPr>
        <p:grpSpPr>
          <a:xfrm>
            <a:off x="685800" y="819150"/>
            <a:ext cx="7391400" cy="3200400"/>
            <a:chOff x="685800" y="819150"/>
            <a:chExt cx="4495800" cy="3200400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DC60308D-3601-57CF-5E27-CC07ED746B19}"/>
                </a:ext>
              </a:extLst>
            </p:cNvPr>
            <p:cNvSpPr/>
            <p:nvPr/>
          </p:nvSpPr>
          <p:spPr>
            <a:xfrm>
              <a:off x="685800" y="31051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84E2CA91-A937-B913-A7DC-05BC259590D4}"/>
                </a:ext>
              </a:extLst>
            </p:cNvPr>
            <p:cNvSpPr/>
            <p:nvPr/>
          </p:nvSpPr>
          <p:spPr>
            <a:xfrm>
              <a:off x="685800" y="18859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37823E61-C64B-8A7D-C2F4-C666DAA2651D}"/>
                </a:ext>
              </a:extLst>
            </p:cNvPr>
            <p:cNvSpPr/>
            <p:nvPr/>
          </p:nvSpPr>
          <p:spPr>
            <a:xfrm>
              <a:off x="685800" y="8191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0552161E-CDE3-17F1-83B9-D40E0FB0433F}"/>
                </a:ext>
              </a:extLst>
            </p:cNvPr>
            <p:cNvSpPr/>
            <p:nvPr/>
          </p:nvSpPr>
          <p:spPr>
            <a:xfrm>
              <a:off x="1880012" y="819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75D69063-7498-3AD4-A4CF-49830FDABE7E}"/>
                </a:ext>
              </a:extLst>
            </p:cNvPr>
            <p:cNvSpPr/>
            <p:nvPr/>
          </p:nvSpPr>
          <p:spPr>
            <a:xfrm>
              <a:off x="1880011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4ECA23D4-E15C-ADA7-7826-2E9C26AD00F0}"/>
                </a:ext>
              </a:extLst>
            </p:cNvPr>
            <p:cNvCxnSpPr>
              <a:stCxn id="80" idx="6"/>
              <a:endCxn id="87" idx="2"/>
            </p:cNvCxnSpPr>
            <p:nvPr/>
          </p:nvCxnSpPr>
          <p:spPr>
            <a:xfrm>
              <a:off x="1610650" y="1276350"/>
              <a:ext cx="269360" cy="1066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0E510EBD-92F3-CBF0-D6BC-3DCC133BA349}"/>
                </a:ext>
              </a:extLst>
            </p:cNvPr>
            <p:cNvCxnSpPr>
              <a:stCxn id="79" idx="6"/>
              <a:endCxn id="87" idx="2"/>
            </p:cNvCxnSpPr>
            <p:nvPr/>
          </p:nvCxnSpPr>
          <p:spPr>
            <a:xfrm>
              <a:off x="1610650" y="2343150"/>
              <a:ext cx="269360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61E02A9F-14FB-5AAC-C6B6-387DD5080D06}"/>
                </a:ext>
              </a:extLst>
            </p:cNvPr>
            <p:cNvCxnSpPr>
              <a:stCxn id="78" idx="6"/>
              <a:endCxn id="87" idx="2"/>
            </p:cNvCxnSpPr>
            <p:nvPr/>
          </p:nvCxnSpPr>
          <p:spPr>
            <a:xfrm flipV="1">
              <a:off x="1610650" y="2343150"/>
              <a:ext cx="269360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9E7A4312-0E2E-882D-38F2-0944F251E794}"/>
                </a:ext>
              </a:extLst>
            </p:cNvPr>
            <p:cNvSpPr/>
            <p:nvPr/>
          </p:nvSpPr>
          <p:spPr>
            <a:xfrm>
              <a:off x="1880009" y="3105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72F7EC25-229A-12A3-1A0A-23EA17CF30B0}"/>
                </a:ext>
              </a:extLst>
            </p:cNvPr>
            <p:cNvCxnSpPr>
              <a:stCxn id="80" idx="6"/>
              <a:endCxn id="91" idx="2"/>
            </p:cNvCxnSpPr>
            <p:nvPr/>
          </p:nvCxnSpPr>
          <p:spPr>
            <a:xfrm>
              <a:off x="1610650" y="1276350"/>
              <a:ext cx="269359" cy="22860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16068678-2BDC-EBD4-30F4-112EC92C7BBA}"/>
                </a:ext>
              </a:extLst>
            </p:cNvPr>
            <p:cNvCxnSpPr>
              <a:stCxn id="79" idx="6"/>
              <a:endCxn id="91" idx="2"/>
            </p:cNvCxnSpPr>
            <p:nvPr/>
          </p:nvCxnSpPr>
          <p:spPr>
            <a:xfrm>
              <a:off x="1610650" y="2343150"/>
              <a:ext cx="26935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D354AE3E-76EF-3ADB-3D08-A5D257FDF61B}"/>
                </a:ext>
              </a:extLst>
            </p:cNvPr>
            <p:cNvCxnSpPr>
              <a:stCxn id="78" idx="6"/>
              <a:endCxn id="91" idx="2"/>
            </p:cNvCxnSpPr>
            <p:nvPr/>
          </p:nvCxnSpPr>
          <p:spPr>
            <a:xfrm>
              <a:off x="1610650" y="3562350"/>
              <a:ext cx="269359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671786C8-0E86-2BD3-E033-E0F4E857FE66}"/>
                </a:ext>
              </a:extLst>
            </p:cNvPr>
            <p:cNvSpPr/>
            <p:nvPr/>
          </p:nvSpPr>
          <p:spPr>
            <a:xfrm>
              <a:off x="3152278" y="819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B4F3969E-2000-3650-7ED2-714A7A77681D}"/>
                </a:ext>
              </a:extLst>
            </p:cNvPr>
            <p:cNvSpPr/>
            <p:nvPr/>
          </p:nvSpPr>
          <p:spPr>
            <a:xfrm>
              <a:off x="3152276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D69621A5-F5E7-B194-3111-C46DCBE5895B}"/>
                </a:ext>
              </a:extLst>
            </p:cNvPr>
            <p:cNvCxnSpPr>
              <a:stCxn id="87" idx="6"/>
              <a:endCxn id="109" idx="2"/>
            </p:cNvCxnSpPr>
            <p:nvPr/>
          </p:nvCxnSpPr>
          <p:spPr>
            <a:xfrm>
              <a:off x="2804861" y="2343150"/>
              <a:ext cx="347416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3D5486F5-5257-A336-C7F3-F3947B86C835}"/>
                </a:ext>
              </a:extLst>
            </p:cNvPr>
            <p:cNvCxnSpPr>
              <a:stCxn id="91" idx="6"/>
              <a:endCxn id="109" idx="2"/>
            </p:cNvCxnSpPr>
            <p:nvPr/>
          </p:nvCxnSpPr>
          <p:spPr>
            <a:xfrm flipV="1">
              <a:off x="2804860" y="2343150"/>
              <a:ext cx="347417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A26EC1C2-94D8-918F-91A2-C88B798F5D71}"/>
                </a:ext>
              </a:extLst>
            </p:cNvPr>
            <p:cNvCxnSpPr>
              <a:stCxn id="81" idx="6"/>
              <a:endCxn id="109" idx="2"/>
            </p:cNvCxnSpPr>
            <p:nvPr/>
          </p:nvCxnSpPr>
          <p:spPr>
            <a:xfrm>
              <a:off x="2804862" y="1276350"/>
              <a:ext cx="347414" cy="1066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197FD13E-644E-D5CC-6FE6-534EB7ECB533}"/>
                </a:ext>
              </a:extLst>
            </p:cNvPr>
            <p:cNvSpPr/>
            <p:nvPr/>
          </p:nvSpPr>
          <p:spPr>
            <a:xfrm>
              <a:off x="3154360" y="3105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858910BF-4FCA-1C4F-6FCA-76EB7AB1C1C3}"/>
                </a:ext>
              </a:extLst>
            </p:cNvPr>
            <p:cNvCxnSpPr>
              <a:stCxn id="91" idx="6"/>
              <a:endCxn id="115" idx="2"/>
            </p:cNvCxnSpPr>
            <p:nvPr/>
          </p:nvCxnSpPr>
          <p:spPr>
            <a:xfrm>
              <a:off x="2804860" y="3562350"/>
              <a:ext cx="349500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72C9CF68-AEF3-16D7-9981-BA0B856FED11}"/>
                </a:ext>
              </a:extLst>
            </p:cNvPr>
            <p:cNvCxnSpPr>
              <a:stCxn id="87" idx="6"/>
              <a:endCxn id="115" idx="2"/>
            </p:cNvCxnSpPr>
            <p:nvPr/>
          </p:nvCxnSpPr>
          <p:spPr>
            <a:xfrm>
              <a:off x="2804861" y="2343150"/>
              <a:ext cx="34949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31DC3F8F-6AFB-4038-C05C-13073FBFB943}"/>
                </a:ext>
              </a:extLst>
            </p:cNvPr>
            <p:cNvCxnSpPr>
              <a:stCxn id="81" idx="6"/>
              <a:endCxn id="115" idx="2"/>
            </p:cNvCxnSpPr>
            <p:nvPr/>
          </p:nvCxnSpPr>
          <p:spPr>
            <a:xfrm>
              <a:off x="2804862" y="1276350"/>
              <a:ext cx="349498" cy="22860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CA233BCB-31F8-6750-CCB7-CE3AA0F0DCC6}"/>
                </a:ext>
              </a:extLst>
            </p:cNvPr>
            <p:cNvSpPr/>
            <p:nvPr/>
          </p:nvSpPr>
          <p:spPr>
            <a:xfrm>
              <a:off x="4256750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00C3D1F9-C719-19FF-40F2-5041C77009CB}"/>
                </a:ext>
              </a:extLst>
            </p:cNvPr>
            <p:cNvCxnSpPr>
              <a:stCxn id="109" idx="6"/>
              <a:endCxn id="142" idx="2"/>
            </p:cNvCxnSpPr>
            <p:nvPr/>
          </p:nvCxnSpPr>
          <p:spPr>
            <a:xfrm>
              <a:off x="4077127" y="2343150"/>
              <a:ext cx="179623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F5FD6E08-DD0C-5F6B-0B84-90878215AB79}"/>
                </a:ext>
              </a:extLst>
            </p:cNvPr>
            <p:cNvCxnSpPr>
              <a:stCxn id="115" idx="6"/>
              <a:endCxn id="142" idx="2"/>
            </p:cNvCxnSpPr>
            <p:nvPr/>
          </p:nvCxnSpPr>
          <p:spPr>
            <a:xfrm flipV="1">
              <a:off x="4079210" y="2343150"/>
              <a:ext cx="17753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Arrow Connector 174">
              <a:extLst>
                <a:ext uri="{FF2B5EF4-FFF2-40B4-BE49-F238E27FC236}">
                  <a16:creationId xmlns:a16="http://schemas.microsoft.com/office/drawing/2014/main" id="{9F49FEDE-1F44-F90C-C2DA-290B1C56FFF9}"/>
                </a:ext>
              </a:extLst>
            </p:cNvPr>
            <p:cNvCxnSpPr>
              <a:stCxn id="103" idx="6"/>
              <a:endCxn id="142" idx="2"/>
            </p:cNvCxnSpPr>
            <p:nvPr/>
          </p:nvCxnSpPr>
          <p:spPr>
            <a:xfrm>
              <a:off x="4077128" y="1276350"/>
              <a:ext cx="179622" cy="1066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9AA746F3-0AC8-EF28-E332-799F53F6F4E2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489" y="1169724"/>
              <a:ext cx="347472" cy="22860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3BC0F6C0-B84D-838C-DC15-59314F8FDBC4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68701" y="1169724"/>
              <a:ext cx="347472" cy="22860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BCB00BCC-883B-BCC8-22A5-F7AD69A89070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0965" y="1123712"/>
              <a:ext cx="347472" cy="228600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0F38327E-0DEA-3016-03C8-3B0C9684D294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222" y="2260527"/>
              <a:ext cx="267462" cy="180594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C8EC89FF-9213-238B-B075-02B0C38F13BE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489" y="3457956"/>
              <a:ext cx="274320" cy="18059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AD8BE73-3EE6-B84F-F772-04A38C4D8BC8}"/>
                  </a:ext>
                </a:extLst>
              </p:cNvPr>
              <p:cNvSpPr txBox="1"/>
              <p:nvPr/>
            </p:nvSpPr>
            <p:spPr>
              <a:xfrm>
                <a:off x="748078" y="4324894"/>
                <a:ext cx="1395960" cy="416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AD8BE73-3EE6-B84F-F772-04A38C4D8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78" y="4324894"/>
                <a:ext cx="1395960" cy="41684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B3A5247-D38D-3600-C757-A93A8B5E2C7D}"/>
              </a:ext>
            </a:extLst>
          </p:cNvPr>
          <p:cNvCxnSpPr>
            <a:stCxn id="3" idx="0"/>
            <a:endCxn id="78" idx="4"/>
          </p:cNvCxnSpPr>
          <p:nvPr/>
        </p:nvCxnSpPr>
        <p:spPr>
          <a:xfrm flipV="1">
            <a:off x="1446058" y="4019550"/>
            <a:ext cx="0" cy="30534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28A5A8F-69BE-8491-501D-9775B2D8C715}"/>
                  </a:ext>
                </a:extLst>
              </p14:cNvPr>
              <p14:cNvContentPartPr/>
              <p14:nvPr/>
            </p14:nvContentPartPr>
            <p14:xfrm>
              <a:off x="1501200" y="2103223"/>
              <a:ext cx="40320" cy="139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28A5A8F-69BE-8491-501D-9775B2D8C71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492560" y="2094223"/>
                <a:ext cx="57960" cy="15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BED94744-3650-06ED-EF67-5223215C55BD}"/>
              </a:ext>
            </a:extLst>
          </p:cNvPr>
          <p:cNvGrpSpPr/>
          <p:nvPr/>
        </p:nvGrpSpPr>
        <p:grpSpPr>
          <a:xfrm>
            <a:off x="1605240" y="2083423"/>
            <a:ext cx="67320" cy="169200"/>
            <a:chOff x="1605240" y="2083423"/>
            <a:chExt cx="67320" cy="16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18AD33C-DDDA-5066-A4A2-0C9119A6824F}"/>
                    </a:ext>
                  </a:extLst>
                </p14:cNvPr>
                <p14:cNvContentPartPr/>
                <p14:nvPr/>
              </p14:nvContentPartPr>
              <p14:xfrm>
                <a:off x="1605240" y="2142463"/>
                <a:ext cx="8280" cy="96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18AD33C-DDDA-5066-A4A2-0C9119A6824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596240" y="2133463"/>
                  <a:ext cx="259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A5B21A3-2B77-A57B-286D-5167EE0748B6}"/>
                    </a:ext>
                  </a:extLst>
                </p14:cNvPr>
                <p14:cNvContentPartPr/>
                <p14:nvPr/>
              </p14:nvContentPartPr>
              <p14:xfrm>
                <a:off x="1613160" y="2116183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A5B21A3-2B77-A57B-286D-5167EE0748B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604520" y="210718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78F9508-D836-8727-5BDD-E3D2AED55105}"/>
                    </a:ext>
                  </a:extLst>
                </p14:cNvPr>
                <p14:cNvContentPartPr/>
                <p14:nvPr/>
              </p14:nvContentPartPr>
              <p14:xfrm>
                <a:off x="1652040" y="2083423"/>
                <a:ext cx="20520" cy="169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78F9508-D836-8727-5BDD-E3D2AED5510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643400" y="2074423"/>
                  <a:ext cx="38160" cy="18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EEFE16E-B5CF-4371-EACD-D433515D7534}"/>
                  </a:ext>
                </a:extLst>
              </p14:cNvPr>
              <p14:cNvContentPartPr/>
              <p14:nvPr/>
            </p14:nvContentPartPr>
            <p14:xfrm>
              <a:off x="1410480" y="3298063"/>
              <a:ext cx="27360" cy="1497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EEFE16E-B5CF-4371-EACD-D433515D753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401480" y="3289423"/>
                <a:ext cx="45000" cy="16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03ED196B-138E-0952-E39A-2B4C1440CBDB}"/>
              </a:ext>
            </a:extLst>
          </p:cNvPr>
          <p:cNvGrpSpPr/>
          <p:nvPr/>
        </p:nvGrpSpPr>
        <p:grpSpPr>
          <a:xfrm>
            <a:off x="1501920" y="3298063"/>
            <a:ext cx="7200" cy="130320"/>
            <a:chOff x="1501920" y="3298063"/>
            <a:chExt cx="7200" cy="13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075D082-7020-2010-EF23-20803295DB7D}"/>
                    </a:ext>
                  </a:extLst>
                </p14:cNvPr>
                <p14:cNvContentPartPr/>
                <p14:nvPr/>
              </p14:nvContentPartPr>
              <p14:xfrm>
                <a:off x="1501920" y="3350263"/>
                <a:ext cx="7200" cy="78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075D082-7020-2010-EF23-20803295DB7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492920" y="3341623"/>
                  <a:ext cx="248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C4B8737-A503-7134-6570-B47139914296}"/>
                    </a:ext>
                  </a:extLst>
                </p14:cNvPr>
                <p14:cNvContentPartPr/>
                <p14:nvPr/>
              </p14:nvContentPartPr>
              <p14:xfrm>
                <a:off x="1508760" y="3298063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C4B8737-A503-7134-6570-B4713991429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99760" y="328942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B0CE3FC-AC5E-C094-D5F0-44B0A5ACF2E0}"/>
                  </a:ext>
                </a:extLst>
              </p14:cNvPr>
              <p14:cNvContentPartPr/>
              <p14:nvPr/>
            </p14:nvContentPartPr>
            <p14:xfrm>
              <a:off x="1560960" y="3272143"/>
              <a:ext cx="54720" cy="1872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B0CE3FC-AC5E-C094-D5F0-44B0A5ACF2E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551960" y="3263143"/>
                <a:ext cx="7236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C6587E8-4E61-D867-C4D9-61B128C4E216}"/>
                  </a:ext>
                </a:extLst>
              </p:cNvPr>
              <p:cNvSpPr txBox="1"/>
              <p:nvPr/>
            </p:nvSpPr>
            <p:spPr>
              <a:xfrm>
                <a:off x="2777488" y="2137015"/>
                <a:ext cx="42479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C6587E8-4E61-D867-C4D9-61B128C4E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7488" y="2137015"/>
                <a:ext cx="424796" cy="358431"/>
              </a:xfrm>
              <a:prstGeom prst="rect">
                <a:avLst/>
              </a:prstGeom>
              <a:blipFill>
                <a:blip r:embed="rId26"/>
                <a:stretch>
                  <a:fillRect l="-7246" t="-1724" r="-10145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0E93D65-A88A-CD24-9016-57C60FCCB4F9}"/>
                  </a:ext>
                </a:extLst>
              </p:cNvPr>
              <p:cNvSpPr txBox="1"/>
              <p:nvPr/>
            </p:nvSpPr>
            <p:spPr>
              <a:xfrm>
                <a:off x="2773067" y="3350263"/>
                <a:ext cx="42479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0E93D65-A88A-CD24-9016-57C60FCCB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067" y="3350263"/>
                <a:ext cx="424796" cy="358431"/>
              </a:xfrm>
              <a:prstGeom prst="rect">
                <a:avLst/>
              </a:prstGeom>
              <a:blipFill>
                <a:blip r:embed="rId27"/>
                <a:stretch>
                  <a:fillRect l="-7143" t="-1724" r="-8571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B12A9DB-CBC3-9880-5110-14098283A22B}"/>
                  </a:ext>
                </a:extLst>
              </p:cNvPr>
              <p:cNvSpPr txBox="1"/>
              <p:nvPr/>
            </p:nvSpPr>
            <p:spPr>
              <a:xfrm>
                <a:off x="3536033" y="2137015"/>
                <a:ext cx="447174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B12A9DB-CBC3-9880-5110-14098283A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6033" y="2137015"/>
                <a:ext cx="447174" cy="349711"/>
              </a:xfrm>
              <a:prstGeom prst="rect">
                <a:avLst/>
              </a:prstGeom>
              <a:blipFill>
                <a:blip r:embed="rId28"/>
                <a:stretch>
                  <a:fillRect l="-6849" t="-1754" r="-9589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E667463-934F-DF8B-DE91-505EF8EF8C0C}"/>
                  </a:ext>
                </a:extLst>
              </p:cNvPr>
              <p:cNvSpPr txBox="1"/>
              <p:nvPr/>
            </p:nvSpPr>
            <p:spPr>
              <a:xfrm>
                <a:off x="3536033" y="3358983"/>
                <a:ext cx="447174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E667463-934F-DF8B-DE91-505EF8EF8C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6033" y="3358983"/>
                <a:ext cx="447174" cy="358431"/>
              </a:xfrm>
              <a:prstGeom prst="rect">
                <a:avLst/>
              </a:prstGeom>
              <a:blipFill>
                <a:blip r:embed="rId29"/>
                <a:stretch>
                  <a:fillRect l="-6849" t="-1695" r="-9589" b="-13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A9E35EE-C4D6-ACD8-E83B-7AE0D949C111}"/>
              </a:ext>
            </a:extLst>
          </p:cNvPr>
          <p:cNvCxnSpPr>
            <a:stCxn id="16" idx="3"/>
            <a:endCxn id="18" idx="1"/>
          </p:cNvCxnSpPr>
          <p:nvPr/>
        </p:nvCxnSpPr>
        <p:spPr>
          <a:xfrm flipV="1">
            <a:off x="3202284" y="2311871"/>
            <a:ext cx="333749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9859BAC-78D8-B531-0B5A-30D8D6D71486}"/>
              </a:ext>
            </a:extLst>
          </p:cNvPr>
          <p:cNvCxnSpPr/>
          <p:nvPr/>
        </p:nvCxnSpPr>
        <p:spPr>
          <a:xfrm flipV="1">
            <a:off x="3197863" y="3562349"/>
            <a:ext cx="333749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8F97764-DD3C-1E4E-3F50-69D355044166}"/>
                  </a:ext>
                </a:extLst>
              </p:cNvPr>
              <p:cNvSpPr txBox="1"/>
              <p:nvPr/>
            </p:nvSpPr>
            <p:spPr>
              <a:xfrm>
                <a:off x="4928225" y="2137015"/>
                <a:ext cx="423129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8F97764-DD3C-1E4E-3F50-69D355044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8225" y="2137015"/>
                <a:ext cx="423129" cy="349711"/>
              </a:xfrm>
              <a:prstGeom prst="rect">
                <a:avLst/>
              </a:prstGeom>
              <a:blipFill>
                <a:blip r:embed="rId30"/>
                <a:stretch>
                  <a:fillRect l="-7143" t="-1754" r="-8571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BFBEE8A-D542-AEA8-E26B-AB6EDCD0D7F5}"/>
                  </a:ext>
                </a:extLst>
              </p:cNvPr>
              <p:cNvSpPr txBox="1"/>
              <p:nvPr/>
            </p:nvSpPr>
            <p:spPr>
              <a:xfrm>
                <a:off x="4923804" y="3350263"/>
                <a:ext cx="423129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BFBEE8A-D542-AEA8-E26B-AB6EDCD0D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804" y="3350263"/>
                <a:ext cx="423129" cy="349711"/>
              </a:xfrm>
              <a:prstGeom prst="rect">
                <a:avLst/>
              </a:prstGeom>
              <a:blipFill>
                <a:blip r:embed="rId31"/>
                <a:stretch>
                  <a:fillRect l="-7246" t="-1754" r="-10145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96003A6-6E55-8B04-BF85-3F749632772D}"/>
                  </a:ext>
                </a:extLst>
              </p:cNvPr>
              <p:cNvSpPr txBox="1"/>
              <p:nvPr/>
            </p:nvSpPr>
            <p:spPr>
              <a:xfrm>
                <a:off x="5686770" y="2137015"/>
                <a:ext cx="447174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96003A6-6E55-8B04-BF85-3F74963277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6770" y="2137015"/>
                <a:ext cx="447174" cy="349711"/>
              </a:xfrm>
              <a:prstGeom prst="rect">
                <a:avLst/>
              </a:prstGeom>
              <a:blipFill>
                <a:blip r:embed="rId32"/>
                <a:stretch>
                  <a:fillRect l="-6849" t="-1754" r="-9589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C111538-027B-5BFF-F22C-782BF864CBFC}"/>
                  </a:ext>
                </a:extLst>
              </p:cNvPr>
              <p:cNvSpPr txBox="1"/>
              <p:nvPr/>
            </p:nvSpPr>
            <p:spPr>
              <a:xfrm>
                <a:off x="5686770" y="3358983"/>
                <a:ext cx="447174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C111538-027B-5BFF-F22C-782BF864CB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6770" y="3358983"/>
                <a:ext cx="447174" cy="349711"/>
              </a:xfrm>
              <a:prstGeom prst="rect">
                <a:avLst/>
              </a:prstGeom>
              <a:blipFill>
                <a:blip r:embed="rId33"/>
                <a:stretch>
                  <a:fillRect l="-6849" t="-1754" r="-9589" b="-17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562E91A-EF61-6EE0-667D-39D49C2237BA}"/>
              </a:ext>
            </a:extLst>
          </p:cNvPr>
          <p:cNvCxnSpPr>
            <a:stCxn id="23" idx="3"/>
            <a:endCxn id="25" idx="1"/>
          </p:cNvCxnSpPr>
          <p:nvPr/>
        </p:nvCxnSpPr>
        <p:spPr>
          <a:xfrm>
            <a:off x="5351354" y="2311871"/>
            <a:ext cx="335416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2F4517B-0C6D-5269-C756-250D6203A709}"/>
              </a:ext>
            </a:extLst>
          </p:cNvPr>
          <p:cNvCxnSpPr/>
          <p:nvPr/>
        </p:nvCxnSpPr>
        <p:spPr>
          <a:xfrm flipV="1">
            <a:off x="5348600" y="3562349"/>
            <a:ext cx="333749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F465AC5-9506-360F-5AC1-BF57C197BF06}"/>
                  </a:ext>
                </a:extLst>
              </p:cNvPr>
              <p:cNvSpPr txBox="1"/>
              <p:nvPr/>
            </p:nvSpPr>
            <p:spPr>
              <a:xfrm>
                <a:off x="6709245" y="2168294"/>
                <a:ext cx="423129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F465AC5-9506-360F-5AC1-BF57C197BF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9245" y="2168294"/>
                <a:ext cx="423129" cy="349711"/>
              </a:xfrm>
              <a:prstGeom prst="rect">
                <a:avLst/>
              </a:prstGeom>
              <a:blipFill>
                <a:blip r:embed="rId34"/>
                <a:stretch>
                  <a:fillRect l="-7246" t="-1754" r="-10145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01A3A24-0BC6-91CA-3486-B54DE6669716}"/>
                  </a:ext>
                </a:extLst>
              </p:cNvPr>
              <p:cNvSpPr txBox="1"/>
              <p:nvPr/>
            </p:nvSpPr>
            <p:spPr>
              <a:xfrm>
                <a:off x="7467790" y="2168294"/>
                <a:ext cx="447174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01A3A24-0BC6-91CA-3486-B54DE6669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790" y="2168294"/>
                <a:ext cx="447174" cy="349711"/>
              </a:xfrm>
              <a:prstGeom prst="rect">
                <a:avLst/>
              </a:prstGeom>
              <a:blipFill>
                <a:blip r:embed="rId35"/>
                <a:stretch>
                  <a:fillRect l="-6849" t="-1754" r="-9589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DB7F768-AD81-F474-4E0E-408CE276B8D8}"/>
              </a:ext>
            </a:extLst>
          </p:cNvPr>
          <p:cNvCxnSpPr>
            <a:stCxn id="29" idx="3"/>
            <a:endCxn id="30" idx="1"/>
          </p:cNvCxnSpPr>
          <p:nvPr/>
        </p:nvCxnSpPr>
        <p:spPr>
          <a:xfrm>
            <a:off x="7132374" y="2343150"/>
            <a:ext cx="335416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A74199AA-DAB5-F29A-429A-2B8A469773C1}"/>
              </a:ext>
            </a:extLst>
          </p:cNvPr>
          <p:cNvSpPr/>
          <p:nvPr/>
        </p:nvSpPr>
        <p:spPr>
          <a:xfrm>
            <a:off x="4706314" y="1839594"/>
            <a:ext cx="1583746" cy="1007111"/>
          </a:xfrm>
          <a:prstGeom prst="ellipse">
            <a:avLst/>
          </a:prstGeom>
          <a:noFill/>
          <a:ln w="38100">
            <a:solidFill>
              <a:srgbClr val="00C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8888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8E4C1-41C3-4E7F-6A72-E91F4503B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D510AC-91BC-53DF-FACA-B010C3C2497D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Calibri"/>
              </a:rPr>
              <a:t>Forward Propagation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43CD3A-E91F-AE3D-60C8-F6E6A139221B}"/>
              </a:ext>
            </a:extLst>
          </p:cNvPr>
          <p:cNvGrpSpPr/>
          <p:nvPr/>
        </p:nvGrpSpPr>
        <p:grpSpPr>
          <a:xfrm>
            <a:off x="685800" y="819150"/>
            <a:ext cx="7391400" cy="3200400"/>
            <a:chOff x="685800" y="819150"/>
            <a:chExt cx="4495800" cy="3200400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D5751E2B-4C19-24D2-1E25-46DDB6822334}"/>
                </a:ext>
              </a:extLst>
            </p:cNvPr>
            <p:cNvSpPr/>
            <p:nvPr/>
          </p:nvSpPr>
          <p:spPr>
            <a:xfrm>
              <a:off x="685800" y="31051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559C6A18-F691-245E-C66F-3694A6A38351}"/>
                </a:ext>
              </a:extLst>
            </p:cNvPr>
            <p:cNvSpPr/>
            <p:nvPr/>
          </p:nvSpPr>
          <p:spPr>
            <a:xfrm>
              <a:off x="685800" y="18859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C77E2DD8-B119-235F-713A-743E8D4AC969}"/>
                </a:ext>
              </a:extLst>
            </p:cNvPr>
            <p:cNvSpPr/>
            <p:nvPr/>
          </p:nvSpPr>
          <p:spPr>
            <a:xfrm>
              <a:off x="685800" y="8191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0EE50802-E462-0989-37A8-E514AED2A6CF}"/>
                </a:ext>
              </a:extLst>
            </p:cNvPr>
            <p:cNvSpPr/>
            <p:nvPr/>
          </p:nvSpPr>
          <p:spPr>
            <a:xfrm>
              <a:off x="1880012" y="819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2423F33A-DD14-17FE-464C-809F5EAFF56A}"/>
                </a:ext>
              </a:extLst>
            </p:cNvPr>
            <p:cNvSpPr/>
            <p:nvPr/>
          </p:nvSpPr>
          <p:spPr>
            <a:xfrm>
              <a:off x="1880011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AB607103-8DC5-00E2-06A5-F9858532DC7B}"/>
                </a:ext>
              </a:extLst>
            </p:cNvPr>
            <p:cNvCxnSpPr>
              <a:stCxn id="80" idx="6"/>
              <a:endCxn id="87" idx="2"/>
            </p:cNvCxnSpPr>
            <p:nvPr/>
          </p:nvCxnSpPr>
          <p:spPr>
            <a:xfrm>
              <a:off x="1610650" y="1276350"/>
              <a:ext cx="269360" cy="1066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AB292948-B23D-7D37-C238-99AED397402A}"/>
                </a:ext>
              </a:extLst>
            </p:cNvPr>
            <p:cNvCxnSpPr>
              <a:stCxn id="79" idx="6"/>
              <a:endCxn id="87" idx="2"/>
            </p:cNvCxnSpPr>
            <p:nvPr/>
          </p:nvCxnSpPr>
          <p:spPr>
            <a:xfrm>
              <a:off x="1610650" y="2343150"/>
              <a:ext cx="269360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3C683D5C-39A9-98F3-8041-9889CAC59B71}"/>
                </a:ext>
              </a:extLst>
            </p:cNvPr>
            <p:cNvCxnSpPr>
              <a:stCxn id="78" idx="6"/>
              <a:endCxn id="87" idx="2"/>
            </p:cNvCxnSpPr>
            <p:nvPr/>
          </p:nvCxnSpPr>
          <p:spPr>
            <a:xfrm flipV="1">
              <a:off x="1610650" y="2343150"/>
              <a:ext cx="269360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4D37D0CE-394A-FB5A-00F7-6F763B3377F3}"/>
                </a:ext>
              </a:extLst>
            </p:cNvPr>
            <p:cNvSpPr/>
            <p:nvPr/>
          </p:nvSpPr>
          <p:spPr>
            <a:xfrm>
              <a:off x="1880009" y="3105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3B4E21AA-FA0E-2125-7D24-72979AED1F27}"/>
                </a:ext>
              </a:extLst>
            </p:cNvPr>
            <p:cNvCxnSpPr>
              <a:stCxn id="80" idx="6"/>
              <a:endCxn id="91" idx="2"/>
            </p:cNvCxnSpPr>
            <p:nvPr/>
          </p:nvCxnSpPr>
          <p:spPr>
            <a:xfrm>
              <a:off x="1610650" y="1276350"/>
              <a:ext cx="269359" cy="22860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D330D287-ABE3-8207-7D1C-9331729F8CD4}"/>
                </a:ext>
              </a:extLst>
            </p:cNvPr>
            <p:cNvCxnSpPr>
              <a:stCxn id="79" idx="6"/>
              <a:endCxn id="91" idx="2"/>
            </p:cNvCxnSpPr>
            <p:nvPr/>
          </p:nvCxnSpPr>
          <p:spPr>
            <a:xfrm>
              <a:off x="1610650" y="2343150"/>
              <a:ext cx="26935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95DC0F90-EC88-4B79-648D-18E34AB17464}"/>
                </a:ext>
              </a:extLst>
            </p:cNvPr>
            <p:cNvCxnSpPr>
              <a:stCxn id="78" idx="6"/>
              <a:endCxn id="91" idx="2"/>
            </p:cNvCxnSpPr>
            <p:nvPr/>
          </p:nvCxnSpPr>
          <p:spPr>
            <a:xfrm>
              <a:off x="1610650" y="3562350"/>
              <a:ext cx="269359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DE1198E4-C3FB-A994-5EF5-1075CEB4A384}"/>
                </a:ext>
              </a:extLst>
            </p:cNvPr>
            <p:cNvSpPr/>
            <p:nvPr/>
          </p:nvSpPr>
          <p:spPr>
            <a:xfrm>
              <a:off x="3152278" y="819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932418D1-87D4-EE88-7585-59B559729523}"/>
                </a:ext>
              </a:extLst>
            </p:cNvPr>
            <p:cNvSpPr/>
            <p:nvPr/>
          </p:nvSpPr>
          <p:spPr>
            <a:xfrm>
              <a:off x="3152276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EC476C9B-5981-5F26-E099-918F00A6A2AA}"/>
                </a:ext>
              </a:extLst>
            </p:cNvPr>
            <p:cNvCxnSpPr>
              <a:stCxn id="87" idx="6"/>
              <a:endCxn id="109" idx="2"/>
            </p:cNvCxnSpPr>
            <p:nvPr/>
          </p:nvCxnSpPr>
          <p:spPr>
            <a:xfrm>
              <a:off x="2804861" y="2343150"/>
              <a:ext cx="347416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5B711C1E-F8A5-39DD-3C49-12DABB96AB2D}"/>
                </a:ext>
              </a:extLst>
            </p:cNvPr>
            <p:cNvCxnSpPr>
              <a:stCxn id="91" idx="6"/>
              <a:endCxn id="109" idx="2"/>
            </p:cNvCxnSpPr>
            <p:nvPr/>
          </p:nvCxnSpPr>
          <p:spPr>
            <a:xfrm flipV="1">
              <a:off x="2804860" y="2343150"/>
              <a:ext cx="347417" cy="1219200"/>
            </a:xfrm>
            <a:prstGeom prst="straightConnector1">
              <a:avLst/>
            </a:prstGeom>
            <a:ln w="38100">
              <a:solidFill>
                <a:srgbClr val="00FF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3487DF96-D730-758D-45E9-E7980D7B5906}"/>
                </a:ext>
              </a:extLst>
            </p:cNvPr>
            <p:cNvCxnSpPr>
              <a:stCxn id="81" idx="6"/>
              <a:endCxn id="109" idx="2"/>
            </p:cNvCxnSpPr>
            <p:nvPr/>
          </p:nvCxnSpPr>
          <p:spPr>
            <a:xfrm>
              <a:off x="2804862" y="1276350"/>
              <a:ext cx="347414" cy="1066800"/>
            </a:xfrm>
            <a:prstGeom prst="straightConnector1">
              <a:avLst/>
            </a:prstGeom>
            <a:ln w="38100">
              <a:solidFill>
                <a:srgbClr val="FF33C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78429B91-D6AA-6CA6-6D82-05C88C65E313}"/>
                </a:ext>
              </a:extLst>
            </p:cNvPr>
            <p:cNvSpPr/>
            <p:nvPr/>
          </p:nvSpPr>
          <p:spPr>
            <a:xfrm>
              <a:off x="3154360" y="3105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99AD2ED3-30B8-AC9A-3BC7-F1B605258E22}"/>
                </a:ext>
              </a:extLst>
            </p:cNvPr>
            <p:cNvCxnSpPr>
              <a:stCxn id="91" idx="6"/>
              <a:endCxn id="115" idx="2"/>
            </p:cNvCxnSpPr>
            <p:nvPr/>
          </p:nvCxnSpPr>
          <p:spPr>
            <a:xfrm>
              <a:off x="2804860" y="3562350"/>
              <a:ext cx="349500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EDD404AC-7578-292E-52E1-183800701046}"/>
                </a:ext>
              </a:extLst>
            </p:cNvPr>
            <p:cNvCxnSpPr>
              <a:stCxn id="87" idx="6"/>
              <a:endCxn id="115" idx="2"/>
            </p:cNvCxnSpPr>
            <p:nvPr/>
          </p:nvCxnSpPr>
          <p:spPr>
            <a:xfrm>
              <a:off x="2804861" y="2343150"/>
              <a:ext cx="34949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0F850430-C5D7-5E9B-DDE4-19179D9C9932}"/>
                </a:ext>
              </a:extLst>
            </p:cNvPr>
            <p:cNvCxnSpPr>
              <a:stCxn id="81" idx="6"/>
              <a:endCxn id="115" idx="2"/>
            </p:cNvCxnSpPr>
            <p:nvPr/>
          </p:nvCxnSpPr>
          <p:spPr>
            <a:xfrm>
              <a:off x="2804862" y="1276350"/>
              <a:ext cx="349498" cy="22860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20D6978C-ECDF-8F7A-BCDD-A572E43F17A1}"/>
                </a:ext>
              </a:extLst>
            </p:cNvPr>
            <p:cNvSpPr/>
            <p:nvPr/>
          </p:nvSpPr>
          <p:spPr>
            <a:xfrm>
              <a:off x="4256750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EBDE2EB7-0E8C-5D39-B5BD-038F3FC6FC7D}"/>
                </a:ext>
              </a:extLst>
            </p:cNvPr>
            <p:cNvCxnSpPr>
              <a:stCxn id="109" idx="6"/>
              <a:endCxn id="142" idx="2"/>
            </p:cNvCxnSpPr>
            <p:nvPr/>
          </p:nvCxnSpPr>
          <p:spPr>
            <a:xfrm>
              <a:off x="4077127" y="2343150"/>
              <a:ext cx="179623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2B811205-2B97-8AEA-1CA2-A2E85659897B}"/>
                </a:ext>
              </a:extLst>
            </p:cNvPr>
            <p:cNvCxnSpPr>
              <a:stCxn id="115" idx="6"/>
              <a:endCxn id="142" idx="2"/>
            </p:cNvCxnSpPr>
            <p:nvPr/>
          </p:nvCxnSpPr>
          <p:spPr>
            <a:xfrm flipV="1">
              <a:off x="4079210" y="2343150"/>
              <a:ext cx="17753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Arrow Connector 174">
              <a:extLst>
                <a:ext uri="{FF2B5EF4-FFF2-40B4-BE49-F238E27FC236}">
                  <a16:creationId xmlns:a16="http://schemas.microsoft.com/office/drawing/2014/main" id="{422B2341-6F46-A0C0-D5BE-2DF14A6390B6}"/>
                </a:ext>
              </a:extLst>
            </p:cNvPr>
            <p:cNvCxnSpPr>
              <a:stCxn id="103" idx="6"/>
              <a:endCxn id="142" idx="2"/>
            </p:cNvCxnSpPr>
            <p:nvPr/>
          </p:nvCxnSpPr>
          <p:spPr>
            <a:xfrm>
              <a:off x="4077128" y="1276350"/>
              <a:ext cx="179622" cy="1066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95F1F27F-19FB-666A-1917-1FFEE7DD28AE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489" y="1169724"/>
              <a:ext cx="347472" cy="22860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EFDF2CBC-20B6-9161-6D5E-9F826B591FD1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68701" y="1169724"/>
              <a:ext cx="347472" cy="22860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F0A3543E-A727-3C73-7E93-4A92B063E4DA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0965" y="1123712"/>
              <a:ext cx="347472" cy="228600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06C22D94-5614-DB17-AB65-89B5150D8DE7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222" y="2260527"/>
              <a:ext cx="267462" cy="180594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DC4D1422-BCA5-8659-4D99-B37583F2304A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489" y="3457956"/>
              <a:ext cx="274320" cy="18059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58754E4-B801-ADA6-7CFD-890C41A3C868}"/>
                  </a:ext>
                </a:extLst>
              </p:cNvPr>
              <p:cNvSpPr txBox="1"/>
              <p:nvPr/>
            </p:nvSpPr>
            <p:spPr>
              <a:xfrm>
                <a:off x="748078" y="4324894"/>
                <a:ext cx="1395960" cy="416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58754E4-B801-ADA6-7CFD-890C41A3C8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78" y="4324894"/>
                <a:ext cx="1395960" cy="41684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31E53DA-269D-E522-9708-FE0549050F35}"/>
              </a:ext>
            </a:extLst>
          </p:cNvPr>
          <p:cNvCxnSpPr>
            <a:stCxn id="3" idx="0"/>
            <a:endCxn id="78" idx="4"/>
          </p:cNvCxnSpPr>
          <p:nvPr/>
        </p:nvCxnSpPr>
        <p:spPr>
          <a:xfrm flipV="1">
            <a:off x="1446058" y="4019550"/>
            <a:ext cx="0" cy="30534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EE305F6-2A8B-4BE8-CF6A-0641BAB7A742}"/>
                  </a:ext>
                </a:extLst>
              </p14:cNvPr>
              <p14:cNvContentPartPr/>
              <p14:nvPr/>
            </p14:nvContentPartPr>
            <p14:xfrm>
              <a:off x="1501200" y="2103223"/>
              <a:ext cx="40320" cy="139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EE305F6-2A8B-4BE8-CF6A-0641BAB7A74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492560" y="2094223"/>
                <a:ext cx="57960" cy="15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1BC0CFE4-E7F6-025D-46A4-8554AFAAA0DF}"/>
              </a:ext>
            </a:extLst>
          </p:cNvPr>
          <p:cNvGrpSpPr/>
          <p:nvPr/>
        </p:nvGrpSpPr>
        <p:grpSpPr>
          <a:xfrm>
            <a:off x="1605240" y="2083423"/>
            <a:ext cx="67320" cy="169200"/>
            <a:chOff x="1605240" y="2083423"/>
            <a:chExt cx="67320" cy="16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821C6DC-2522-C858-36E0-8211EDCA2A29}"/>
                    </a:ext>
                  </a:extLst>
                </p14:cNvPr>
                <p14:cNvContentPartPr/>
                <p14:nvPr/>
              </p14:nvContentPartPr>
              <p14:xfrm>
                <a:off x="1605240" y="2142463"/>
                <a:ext cx="8280" cy="96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821C6DC-2522-C858-36E0-8211EDCA2A2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596240" y="2133463"/>
                  <a:ext cx="259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4DDA69C-705C-6630-F848-125E5711C513}"/>
                    </a:ext>
                  </a:extLst>
                </p14:cNvPr>
                <p14:cNvContentPartPr/>
                <p14:nvPr/>
              </p14:nvContentPartPr>
              <p14:xfrm>
                <a:off x="1613160" y="2116183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4DDA69C-705C-6630-F848-125E5711C51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604520" y="210718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F00717D-18E0-EE7B-7453-4E1E0AB304D6}"/>
                    </a:ext>
                  </a:extLst>
                </p14:cNvPr>
                <p14:cNvContentPartPr/>
                <p14:nvPr/>
              </p14:nvContentPartPr>
              <p14:xfrm>
                <a:off x="1652040" y="2083423"/>
                <a:ext cx="20520" cy="169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F00717D-18E0-EE7B-7453-4E1E0AB304D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643400" y="2074423"/>
                  <a:ext cx="38160" cy="18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5B8E41E-E5AA-9F39-C784-96E11FAE8F14}"/>
                  </a:ext>
                </a:extLst>
              </p14:cNvPr>
              <p14:cNvContentPartPr/>
              <p14:nvPr/>
            </p14:nvContentPartPr>
            <p14:xfrm>
              <a:off x="1410480" y="3298063"/>
              <a:ext cx="27360" cy="1497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5B8E41E-E5AA-9F39-C784-96E11FAE8F1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401480" y="3289423"/>
                <a:ext cx="45000" cy="16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42A60822-38F2-6ABF-2E09-29D89797F8F4}"/>
              </a:ext>
            </a:extLst>
          </p:cNvPr>
          <p:cNvGrpSpPr/>
          <p:nvPr/>
        </p:nvGrpSpPr>
        <p:grpSpPr>
          <a:xfrm>
            <a:off x="1501920" y="3298063"/>
            <a:ext cx="7200" cy="130320"/>
            <a:chOff x="1501920" y="3298063"/>
            <a:chExt cx="7200" cy="13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CBC5DC4-C16D-B5DA-4CA7-594266C22403}"/>
                    </a:ext>
                  </a:extLst>
                </p14:cNvPr>
                <p14:cNvContentPartPr/>
                <p14:nvPr/>
              </p14:nvContentPartPr>
              <p14:xfrm>
                <a:off x="1501920" y="3350263"/>
                <a:ext cx="7200" cy="78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CBC5DC4-C16D-B5DA-4CA7-594266C2240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492920" y="3341623"/>
                  <a:ext cx="248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8B702B1-EC3D-6CD2-F287-A1B7B151E8AF}"/>
                    </a:ext>
                  </a:extLst>
                </p14:cNvPr>
                <p14:cNvContentPartPr/>
                <p14:nvPr/>
              </p14:nvContentPartPr>
              <p14:xfrm>
                <a:off x="1508760" y="3298063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8B702B1-EC3D-6CD2-F287-A1B7B151E8A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99760" y="328942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5F652D0-D23E-3374-3CA5-AEB16D57ECF8}"/>
                  </a:ext>
                </a:extLst>
              </p14:cNvPr>
              <p14:cNvContentPartPr/>
              <p14:nvPr/>
            </p14:nvContentPartPr>
            <p14:xfrm>
              <a:off x="1560960" y="3272143"/>
              <a:ext cx="54720" cy="1872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5F652D0-D23E-3374-3CA5-AEB16D57ECF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551960" y="3263143"/>
                <a:ext cx="7236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93D82A0-85BB-757A-A115-3D15F51DF331}"/>
                  </a:ext>
                </a:extLst>
              </p:cNvPr>
              <p:cNvSpPr txBox="1"/>
              <p:nvPr/>
            </p:nvSpPr>
            <p:spPr>
              <a:xfrm>
                <a:off x="2777488" y="2137015"/>
                <a:ext cx="42479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93D82A0-85BB-757A-A115-3D15F51DF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7488" y="2137015"/>
                <a:ext cx="424796" cy="358431"/>
              </a:xfrm>
              <a:prstGeom prst="rect">
                <a:avLst/>
              </a:prstGeom>
              <a:blipFill>
                <a:blip r:embed="rId26"/>
                <a:stretch>
                  <a:fillRect l="-7246" t="-1724" r="-10145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31DF701-FB2D-B808-2B3D-AE518F9E58A6}"/>
                  </a:ext>
                </a:extLst>
              </p:cNvPr>
              <p:cNvSpPr txBox="1"/>
              <p:nvPr/>
            </p:nvSpPr>
            <p:spPr>
              <a:xfrm>
                <a:off x="2773067" y="3350263"/>
                <a:ext cx="42479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31DF701-FB2D-B808-2B3D-AE518F9E5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067" y="3350263"/>
                <a:ext cx="424796" cy="358431"/>
              </a:xfrm>
              <a:prstGeom prst="rect">
                <a:avLst/>
              </a:prstGeom>
              <a:blipFill>
                <a:blip r:embed="rId27"/>
                <a:stretch>
                  <a:fillRect l="-7143" t="-1724" r="-8571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2956923-87ED-6961-06DC-B9E99301247D}"/>
                  </a:ext>
                </a:extLst>
              </p:cNvPr>
              <p:cNvSpPr txBox="1"/>
              <p:nvPr/>
            </p:nvSpPr>
            <p:spPr>
              <a:xfrm>
                <a:off x="3536033" y="2137015"/>
                <a:ext cx="447174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2956923-87ED-6961-06DC-B9E993012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6033" y="2137015"/>
                <a:ext cx="447174" cy="349711"/>
              </a:xfrm>
              <a:prstGeom prst="rect">
                <a:avLst/>
              </a:prstGeom>
              <a:blipFill>
                <a:blip r:embed="rId28"/>
                <a:stretch>
                  <a:fillRect l="-6849" t="-1754" r="-9589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C68DC1D-34DB-EDF6-BA14-EA06693EEE46}"/>
                  </a:ext>
                </a:extLst>
              </p:cNvPr>
              <p:cNvSpPr txBox="1"/>
              <p:nvPr/>
            </p:nvSpPr>
            <p:spPr>
              <a:xfrm>
                <a:off x="3536033" y="3358983"/>
                <a:ext cx="447174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C68DC1D-34DB-EDF6-BA14-EA06693EE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6033" y="3358983"/>
                <a:ext cx="447174" cy="358431"/>
              </a:xfrm>
              <a:prstGeom prst="rect">
                <a:avLst/>
              </a:prstGeom>
              <a:blipFill>
                <a:blip r:embed="rId29"/>
                <a:stretch>
                  <a:fillRect l="-6849" t="-1695" r="-9589" b="-13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0DDE275-9360-9E1F-5D0C-88463DD3FAC9}"/>
              </a:ext>
            </a:extLst>
          </p:cNvPr>
          <p:cNvCxnSpPr>
            <a:stCxn id="16" idx="3"/>
            <a:endCxn id="18" idx="1"/>
          </p:cNvCxnSpPr>
          <p:nvPr/>
        </p:nvCxnSpPr>
        <p:spPr>
          <a:xfrm flipV="1">
            <a:off x="3202284" y="2311871"/>
            <a:ext cx="333749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EDF7161-7CA5-D2FB-CDED-505FD0AAB594}"/>
              </a:ext>
            </a:extLst>
          </p:cNvPr>
          <p:cNvCxnSpPr/>
          <p:nvPr/>
        </p:nvCxnSpPr>
        <p:spPr>
          <a:xfrm flipV="1">
            <a:off x="3197863" y="3562349"/>
            <a:ext cx="333749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1D37EB7-DAAD-B6A9-587D-CC9F5D71E81D}"/>
                  </a:ext>
                </a:extLst>
              </p:cNvPr>
              <p:cNvSpPr txBox="1"/>
              <p:nvPr/>
            </p:nvSpPr>
            <p:spPr>
              <a:xfrm>
                <a:off x="4928225" y="2137015"/>
                <a:ext cx="423129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1D37EB7-DAAD-B6A9-587D-CC9F5D71E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8225" y="2137015"/>
                <a:ext cx="423129" cy="349711"/>
              </a:xfrm>
              <a:prstGeom prst="rect">
                <a:avLst/>
              </a:prstGeom>
              <a:blipFill>
                <a:blip r:embed="rId30"/>
                <a:stretch>
                  <a:fillRect l="-7143" t="-1754" r="-8571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4BC2E03-FF66-E032-9CBE-0345F716F598}"/>
                  </a:ext>
                </a:extLst>
              </p:cNvPr>
              <p:cNvSpPr txBox="1"/>
              <p:nvPr/>
            </p:nvSpPr>
            <p:spPr>
              <a:xfrm>
                <a:off x="4923804" y="3350263"/>
                <a:ext cx="423129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4BC2E03-FF66-E032-9CBE-0345F716F5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804" y="3350263"/>
                <a:ext cx="423129" cy="349711"/>
              </a:xfrm>
              <a:prstGeom prst="rect">
                <a:avLst/>
              </a:prstGeom>
              <a:blipFill>
                <a:blip r:embed="rId31"/>
                <a:stretch>
                  <a:fillRect l="-7246" t="-1754" r="-10145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9BFAF72-E629-8D44-D271-6E56ED3B5C04}"/>
                  </a:ext>
                </a:extLst>
              </p:cNvPr>
              <p:cNvSpPr txBox="1"/>
              <p:nvPr/>
            </p:nvSpPr>
            <p:spPr>
              <a:xfrm>
                <a:off x="5686770" y="2137015"/>
                <a:ext cx="447174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9BFAF72-E629-8D44-D271-6E56ED3B5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6770" y="2137015"/>
                <a:ext cx="447174" cy="349711"/>
              </a:xfrm>
              <a:prstGeom prst="rect">
                <a:avLst/>
              </a:prstGeom>
              <a:blipFill>
                <a:blip r:embed="rId32"/>
                <a:stretch>
                  <a:fillRect l="-6849" t="-1754" r="-9589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D0A337A-F015-50E7-4DC8-04F8D5E418BA}"/>
                  </a:ext>
                </a:extLst>
              </p:cNvPr>
              <p:cNvSpPr txBox="1"/>
              <p:nvPr/>
            </p:nvSpPr>
            <p:spPr>
              <a:xfrm>
                <a:off x="5686770" y="3358983"/>
                <a:ext cx="447174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D0A337A-F015-50E7-4DC8-04F8D5E41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6770" y="3358983"/>
                <a:ext cx="447174" cy="349711"/>
              </a:xfrm>
              <a:prstGeom prst="rect">
                <a:avLst/>
              </a:prstGeom>
              <a:blipFill>
                <a:blip r:embed="rId33"/>
                <a:stretch>
                  <a:fillRect l="-6849" t="-1754" r="-9589" b="-17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0384B08-20B7-A410-140B-7F9AB05DD8F8}"/>
              </a:ext>
            </a:extLst>
          </p:cNvPr>
          <p:cNvCxnSpPr>
            <a:stCxn id="23" idx="3"/>
            <a:endCxn id="25" idx="1"/>
          </p:cNvCxnSpPr>
          <p:nvPr/>
        </p:nvCxnSpPr>
        <p:spPr>
          <a:xfrm>
            <a:off x="5351354" y="2311871"/>
            <a:ext cx="335416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520CCBF-2E45-B7DA-C53D-893E30BD7B86}"/>
              </a:ext>
            </a:extLst>
          </p:cNvPr>
          <p:cNvCxnSpPr/>
          <p:nvPr/>
        </p:nvCxnSpPr>
        <p:spPr>
          <a:xfrm flipV="1">
            <a:off x="5348600" y="3562349"/>
            <a:ext cx="333749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5E9FAC7-DD05-E892-30AF-649523C455F5}"/>
                  </a:ext>
                </a:extLst>
              </p:cNvPr>
              <p:cNvSpPr txBox="1"/>
              <p:nvPr/>
            </p:nvSpPr>
            <p:spPr>
              <a:xfrm>
                <a:off x="6709245" y="2168294"/>
                <a:ext cx="423129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5E9FAC7-DD05-E892-30AF-649523C45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9245" y="2168294"/>
                <a:ext cx="423129" cy="349711"/>
              </a:xfrm>
              <a:prstGeom prst="rect">
                <a:avLst/>
              </a:prstGeom>
              <a:blipFill>
                <a:blip r:embed="rId34"/>
                <a:stretch>
                  <a:fillRect l="-7246" t="-1754" r="-10145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B147CCE-6EB7-5657-170A-B587EF847541}"/>
                  </a:ext>
                </a:extLst>
              </p:cNvPr>
              <p:cNvSpPr txBox="1"/>
              <p:nvPr/>
            </p:nvSpPr>
            <p:spPr>
              <a:xfrm>
                <a:off x="7467790" y="2168294"/>
                <a:ext cx="447174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B147CCE-6EB7-5657-170A-B587EF847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790" y="2168294"/>
                <a:ext cx="447174" cy="349711"/>
              </a:xfrm>
              <a:prstGeom prst="rect">
                <a:avLst/>
              </a:prstGeom>
              <a:blipFill>
                <a:blip r:embed="rId35"/>
                <a:stretch>
                  <a:fillRect l="-6849" t="-1754" r="-9589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BA61FC3-2A14-3A42-0AC6-BCAA7AE9CD26}"/>
              </a:ext>
            </a:extLst>
          </p:cNvPr>
          <p:cNvCxnSpPr>
            <a:stCxn id="29" idx="3"/>
            <a:endCxn id="30" idx="1"/>
          </p:cNvCxnSpPr>
          <p:nvPr/>
        </p:nvCxnSpPr>
        <p:spPr>
          <a:xfrm>
            <a:off x="7132374" y="2343150"/>
            <a:ext cx="335416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C1C7A706-C031-91C8-3283-6FFA8F539D5B}"/>
              </a:ext>
            </a:extLst>
          </p:cNvPr>
          <p:cNvSpPr/>
          <p:nvPr/>
        </p:nvSpPr>
        <p:spPr>
          <a:xfrm>
            <a:off x="4740854" y="1881247"/>
            <a:ext cx="1523940" cy="913047"/>
          </a:xfrm>
          <a:prstGeom prst="ellipse">
            <a:avLst/>
          </a:prstGeom>
          <a:noFill/>
          <a:ln w="38100">
            <a:solidFill>
              <a:srgbClr val="00C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537FDA2-2FA9-5FD4-1B82-6C31FDEFEDEF}"/>
                  </a:ext>
                </a:extLst>
              </p:cNvPr>
              <p:cNvSpPr txBox="1"/>
              <p:nvPr/>
            </p:nvSpPr>
            <p:spPr>
              <a:xfrm>
                <a:off x="4418315" y="1524483"/>
                <a:ext cx="474424" cy="3510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1" i="1" smtClean="0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𝜣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537FDA2-2FA9-5FD4-1B82-6C31FDEFE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315" y="1524483"/>
                <a:ext cx="474424" cy="351058"/>
              </a:xfrm>
              <a:prstGeom prst="rect">
                <a:avLst/>
              </a:prstGeom>
              <a:blipFill>
                <a:blip r:embed="rId36"/>
                <a:stretch>
                  <a:fillRect l="-11538" t="-1724" r="-7692" b="-1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FED2C85-3D69-61B9-0A63-0A754929F956}"/>
                  </a:ext>
                </a:extLst>
              </p:cNvPr>
              <p:cNvSpPr txBox="1"/>
              <p:nvPr/>
            </p:nvSpPr>
            <p:spPr>
              <a:xfrm>
                <a:off x="4136959" y="1941970"/>
                <a:ext cx="474424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𝜣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𝟏𝟏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FED2C85-3D69-61B9-0A63-0A754929F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959" y="1941970"/>
                <a:ext cx="474424" cy="349711"/>
              </a:xfrm>
              <a:prstGeom prst="rect">
                <a:avLst/>
              </a:prstGeom>
              <a:blipFill>
                <a:blip r:embed="rId37"/>
                <a:stretch>
                  <a:fillRect l="-11688" t="-1754" r="-9091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23E4587-7BD4-C74F-95A3-1F4206202825}"/>
                  </a:ext>
                </a:extLst>
              </p:cNvPr>
              <p:cNvSpPr txBox="1"/>
              <p:nvPr/>
            </p:nvSpPr>
            <p:spPr>
              <a:xfrm>
                <a:off x="3983207" y="2839220"/>
                <a:ext cx="474425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00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1" i="1" smtClean="0">
                              <a:solidFill>
                                <a:srgbClr val="00FF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𝜣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FFFF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00FF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00FFFF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00FF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00FFFF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23E4587-7BD4-C74F-95A3-1F4206202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3207" y="2839220"/>
                <a:ext cx="474425" cy="358431"/>
              </a:xfrm>
              <a:prstGeom prst="rect">
                <a:avLst/>
              </a:prstGeom>
              <a:blipFill>
                <a:blip r:embed="rId38"/>
                <a:stretch>
                  <a:fillRect l="-10256" t="-1695" r="-7692" b="-11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31932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872D1-0C67-2A6F-545B-C69851C3B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1A6E11-053F-2357-438C-87C4C1130D82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Calibri"/>
              </a:rPr>
              <a:t>Forward Propagation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87E60AD-CC3E-4EE7-74DB-E8F1A7A538E7}"/>
              </a:ext>
            </a:extLst>
          </p:cNvPr>
          <p:cNvGrpSpPr/>
          <p:nvPr/>
        </p:nvGrpSpPr>
        <p:grpSpPr>
          <a:xfrm>
            <a:off x="685800" y="819150"/>
            <a:ext cx="7391400" cy="3200400"/>
            <a:chOff x="685800" y="819150"/>
            <a:chExt cx="4495800" cy="3200400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5D49FDAB-9C6A-9E52-F399-3985C0D33BD3}"/>
                </a:ext>
              </a:extLst>
            </p:cNvPr>
            <p:cNvSpPr/>
            <p:nvPr/>
          </p:nvSpPr>
          <p:spPr>
            <a:xfrm>
              <a:off x="685800" y="31051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7A8BFC16-1395-25C1-9514-50AE8553260F}"/>
                </a:ext>
              </a:extLst>
            </p:cNvPr>
            <p:cNvSpPr/>
            <p:nvPr/>
          </p:nvSpPr>
          <p:spPr>
            <a:xfrm>
              <a:off x="685800" y="18859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D5222D1B-1682-7C72-3960-3B6540D94ACF}"/>
                </a:ext>
              </a:extLst>
            </p:cNvPr>
            <p:cNvSpPr/>
            <p:nvPr/>
          </p:nvSpPr>
          <p:spPr>
            <a:xfrm>
              <a:off x="685800" y="8191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0F609C84-FD13-3074-8668-29342FF1DDBB}"/>
                </a:ext>
              </a:extLst>
            </p:cNvPr>
            <p:cNvSpPr/>
            <p:nvPr/>
          </p:nvSpPr>
          <p:spPr>
            <a:xfrm>
              <a:off x="1880012" y="819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3048675F-1E19-1440-D4E1-009B53680F88}"/>
                </a:ext>
              </a:extLst>
            </p:cNvPr>
            <p:cNvSpPr/>
            <p:nvPr/>
          </p:nvSpPr>
          <p:spPr>
            <a:xfrm>
              <a:off x="1880011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E0B7D852-51D8-D869-0604-CAD84864751C}"/>
                </a:ext>
              </a:extLst>
            </p:cNvPr>
            <p:cNvCxnSpPr>
              <a:stCxn id="80" idx="6"/>
              <a:endCxn id="87" idx="2"/>
            </p:cNvCxnSpPr>
            <p:nvPr/>
          </p:nvCxnSpPr>
          <p:spPr>
            <a:xfrm>
              <a:off x="1610650" y="1276350"/>
              <a:ext cx="269360" cy="1066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61C55185-4171-BC5C-41AB-07E9CDA272F4}"/>
                </a:ext>
              </a:extLst>
            </p:cNvPr>
            <p:cNvCxnSpPr>
              <a:stCxn id="79" idx="6"/>
              <a:endCxn id="87" idx="2"/>
            </p:cNvCxnSpPr>
            <p:nvPr/>
          </p:nvCxnSpPr>
          <p:spPr>
            <a:xfrm>
              <a:off x="1610650" y="2343150"/>
              <a:ext cx="269360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F8330C84-85B5-4C51-6B95-B9CA2A55A1BF}"/>
                </a:ext>
              </a:extLst>
            </p:cNvPr>
            <p:cNvCxnSpPr>
              <a:stCxn id="78" idx="6"/>
              <a:endCxn id="87" idx="2"/>
            </p:cNvCxnSpPr>
            <p:nvPr/>
          </p:nvCxnSpPr>
          <p:spPr>
            <a:xfrm flipV="1">
              <a:off x="1610650" y="2343150"/>
              <a:ext cx="269360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F57F0068-78AA-430E-1D69-99FD58098BD9}"/>
                </a:ext>
              </a:extLst>
            </p:cNvPr>
            <p:cNvSpPr/>
            <p:nvPr/>
          </p:nvSpPr>
          <p:spPr>
            <a:xfrm>
              <a:off x="1880009" y="3105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9BA8298D-047E-0BF4-7F8F-9F27E3D62BCF}"/>
                </a:ext>
              </a:extLst>
            </p:cNvPr>
            <p:cNvCxnSpPr>
              <a:stCxn id="80" idx="6"/>
              <a:endCxn id="91" idx="2"/>
            </p:cNvCxnSpPr>
            <p:nvPr/>
          </p:nvCxnSpPr>
          <p:spPr>
            <a:xfrm>
              <a:off x="1610650" y="1276350"/>
              <a:ext cx="269359" cy="22860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AF107665-284A-7FEB-1803-4BF27FEC3427}"/>
                </a:ext>
              </a:extLst>
            </p:cNvPr>
            <p:cNvCxnSpPr>
              <a:stCxn id="79" idx="6"/>
              <a:endCxn id="91" idx="2"/>
            </p:cNvCxnSpPr>
            <p:nvPr/>
          </p:nvCxnSpPr>
          <p:spPr>
            <a:xfrm>
              <a:off x="1610650" y="2343150"/>
              <a:ext cx="26935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4CC095CF-D1E0-A877-F883-07750A0FD59B}"/>
                </a:ext>
              </a:extLst>
            </p:cNvPr>
            <p:cNvCxnSpPr>
              <a:stCxn id="78" idx="6"/>
              <a:endCxn id="91" idx="2"/>
            </p:cNvCxnSpPr>
            <p:nvPr/>
          </p:nvCxnSpPr>
          <p:spPr>
            <a:xfrm>
              <a:off x="1610650" y="3562350"/>
              <a:ext cx="269359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475EFD4E-1AAF-65D2-344B-D9B404A08680}"/>
                </a:ext>
              </a:extLst>
            </p:cNvPr>
            <p:cNvSpPr/>
            <p:nvPr/>
          </p:nvSpPr>
          <p:spPr>
            <a:xfrm>
              <a:off x="3152278" y="819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6222C797-7F20-1ADD-B6E1-9FF8CAD9C27B}"/>
                </a:ext>
              </a:extLst>
            </p:cNvPr>
            <p:cNvSpPr/>
            <p:nvPr/>
          </p:nvSpPr>
          <p:spPr>
            <a:xfrm>
              <a:off x="3152276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76CB4D9B-2AFD-E60B-3CA3-C02B92746DD3}"/>
                </a:ext>
              </a:extLst>
            </p:cNvPr>
            <p:cNvCxnSpPr>
              <a:stCxn id="87" idx="6"/>
              <a:endCxn id="109" idx="2"/>
            </p:cNvCxnSpPr>
            <p:nvPr/>
          </p:nvCxnSpPr>
          <p:spPr>
            <a:xfrm>
              <a:off x="2804861" y="2343150"/>
              <a:ext cx="347416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896D3998-5CAF-F7D6-0B10-10BECE0DCE86}"/>
                </a:ext>
              </a:extLst>
            </p:cNvPr>
            <p:cNvCxnSpPr>
              <a:stCxn id="91" idx="6"/>
              <a:endCxn id="109" idx="2"/>
            </p:cNvCxnSpPr>
            <p:nvPr/>
          </p:nvCxnSpPr>
          <p:spPr>
            <a:xfrm flipV="1">
              <a:off x="2804860" y="2343150"/>
              <a:ext cx="347417" cy="1219200"/>
            </a:xfrm>
            <a:prstGeom prst="straightConnector1">
              <a:avLst/>
            </a:prstGeom>
            <a:ln w="38100">
              <a:solidFill>
                <a:srgbClr val="00FF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B92C9E92-EB3F-0C85-BD15-B3CAF7888101}"/>
                </a:ext>
              </a:extLst>
            </p:cNvPr>
            <p:cNvCxnSpPr>
              <a:stCxn id="81" idx="6"/>
              <a:endCxn id="109" idx="2"/>
            </p:cNvCxnSpPr>
            <p:nvPr/>
          </p:nvCxnSpPr>
          <p:spPr>
            <a:xfrm>
              <a:off x="2804862" y="1276350"/>
              <a:ext cx="347414" cy="1066800"/>
            </a:xfrm>
            <a:prstGeom prst="straightConnector1">
              <a:avLst/>
            </a:prstGeom>
            <a:ln w="38100">
              <a:solidFill>
                <a:srgbClr val="FF33C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576EAAD4-8DA4-824A-AAC9-19634C2A5350}"/>
                </a:ext>
              </a:extLst>
            </p:cNvPr>
            <p:cNvSpPr/>
            <p:nvPr/>
          </p:nvSpPr>
          <p:spPr>
            <a:xfrm>
              <a:off x="3154360" y="3105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104397A4-1F6A-1960-3EAC-16A42C731C45}"/>
                </a:ext>
              </a:extLst>
            </p:cNvPr>
            <p:cNvCxnSpPr>
              <a:stCxn id="91" idx="6"/>
              <a:endCxn id="115" idx="2"/>
            </p:cNvCxnSpPr>
            <p:nvPr/>
          </p:nvCxnSpPr>
          <p:spPr>
            <a:xfrm>
              <a:off x="2804860" y="3562350"/>
              <a:ext cx="349500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69120942-C49E-1D21-99EB-FE3702DD2C74}"/>
                </a:ext>
              </a:extLst>
            </p:cNvPr>
            <p:cNvCxnSpPr>
              <a:stCxn id="87" idx="6"/>
              <a:endCxn id="115" idx="2"/>
            </p:cNvCxnSpPr>
            <p:nvPr/>
          </p:nvCxnSpPr>
          <p:spPr>
            <a:xfrm>
              <a:off x="2804861" y="2343150"/>
              <a:ext cx="34949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0D2E67F1-BDD7-6000-D6BA-68A795CE9E6F}"/>
                </a:ext>
              </a:extLst>
            </p:cNvPr>
            <p:cNvCxnSpPr>
              <a:stCxn id="81" idx="6"/>
              <a:endCxn id="115" idx="2"/>
            </p:cNvCxnSpPr>
            <p:nvPr/>
          </p:nvCxnSpPr>
          <p:spPr>
            <a:xfrm>
              <a:off x="2804862" y="1276350"/>
              <a:ext cx="349498" cy="22860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F89A22EE-6CAF-1395-6FDA-AA5012D3187F}"/>
                </a:ext>
              </a:extLst>
            </p:cNvPr>
            <p:cNvSpPr/>
            <p:nvPr/>
          </p:nvSpPr>
          <p:spPr>
            <a:xfrm>
              <a:off x="4256750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E2DEB971-8494-E17E-4435-D861EEBB2F9B}"/>
                </a:ext>
              </a:extLst>
            </p:cNvPr>
            <p:cNvCxnSpPr>
              <a:stCxn id="109" idx="6"/>
              <a:endCxn id="142" idx="2"/>
            </p:cNvCxnSpPr>
            <p:nvPr/>
          </p:nvCxnSpPr>
          <p:spPr>
            <a:xfrm>
              <a:off x="4077127" y="2343150"/>
              <a:ext cx="179623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638849F3-DF3C-969E-0FF9-E2E783AF6C04}"/>
                </a:ext>
              </a:extLst>
            </p:cNvPr>
            <p:cNvCxnSpPr>
              <a:stCxn id="115" idx="6"/>
              <a:endCxn id="142" idx="2"/>
            </p:cNvCxnSpPr>
            <p:nvPr/>
          </p:nvCxnSpPr>
          <p:spPr>
            <a:xfrm flipV="1">
              <a:off x="4079210" y="2343150"/>
              <a:ext cx="17753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Arrow Connector 174">
              <a:extLst>
                <a:ext uri="{FF2B5EF4-FFF2-40B4-BE49-F238E27FC236}">
                  <a16:creationId xmlns:a16="http://schemas.microsoft.com/office/drawing/2014/main" id="{C5B77A5C-FB4C-3FED-8019-ECA9555798E5}"/>
                </a:ext>
              </a:extLst>
            </p:cNvPr>
            <p:cNvCxnSpPr>
              <a:stCxn id="103" idx="6"/>
              <a:endCxn id="142" idx="2"/>
            </p:cNvCxnSpPr>
            <p:nvPr/>
          </p:nvCxnSpPr>
          <p:spPr>
            <a:xfrm>
              <a:off x="4077128" y="1276350"/>
              <a:ext cx="179622" cy="1066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95AF63DB-3680-AF07-FA7B-5E039502312D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489" y="1169724"/>
              <a:ext cx="347472" cy="22860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944EA2F9-2457-31F3-4CD5-A876D9298B60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68701" y="1169724"/>
              <a:ext cx="347472" cy="22860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55E94DEE-2AEB-C1B4-30E7-05B00C5DB9BC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0965" y="1123712"/>
              <a:ext cx="347472" cy="228600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251F7366-918F-A852-916C-9012EB805EFB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222" y="2260527"/>
              <a:ext cx="267462" cy="180594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9FA4D8E5-8FA6-489C-D994-4C5232ADE976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489" y="3457956"/>
              <a:ext cx="274320" cy="18059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232E735-39EC-1A04-0139-5171F1AD37B0}"/>
                  </a:ext>
                </a:extLst>
              </p:cNvPr>
              <p:cNvSpPr txBox="1"/>
              <p:nvPr/>
            </p:nvSpPr>
            <p:spPr>
              <a:xfrm>
                <a:off x="748078" y="4324894"/>
                <a:ext cx="1395960" cy="416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232E735-39EC-1A04-0139-5171F1AD3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078" y="4324894"/>
                <a:ext cx="1395960" cy="41684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106ADA0-E300-AB9A-E560-F284419B1F12}"/>
              </a:ext>
            </a:extLst>
          </p:cNvPr>
          <p:cNvCxnSpPr>
            <a:stCxn id="3" idx="0"/>
            <a:endCxn id="78" idx="4"/>
          </p:cNvCxnSpPr>
          <p:nvPr/>
        </p:nvCxnSpPr>
        <p:spPr>
          <a:xfrm flipV="1">
            <a:off x="1446058" y="4019550"/>
            <a:ext cx="0" cy="305344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8A7CE89-412A-682C-EC7E-58DCAA418AB2}"/>
                  </a:ext>
                </a:extLst>
              </p14:cNvPr>
              <p14:cNvContentPartPr/>
              <p14:nvPr/>
            </p14:nvContentPartPr>
            <p14:xfrm>
              <a:off x="1501200" y="2103223"/>
              <a:ext cx="40320" cy="139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8A7CE89-412A-682C-EC7E-58DCAA418AB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492560" y="2094223"/>
                <a:ext cx="57960" cy="15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5071DAB7-3918-86FC-7FC5-8E074EECCDBF}"/>
              </a:ext>
            </a:extLst>
          </p:cNvPr>
          <p:cNvGrpSpPr/>
          <p:nvPr/>
        </p:nvGrpSpPr>
        <p:grpSpPr>
          <a:xfrm>
            <a:off x="1605240" y="2083423"/>
            <a:ext cx="67320" cy="169200"/>
            <a:chOff x="1605240" y="2083423"/>
            <a:chExt cx="67320" cy="16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DAD950F-9ABD-94D4-0350-52D4D83D266E}"/>
                    </a:ext>
                  </a:extLst>
                </p14:cNvPr>
                <p14:cNvContentPartPr/>
                <p14:nvPr/>
              </p14:nvContentPartPr>
              <p14:xfrm>
                <a:off x="1605240" y="2142463"/>
                <a:ext cx="8280" cy="96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DAD950F-9ABD-94D4-0350-52D4D83D266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596240" y="2133463"/>
                  <a:ext cx="259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A76D68D-32DF-80AE-1D8E-BF4A13DD48A9}"/>
                    </a:ext>
                  </a:extLst>
                </p14:cNvPr>
                <p14:cNvContentPartPr/>
                <p14:nvPr/>
              </p14:nvContentPartPr>
              <p14:xfrm>
                <a:off x="1613160" y="2116183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A76D68D-32DF-80AE-1D8E-BF4A13DD48A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604520" y="210718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4728426-89BC-925D-E11C-B8B16B7FA2FE}"/>
                    </a:ext>
                  </a:extLst>
                </p14:cNvPr>
                <p14:cNvContentPartPr/>
                <p14:nvPr/>
              </p14:nvContentPartPr>
              <p14:xfrm>
                <a:off x="1652040" y="2083423"/>
                <a:ext cx="20520" cy="169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4728426-89BC-925D-E11C-B8B16B7FA2F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643400" y="2074423"/>
                  <a:ext cx="38160" cy="18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615FB6C-6E29-1030-9A10-F372172B03B3}"/>
                  </a:ext>
                </a:extLst>
              </p14:cNvPr>
              <p14:cNvContentPartPr/>
              <p14:nvPr/>
            </p14:nvContentPartPr>
            <p14:xfrm>
              <a:off x="1410480" y="3298063"/>
              <a:ext cx="27360" cy="1497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615FB6C-6E29-1030-9A10-F372172B03B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401480" y="3289423"/>
                <a:ext cx="45000" cy="16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81F24C8F-8F9F-277E-5F15-A9C9311F8186}"/>
              </a:ext>
            </a:extLst>
          </p:cNvPr>
          <p:cNvGrpSpPr/>
          <p:nvPr/>
        </p:nvGrpSpPr>
        <p:grpSpPr>
          <a:xfrm>
            <a:off x="1501920" y="3298063"/>
            <a:ext cx="7200" cy="130320"/>
            <a:chOff x="1501920" y="3298063"/>
            <a:chExt cx="7200" cy="13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BE64468-912E-7017-175A-F0D0DBB667BE}"/>
                    </a:ext>
                  </a:extLst>
                </p14:cNvPr>
                <p14:cNvContentPartPr/>
                <p14:nvPr/>
              </p14:nvContentPartPr>
              <p14:xfrm>
                <a:off x="1501920" y="3350263"/>
                <a:ext cx="7200" cy="78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BE64468-912E-7017-175A-F0D0DBB667B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492920" y="3341623"/>
                  <a:ext cx="248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C8B27C1-DFAB-2C02-BC8F-AF372C678F4E}"/>
                    </a:ext>
                  </a:extLst>
                </p14:cNvPr>
                <p14:cNvContentPartPr/>
                <p14:nvPr/>
              </p14:nvContentPartPr>
              <p14:xfrm>
                <a:off x="1508760" y="3298063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C8B27C1-DFAB-2C02-BC8F-AF372C678F4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99760" y="328942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0C2C360-FDAF-33CE-D883-5E8F35CCBC44}"/>
                  </a:ext>
                </a:extLst>
              </p14:cNvPr>
              <p14:cNvContentPartPr/>
              <p14:nvPr/>
            </p14:nvContentPartPr>
            <p14:xfrm>
              <a:off x="1560960" y="3272143"/>
              <a:ext cx="54720" cy="1872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0C2C360-FDAF-33CE-D883-5E8F35CCBC4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551960" y="3263143"/>
                <a:ext cx="7236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0CC2B13-F119-DAEE-055C-FDC2EA846027}"/>
                  </a:ext>
                </a:extLst>
              </p:cNvPr>
              <p:cNvSpPr txBox="1"/>
              <p:nvPr/>
            </p:nvSpPr>
            <p:spPr>
              <a:xfrm>
                <a:off x="2777488" y="2137015"/>
                <a:ext cx="42479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0CC2B13-F119-DAEE-055C-FDC2EA8460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7488" y="2137015"/>
                <a:ext cx="424796" cy="358431"/>
              </a:xfrm>
              <a:prstGeom prst="rect">
                <a:avLst/>
              </a:prstGeom>
              <a:blipFill>
                <a:blip r:embed="rId26"/>
                <a:stretch>
                  <a:fillRect l="-7246" t="-1724" r="-10145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CDEECEA-D80C-AB62-A249-C9E0D963F083}"/>
                  </a:ext>
                </a:extLst>
              </p:cNvPr>
              <p:cNvSpPr txBox="1"/>
              <p:nvPr/>
            </p:nvSpPr>
            <p:spPr>
              <a:xfrm>
                <a:off x="2773067" y="3350263"/>
                <a:ext cx="424796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CDEECEA-D80C-AB62-A249-C9E0D963F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067" y="3350263"/>
                <a:ext cx="424796" cy="358431"/>
              </a:xfrm>
              <a:prstGeom prst="rect">
                <a:avLst/>
              </a:prstGeom>
              <a:blipFill>
                <a:blip r:embed="rId27"/>
                <a:stretch>
                  <a:fillRect l="-7143" t="-1724" r="-8571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AFBFC04-9600-C983-B4C3-9A29A6F1FB7A}"/>
                  </a:ext>
                </a:extLst>
              </p:cNvPr>
              <p:cNvSpPr txBox="1"/>
              <p:nvPr/>
            </p:nvSpPr>
            <p:spPr>
              <a:xfrm>
                <a:off x="3536033" y="2137015"/>
                <a:ext cx="447174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AFBFC04-9600-C983-B4C3-9A29A6F1F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6033" y="2137015"/>
                <a:ext cx="447174" cy="349711"/>
              </a:xfrm>
              <a:prstGeom prst="rect">
                <a:avLst/>
              </a:prstGeom>
              <a:blipFill>
                <a:blip r:embed="rId28"/>
                <a:stretch>
                  <a:fillRect l="-6849" t="-1754" r="-9589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5B10B81-29EB-0BB4-AADC-D753CBCAAE75}"/>
                  </a:ext>
                </a:extLst>
              </p:cNvPr>
              <p:cNvSpPr txBox="1"/>
              <p:nvPr/>
            </p:nvSpPr>
            <p:spPr>
              <a:xfrm>
                <a:off x="3536033" y="3358983"/>
                <a:ext cx="447174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5B10B81-29EB-0BB4-AADC-D753CBCAA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6033" y="3358983"/>
                <a:ext cx="447174" cy="358431"/>
              </a:xfrm>
              <a:prstGeom prst="rect">
                <a:avLst/>
              </a:prstGeom>
              <a:blipFill>
                <a:blip r:embed="rId29"/>
                <a:stretch>
                  <a:fillRect l="-6849" t="-1695" r="-9589" b="-13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EB5E1B0-8C53-7360-3AD4-2F215A914B1D}"/>
              </a:ext>
            </a:extLst>
          </p:cNvPr>
          <p:cNvCxnSpPr>
            <a:stCxn id="16" idx="3"/>
            <a:endCxn id="18" idx="1"/>
          </p:cNvCxnSpPr>
          <p:nvPr/>
        </p:nvCxnSpPr>
        <p:spPr>
          <a:xfrm flipV="1">
            <a:off x="3202284" y="2311871"/>
            <a:ext cx="333749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123C3E1-E89E-F42E-9231-70D8E2D44E0D}"/>
              </a:ext>
            </a:extLst>
          </p:cNvPr>
          <p:cNvCxnSpPr/>
          <p:nvPr/>
        </p:nvCxnSpPr>
        <p:spPr>
          <a:xfrm flipV="1">
            <a:off x="3197863" y="3562349"/>
            <a:ext cx="333749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0041202-7A20-7473-4220-BE34F3C09EFC}"/>
                  </a:ext>
                </a:extLst>
              </p:cNvPr>
              <p:cNvSpPr txBox="1"/>
              <p:nvPr/>
            </p:nvSpPr>
            <p:spPr>
              <a:xfrm>
                <a:off x="4928225" y="2137015"/>
                <a:ext cx="423129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0041202-7A20-7473-4220-BE34F3C09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8225" y="2137015"/>
                <a:ext cx="423129" cy="349711"/>
              </a:xfrm>
              <a:prstGeom prst="rect">
                <a:avLst/>
              </a:prstGeom>
              <a:blipFill>
                <a:blip r:embed="rId30"/>
                <a:stretch>
                  <a:fillRect l="-7143" t="-1754" r="-8571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A0CCEC0-55BA-CD79-ECB2-44A412765B0F}"/>
                  </a:ext>
                </a:extLst>
              </p:cNvPr>
              <p:cNvSpPr txBox="1"/>
              <p:nvPr/>
            </p:nvSpPr>
            <p:spPr>
              <a:xfrm>
                <a:off x="4923804" y="3350263"/>
                <a:ext cx="423129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A0CCEC0-55BA-CD79-ECB2-44A412765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804" y="3350263"/>
                <a:ext cx="423129" cy="349711"/>
              </a:xfrm>
              <a:prstGeom prst="rect">
                <a:avLst/>
              </a:prstGeom>
              <a:blipFill>
                <a:blip r:embed="rId31"/>
                <a:stretch>
                  <a:fillRect l="-7246" t="-1754" r="-10145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51E2FA8-5185-2C79-BE9C-79A651B74257}"/>
                  </a:ext>
                </a:extLst>
              </p:cNvPr>
              <p:cNvSpPr txBox="1"/>
              <p:nvPr/>
            </p:nvSpPr>
            <p:spPr>
              <a:xfrm>
                <a:off x="5686770" y="2137015"/>
                <a:ext cx="447174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51E2FA8-5185-2C79-BE9C-79A651B742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6770" y="2137015"/>
                <a:ext cx="447174" cy="349711"/>
              </a:xfrm>
              <a:prstGeom prst="rect">
                <a:avLst/>
              </a:prstGeom>
              <a:blipFill>
                <a:blip r:embed="rId32"/>
                <a:stretch>
                  <a:fillRect l="-6849" t="-1754" r="-9589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B5AD5F1-3B51-02DF-C04E-28165DD36776}"/>
                  </a:ext>
                </a:extLst>
              </p:cNvPr>
              <p:cNvSpPr txBox="1"/>
              <p:nvPr/>
            </p:nvSpPr>
            <p:spPr>
              <a:xfrm>
                <a:off x="5686770" y="3358983"/>
                <a:ext cx="447174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B5AD5F1-3B51-02DF-C04E-28165DD36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6770" y="3358983"/>
                <a:ext cx="447174" cy="349711"/>
              </a:xfrm>
              <a:prstGeom prst="rect">
                <a:avLst/>
              </a:prstGeom>
              <a:blipFill>
                <a:blip r:embed="rId33"/>
                <a:stretch>
                  <a:fillRect l="-6849" t="-1754" r="-9589" b="-17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945BE4F-874D-760A-8F80-05064D6220A8}"/>
              </a:ext>
            </a:extLst>
          </p:cNvPr>
          <p:cNvCxnSpPr>
            <a:stCxn id="23" idx="3"/>
            <a:endCxn id="25" idx="1"/>
          </p:cNvCxnSpPr>
          <p:nvPr/>
        </p:nvCxnSpPr>
        <p:spPr>
          <a:xfrm>
            <a:off x="5351354" y="2311871"/>
            <a:ext cx="335416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4D73633-02F3-DFE1-4B09-73C2F9A8EE3D}"/>
              </a:ext>
            </a:extLst>
          </p:cNvPr>
          <p:cNvCxnSpPr/>
          <p:nvPr/>
        </p:nvCxnSpPr>
        <p:spPr>
          <a:xfrm flipV="1">
            <a:off x="5348600" y="3562349"/>
            <a:ext cx="333749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3BC0293-A143-B2D7-718E-B74D89515664}"/>
                  </a:ext>
                </a:extLst>
              </p:cNvPr>
              <p:cNvSpPr txBox="1"/>
              <p:nvPr/>
            </p:nvSpPr>
            <p:spPr>
              <a:xfrm>
                <a:off x="6709245" y="2168294"/>
                <a:ext cx="423129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3BC0293-A143-B2D7-718E-B74D89515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9245" y="2168294"/>
                <a:ext cx="423129" cy="349711"/>
              </a:xfrm>
              <a:prstGeom prst="rect">
                <a:avLst/>
              </a:prstGeom>
              <a:blipFill>
                <a:blip r:embed="rId34"/>
                <a:stretch>
                  <a:fillRect l="-7246" t="-1754" r="-10145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E0C0350-06F0-339B-EAAB-7CC88FA0FCFB}"/>
                  </a:ext>
                </a:extLst>
              </p:cNvPr>
              <p:cNvSpPr txBox="1"/>
              <p:nvPr/>
            </p:nvSpPr>
            <p:spPr>
              <a:xfrm>
                <a:off x="7467790" y="2168294"/>
                <a:ext cx="447174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E0C0350-06F0-339B-EAAB-7CC88FA0F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790" y="2168294"/>
                <a:ext cx="447174" cy="349711"/>
              </a:xfrm>
              <a:prstGeom prst="rect">
                <a:avLst/>
              </a:prstGeom>
              <a:blipFill>
                <a:blip r:embed="rId35"/>
                <a:stretch>
                  <a:fillRect l="-6849" t="-1754" r="-9589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5901D99-CB46-FC49-B978-502329B7FAD6}"/>
              </a:ext>
            </a:extLst>
          </p:cNvPr>
          <p:cNvCxnSpPr>
            <a:stCxn id="29" idx="3"/>
            <a:endCxn id="30" idx="1"/>
          </p:cNvCxnSpPr>
          <p:nvPr/>
        </p:nvCxnSpPr>
        <p:spPr>
          <a:xfrm>
            <a:off x="7132374" y="2343150"/>
            <a:ext cx="335416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1A178581-274E-6172-026F-FF2E50558945}"/>
              </a:ext>
            </a:extLst>
          </p:cNvPr>
          <p:cNvSpPr/>
          <p:nvPr/>
        </p:nvSpPr>
        <p:spPr>
          <a:xfrm>
            <a:off x="4740854" y="1881247"/>
            <a:ext cx="1523940" cy="913047"/>
          </a:xfrm>
          <a:prstGeom prst="ellipse">
            <a:avLst/>
          </a:prstGeom>
          <a:noFill/>
          <a:ln w="38100">
            <a:solidFill>
              <a:srgbClr val="00C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E7EF0C8-2615-EEF9-5875-8E058B9A8C4E}"/>
                  </a:ext>
                </a:extLst>
              </p:cNvPr>
              <p:cNvSpPr txBox="1"/>
              <p:nvPr/>
            </p:nvSpPr>
            <p:spPr>
              <a:xfrm>
                <a:off x="4418315" y="1524483"/>
                <a:ext cx="474424" cy="3510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1" i="1" smtClean="0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𝜣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E7EF0C8-2615-EEF9-5875-8E058B9A8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315" y="1524483"/>
                <a:ext cx="474424" cy="351058"/>
              </a:xfrm>
              <a:prstGeom prst="rect">
                <a:avLst/>
              </a:prstGeom>
              <a:blipFill>
                <a:blip r:embed="rId36"/>
                <a:stretch>
                  <a:fillRect l="-11538" t="-1724" r="-7692" b="-1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E7454E0-FF08-67C0-49AC-1C47A43E7594}"/>
                  </a:ext>
                </a:extLst>
              </p:cNvPr>
              <p:cNvSpPr txBox="1"/>
              <p:nvPr/>
            </p:nvSpPr>
            <p:spPr>
              <a:xfrm>
                <a:off x="4136959" y="1941970"/>
                <a:ext cx="474424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𝜣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𝟏𝟏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E7454E0-FF08-67C0-49AC-1C47A43E75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959" y="1941970"/>
                <a:ext cx="474424" cy="349711"/>
              </a:xfrm>
              <a:prstGeom prst="rect">
                <a:avLst/>
              </a:prstGeom>
              <a:blipFill>
                <a:blip r:embed="rId37"/>
                <a:stretch>
                  <a:fillRect l="-11688" t="-1754" r="-9091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64AF2C4-1D3A-ACE6-AE75-53FAAD48AB43}"/>
                  </a:ext>
                </a:extLst>
              </p:cNvPr>
              <p:cNvSpPr txBox="1"/>
              <p:nvPr/>
            </p:nvSpPr>
            <p:spPr>
              <a:xfrm>
                <a:off x="3983207" y="2839220"/>
                <a:ext cx="474425" cy="3584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00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1" i="1" smtClean="0">
                              <a:solidFill>
                                <a:srgbClr val="00FF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𝜣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00FFFF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00FF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00FFFF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00FF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00FFFF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64AF2C4-1D3A-ACE6-AE75-53FAAD48AB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3207" y="2839220"/>
                <a:ext cx="474425" cy="358431"/>
              </a:xfrm>
              <a:prstGeom prst="rect">
                <a:avLst/>
              </a:prstGeom>
              <a:blipFill>
                <a:blip r:embed="rId38"/>
                <a:stretch>
                  <a:fillRect l="-10256" t="-1695" r="-7692" b="-11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B91E522-587D-C002-B3AB-A39DB5386468}"/>
                  </a:ext>
                </a:extLst>
              </p:cNvPr>
              <p:cNvSpPr txBox="1"/>
              <p:nvPr/>
            </p:nvSpPr>
            <p:spPr>
              <a:xfrm>
                <a:off x="2797566" y="4389055"/>
                <a:ext cx="4995969" cy="4680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(3)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b="1" dirty="0">
                    <a:solidFill>
                      <a:srgbClr val="FF33CC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2400" b="1" i="1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𝜣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sub>
                      <m:sup>
                        <m:r>
                          <a:rPr lang="en-US" sz="2400" b="1" i="1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400" b="1" i="1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sz="2400" b="1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1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sz="2400" b="1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</m:t>
                    </m:r>
                    <m:sSubSup>
                      <m:sSubSup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𝜣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𝟏𝟏</m:t>
                        </m:r>
                      </m:sub>
                      <m:sup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sz="2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b="1" i="1" smtClean="0">
                            <a:solidFill>
                              <a:srgbClr val="00FFF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2400" b="1" i="1">
                            <a:solidFill>
                              <a:srgbClr val="00FF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𝜣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0FFFF"/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sub>
                      <m:sup>
                        <m:r>
                          <a:rPr lang="en-US" sz="2400" b="1" i="1">
                            <a:solidFill>
                              <a:srgbClr val="00FF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>
                            <a:solidFill>
                              <a:srgbClr val="00FFF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400" b="1" i="1">
                            <a:solidFill>
                              <a:srgbClr val="00FF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sSubSup>
                      <m:sSubSupPr>
                        <m:ctrlPr>
                          <a:rPr lang="en-US" sz="2400" b="1" i="1">
                            <a:solidFill>
                              <a:srgbClr val="00FFF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1">
                            <a:solidFill>
                              <a:srgbClr val="00FFFF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0FFF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sz="2400" b="1" i="1">
                            <a:solidFill>
                              <a:srgbClr val="00FF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>
                            <a:solidFill>
                              <a:srgbClr val="00FFF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400" b="1" i="1">
                            <a:solidFill>
                              <a:srgbClr val="00FF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endParaRPr lang="en-US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B91E522-587D-C002-B3AB-A39DB53864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7566" y="4389055"/>
                <a:ext cx="4995969" cy="468077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99196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E25F8-66DB-7E3C-108F-9B06A3D34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89399F-296C-E5D9-ED0D-2207704693B0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Calibri"/>
              </a:rPr>
              <a:t>What is backpropagation doing?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37D8F9-C831-48AC-AAAB-FDB082965ED7}"/>
              </a:ext>
            </a:extLst>
          </p:cNvPr>
          <p:cNvSpPr txBox="1"/>
          <p:nvPr/>
        </p:nvSpPr>
        <p:spPr>
          <a:xfrm>
            <a:off x="381000" y="2578953"/>
            <a:ext cx="815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alibri"/>
              </a:rPr>
              <a:t>Focusing on a single example      ,       , the case of 1 output unit, and ignoring regularization (          ),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AA4BD5-0553-5D40-3781-04D7E2D222C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980457"/>
            <a:ext cx="6561392" cy="6840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643065-18DE-6924-2503-421DB6FFFAE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825" y="1799463"/>
            <a:ext cx="2330006" cy="6960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0A1B16-4E05-B460-505E-0168736A418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2580" y="2658745"/>
            <a:ext cx="350520" cy="2305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002C86-E479-072B-42CE-17A79ED1716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0110" y="2671445"/>
            <a:ext cx="339090" cy="2800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AA0E59-944B-0D69-80A8-A2CDEA3109F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1450" y="3105150"/>
            <a:ext cx="590550" cy="1828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4E6401D-EFF1-5510-32F7-405B512A1588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855" y="3486152"/>
            <a:ext cx="5335905" cy="2914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4A669DF-7687-E927-B300-0B5D60274079}"/>
              </a:ext>
            </a:extLst>
          </p:cNvPr>
          <p:cNvSpPr txBox="1"/>
          <p:nvPr/>
        </p:nvSpPr>
        <p:spPr>
          <a:xfrm>
            <a:off x="381000" y="3790950"/>
            <a:ext cx="815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Calibri"/>
              </a:rPr>
              <a:t>(Think of                                             )     </a:t>
            </a:r>
          </a:p>
          <a:p>
            <a:r>
              <a:rPr lang="en-US" sz="2400" dirty="0">
                <a:solidFill>
                  <a:prstClr val="black"/>
                </a:solidFill>
                <a:latin typeface="Calibri"/>
              </a:rPr>
              <a:t>I.e. how well is the network doing on example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i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25F430-D502-1F11-FA2E-9D6806BCB083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780" y="3879851"/>
            <a:ext cx="2918460" cy="29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997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CFA81-BC0E-CC38-AF3F-D3B9EDAD1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32E912-1635-0783-0D7C-B1F57555DF5E}"/>
              </a:ext>
            </a:extLst>
          </p:cNvPr>
          <p:cNvSpPr txBox="1"/>
          <p:nvPr/>
        </p:nvSpPr>
        <p:spPr>
          <a:xfrm>
            <a:off x="318382" y="86739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Calibri"/>
              </a:rPr>
              <a:t>Forward Propagation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1AB6D29-05C0-EEB9-EF8C-435951AC455F}"/>
              </a:ext>
            </a:extLst>
          </p:cNvPr>
          <p:cNvGrpSpPr/>
          <p:nvPr/>
        </p:nvGrpSpPr>
        <p:grpSpPr>
          <a:xfrm>
            <a:off x="685800" y="554161"/>
            <a:ext cx="7391400" cy="3200400"/>
            <a:chOff x="685800" y="819150"/>
            <a:chExt cx="4495800" cy="3200400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E0CC8080-9C5E-2BD4-40D5-E3110494342B}"/>
                </a:ext>
              </a:extLst>
            </p:cNvPr>
            <p:cNvSpPr/>
            <p:nvPr/>
          </p:nvSpPr>
          <p:spPr>
            <a:xfrm>
              <a:off x="685800" y="31051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D2C7E554-CB8C-91A5-0852-47F75119D704}"/>
                </a:ext>
              </a:extLst>
            </p:cNvPr>
            <p:cNvSpPr/>
            <p:nvPr/>
          </p:nvSpPr>
          <p:spPr>
            <a:xfrm>
              <a:off x="685800" y="18859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160C634B-5587-57EE-9C85-5DC9F2C8B665}"/>
                </a:ext>
              </a:extLst>
            </p:cNvPr>
            <p:cNvSpPr/>
            <p:nvPr/>
          </p:nvSpPr>
          <p:spPr>
            <a:xfrm>
              <a:off x="685800" y="8191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764B3541-1CE0-17FD-977E-DF2211317542}"/>
                </a:ext>
              </a:extLst>
            </p:cNvPr>
            <p:cNvSpPr/>
            <p:nvPr/>
          </p:nvSpPr>
          <p:spPr>
            <a:xfrm>
              <a:off x="1880012" y="819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3D51044C-A9B6-4344-B59F-EED3C629CB3B}"/>
                </a:ext>
              </a:extLst>
            </p:cNvPr>
            <p:cNvSpPr/>
            <p:nvPr/>
          </p:nvSpPr>
          <p:spPr>
            <a:xfrm>
              <a:off x="1880011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52E7082D-8E45-FAF2-FE50-A3A7D6C73D23}"/>
                </a:ext>
              </a:extLst>
            </p:cNvPr>
            <p:cNvCxnSpPr>
              <a:cxnSpLocks/>
              <a:stCxn id="80" idx="6"/>
              <a:endCxn id="87" idx="2"/>
            </p:cNvCxnSpPr>
            <p:nvPr/>
          </p:nvCxnSpPr>
          <p:spPr>
            <a:xfrm>
              <a:off x="1610650" y="1276350"/>
              <a:ext cx="269360" cy="1066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3EDD6889-4BA2-B13F-F96E-4DBE42A6A5E5}"/>
                </a:ext>
              </a:extLst>
            </p:cNvPr>
            <p:cNvCxnSpPr>
              <a:cxnSpLocks/>
              <a:stCxn id="79" idx="6"/>
              <a:endCxn id="87" idx="2"/>
            </p:cNvCxnSpPr>
            <p:nvPr/>
          </p:nvCxnSpPr>
          <p:spPr>
            <a:xfrm>
              <a:off x="1610650" y="2343150"/>
              <a:ext cx="269360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7F259FB5-0366-BD10-857D-76B3393172A9}"/>
                </a:ext>
              </a:extLst>
            </p:cNvPr>
            <p:cNvCxnSpPr>
              <a:cxnSpLocks/>
              <a:stCxn id="78" idx="6"/>
              <a:endCxn id="87" idx="2"/>
            </p:cNvCxnSpPr>
            <p:nvPr/>
          </p:nvCxnSpPr>
          <p:spPr>
            <a:xfrm flipV="1">
              <a:off x="1610650" y="2343150"/>
              <a:ext cx="269360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33158716-F6BB-7D85-8F10-939F1AE4EA82}"/>
                </a:ext>
              </a:extLst>
            </p:cNvPr>
            <p:cNvSpPr/>
            <p:nvPr/>
          </p:nvSpPr>
          <p:spPr>
            <a:xfrm>
              <a:off x="1880009" y="3105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0F99CB4A-25AD-7E0B-9F77-4FD103BD8AD1}"/>
                </a:ext>
              </a:extLst>
            </p:cNvPr>
            <p:cNvCxnSpPr>
              <a:cxnSpLocks/>
              <a:stCxn id="80" idx="6"/>
              <a:endCxn id="91" idx="2"/>
            </p:cNvCxnSpPr>
            <p:nvPr/>
          </p:nvCxnSpPr>
          <p:spPr>
            <a:xfrm>
              <a:off x="1610650" y="1276350"/>
              <a:ext cx="269359" cy="22860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BDF6B0F6-71E8-5B3A-D01F-C7FE55A64974}"/>
                </a:ext>
              </a:extLst>
            </p:cNvPr>
            <p:cNvCxnSpPr>
              <a:cxnSpLocks/>
              <a:stCxn id="79" idx="6"/>
              <a:endCxn id="91" idx="2"/>
            </p:cNvCxnSpPr>
            <p:nvPr/>
          </p:nvCxnSpPr>
          <p:spPr>
            <a:xfrm>
              <a:off x="1610650" y="2343150"/>
              <a:ext cx="26935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BE94BEC4-F901-34F6-E069-CAECD4821409}"/>
                </a:ext>
              </a:extLst>
            </p:cNvPr>
            <p:cNvCxnSpPr>
              <a:cxnSpLocks/>
              <a:stCxn id="78" idx="6"/>
              <a:endCxn id="91" idx="2"/>
            </p:cNvCxnSpPr>
            <p:nvPr/>
          </p:nvCxnSpPr>
          <p:spPr>
            <a:xfrm>
              <a:off x="1610650" y="3562350"/>
              <a:ext cx="269359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FE29A867-D6C7-BBC7-0D1A-3509AA198690}"/>
                </a:ext>
              </a:extLst>
            </p:cNvPr>
            <p:cNvSpPr/>
            <p:nvPr/>
          </p:nvSpPr>
          <p:spPr>
            <a:xfrm>
              <a:off x="3152278" y="819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C2A9609C-166C-FCED-03DE-6733C1E74949}"/>
                </a:ext>
              </a:extLst>
            </p:cNvPr>
            <p:cNvSpPr/>
            <p:nvPr/>
          </p:nvSpPr>
          <p:spPr>
            <a:xfrm>
              <a:off x="3152276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7B10D17B-6765-4B6F-26AC-5F7A97B54D10}"/>
                </a:ext>
              </a:extLst>
            </p:cNvPr>
            <p:cNvCxnSpPr>
              <a:cxnSpLocks/>
              <a:stCxn id="87" idx="6"/>
              <a:endCxn id="109" idx="2"/>
            </p:cNvCxnSpPr>
            <p:nvPr/>
          </p:nvCxnSpPr>
          <p:spPr>
            <a:xfrm>
              <a:off x="2804861" y="2343150"/>
              <a:ext cx="347416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51D3BA61-1A5D-677E-C734-2DF5F57B6F66}"/>
                </a:ext>
              </a:extLst>
            </p:cNvPr>
            <p:cNvCxnSpPr>
              <a:cxnSpLocks/>
              <a:stCxn id="91" idx="6"/>
              <a:endCxn id="109" idx="2"/>
            </p:cNvCxnSpPr>
            <p:nvPr/>
          </p:nvCxnSpPr>
          <p:spPr>
            <a:xfrm flipV="1">
              <a:off x="2804860" y="2343150"/>
              <a:ext cx="347417" cy="121920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73A03A88-860F-4618-6C6A-77C39ADE432D}"/>
                </a:ext>
              </a:extLst>
            </p:cNvPr>
            <p:cNvCxnSpPr>
              <a:cxnSpLocks/>
              <a:stCxn id="81" idx="6"/>
              <a:endCxn id="109" idx="2"/>
            </p:cNvCxnSpPr>
            <p:nvPr/>
          </p:nvCxnSpPr>
          <p:spPr>
            <a:xfrm>
              <a:off x="2804862" y="1276350"/>
              <a:ext cx="347414" cy="106680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E2824FC7-A7B7-FF3E-364C-EA50769055CC}"/>
                </a:ext>
              </a:extLst>
            </p:cNvPr>
            <p:cNvSpPr/>
            <p:nvPr/>
          </p:nvSpPr>
          <p:spPr>
            <a:xfrm>
              <a:off x="3154360" y="3105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FD819003-9E47-0179-4939-D81005C1EF7A}"/>
                </a:ext>
              </a:extLst>
            </p:cNvPr>
            <p:cNvCxnSpPr>
              <a:cxnSpLocks/>
              <a:stCxn id="91" idx="6"/>
              <a:endCxn id="115" idx="2"/>
            </p:cNvCxnSpPr>
            <p:nvPr/>
          </p:nvCxnSpPr>
          <p:spPr>
            <a:xfrm>
              <a:off x="2804860" y="3562350"/>
              <a:ext cx="349500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F87B4DB2-F7D3-CF48-83AE-00B5E6CC6C72}"/>
                </a:ext>
              </a:extLst>
            </p:cNvPr>
            <p:cNvCxnSpPr>
              <a:cxnSpLocks/>
              <a:stCxn id="87" idx="6"/>
              <a:endCxn id="115" idx="2"/>
            </p:cNvCxnSpPr>
            <p:nvPr/>
          </p:nvCxnSpPr>
          <p:spPr>
            <a:xfrm>
              <a:off x="2804861" y="2343150"/>
              <a:ext cx="34949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D6788941-F6F2-68A5-C957-4A3CB2AAE3D3}"/>
                </a:ext>
              </a:extLst>
            </p:cNvPr>
            <p:cNvCxnSpPr>
              <a:cxnSpLocks/>
              <a:stCxn id="81" idx="6"/>
              <a:endCxn id="115" idx="2"/>
            </p:cNvCxnSpPr>
            <p:nvPr/>
          </p:nvCxnSpPr>
          <p:spPr>
            <a:xfrm>
              <a:off x="2804862" y="1276350"/>
              <a:ext cx="349498" cy="22860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1E71C0CE-B089-D244-F3B3-B8764461D38A}"/>
                </a:ext>
              </a:extLst>
            </p:cNvPr>
            <p:cNvSpPr/>
            <p:nvPr/>
          </p:nvSpPr>
          <p:spPr>
            <a:xfrm>
              <a:off x="4256750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DB4CE946-4AF8-E95A-9143-8E078869D754}"/>
                </a:ext>
              </a:extLst>
            </p:cNvPr>
            <p:cNvCxnSpPr>
              <a:cxnSpLocks/>
              <a:stCxn id="109" idx="6"/>
              <a:endCxn id="142" idx="2"/>
            </p:cNvCxnSpPr>
            <p:nvPr/>
          </p:nvCxnSpPr>
          <p:spPr>
            <a:xfrm>
              <a:off x="4077127" y="2343150"/>
              <a:ext cx="179623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C0AC0D99-E81C-1E1E-9D44-161405AC5327}"/>
                </a:ext>
              </a:extLst>
            </p:cNvPr>
            <p:cNvCxnSpPr>
              <a:cxnSpLocks/>
              <a:stCxn id="115" idx="6"/>
              <a:endCxn id="142" idx="2"/>
            </p:cNvCxnSpPr>
            <p:nvPr/>
          </p:nvCxnSpPr>
          <p:spPr>
            <a:xfrm flipV="1">
              <a:off x="4079210" y="2343150"/>
              <a:ext cx="17753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Arrow Connector 174">
              <a:extLst>
                <a:ext uri="{FF2B5EF4-FFF2-40B4-BE49-F238E27FC236}">
                  <a16:creationId xmlns:a16="http://schemas.microsoft.com/office/drawing/2014/main" id="{945E6672-B797-2B08-DF76-6C8A0E2D8F94}"/>
                </a:ext>
              </a:extLst>
            </p:cNvPr>
            <p:cNvCxnSpPr>
              <a:cxnSpLocks/>
              <a:stCxn id="103" idx="6"/>
              <a:endCxn id="142" idx="2"/>
            </p:cNvCxnSpPr>
            <p:nvPr/>
          </p:nvCxnSpPr>
          <p:spPr>
            <a:xfrm>
              <a:off x="4077128" y="1276350"/>
              <a:ext cx="179622" cy="1066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639D3584-7352-E67D-44D9-AA95EA513696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489" y="1169724"/>
              <a:ext cx="347472" cy="22860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BCBED912-4F09-0946-7E28-CA6C022030BB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68701" y="1169724"/>
              <a:ext cx="347472" cy="22860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3D6FCAD4-5FD8-8016-FBFE-B841A0A03243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0965" y="1123712"/>
              <a:ext cx="347472" cy="228600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34C86680-BAD5-B24F-0BEA-476B8FF79CAF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222" y="2260527"/>
              <a:ext cx="267462" cy="180594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A7E075D1-CC2E-1738-60DA-D2D77EB6A553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489" y="3457956"/>
              <a:ext cx="274320" cy="18059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2E35D2B-B9D0-D1B2-A565-85DC0C48606B}"/>
                  </a:ext>
                </a:extLst>
              </p:cNvPr>
              <p:cNvSpPr txBox="1"/>
              <p:nvPr/>
            </p:nvSpPr>
            <p:spPr>
              <a:xfrm>
                <a:off x="2937712" y="1700788"/>
                <a:ext cx="3272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2E35D2B-B9D0-D1B2-A565-85DC0C4860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7712" y="1700788"/>
                <a:ext cx="327205" cy="268984"/>
              </a:xfrm>
              <a:prstGeom prst="rect">
                <a:avLst/>
              </a:prstGeom>
              <a:blipFill>
                <a:blip r:embed="rId17"/>
                <a:stretch>
                  <a:fillRect l="-7407" t="-2273" r="-9259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554C693-DE68-CCBE-E3CA-E8F3746C6FA3}"/>
                  </a:ext>
                </a:extLst>
              </p:cNvPr>
              <p:cNvSpPr txBox="1"/>
              <p:nvPr/>
            </p:nvSpPr>
            <p:spPr>
              <a:xfrm>
                <a:off x="3518782" y="1700788"/>
                <a:ext cx="3356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554C693-DE68-CCBE-E3CA-E8F3746C6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8782" y="1700788"/>
                <a:ext cx="335605" cy="268984"/>
              </a:xfrm>
              <a:prstGeom prst="rect">
                <a:avLst/>
              </a:prstGeom>
              <a:blipFill>
                <a:blip r:embed="rId18"/>
                <a:stretch>
                  <a:fillRect l="-7273" t="-2273" r="-10909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7988AF2-0A72-FCF9-09FB-7347488442C7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3264917" y="1835280"/>
            <a:ext cx="25386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5211445-0A9F-742A-8137-0D74763B4619}"/>
                  </a:ext>
                </a:extLst>
              </p:cNvPr>
              <p:cNvSpPr txBox="1"/>
              <p:nvPr/>
            </p:nvSpPr>
            <p:spPr>
              <a:xfrm>
                <a:off x="2921000" y="2913307"/>
                <a:ext cx="327205" cy="2787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5211445-0A9F-742A-8137-0D74763B4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1000" y="2913307"/>
                <a:ext cx="327205" cy="278794"/>
              </a:xfrm>
              <a:prstGeom prst="rect">
                <a:avLst/>
              </a:prstGeom>
              <a:blipFill>
                <a:blip r:embed="rId19"/>
                <a:stretch>
                  <a:fillRect l="-5556" t="-4348" r="-11111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BFCBCDC-58A0-F492-9774-044329D6F7AF}"/>
                  </a:ext>
                </a:extLst>
              </p:cNvPr>
              <p:cNvSpPr txBox="1"/>
              <p:nvPr/>
            </p:nvSpPr>
            <p:spPr>
              <a:xfrm>
                <a:off x="3502070" y="2913307"/>
                <a:ext cx="335605" cy="2787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BFCBCDC-58A0-F492-9774-044329D6F7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070" y="2913307"/>
                <a:ext cx="335605" cy="278794"/>
              </a:xfrm>
              <a:prstGeom prst="rect">
                <a:avLst/>
              </a:prstGeom>
              <a:blipFill>
                <a:blip r:embed="rId20"/>
                <a:stretch>
                  <a:fillRect l="-7143" t="-4348" r="-8929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590A5AF-EC76-5BEF-5DF2-790163260087}"/>
              </a:ext>
            </a:extLst>
          </p:cNvPr>
          <p:cNvCxnSpPr>
            <a:cxnSpLocks/>
            <a:stCxn id="43" idx="3"/>
            <a:endCxn id="44" idx="1"/>
          </p:cNvCxnSpPr>
          <p:nvPr/>
        </p:nvCxnSpPr>
        <p:spPr>
          <a:xfrm>
            <a:off x="3248205" y="3052704"/>
            <a:ext cx="25386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8FE7383-E66B-0D8E-96F1-7F5896AEC891}"/>
                  </a:ext>
                </a:extLst>
              </p:cNvPr>
              <p:cNvSpPr txBox="1"/>
              <p:nvPr/>
            </p:nvSpPr>
            <p:spPr>
              <a:xfrm>
                <a:off x="5045901" y="1693347"/>
                <a:ext cx="3272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8FE7383-E66B-0D8E-96F1-7F5896AEC8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5901" y="1693347"/>
                <a:ext cx="327205" cy="268984"/>
              </a:xfrm>
              <a:prstGeom prst="rect">
                <a:avLst/>
              </a:prstGeom>
              <a:blipFill>
                <a:blip r:embed="rId21"/>
                <a:stretch>
                  <a:fillRect l="-7547" t="-4545" r="-11321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08237AA-B9D9-3CEA-3C58-8AB19F4205B2}"/>
                  </a:ext>
                </a:extLst>
              </p:cNvPr>
              <p:cNvSpPr txBox="1"/>
              <p:nvPr/>
            </p:nvSpPr>
            <p:spPr>
              <a:xfrm>
                <a:off x="5626971" y="1693347"/>
                <a:ext cx="3356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08237AA-B9D9-3CEA-3C58-8AB19F42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6971" y="1693347"/>
                <a:ext cx="335605" cy="268984"/>
              </a:xfrm>
              <a:prstGeom prst="rect">
                <a:avLst/>
              </a:prstGeom>
              <a:blipFill>
                <a:blip r:embed="rId22"/>
                <a:stretch>
                  <a:fillRect l="-7273" t="-4545" r="-10909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36088DF-F890-EB17-B047-AFBA6EEF2099}"/>
              </a:ext>
            </a:extLst>
          </p:cNvPr>
          <p:cNvCxnSpPr>
            <a:cxnSpLocks/>
            <a:stCxn id="46" idx="3"/>
            <a:endCxn id="47" idx="1"/>
          </p:cNvCxnSpPr>
          <p:nvPr/>
        </p:nvCxnSpPr>
        <p:spPr>
          <a:xfrm>
            <a:off x="5373106" y="1827839"/>
            <a:ext cx="25386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CCCE3D7-71EA-054E-8481-760200149957}"/>
                  </a:ext>
                </a:extLst>
              </p:cNvPr>
              <p:cNvSpPr txBox="1"/>
              <p:nvPr/>
            </p:nvSpPr>
            <p:spPr>
              <a:xfrm>
                <a:off x="5029189" y="2905866"/>
                <a:ext cx="327205" cy="2787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CCCE3D7-71EA-054E-8481-7602001499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189" y="2905866"/>
                <a:ext cx="327205" cy="278794"/>
              </a:xfrm>
              <a:prstGeom prst="rect">
                <a:avLst/>
              </a:prstGeom>
              <a:blipFill>
                <a:blip r:embed="rId23"/>
                <a:stretch>
                  <a:fillRect l="-7407" t="-4444" r="-9259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B4A83D4-C688-0132-871B-128B60B21439}"/>
                  </a:ext>
                </a:extLst>
              </p:cNvPr>
              <p:cNvSpPr txBox="1"/>
              <p:nvPr/>
            </p:nvSpPr>
            <p:spPr>
              <a:xfrm>
                <a:off x="5610259" y="2905866"/>
                <a:ext cx="335605" cy="2787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B4A83D4-C688-0132-871B-128B60B214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259" y="2905866"/>
                <a:ext cx="335605" cy="278794"/>
              </a:xfrm>
              <a:prstGeom prst="rect">
                <a:avLst/>
              </a:prstGeom>
              <a:blipFill>
                <a:blip r:embed="rId24"/>
                <a:stretch>
                  <a:fillRect l="-7273" t="-4444" r="-10909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FE8991D-CB04-835F-04E7-D17FBC34965D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>
            <a:off x="5356394" y="3045263"/>
            <a:ext cx="25386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692C0D2-F865-C35A-20E1-79C67E4CE89E}"/>
                  </a:ext>
                </a:extLst>
              </p:cNvPr>
              <p:cNvSpPr txBox="1"/>
              <p:nvPr/>
            </p:nvSpPr>
            <p:spPr>
              <a:xfrm>
                <a:off x="6864954" y="1680550"/>
                <a:ext cx="3272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692C0D2-F865-C35A-20E1-79C67E4CE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4954" y="1680550"/>
                <a:ext cx="327205" cy="268984"/>
              </a:xfrm>
              <a:prstGeom prst="rect">
                <a:avLst/>
              </a:prstGeom>
              <a:blipFill>
                <a:blip r:embed="rId25"/>
                <a:stretch>
                  <a:fillRect l="-5556" t="-4545" r="-11111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3A2EF28-3DDE-7F20-EC49-ADD394CE92C9}"/>
                  </a:ext>
                </a:extLst>
              </p:cNvPr>
              <p:cNvSpPr txBox="1"/>
              <p:nvPr/>
            </p:nvSpPr>
            <p:spPr>
              <a:xfrm>
                <a:off x="7446024" y="1680550"/>
                <a:ext cx="3356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3A2EF28-3DDE-7F20-EC49-ADD394CE9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6024" y="1680550"/>
                <a:ext cx="335605" cy="268984"/>
              </a:xfrm>
              <a:prstGeom prst="rect">
                <a:avLst/>
              </a:prstGeom>
              <a:blipFill>
                <a:blip r:embed="rId26"/>
                <a:stretch>
                  <a:fillRect l="-7143" t="-4545" r="-8929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D611846-68F6-0793-499D-44CCC013CC58}"/>
              </a:ext>
            </a:extLst>
          </p:cNvPr>
          <p:cNvCxnSpPr>
            <a:cxnSpLocks/>
            <a:stCxn id="52" idx="3"/>
            <a:endCxn id="53" idx="1"/>
          </p:cNvCxnSpPr>
          <p:nvPr/>
        </p:nvCxnSpPr>
        <p:spPr>
          <a:xfrm>
            <a:off x="7192159" y="1815042"/>
            <a:ext cx="25386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E82352CE-1BA8-BBD8-49F6-268ABAC0AEB7}"/>
              </a:ext>
            </a:extLst>
          </p:cNvPr>
          <p:cNvSpPr txBox="1"/>
          <p:nvPr/>
        </p:nvSpPr>
        <p:spPr>
          <a:xfrm>
            <a:off x="1160424" y="3843916"/>
            <a:ext cx="7391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solidFill>
                  <a:prstClr val="black"/>
                </a:solidFill>
                <a:latin typeface="Calibri"/>
              </a:rPr>
              <a:t>“error” of cost for         (unit    in layer   ). 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E46DA1CF-3D08-FC1D-70CD-D41F378A84D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824" y="3855239"/>
            <a:ext cx="644332" cy="401688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0FDF0A83-9638-BA7F-21B3-7DE3206F071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711" y="3855239"/>
            <a:ext cx="350713" cy="40168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2C746EAB-784F-CCAE-0EE0-94F2135AB4B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224" y="3952140"/>
            <a:ext cx="125730" cy="26289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11C5EA46-8893-B63A-7297-A146D33958E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2253" y="3977429"/>
            <a:ext cx="61171" cy="191669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151AE28B-5D32-E1F9-B20E-F1881CCA9944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248" y="4288071"/>
            <a:ext cx="2081846" cy="526069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C5E853F-B939-B256-C6B9-88D15EB618FF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6410" y="4425802"/>
            <a:ext cx="619864" cy="236527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69D9D2CF-5A39-8593-8803-AFEC0EFF7EA9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105" y="4804410"/>
            <a:ext cx="5335905" cy="291465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C6449BFD-EF05-D56D-E1BC-814DED3F621A}"/>
              </a:ext>
            </a:extLst>
          </p:cNvPr>
          <p:cNvSpPr txBox="1"/>
          <p:nvPr/>
        </p:nvSpPr>
        <p:spPr>
          <a:xfrm>
            <a:off x="838200" y="4288587"/>
            <a:ext cx="76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prstClr val="black"/>
                </a:solidFill>
                <a:latin typeface="Calibri"/>
              </a:rPr>
              <a:t>Formally,		             (for           ), where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85A527D-B132-1C2A-9264-BEE713910940}"/>
                  </a:ext>
                </a:extLst>
              </p:cNvPr>
              <p:cNvSpPr txBox="1"/>
              <p:nvPr/>
            </p:nvSpPr>
            <p:spPr>
              <a:xfrm>
                <a:off x="7033154" y="2022280"/>
                <a:ext cx="580672" cy="4612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85A527D-B132-1C2A-9264-BEE713910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3154" y="2022280"/>
                <a:ext cx="580672" cy="46128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22690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FB40B-00D5-E5F8-88C8-AC87D3F0D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00BECD-5F86-41A4-36A3-E14CDA0A7D62}"/>
              </a:ext>
            </a:extLst>
          </p:cNvPr>
          <p:cNvSpPr txBox="1"/>
          <p:nvPr/>
        </p:nvSpPr>
        <p:spPr>
          <a:xfrm>
            <a:off x="318382" y="86739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Calibri"/>
              </a:rPr>
              <a:t>Forward Propagation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962A3EE-CB64-EA34-3D59-666C580C60FF}"/>
              </a:ext>
            </a:extLst>
          </p:cNvPr>
          <p:cNvGrpSpPr/>
          <p:nvPr/>
        </p:nvGrpSpPr>
        <p:grpSpPr>
          <a:xfrm>
            <a:off x="685800" y="554161"/>
            <a:ext cx="7391400" cy="3200400"/>
            <a:chOff x="685800" y="819150"/>
            <a:chExt cx="4495800" cy="3200400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CEB0A55B-4E60-4EDB-D3D6-DA9A00B3BC64}"/>
                </a:ext>
              </a:extLst>
            </p:cNvPr>
            <p:cNvSpPr/>
            <p:nvPr/>
          </p:nvSpPr>
          <p:spPr>
            <a:xfrm>
              <a:off x="685800" y="31051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05FAADD6-9806-3827-459B-5E759ED00EA7}"/>
                </a:ext>
              </a:extLst>
            </p:cNvPr>
            <p:cNvSpPr/>
            <p:nvPr/>
          </p:nvSpPr>
          <p:spPr>
            <a:xfrm>
              <a:off x="685800" y="18859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67135531-BA70-44A3-0F81-FCD94CD06A95}"/>
                </a:ext>
              </a:extLst>
            </p:cNvPr>
            <p:cNvSpPr/>
            <p:nvPr/>
          </p:nvSpPr>
          <p:spPr>
            <a:xfrm>
              <a:off x="685800" y="8191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AF008CB5-4C2C-67D0-4C62-090F81511F55}"/>
                </a:ext>
              </a:extLst>
            </p:cNvPr>
            <p:cNvSpPr/>
            <p:nvPr/>
          </p:nvSpPr>
          <p:spPr>
            <a:xfrm>
              <a:off x="1880012" y="819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81FC0745-212A-D6EC-303A-131CD57EF8FA}"/>
                </a:ext>
              </a:extLst>
            </p:cNvPr>
            <p:cNvSpPr/>
            <p:nvPr/>
          </p:nvSpPr>
          <p:spPr>
            <a:xfrm>
              <a:off x="1880011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DC549B3E-43D7-F43B-4225-E4E9D24D9F31}"/>
                </a:ext>
              </a:extLst>
            </p:cNvPr>
            <p:cNvCxnSpPr>
              <a:cxnSpLocks/>
              <a:stCxn id="80" idx="6"/>
              <a:endCxn id="87" idx="2"/>
            </p:cNvCxnSpPr>
            <p:nvPr/>
          </p:nvCxnSpPr>
          <p:spPr>
            <a:xfrm>
              <a:off x="1610650" y="1276350"/>
              <a:ext cx="269360" cy="1066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123942E3-9D9E-7F96-66C8-BF731B5395D9}"/>
                </a:ext>
              </a:extLst>
            </p:cNvPr>
            <p:cNvCxnSpPr>
              <a:cxnSpLocks/>
              <a:stCxn id="79" idx="6"/>
              <a:endCxn id="87" idx="2"/>
            </p:cNvCxnSpPr>
            <p:nvPr/>
          </p:nvCxnSpPr>
          <p:spPr>
            <a:xfrm>
              <a:off x="1610650" y="2343150"/>
              <a:ext cx="269360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BA213B17-2093-33A9-7344-DE8ADB7B7E41}"/>
                </a:ext>
              </a:extLst>
            </p:cNvPr>
            <p:cNvCxnSpPr>
              <a:cxnSpLocks/>
              <a:stCxn id="78" idx="6"/>
              <a:endCxn id="87" idx="2"/>
            </p:cNvCxnSpPr>
            <p:nvPr/>
          </p:nvCxnSpPr>
          <p:spPr>
            <a:xfrm flipV="1">
              <a:off x="1610650" y="2343150"/>
              <a:ext cx="269360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52E1ACCD-4AB3-5A68-5127-B5232AD814BA}"/>
                </a:ext>
              </a:extLst>
            </p:cNvPr>
            <p:cNvSpPr/>
            <p:nvPr/>
          </p:nvSpPr>
          <p:spPr>
            <a:xfrm>
              <a:off x="1880009" y="3105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F14F8CB4-C569-F3E8-4835-06D30CD386B9}"/>
                </a:ext>
              </a:extLst>
            </p:cNvPr>
            <p:cNvCxnSpPr>
              <a:cxnSpLocks/>
              <a:stCxn id="80" idx="6"/>
              <a:endCxn id="91" idx="2"/>
            </p:cNvCxnSpPr>
            <p:nvPr/>
          </p:nvCxnSpPr>
          <p:spPr>
            <a:xfrm>
              <a:off x="1610650" y="1276350"/>
              <a:ext cx="269359" cy="22860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5D8F9D1E-4BAB-9CB8-0418-0AD847FE0CF4}"/>
                </a:ext>
              </a:extLst>
            </p:cNvPr>
            <p:cNvCxnSpPr>
              <a:cxnSpLocks/>
              <a:stCxn id="79" idx="6"/>
              <a:endCxn id="91" idx="2"/>
            </p:cNvCxnSpPr>
            <p:nvPr/>
          </p:nvCxnSpPr>
          <p:spPr>
            <a:xfrm>
              <a:off x="1610650" y="2343150"/>
              <a:ext cx="26935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6ACC0135-F27D-2653-9483-8156494C4D26}"/>
                </a:ext>
              </a:extLst>
            </p:cNvPr>
            <p:cNvCxnSpPr>
              <a:cxnSpLocks/>
              <a:stCxn id="78" idx="6"/>
              <a:endCxn id="91" idx="2"/>
            </p:cNvCxnSpPr>
            <p:nvPr/>
          </p:nvCxnSpPr>
          <p:spPr>
            <a:xfrm>
              <a:off x="1610650" y="3562350"/>
              <a:ext cx="269359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677CC575-1D22-1EA2-073C-B40BE7495121}"/>
                </a:ext>
              </a:extLst>
            </p:cNvPr>
            <p:cNvSpPr/>
            <p:nvPr/>
          </p:nvSpPr>
          <p:spPr>
            <a:xfrm>
              <a:off x="3152278" y="819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C6906DC-B9D7-655B-73F3-3B22D3BD9C59}"/>
                </a:ext>
              </a:extLst>
            </p:cNvPr>
            <p:cNvSpPr/>
            <p:nvPr/>
          </p:nvSpPr>
          <p:spPr>
            <a:xfrm>
              <a:off x="3152276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458C58FD-A2F8-1123-EE34-C8A402E353B4}"/>
                </a:ext>
              </a:extLst>
            </p:cNvPr>
            <p:cNvCxnSpPr>
              <a:cxnSpLocks/>
              <a:stCxn id="87" idx="6"/>
              <a:endCxn id="109" idx="2"/>
            </p:cNvCxnSpPr>
            <p:nvPr/>
          </p:nvCxnSpPr>
          <p:spPr>
            <a:xfrm>
              <a:off x="2804861" y="2343150"/>
              <a:ext cx="347416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EF17F153-79ED-214D-25E3-F8BC63F456B1}"/>
                </a:ext>
              </a:extLst>
            </p:cNvPr>
            <p:cNvCxnSpPr>
              <a:cxnSpLocks/>
              <a:stCxn id="91" idx="6"/>
              <a:endCxn id="109" idx="2"/>
            </p:cNvCxnSpPr>
            <p:nvPr/>
          </p:nvCxnSpPr>
          <p:spPr>
            <a:xfrm flipV="1">
              <a:off x="2804860" y="2343150"/>
              <a:ext cx="347417" cy="121920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9B591CCD-412A-9FCD-EA0C-B1CB3E0496FA}"/>
                </a:ext>
              </a:extLst>
            </p:cNvPr>
            <p:cNvCxnSpPr>
              <a:cxnSpLocks/>
              <a:stCxn id="81" idx="6"/>
              <a:endCxn id="109" idx="2"/>
            </p:cNvCxnSpPr>
            <p:nvPr/>
          </p:nvCxnSpPr>
          <p:spPr>
            <a:xfrm>
              <a:off x="2804862" y="1276350"/>
              <a:ext cx="347414" cy="106680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024C2FC6-D7C7-240D-F25A-DCFDDF265153}"/>
                </a:ext>
              </a:extLst>
            </p:cNvPr>
            <p:cNvSpPr/>
            <p:nvPr/>
          </p:nvSpPr>
          <p:spPr>
            <a:xfrm>
              <a:off x="3154360" y="3105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A2DB645B-A146-A9E3-5455-D9148C1EE014}"/>
                </a:ext>
              </a:extLst>
            </p:cNvPr>
            <p:cNvCxnSpPr>
              <a:cxnSpLocks/>
              <a:stCxn id="91" idx="6"/>
              <a:endCxn id="115" idx="2"/>
            </p:cNvCxnSpPr>
            <p:nvPr/>
          </p:nvCxnSpPr>
          <p:spPr>
            <a:xfrm>
              <a:off x="2804860" y="3562350"/>
              <a:ext cx="349500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2898270C-AEC6-7A0E-01F7-0B57DFA5D15C}"/>
                </a:ext>
              </a:extLst>
            </p:cNvPr>
            <p:cNvCxnSpPr>
              <a:cxnSpLocks/>
              <a:stCxn id="87" idx="6"/>
              <a:endCxn id="115" idx="2"/>
            </p:cNvCxnSpPr>
            <p:nvPr/>
          </p:nvCxnSpPr>
          <p:spPr>
            <a:xfrm>
              <a:off x="2804861" y="2343150"/>
              <a:ext cx="34949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488B4E46-4D74-2D57-FBDF-9BDA61FC8AFB}"/>
                </a:ext>
              </a:extLst>
            </p:cNvPr>
            <p:cNvCxnSpPr>
              <a:cxnSpLocks/>
              <a:stCxn id="81" idx="6"/>
              <a:endCxn id="115" idx="2"/>
            </p:cNvCxnSpPr>
            <p:nvPr/>
          </p:nvCxnSpPr>
          <p:spPr>
            <a:xfrm>
              <a:off x="2804862" y="1276350"/>
              <a:ext cx="349498" cy="22860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6106BD58-4252-5B72-C9D1-107B0F2A79BF}"/>
                </a:ext>
              </a:extLst>
            </p:cNvPr>
            <p:cNvSpPr/>
            <p:nvPr/>
          </p:nvSpPr>
          <p:spPr>
            <a:xfrm>
              <a:off x="4256750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81E6EAC4-CF79-E59C-8FEC-7FD1227C97BC}"/>
                </a:ext>
              </a:extLst>
            </p:cNvPr>
            <p:cNvCxnSpPr>
              <a:cxnSpLocks/>
              <a:stCxn id="109" idx="6"/>
              <a:endCxn id="142" idx="2"/>
            </p:cNvCxnSpPr>
            <p:nvPr/>
          </p:nvCxnSpPr>
          <p:spPr>
            <a:xfrm>
              <a:off x="4077127" y="2343150"/>
              <a:ext cx="179623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BD1F0848-1DC8-9DFE-30F8-37B462CA1605}"/>
                </a:ext>
              </a:extLst>
            </p:cNvPr>
            <p:cNvCxnSpPr>
              <a:cxnSpLocks/>
              <a:stCxn id="115" idx="6"/>
              <a:endCxn id="142" idx="2"/>
            </p:cNvCxnSpPr>
            <p:nvPr/>
          </p:nvCxnSpPr>
          <p:spPr>
            <a:xfrm flipV="1">
              <a:off x="4079210" y="2343150"/>
              <a:ext cx="17753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Arrow Connector 174">
              <a:extLst>
                <a:ext uri="{FF2B5EF4-FFF2-40B4-BE49-F238E27FC236}">
                  <a16:creationId xmlns:a16="http://schemas.microsoft.com/office/drawing/2014/main" id="{F342EBAF-5771-F6AD-CF31-FD752B09235F}"/>
                </a:ext>
              </a:extLst>
            </p:cNvPr>
            <p:cNvCxnSpPr>
              <a:cxnSpLocks/>
              <a:stCxn id="103" idx="6"/>
              <a:endCxn id="142" idx="2"/>
            </p:cNvCxnSpPr>
            <p:nvPr/>
          </p:nvCxnSpPr>
          <p:spPr>
            <a:xfrm>
              <a:off x="4077128" y="1276350"/>
              <a:ext cx="179622" cy="1066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3246AE42-B4E8-BAC4-A851-80D57345302A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489" y="1169724"/>
              <a:ext cx="347472" cy="22860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036D421F-2D7F-75F6-464C-7AFF9B1DEF90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68701" y="1169724"/>
              <a:ext cx="347472" cy="22860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2DB46324-DB86-F899-5339-45013FFE3076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0965" y="1123712"/>
              <a:ext cx="347472" cy="228600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3409308B-BFCD-5DAC-C35A-3162D0A55725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222" y="2260527"/>
              <a:ext cx="267462" cy="180594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22769DAF-4098-170B-8414-EF7B2DE448AA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489" y="3457956"/>
              <a:ext cx="274320" cy="18059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94E9F3B-29AE-6AEF-8728-390ABA0DEC7D}"/>
                  </a:ext>
                </a:extLst>
              </p:cNvPr>
              <p:cNvSpPr txBox="1"/>
              <p:nvPr/>
            </p:nvSpPr>
            <p:spPr>
              <a:xfrm>
                <a:off x="2937712" y="1700788"/>
                <a:ext cx="3272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94E9F3B-29AE-6AEF-8728-390ABA0DE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7712" y="1700788"/>
                <a:ext cx="327205" cy="268984"/>
              </a:xfrm>
              <a:prstGeom prst="rect">
                <a:avLst/>
              </a:prstGeom>
              <a:blipFill>
                <a:blip r:embed="rId17"/>
                <a:stretch>
                  <a:fillRect l="-7407" t="-2273" r="-9259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32C7E08-7A71-A30E-6531-2851558726C2}"/>
                  </a:ext>
                </a:extLst>
              </p:cNvPr>
              <p:cNvSpPr txBox="1"/>
              <p:nvPr/>
            </p:nvSpPr>
            <p:spPr>
              <a:xfrm>
                <a:off x="3518782" y="1700788"/>
                <a:ext cx="3356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32C7E08-7A71-A30E-6531-285155872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8782" y="1700788"/>
                <a:ext cx="335605" cy="268984"/>
              </a:xfrm>
              <a:prstGeom prst="rect">
                <a:avLst/>
              </a:prstGeom>
              <a:blipFill>
                <a:blip r:embed="rId18"/>
                <a:stretch>
                  <a:fillRect l="-7273" t="-2273" r="-10909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789E0D0-539D-6922-2E28-65DE70249686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3264917" y="1835280"/>
            <a:ext cx="25386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CDDD4F4-14BC-0040-FC45-93513812A33E}"/>
                  </a:ext>
                </a:extLst>
              </p:cNvPr>
              <p:cNvSpPr txBox="1"/>
              <p:nvPr/>
            </p:nvSpPr>
            <p:spPr>
              <a:xfrm>
                <a:off x="2921000" y="2913307"/>
                <a:ext cx="327205" cy="2787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CDDD4F4-14BC-0040-FC45-93513812A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1000" y="2913307"/>
                <a:ext cx="327205" cy="278794"/>
              </a:xfrm>
              <a:prstGeom prst="rect">
                <a:avLst/>
              </a:prstGeom>
              <a:blipFill>
                <a:blip r:embed="rId19"/>
                <a:stretch>
                  <a:fillRect l="-5556" t="-4348" r="-11111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DAEA224-C489-64D9-9AF6-77748BA2FA37}"/>
                  </a:ext>
                </a:extLst>
              </p:cNvPr>
              <p:cNvSpPr txBox="1"/>
              <p:nvPr/>
            </p:nvSpPr>
            <p:spPr>
              <a:xfrm>
                <a:off x="3502070" y="2913307"/>
                <a:ext cx="335605" cy="2787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DAEA224-C489-64D9-9AF6-77748BA2F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070" y="2913307"/>
                <a:ext cx="335605" cy="278794"/>
              </a:xfrm>
              <a:prstGeom prst="rect">
                <a:avLst/>
              </a:prstGeom>
              <a:blipFill>
                <a:blip r:embed="rId20"/>
                <a:stretch>
                  <a:fillRect l="-7143" t="-4348" r="-8929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9E27675-A7E8-4FE1-F3B4-30AB2C7385F0}"/>
              </a:ext>
            </a:extLst>
          </p:cNvPr>
          <p:cNvCxnSpPr>
            <a:cxnSpLocks/>
            <a:stCxn id="43" idx="3"/>
            <a:endCxn id="44" idx="1"/>
          </p:cNvCxnSpPr>
          <p:nvPr/>
        </p:nvCxnSpPr>
        <p:spPr>
          <a:xfrm>
            <a:off x="3248205" y="3052704"/>
            <a:ext cx="25386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9987C4A-2AD8-D377-3057-FE51B0CF654D}"/>
                  </a:ext>
                </a:extLst>
              </p:cNvPr>
              <p:cNvSpPr txBox="1"/>
              <p:nvPr/>
            </p:nvSpPr>
            <p:spPr>
              <a:xfrm>
                <a:off x="5045901" y="1693347"/>
                <a:ext cx="3272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9987C4A-2AD8-D377-3057-FE51B0CF6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5901" y="1693347"/>
                <a:ext cx="327205" cy="268984"/>
              </a:xfrm>
              <a:prstGeom prst="rect">
                <a:avLst/>
              </a:prstGeom>
              <a:blipFill>
                <a:blip r:embed="rId21"/>
                <a:stretch>
                  <a:fillRect l="-7547" t="-4545" r="-11321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3B70A94-847F-A836-4531-3103FC2AC307}"/>
                  </a:ext>
                </a:extLst>
              </p:cNvPr>
              <p:cNvSpPr txBox="1"/>
              <p:nvPr/>
            </p:nvSpPr>
            <p:spPr>
              <a:xfrm>
                <a:off x="5626971" y="1693347"/>
                <a:ext cx="3356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3B70A94-847F-A836-4531-3103FC2AC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6971" y="1693347"/>
                <a:ext cx="335605" cy="268984"/>
              </a:xfrm>
              <a:prstGeom prst="rect">
                <a:avLst/>
              </a:prstGeom>
              <a:blipFill>
                <a:blip r:embed="rId22"/>
                <a:stretch>
                  <a:fillRect l="-7273" t="-4545" r="-10909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3FCC6B6-DD96-A7D0-56FE-F546C9B8041B}"/>
              </a:ext>
            </a:extLst>
          </p:cNvPr>
          <p:cNvCxnSpPr>
            <a:cxnSpLocks/>
            <a:stCxn id="46" idx="3"/>
            <a:endCxn id="47" idx="1"/>
          </p:cNvCxnSpPr>
          <p:nvPr/>
        </p:nvCxnSpPr>
        <p:spPr>
          <a:xfrm>
            <a:off x="5373106" y="1827839"/>
            <a:ext cx="25386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F3B5910-7EF3-B11E-B590-CCE1DF23F092}"/>
                  </a:ext>
                </a:extLst>
              </p:cNvPr>
              <p:cNvSpPr txBox="1"/>
              <p:nvPr/>
            </p:nvSpPr>
            <p:spPr>
              <a:xfrm>
                <a:off x="5029189" y="2905866"/>
                <a:ext cx="327205" cy="2787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F3B5910-7EF3-B11E-B590-CCE1DF23F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189" y="2905866"/>
                <a:ext cx="327205" cy="278794"/>
              </a:xfrm>
              <a:prstGeom prst="rect">
                <a:avLst/>
              </a:prstGeom>
              <a:blipFill>
                <a:blip r:embed="rId23"/>
                <a:stretch>
                  <a:fillRect l="-7407" t="-4444" r="-9259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BD4FB0B-8CCF-BACD-CBB3-0BFC0CDCDD58}"/>
                  </a:ext>
                </a:extLst>
              </p:cNvPr>
              <p:cNvSpPr txBox="1"/>
              <p:nvPr/>
            </p:nvSpPr>
            <p:spPr>
              <a:xfrm>
                <a:off x="5610259" y="2905866"/>
                <a:ext cx="335605" cy="2787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BD4FB0B-8CCF-BACD-CBB3-0BFC0CDCDD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259" y="2905866"/>
                <a:ext cx="335605" cy="278794"/>
              </a:xfrm>
              <a:prstGeom prst="rect">
                <a:avLst/>
              </a:prstGeom>
              <a:blipFill>
                <a:blip r:embed="rId24"/>
                <a:stretch>
                  <a:fillRect l="-7273" t="-4444" r="-10909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90685B4-0E84-4C3C-E6A1-D6EE8438300C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>
            <a:off x="5356394" y="3045263"/>
            <a:ext cx="25386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A21AC3A-E7F7-59B6-A5CA-F469F682FB63}"/>
                  </a:ext>
                </a:extLst>
              </p:cNvPr>
              <p:cNvSpPr txBox="1"/>
              <p:nvPr/>
            </p:nvSpPr>
            <p:spPr>
              <a:xfrm>
                <a:off x="6864954" y="1680550"/>
                <a:ext cx="3272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A21AC3A-E7F7-59B6-A5CA-F469F682F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4954" y="1680550"/>
                <a:ext cx="327205" cy="268984"/>
              </a:xfrm>
              <a:prstGeom prst="rect">
                <a:avLst/>
              </a:prstGeom>
              <a:blipFill>
                <a:blip r:embed="rId25"/>
                <a:stretch>
                  <a:fillRect l="-5556" t="-4545" r="-11111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B42F998-48A2-F17E-FCFD-C6A2B8D9FABA}"/>
                  </a:ext>
                </a:extLst>
              </p:cNvPr>
              <p:cNvSpPr txBox="1"/>
              <p:nvPr/>
            </p:nvSpPr>
            <p:spPr>
              <a:xfrm>
                <a:off x="7446024" y="1680550"/>
                <a:ext cx="3356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B42F998-48A2-F17E-FCFD-C6A2B8D9F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6024" y="1680550"/>
                <a:ext cx="335605" cy="268984"/>
              </a:xfrm>
              <a:prstGeom prst="rect">
                <a:avLst/>
              </a:prstGeom>
              <a:blipFill>
                <a:blip r:embed="rId26"/>
                <a:stretch>
                  <a:fillRect l="-7143" t="-4545" r="-8929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74E187C-BC5D-8C8C-BE6C-6AD00C1EA693}"/>
              </a:ext>
            </a:extLst>
          </p:cNvPr>
          <p:cNvCxnSpPr>
            <a:cxnSpLocks/>
            <a:stCxn id="52" idx="3"/>
            <a:endCxn id="53" idx="1"/>
          </p:cNvCxnSpPr>
          <p:nvPr/>
        </p:nvCxnSpPr>
        <p:spPr>
          <a:xfrm>
            <a:off x="7192159" y="1815042"/>
            <a:ext cx="25386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A4DD8A1B-E062-100A-953C-E14FED230B5D}"/>
              </a:ext>
            </a:extLst>
          </p:cNvPr>
          <p:cNvSpPr txBox="1"/>
          <p:nvPr/>
        </p:nvSpPr>
        <p:spPr>
          <a:xfrm>
            <a:off x="1160424" y="3843916"/>
            <a:ext cx="7391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solidFill>
                  <a:prstClr val="black"/>
                </a:solidFill>
                <a:latin typeface="Calibri"/>
              </a:rPr>
              <a:t>“error” of cost for         (unit    in layer   ). 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743E86B9-23E2-EEF1-D23C-572B87AF3A0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824" y="3855239"/>
            <a:ext cx="644332" cy="401688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C11D893B-F368-7EDF-8645-005103F75DD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711" y="3855239"/>
            <a:ext cx="350713" cy="40168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E2AB1FFF-1ECA-E5DC-5C84-DAC1E152F85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224" y="3952140"/>
            <a:ext cx="125730" cy="26289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9A3B274F-500C-715B-30C1-013DF69CB57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2253" y="3977429"/>
            <a:ext cx="61171" cy="191669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7D7A6885-1D8F-CAB4-66FF-DCD9C97015DE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248" y="4288071"/>
            <a:ext cx="2081846" cy="526069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D29B0D0E-51B0-AA74-E0DA-A8A10AE64687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6410" y="4425802"/>
            <a:ext cx="619864" cy="236527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E4B70A04-717B-E59C-7B81-F0BBBCE8ACD3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105" y="4804410"/>
            <a:ext cx="5335905" cy="291465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EDFEAABF-AA77-94DB-9C08-FE4EF3150812}"/>
              </a:ext>
            </a:extLst>
          </p:cNvPr>
          <p:cNvSpPr txBox="1"/>
          <p:nvPr/>
        </p:nvSpPr>
        <p:spPr>
          <a:xfrm>
            <a:off x="838200" y="4288587"/>
            <a:ext cx="76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prstClr val="black"/>
                </a:solidFill>
                <a:latin typeface="Calibri"/>
              </a:rPr>
              <a:t>Formally,		             (for           ), where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514D0BF6-90F7-D711-FEAE-DEDC7D572D17}"/>
                  </a:ext>
                </a:extLst>
              </p:cNvPr>
              <p:cNvSpPr txBox="1"/>
              <p:nvPr/>
            </p:nvSpPr>
            <p:spPr>
              <a:xfrm>
                <a:off x="7033154" y="2022280"/>
                <a:ext cx="580672" cy="4612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514D0BF6-90F7-D711-FEAE-DEDC7D572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3154" y="2022280"/>
                <a:ext cx="580672" cy="46128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E3A6EE5-66A7-F265-4F54-FD1ACE50B763}"/>
                  </a:ext>
                </a:extLst>
              </p:cNvPr>
              <p:cNvSpPr txBox="1"/>
              <p:nvPr/>
            </p:nvSpPr>
            <p:spPr>
              <a:xfrm>
                <a:off x="5270648" y="2028631"/>
                <a:ext cx="580672" cy="4612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E3A6EE5-66A7-F265-4F54-FD1ACE50B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0648" y="2028631"/>
                <a:ext cx="580672" cy="46128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0FF0EE2-67C6-0A43-7CAC-58C72D0284B3}"/>
                  </a:ext>
                </a:extLst>
              </p:cNvPr>
              <p:cNvSpPr txBox="1"/>
              <p:nvPr/>
            </p:nvSpPr>
            <p:spPr>
              <a:xfrm>
                <a:off x="5240311" y="3257406"/>
                <a:ext cx="580672" cy="478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0FF0EE2-67C6-0A43-7CAC-58C72D028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311" y="3257406"/>
                <a:ext cx="580672" cy="478016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AC9EB2E-BC96-A742-BF43-77AB84EECDEB}"/>
              </a:ext>
            </a:extLst>
          </p:cNvPr>
          <p:cNvCxnSpPr>
            <a:stCxn id="142" idx="2"/>
            <a:endCxn id="109" idx="6"/>
          </p:cNvCxnSpPr>
          <p:nvPr/>
        </p:nvCxnSpPr>
        <p:spPr>
          <a:xfrm flipH="1">
            <a:off x="6261370" y="2078161"/>
            <a:ext cx="295314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98CADBD-0020-6D61-F2E2-E7A1C45D8501}"/>
              </a:ext>
            </a:extLst>
          </p:cNvPr>
          <p:cNvCxnSpPr>
            <a:cxnSpLocks/>
            <a:endCxn id="115" idx="6"/>
          </p:cNvCxnSpPr>
          <p:nvPr/>
        </p:nvCxnSpPr>
        <p:spPr>
          <a:xfrm flipH="1">
            <a:off x="6264796" y="2076062"/>
            <a:ext cx="291888" cy="1221299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034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9C3A7-1589-464C-5945-C532B60D6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403101-EF4F-32F4-D7CB-1CF49FBE744F}"/>
              </a:ext>
            </a:extLst>
          </p:cNvPr>
          <p:cNvSpPr txBox="1"/>
          <p:nvPr/>
        </p:nvSpPr>
        <p:spPr>
          <a:xfrm>
            <a:off x="318382" y="86739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Calibri"/>
              </a:rPr>
              <a:t>Forward Propagation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B58FBBC-CF18-9EEC-D2FE-07B0FCFB4F12}"/>
              </a:ext>
            </a:extLst>
          </p:cNvPr>
          <p:cNvGrpSpPr/>
          <p:nvPr/>
        </p:nvGrpSpPr>
        <p:grpSpPr>
          <a:xfrm>
            <a:off x="685800" y="554161"/>
            <a:ext cx="7391400" cy="3200400"/>
            <a:chOff x="685800" y="819150"/>
            <a:chExt cx="4495800" cy="3200400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12576635-4C65-252E-AF5D-CD1543654384}"/>
                </a:ext>
              </a:extLst>
            </p:cNvPr>
            <p:cNvSpPr/>
            <p:nvPr/>
          </p:nvSpPr>
          <p:spPr>
            <a:xfrm>
              <a:off x="685800" y="31051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B8B2E88A-D517-7C12-8076-1AC7B18FFD3D}"/>
                </a:ext>
              </a:extLst>
            </p:cNvPr>
            <p:cNvSpPr/>
            <p:nvPr/>
          </p:nvSpPr>
          <p:spPr>
            <a:xfrm>
              <a:off x="685800" y="18859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8C02AC1D-417E-EEF4-BA8F-16AFC66D8B2B}"/>
                </a:ext>
              </a:extLst>
            </p:cNvPr>
            <p:cNvSpPr/>
            <p:nvPr/>
          </p:nvSpPr>
          <p:spPr>
            <a:xfrm>
              <a:off x="685800" y="8191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8DB52CBC-3643-19A6-2790-CCD81AEEBC2C}"/>
                </a:ext>
              </a:extLst>
            </p:cNvPr>
            <p:cNvSpPr/>
            <p:nvPr/>
          </p:nvSpPr>
          <p:spPr>
            <a:xfrm>
              <a:off x="1880012" y="819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1DF079F5-952F-B578-573B-30FDE919074A}"/>
                </a:ext>
              </a:extLst>
            </p:cNvPr>
            <p:cNvSpPr/>
            <p:nvPr/>
          </p:nvSpPr>
          <p:spPr>
            <a:xfrm>
              <a:off x="1880011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A249B9B2-4C99-57B5-4592-C32C016D1478}"/>
                </a:ext>
              </a:extLst>
            </p:cNvPr>
            <p:cNvCxnSpPr>
              <a:cxnSpLocks/>
              <a:stCxn id="80" idx="6"/>
              <a:endCxn id="87" idx="2"/>
            </p:cNvCxnSpPr>
            <p:nvPr/>
          </p:nvCxnSpPr>
          <p:spPr>
            <a:xfrm>
              <a:off x="1610650" y="1276350"/>
              <a:ext cx="269360" cy="1066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56EE990E-9044-430A-CC71-5413F79F12FD}"/>
                </a:ext>
              </a:extLst>
            </p:cNvPr>
            <p:cNvCxnSpPr>
              <a:cxnSpLocks/>
              <a:stCxn id="79" idx="6"/>
              <a:endCxn id="87" idx="2"/>
            </p:cNvCxnSpPr>
            <p:nvPr/>
          </p:nvCxnSpPr>
          <p:spPr>
            <a:xfrm>
              <a:off x="1610650" y="2343150"/>
              <a:ext cx="269360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67F40D4F-7D5D-D729-985D-169E2B7AF72D}"/>
                </a:ext>
              </a:extLst>
            </p:cNvPr>
            <p:cNvCxnSpPr>
              <a:cxnSpLocks/>
              <a:stCxn id="78" idx="6"/>
              <a:endCxn id="87" idx="2"/>
            </p:cNvCxnSpPr>
            <p:nvPr/>
          </p:nvCxnSpPr>
          <p:spPr>
            <a:xfrm flipV="1">
              <a:off x="1610650" y="2343150"/>
              <a:ext cx="269360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194AA3D8-BE77-1CB1-3B14-9A275B5A5640}"/>
                </a:ext>
              </a:extLst>
            </p:cNvPr>
            <p:cNvSpPr/>
            <p:nvPr/>
          </p:nvSpPr>
          <p:spPr>
            <a:xfrm>
              <a:off x="1880009" y="3105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87261AF2-1808-D5A3-C119-97527D62659C}"/>
                </a:ext>
              </a:extLst>
            </p:cNvPr>
            <p:cNvCxnSpPr>
              <a:cxnSpLocks/>
              <a:stCxn id="80" idx="6"/>
              <a:endCxn id="91" idx="2"/>
            </p:cNvCxnSpPr>
            <p:nvPr/>
          </p:nvCxnSpPr>
          <p:spPr>
            <a:xfrm>
              <a:off x="1610650" y="1276350"/>
              <a:ext cx="269359" cy="22860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77AF2EFB-B1A6-4EAD-273D-1EE6AC8E22F8}"/>
                </a:ext>
              </a:extLst>
            </p:cNvPr>
            <p:cNvCxnSpPr>
              <a:cxnSpLocks/>
              <a:stCxn id="79" idx="6"/>
              <a:endCxn id="91" idx="2"/>
            </p:cNvCxnSpPr>
            <p:nvPr/>
          </p:nvCxnSpPr>
          <p:spPr>
            <a:xfrm>
              <a:off x="1610650" y="2343150"/>
              <a:ext cx="26935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FB4E791D-C150-9F87-BC09-66FA850F864D}"/>
                </a:ext>
              </a:extLst>
            </p:cNvPr>
            <p:cNvCxnSpPr>
              <a:cxnSpLocks/>
              <a:stCxn id="78" idx="6"/>
              <a:endCxn id="91" idx="2"/>
            </p:cNvCxnSpPr>
            <p:nvPr/>
          </p:nvCxnSpPr>
          <p:spPr>
            <a:xfrm>
              <a:off x="1610650" y="3562350"/>
              <a:ext cx="269359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538103FE-A574-A635-ADAA-4B46BF1B8AA1}"/>
                </a:ext>
              </a:extLst>
            </p:cNvPr>
            <p:cNvSpPr/>
            <p:nvPr/>
          </p:nvSpPr>
          <p:spPr>
            <a:xfrm>
              <a:off x="3152278" y="819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57C8B074-BBE4-A23B-B130-4EB18494EADC}"/>
                </a:ext>
              </a:extLst>
            </p:cNvPr>
            <p:cNvSpPr/>
            <p:nvPr/>
          </p:nvSpPr>
          <p:spPr>
            <a:xfrm>
              <a:off x="3152276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5411B15A-3612-7761-36F6-28B480FD1DFB}"/>
                </a:ext>
              </a:extLst>
            </p:cNvPr>
            <p:cNvCxnSpPr>
              <a:cxnSpLocks/>
              <a:stCxn id="87" idx="6"/>
              <a:endCxn id="109" idx="2"/>
            </p:cNvCxnSpPr>
            <p:nvPr/>
          </p:nvCxnSpPr>
          <p:spPr>
            <a:xfrm>
              <a:off x="2804861" y="2343150"/>
              <a:ext cx="347416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A75094D2-0E2B-7BDB-B59A-51BAC07C5882}"/>
                </a:ext>
              </a:extLst>
            </p:cNvPr>
            <p:cNvCxnSpPr>
              <a:cxnSpLocks/>
              <a:stCxn id="91" idx="6"/>
              <a:endCxn id="109" idx="2"/>
            </p:cNvCxnSpPr>
            <p:nvPr/>
          </p:nvCxnSpPr>
          <p:spPr>
            <a:xfrm flipV="1">
              <a:off x="2804860" y="2343150"/>
              <a:ext cx="347417" cy="121920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404066B8-24B9-EF4D-FF32-D44E7B614804}"/>
                </a:ext>
              </a:extLst>
            </p:cNvPr>
            <p:cNvCxnSpPr>
              <a:cxnSpLocks/>
              <a:stCxn id="81" idx="6"/>
              <a:endCxn id="109" idx="2"/>
            </p:cNvCxnSpPr>
            <p:nvPr/>
          </p:nvCxnSpPr>
          <p:spPr>
            <a:xfrm>
              <a:off x="2804862" y="1276350"/>
              <a:ext cx="347414" cy="106680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B11B6E6C-771A-C3D3-4EAF-9A1462694283}"/>
                </a:ext>
              </a:extLst>
            </p:cNvPr>
            <p:cNvSpPr/>
            <p:nvPr/>
          </p:nvSpPr>
          <p:spPr>
            <a:xfrm>
              <a:off x="3154360" y="3105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7CD2C47F-1B7F-A3E4-5528-BF09FF179F05}"/>
                </a:ext>
              </a:extLst>
            </p:cNvPr>
            <p:cNvCxnSpPr>
              <a:cxnSpLocks/>
              <a:stCxn id="91" idx="6"/>
              <a:endCxn id="115" idx="2"/>
            </p:cNvCxnSpPr>
            <p:nvPr/>
          </p:nvCxnSpPr>
          <p:spPr>
            <a:xfrm>
              <a:off x="2804860" y="3562350"/>
              <a:ext cx="349500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C210A171-AA89-749C-5B0F-D7CA890C34E2}"/>
                </a:ext>
              </a:extLst>
            </p:cNvPr>
            <p:cNvCxnSpPr>
              <a:cxnSpLocks/>
              <a:stCxn id="87" idx="6"/>
              <a:endCxn id="115" idx="2"/>
            </p:cNvCxnSpPr>
            <p:nvPr/>
          </p:nvCxnSpPr>
          <p:spPr>
            <a:xfrm>
              <a:off x="2804861" y="2343150"/>
              <a:ext cx="34949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72F1980C-4F52-944B-768C-C355D8323B88}"/>
                </a:ext>
              </a:extLst>
            </p:cNvPr>
            <p:cNvCxnSpPr>
              <a:cxnSpLocks/>
              <a:stCxn id="81" idx="6"/>
              <a:endCxn id="115" idx="2"/>
            </p:cNvCxnSpPr>
            <p:nvPr/>
          </p:nvCxnSpPr>
          <p:spPr>
            <a:xfrm>
              <a:off x="2804862" y="1276350"/>
              <a:ext cx="349498" cy="22860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9AF6FE9D-759D-754E-29B1-294957C134C8}"/>
                </a:ext>
              </a:extLst>
            </p:cNvPr>
            <p:cNvSpPr/>
            <p:nvPr/>
          </p:nvSpPr>
          <p:spPr>
            <a:xfrm>
              <a:off x="4256750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69505DE2-BBB0-DDE6-42B2-E3BD97785B03}"/>
                </a:ext>
              </a:extLst>
            </p:cNvPr>
            <p:cNvCxnSpPr>
              <a:cxnSpLocks/>
              <a:stCxn id="109" idx="6"/>
              <a:endCxn id="142" idx="2"/>
            </p:cNvCxnSpPr>
            <p:nvPr/>
          </p:nvCxnSpPr>
          <p:spPr>
            <a:xfrm>
              <a:off x="4077127" y="2343150"/>
              <a:ext cx="179623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B6BA2E5C-9068-FFDC-248D-DD0B1D38757B}"/>
                </a:ext>
              </a:extLst>
            </p:cNvPr>
            <p:cNvCxnSpPr>
              <a:cxnSpLocks/>
              <a:stCxn id="115" idx="6"/>
              <a:endCxn id="142" idx="2"/>
            </p:cNvCxnSpPr>
            <p:nvPr/>
          </p:nvCxnSpPr>
          <p:spPr>
            <a:xfrm flipV="1">
              <a:off x="4079210" y="2343150"/>
              <a:ext cx="17753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Arrow Connector 174">
              <a:extLst>
                <a:ext uri="{FF2B5EF4-FFF2-40B4-BE49-F238E27FC236}">
                  <a16:creationId xmlns:a16="http://schemas.microsoft.com/office/drawing/2014/main" id="{465D077B-1889-BF18-B434-12C4EEB12170}"/>
                </a:ext>
              </a:extLst>
            </p:cNvPr>
            <p:cNvCxnSpPr>
              <a:cxnSpLocks/>
              <a:stCxn id="103" idx="6"/>
              <a:endCxn id="142" idx="2"/>
            </p:cNvCxnSpPr>
            <p:nvPr/>
          </p:nvCxnSpPr>
          <p:spPr>
            <a:xfrm>
              <a:off x="4077128" y="1276350"/>
              <a:ext cx="179622" cy="1066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492E1B96-ACEF-E1A2-1035-1CCF5C42BE11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489" y="1169724"/>
              <a:ext cx="347472" cy="22860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0C243B39-ABC0-18FB-D26B-9FEDD4702C29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68701" y="1169724"/>
              <a:ext cx="347472" cy="22860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9236A7EE-8A43-9E3B-8EC2-5060DD3273FA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0965" y="1123712"/>
              <a:ext cx="347472" cy="228600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8FF35772-82EA-7827-E909-B17139EF724D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222" y="2260527"/>
              <a:ext cx="267462" cy="180594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D142E8C2-32B4-CDAB-FA41-D947C60FA7C5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489" y="3457956"/>
              <a:ext cx="274320" cy="18059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BACE379-7E54-6542-169C-7D9F55D4F8DD}"/>
                  </a:ext>
                </a:extLst>
              </p:cNvPr>
              <p:cNvSpPr txBox="1"/>
              <p:nvPr/>
            </p:nvSpPr>
            <p:spPr>
              <a:xfrm>
                <a:off x="2937712" y="1700788"/>
                <a:ext cx="3272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BACE379-7E54-6542-169C-7D9F55D4F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7712" y="1700788"/>
                <a:ext cx="327205" cy="268984"/>
              </a:xfrm>
              <a:prstGeom prst="rect">
                <a:avLst/>
              </a:prstGeom>
              <a:blipFill>
                <a:blip r:embed="rId17"/>
                <a:stretch>
                  <a:fillRect l="-7407" t="-2273" r="-9259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A917711-500D-0C62-C5D0-C424E977FC6B}"/>
                  </a:ext>
                </a:extLst>
              </p:cNvPr>
              <p:cNvSpPr txBox="1"/>
              <p:nvPr/>
            </p:nvSpPr>
            <p:spPr>
              <a:xfrm>
                <a:off x="3518782" y="1700788"/>
                <a:ext cx="3356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A917711-500D-0C62-C5D0-C424E977FC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8782" y="1700788"/>
                <a:ext cx="335605" cy="268984"/>
              </a:xfrm>
              <a:prstGeom prst="rect">
                <a:avLst/>
              </a:prstGeom>
              <a:blipFill>
                <a:blip r:embed="rId18"/>
                <a:stretch>
                  <a:fillRect l="-7273" t="-2273" r="-10909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6E8702B-45FC-215F-40A9-92317CFADDB7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3264917" y="1835280"/>
            <a:ext cx="25386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E1016F9-C5F0-8D3F-5636-E262421669D6}"/>
                  </a:ext>
                </a:extLst>
              </p:cNvPr>
              <p:cNvSpPr txBox="1"/>
              <p:nvPr/>
            </p:nvSpPr>
            <p:spPr>
              <a:xfrm>
                <a:off x="2921000" y="2913307"/>
                <a:ext cx="327205" cy="2787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E1016F9-C5F0-8D3F-5636-E26242166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1000" y="2913307"/>
                <a:ext cx="327205" cy="278794"/>
              </a:xfrm>
              <a:prstGeom prst="rect">
                <a:avLst/>
              </a:prstGeom>
              <a:blipFill>
                <a:blip r:embed="rId19"/>
                <a:stretch>
                  <a:fillRect l="-5556" t="-4348" r="-11111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AAA01BE-364A-13AD-F423-C629B781AFE4}"/>
                  </a:ext>
                </a:extLst>
              </p:cNvPr>
              <p:cNvSpPr txBox="1"/>
              <p:nvPr/>
            </p:nvSpPr>
            <p:spPr>
              <a:xfrm>
                <a:off x="3502070" y="2913307"/>
                <a:ext cx="335605" cy="2787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AAA01BE-364A-13AD-F423-C629B781A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070" y="2913307"/>
                <a:ext cx="335605" cy="278794"/>
              </a:xfrm>
              <a:prstGeom prst="rect">
                <a:avLst/>
              </a:prstGeom>
              <a:blipFill>
                <a:blip r:embed="rId20"/>
                <a:stretch>
                  <a:fillRect l="-7143" t="-4348" r="-8929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22F97F5-BE45-5352-D48A-F6DAE5B4DD73}"/>
              </a:ext>
            </a:extLst>
          </p:cNvPr>
          <p:cNvCxnSpPr>
            <a:cxnSpLocks/>
            <a:stCxn id="43" idx="3"/>
            <a:endCxn id="44" idx="1"/>
          </p:cNvCxnSpPr>
          <p:nvPr/>
        </p:nvCxnSpPr>
        <p:spPr>
          <a:xfrm>
            <a:off x="3248205" y="3052704"/>
            <a:ext cx="25386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1EEA26D-406A-92D0-2A6B-6A98BE08F77D}"/>
                  </a:ext>
                </a:extLst>
              </p:cNvPr>
              <p:cNvSpPr txBox="1"/>
              <p:nvPr/>
            </p:nvSpPr>
            <p:spPr>
              <a:xfrm>
                <a:off x="5045901" y="1693347"/>
                <a:ext cx="3272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1EEA26D-406A-92D0-2A6B-6A98BE08F7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5901" y="1693347"/>
                <a:ext cx="327205" cy="268984"/>
              </a:xfrm>
              <a:prstGeom prst="rect">
                <a:avLst/>
              </a:prstGeom>
              <a:blipFill>
                <a:blip r:embed="rId21"/>
                <a:stretch>
                  <a:fillRect l="-7547" t="-4545" r="-11321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460601A-8920-799B-4F4E-A01E5B33A8DE}"/>
                  </a:ext>
                </a:extLst>
              </p:cNvPr>
              <p:cNvSpPr txBox="1"/>
              <p:nvPr/>
            </p:nvSpPr>
            <p:spPr>
              <a:xfrm>
                <a:off x="5626971" y="1693347"/>
                <a:ext cx="3356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460601A-8920-799B-4F4E-A01E5B33A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6971" y="1693347"/>
                <a:ext cx="335605" cy="268984"/>
              </a:xfrm>
              <a:prstGeom prst="rect">
                <a:avLst/>
              </a:prstGeom>
              <a:blipFill>
                <a:blip r:embed="rId22"/>
                <a:stretch>
                  <a:fillRect l="-7273" t="-4545" r="-10909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67B67BA-131F-F7A2-65CA-4F0E0988F41A}"/>
              </a:ext>
            </a:extLst>
          </p:cNvPr>
          <p:cNvCxnSpPr>
            <a:cxnSpLocks/>
            <a:stCxn id="46" idx="3"/>
            <a:endCxn id="47" idx="1"/>
          </p:cNvCxnSpPr>
          <p:nvPr/>
        </p:nvCxnSpPr>
        <p:spPr>
          <a:xfrm>
            <a:off x="5373106" y="1827839"/>
            <a:ext cx="25386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59ECD05-1719-4935-3F9B-60DF903FF3C6}"/>
                  </a:ext>
                </a:extLst>
              </p:cNvPr>
              <p:cNvSpPr txBox="1"/>
              <p:nvPr/>
            </p:nvSpPr>
            <p:spPr>
              <a:xfrm>
                <a:off x="5029189" y="2905866"/>
                <a:ext cx="327205" cy="2787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59ECD05-1719-4935-3F9B-60DF903FF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189" y="2905866"/>
                <a:ext cx="327205" cy="278794"/>
              </a:xfrm>
              <a:prstGeom prst="rect">
                <a:avLst/>
              </a:prstGeom>
              <a:blipFill>
                <a:blip r:embed="rId23"/>
                <a:stretch>
                  <a:fillRect l="-7407" t="-4444" r="-9259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C961E30-9CB5-7ABA-A63B-308ADB36EDB7}"/>
                  </a:ext>
                </a:extLst>
              </p:cNvPr>
              <p:cNvSpPr txBox="1"/>
              <p:nvPr/>
            </p:nvSpPr>
            <p:spPr>
              <a:xfrm>
                <a:off x="5610259" y="2905866"/>
                <a:ext cx="335605" cy="2787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C961E30-9CB5-7ABA-A63B-308ADB36E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259" y="2905866"/>
                <a:ext cx="335605" cy="278794"/>
              </a:xfrm>
              <a:prstGeom prst="rect">
                <a:avLst/>
              </a:prstGeom>
              <a:blipFill>
                <a:blip r:embed="rId24"/>
                <a:stretch>
                  <a:fillRect l="-7273" t="-4444" r="-10909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02E713C-5934-9204-6D65-46F5AB7BEEFE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>
            <a:off x="5356394" y="3045263"/>
            <a:ext cx="25386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FC489AE-67B7-9E88-D0B1-DEDB7A54568A}"/>
                  </a:ext>
                </a:extLst>
              </p:cNvPr>
              <p:cNvSpPr txBox="1"/>
              <p:nvPr/>
            </p:nvSpPr>
            <p:spPr>
              <a:xfrm>
                <a:off x="6864954" y="1680550"/>
                <a:ext cx="3272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FC489AE-67B7-9E88-D0B1-DEDB7A545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4954" y="1680550"/>
                <a:ext cx="327205" cy="268984"/>
              </a:xfrm>
              <a:prstGeom prst="rect">
                <a:avLst/>
              </a:prstGeom>
              <a:blipFill>
                <a:blip r:embed="rId25"/>
                <a:stretch>
                  <a:fillRect l="-5556" t="-4545" r="-11111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689F0B6-21D1-3EA6-52FF-B2075760F240}"/>
                  </a:ext>
                </a:extLst>
              </p:cNvPr>
              <p:cNvSpPr txBox="1"/>
              <p:nvPr/>
            </p:nvSpPr>
            <p:spPr>
              <a:xfrm>
                <a:off x="7446024" y="1680550"/>
                <a:ext cx="3356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689F0B6-21D1-3EA6-52FF-B2075760F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6024" y="1680550"/>
                <a:ext cx="335605" cy="268984"/>
              </a:xfrm>
              <a:prstGeom prst="rect">
                <a:avLst/>
              </a:prstGeom>
              <a:blipFill>
                <a:blip r:embed="rId26"/>
                <a:stretch>
                  <a:fillRect l="-7143" t="-4545" r="-8929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30A845F-34F9-4DAA-12D8-2745B4E48570}"/>
              </a:ext>
            </a:extLst>
          </p:cNvPr>
          <p:cNvCxnSpPr>
            <a:cxnSpLocks/>
            <a:stCxn id="52" idx="3"/>
            <a:endCxn id="53" idx="1"/>
          </p:cNvCxnSpPr>
          <p:nvPr/>
        </p:nvCxnSpPr>
        <p:spPr>
          <a:xfrm>
            <a:off x="7192159" y="1815042"/>
            <a:ext cx="25386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0FF35AC5-ECAF-D07E-A53F-84B5309CE6BB}"/>
              </a:ext>
            </a:extLst>
          </p:cNvPr>
          <p:cNvSpPr txBox="1"/>
          <p:nvPr/>
        </p:nvSpPr>
        <p:spPr>
          <a:xfrm>
            <a:off x="1160424" y="3843916"/>
            <a:ext cx="7391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solidFill>
                  <a:prstClr val="black"/>
                </a:solidFill>
                <a:latin typeface="Calibri"/>
              </a:rPr>
              <a:t>“error” of cost for         (unit    in layer   ). 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8BBD607A-25F2-4CB9-53F3-B4DFA729473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824" y="3855239"/>
            <a:ext cx="644332" cy="401688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69C018FD-2D96-B861-0294-6B0ACB7F01B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711" y="3855239"/>
            <a:ext cx="350713" cy="40168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BBC17DE8-EC00-29C3-E47A-033DEDF15F5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224" y="3952140"/>
            <a:ext cx="125730" cy="26289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51E73CF8-862D-3C91-34AB-3A5198A916C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2253" y="3977429"/>
            <a:ext cx="61171" cy="191669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C42A45BC-F08E-D8AA-A99A-1F5BF0C94A4E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248" y="4288071"/>
            <a:ext cx="2081846" cy="526069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B51275B6-77D5-4DD3-7F5B-AE057341D19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6410" y="4425802"/>
            <a:ext cx="619864" cy="236527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CE3EFDCF-A9BD-AC9E-3A47-8FF7D0A31268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105" y="4804410"/>
            <a:ext cx="5335905" cy="291465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E2A535D9-82F8-FC8A-C210-531118C5EC46}"/>
              </a:ext>
            </a:extLst>
          </p:cNvPr>
          <p:cNvSpPr txBox="1"/>
          <p:nvPr/>
        </p:nvSpPr>
        <p:spPr>
          <a:xfrm>
            <a:off x="838200" y="4288587"/>
            <a:ext cx="76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prstClr val="black"/>
                </a:solidFill>
                <a:latin typeface="Calibri"/>
              </a:rPr>
              <a:t>Formally,		             (for           ), where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2D48E02-4CF1-6052-2DEC-B1E74D7FCE90}"/>
                  </a:ext>
                </a:extLst>
              </p:cNvPr>
              <p:cNvSpPr txBox="1"/>
              <p:nvPr/>
            </p:nvSpPr>
            <p:spPr>
              <a:xfrm>
                <a:off x="7033154" y="2022280"/>
                <a:ext cx="580672" cy="4612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2D48E02-4CF1-6052-2DEC-B1E74D7FC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3154" y="2022280"/>
                <a:ext cx="580672" cy="46128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549D6B9-A2A3-0620-6D8E-62625F5018D9}"/>
                  </a:ext>
                </a:extLst>
              </p:cNvPr>
              <p:cNvSpPr txBox="1"/>
              <p:nvPr/>
            </p:nvSpPr>
            <p:spPr>
              <a:xfrm>
                <a:off x="5270648" y="2028631"/>
                <a:ext cx="580672" cy="4612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549D6B9-A2A3-0620-6D8E-62625F5018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0648" y="2028631"/>
                <a:ext cx="580672" cy="46128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E7E8E35-64FB-6CB9-557B-D26D88EC79A1}"/>
                  </a:ext>
                </a:extLst>
              </p:cNvPr>
              <p:cNvSpPr txBox="1"/>
              <p:nvPr/>
            </p:nvSpPr>
            <p:spPr>
              <a:xfrm>
                <a:off x="5240311" y="3257406"/>
                <a:ext cx="580672" cy="478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E7E8E35-64FB-6CB9-557B-D26D88EC7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311" y="3257406"/>
                <a:ext cx="580672" cy="478016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3961B1E-6F7E-C239-42E5-42EC69EAD724}"/>
              </a:ext>
            </a:extLst>
          </p:cNvPr>
          <p:cNvCxnSpPr>
            <a:stCxn id="142" idx="2"/>
            <a:endCxn id="109" idx="6"/>
          </p:cNvCxnSpPr>
          <p:nvPr/>
        </p:nvCxnSpPr>
        <p:spPr>
          <a:xfrm flipH="1">
            <a:off x="6261370" y="2078161"/>
            <a:ext cx="295314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C90BF0F-189A-A673-2004-7DC427219F22}"/>
              </a:ext>
            </a:extLst>
          </p:cNvPr>
          <p:cNvCxnSpPr>
            <a:cxnSpLocks/>
            <a:endCxn id="115" idx="6"/>
          </p:cNvCxnSpPr>
          <p:nvPr/>
        </p:nvCxnSpPr>
        <p:spPr>
          <a:xfrm flipH="1">
            <a:off x="6264796" y="2076062"/>
            <a:ext cx="291888" cy="1221299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FB7CFB-8732-49EC-19A4-7980E2E7C458}"/>
                  </a:ext>
                </a:extLst>
              </p:cNvPr>
              <p:cNvSpPr txBox="1"/>
              <p:nvPr/>
            </p:nvSpPr>
            <p:spPr>
              <a:xfrm>
                <a:off x="3152060" y="2028631"/>
                <a:ext cx="580672" cy="4612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FB7CFB-8732-49EC-19A4-7980E2E7C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2060" y="2028631"/>
                <a:ext cx="580672" cy="46128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189D4B-4AF0-C29E-251B-EE1AC9F92886}"/>
                  </a:ext>
                </a:extLst>
              </p:cNvPr>
              <p:cNvSpPr txBox="1"/>
              <p:nvPr/>
            </p:nvSpPr>
            <p:spPr>
              <a:xfrm>
                <a:off x="3121723" y="3257406"/>
                <a:ext cx="580672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189D4B-4AF0-C29E-251B-EE1AC9F92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1723" y="3257406"/>
                <a:ext cx="580672" cy="461665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49865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5DFC8-B802-3735-54AA-B1ACF8759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C622B6-A10C-22FB-8D6C-B5CF01B74F44}"/>
              </a:ext>
            </a:extLst>
          </p:cNvPr>
          <p:cNvSpPr txBox="1"/>
          <p:nvPr/>
        </p:nvSpPr>
        <p:spPr>
          <a:xfrm>
            <a:off x="318382" y="86739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Calibri"/>
              </a:rPr>
              <a:t>Forward Propagation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ED9620C-DAB1-F66B-9956-EC7AC0FB783F}"/>
              </a:ext>
            </a:extLst>
          </p:cNvPr>
          <p:cNvGrpSpPr/>
          <p:nvPr/>
        </p:nvGrpSpPr>
        <p:grpSpPr>
          <a:xfrm>
            <a:off x="685800" y="554161"/>
            <a:ext cx="7391400" cy="3200400"/>
            <a:chOff x="685800" y="819150"/>
            <a:chExt cx="4495800" cy="3200400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C50FBA6C-E368-905D-40F1-84462DC678E6}"/>
                </a:ext>
              </a:extLst>
            </p:cNvPr>
            <p:cNvSpPr/>
            <p:nvPr/>
          </p:nvSpPr>
          <p:spPr>
            <a:xfrm>
              <a:off x="685800" y="31051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409077D6-A36E-7647-6F71-CEF6AD12BD20}"/>
                </a:ext>
              </a:extLst>
            </p:cNvPr>
            <p:cNvSpPr/>
            <p:nvPr/>
          </p:nvSpPr>
          <p:spPr>
            <a:xfrm>
              <a:off x="685800" y="18859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E779F2B5-9F59-8803-4810-7F97826FD29F}"/>
                </a:ext>
              </a:extLst>
            </p:cNvPr>
            <p:cNvSpPr/>
            <p:nvPr/>
          </p:nvSpPr>
          <p:spPr>
            <a:xfrm>
              <a:off x="685800" y="8191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2E228579-B220-58B4-660D-39F5742E363D}"/>
                </a:ext>
              </a:extLst>
            </p:cNvPr>
            <p:cNvSpPr/>
            <p:nvPr/>
          </p:nvSpPr>
          <p:spPr>
            <a:xfrm>
              <a:off x="1880012" y="819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229DFB44-2664-CCD5-D412-73055BD53580}"/>
                </a:ext>
              </a:extLst>
            </p:cNvPr>
            <p:cNvSpPr/>
            <p:nvPr/>
          </p:nvSpPr>
          <p:spPr>
            <a:xfrm>
              <a:off x="1880011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A2B85EFF-6D7D-B9E3-F6FF-5B62B0975A27}"/>
                </a:ext>
              </a:extLst>
            </p:cNvPr>
            <p:cNvCxnSpPr>
              <a:cxnSpLocks/>
              <a:stCxn id="80" idx="6"/>
              <a:endCxn id="87" idx="2"/>
            </p:cNvCxnSpPr>
            <p:nvPr/>
          </p:nvCxnSpPr>
          <p:spPr>
            <a:xfrm>
              <a:off x="1610650" y="1276350"/>
              <a:ext cx="269360" cy="1066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67578EB5-214B-FCBA-7BBB-A2C150D5BCDB}"/>
                </a:ext>
              </a:extLst>
            </p:cNvPr>
            <p:cNvCxnSpPr>
              <a:cxnSpLocks/>
              <a:stCxn id="79" idx="6"/>
              <a:endCxn id="87" idx="2"/>
            </p:cNvCxnSpPr>
            <p:nvPr/>
          </p:nvCxnSpPr>
          <p:spPr>
            <a:xfrm>
              <a:off x="1610650" y="2343150"/>
              <a:ext cx="269360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E89398F8-E207-CC70-AE9B-29269171F7B7}"/>
                </a:ext>
              </a:extLst>
            </p:cNvPr>
            <p:cNvCxnSpPr>
              <a:cxnSpLocks/>
              <a:stCxn id="78" idx="6"/>
              <a:endCxn id="87" idx="2"/>
            </p:cNvCxnSpPr>
            <p:nvPr/>
          </p:nvCxnSpPr>
          <p:spPr>
            <a:xfrm flipV="1">
              <a:off x="1610650" y="2343150"/>
              <a:ext cx="269360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E37F40AB-1980-4F33-A270-B6FAB70371B1}"/>
                </a:ext>
              </a:extLst>
            </p:cNvPr>
            <p:cNvSpPr/>
            <p:nvPr/>
          </p:nvSpPr>
          <p:spPr>
            <a:xfrm>
              <a:off x="1880009" y="3105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9E31F251-9A1B-139F-A204-F0DB6A666C4C}"/>
                </a:ext>
              </a:extLst>
            </p:cNvPr>
            <p:cNvCxnSpPr>
              <a:cxnSpLocks/>
              <a:stCxn id="80" idx="6"/>
              <a:endCxn id="91" idx="2"/>
            </p:cNvCxnSpPr>
            <p:nvPr/>
          </p:nvCxnSpPr>
          <p:spPr>
            <a:xfrm>
              <a:off x="1610650" y="1276350"/>
              <a:ext cx="269359" cy="22860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9F12E6E0-0FE8-EA33-E58E-8318C7FEB6D9}"/>
                </a:ext>
              </a:extLst>
            </p:cNvPr>
            <p:cNvCxnSpPr>
              <a:cxnSpLocks/>
              <a:stCxn id="79" idx="6"/>
              <a:endCxn id="91" idx="2"/>
            </p:cNvCxnSpPr>
            <p:nvPr/>
          </p:nvCxnSpPr>
          <p:spPr>
            <a:xfrm>
              <a:off x="1610650" y="2343150"/>
              <a:ext cx="26935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7B34C3D0-D0FC-C2F4-2998-3EEDC4D0D741}"/>
                </a:ext>
              </a:extLst>
            </p:cNvPr>
            <p:cNvCxnSpPr>
              <a:cxnSpLocks/>
              <a:stCxn id="78" idx="6"/>
              <a:endCxn id="91" idx="2"/>
            </p:cNvCxnSpPr>
            <p:nvPr/>
          </p:nvCxnSpPr>
          <p:spPr>
            <a:xfrm>
              <a:off x="1610650" y="3562350"/>
              <a:ext cx="269359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295BBAD3-649F-4868-1EB2-F62FF1B52FDF}"/>
                </a:ext>
              </a:extLst>
            </p:cNvPr>
            <p:cNvSpPr/>
            <p:nvPr/>
          </p:nvSpPr>
          <p:spPr>
            <a:xfrm>
              <a:off x="3152278" y="819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91410170-5729-DB7C-3CEE-D144589ECF32}"/>
                </a:ext>
              </a:extLst>
            </p:cNvPr>
            <p:cNvSpPr/>
            <p:nvPr/>
          </p:nvSpPr>
          <p:spPr>
            <a:xfrm>
              <a:off x="3152276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E6770817-71D0-5E64-598D-0107201BCFA6}"/>
                </a:ext>
              </a:extLst>
            </p:cNvPr>
            <p:cNvCxnSpPr>
              <a:cxnSpLocks/>
              <a:stCxn id="87" idx="6"/>
              <a:endCxn id="109" idx="2"/>
            </p:cNvCxnSpPr>
            <p:nvPr/>
          </p:nvCxnSpPr>
          <p:spPr>
            <a:xfrm>
              <a:off x="2804861" y="2343150"/>
              <a:ext cx="347416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C360BE32-1607-3085-2AEB-FFD9CDC50474}"/>
                </a:ext>
              </a:extLst>
            </p:cNvPr>
            <p:cNvCxnSpPr>
              <a:cxnSpLocks/>
              <a:stCxn id="91" idx="6"/>
              <a:endCxn id="109" idx="2"/>
            </p:cNvCxnSpPr>
            <p:nvPr/>
          </p:nvCxnSpPr>
          <p:spPr>
            <a:xfrm flipV="1">
              <a:off x="2804860" y="2343150"/>
              <a:ext cx="347417" cy="121920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687944BC-B3B7-E1EB-7875-F0A56ADB2BA5}"/>
                </a:ext>
              </a:extLst>
            </p:cNvPr>
            <p:cNvCxnSpPr>
              <a:cxnSpLocks/>
              <a:stCxn id="81" idx="6"/>
              <a:endCxn id="109" idx="2"/>
            </p:cNvCxnSpPr>
            <p:nvPr/>
          </p:nvCxnSpPr>
          <p:spPr>
            <a:xfrm>
              <a:off x="2804862" y="1276350"/>
              <a:ext cx="347414" cy="106680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56859F44-FEE2-30A7-11FA-F5B344290E46}"/>
                </a:ext>
              </a:extLst>
            </p:cNvPr>
            <p:cNvSpPr/>
            <p:nvPr/>
          </p:nvSpPr>
          <p:spPr>
            <a:xfrm>
              <a:off x="3154360" y="3105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830C2F1B-6EAF-A709-3705-CB03687EAC8F}"/>
                </a:ext>
              </a:extLst>
            </p:cNvPr>
            <p:cNvCxnSpPr>
              <a:cxnSpLocks/>
              <a:stCxn id="91" idx="6"/>
              <a:endCxn id="115" idx="2"/>
            </p:cNvCxnSpPr>
            <p:nvPr/>
          </p:nvCxnSpPr>
          <p:spPr>
            <a:xfrm>
              <a:off x="2804860" y="3562350"/>
              <a:ext cx="349500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B44A800C-073C-EF85-5D3C-C74B17E6AD0E}"/>
                </a:ext>
              </a:extLst>
            </p:cNvPr>
            <p:cNvCxnSpPr>
              <a:cxnSpLocks/>
              <a:stCxn id="87" idx="6"/>
              <a:endCxn id="115" idx="2"/>
            </p:cNvCxnSpPr>
            <p:nvPr/>
          </p:nvCxnSpPr>
          <p:spPr>
            <a:xfrm>
              <a:off x="2804861" y="2343150"/>
              <a:ext cx="34949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CAF01E3E-3D05-A43D-8E5E-A5CE79695D6A}"/>
                </a:ext>
              </a:extLst>
            </p:cNvPr>
            <p:cNvCxnSpPr>
              <a:cxnSpLocks/>
              <a:stCxn id="81" idx="6"/>
              <a:endCxn id="115" idx="2"/>
            </p:cNvCxnSpPr>
            <p:nvPr/>
          </p:nvCxnSpPr>
          <p:spPr>
            <a:xfrm>
              <a:off x="2804862" y="1276350"/>
              <a:ext cx="349498" cy="22860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726EC1FD-06CA-AF0C-37D5-D6D0A06D7132}"/>
                </a:ext>
              </a:extLst>
            </p:cNvPr>
            <p:cNvSpPr/>
            <p:nvPr/>
          </p:nvSpPr>
          <p:spPr>
            <a:xfrm>
              <a:off x="4256750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7DCE20D9-9CA2-D897-0DF8-17F3241F0B88}"/>
                </a:ext>
              </a:extLst>
            </p:cNvPr>
            <p:cNvCxnSpPr>
              <a:cxnSpLocks/>
              <a:stCxn id="109" idx="6"/>
              <a:endCxn id="142" idx="2"/>
            </p:cNvCxnSpPr>
            <p:nvPr/>
          </p:nvCxnSpPr>
          <p:spPr>
            <a:xfrm>
              <a:off x="4077127" y="2343150"/>
              <a:ext cx="179623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88AECE8E-FC44-1642-6F7D-E4F9C536438F}"/>
                </a:ext>
              </a:extLst>
            </p:cNvPr>
            <p:cNvCxnSpPr>
              <a:cxnSpLocks/>
              <a:stCxn id="115" idx="6"/>
              <a:endCxn id="142" idx="2"/>
            </p:cNvCxnSpPr>
            <p:nvPr/>
          </p:nvCxnSpPr>
          <p:spPr>
            <a:xfrm flipV="1">
              <a:off x="4079210" y="2343150"/>
              <a:ext cx="17753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Arrow Connector 174">
              <a:extLst>
                <a:ext uri="{FF2B5EF4-FFF2-40B4-BE49-F238E27FC236}">
                  <a16:creationId xmlns:a16="http://schemas.microsoft.com/office/drawing/2014/main" id="{B5EAE472-6057-9E64-69F5-96ED84C41E42}"/>
                </a:ext>
              </a:extLst>
            </p:cNvPr>
            <p:cNvCxnSpPr>
              <a:cxnSpLocks/>
              <a:stCxn id="103" idx="6"/>
              <a:endCxn id="142" idx="2"/>
            </p:cNvCxnSpPr>
            <p:nvPr/>
          </p:nvCxnSpPr>
          <p:spPr>
            <a:xfrm>
              <a:off x="4077128" y="1276350"/>
              <a:ext cx="179622" cy="1066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6A7F0A7E-C2AA-59B6-BC0B-D718E5996E7E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489" y="1169724"/>
              <a:ext cx="347472" cy="22860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DEBF1308-BB7B-AEB6-98C2-CB802DF2DCEF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68701" y="1169724"/>
              <a:ext cx="347472" cy="22860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E8D8F825-6020-2BEB-53C8-4E761D3CD1BD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0965" y="1123712"/>
              <a:ext cx="347472" cy="228600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877F836C-AEDF-715C-E2C5-4D1539B31BCA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222" y="2260527"/>
              <a:ext cx="267462" cy="180594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DDF686ED-79AA-00AF-A893-138F15ED1DE3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489" y="3457956"/>
              <a:ext cx="274320" cy="18059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86F7CBB-64BC-910A-A888-2C13CFB1363E}"/>
                  </a:ext>
                </a:extLst>
              </p:cNvPr>
              <p:cNvSpPr txBox="1"/>
              <p:nvPr/>
            </p:nvSpPr>
            <p:spPr>
              <a:xfrm>
                <a:off x="2937712" y="1700788"/>
                <a:ext cx="3272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86F7CBB-64BC-910A-A888-2C13CFB13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7712" y="1700788"/>
                <a:ext cx="327205" cy="268984"/>
              </a:xfrm>
              <a:prstGeom prst="rect">
                <a:avLst/>
              </a:prstGeom>
              <a:blipFill>
                <a:blip r:embed="rId17"/>
                <a:stretch>
                  <a:fillRect l="-7407" t="-2273" r="-9259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5177552-9C51-BD08-A01B-DD32B9D58741}"/>
                  </a:ext>
                </a:extLst>
              </p:cNvPr>
              <p:cNvSpPr txBox="1"/>
              <p:nvPr/>
            </p:nvSpPr>
            <p:spPr>
              <a:xfrm>
                <a:off x="3518782" y="1700788"/>
                <a:ext cx="3356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5177552-9C51-BD08-A01B-DD32B9D587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8782" y="1700788"/>
                <a:ext cx="335605" cy="268984"/>
              </a:xfrm>
              <a:prstGeom prst="rect">
                <a:avLst/>
              </a:prstGeom>
              <a:blipFill>
                <a:blip r:embed="rId18"/>
                <a:stretch>
                  <a:fillRect l="-7273" t="-2273" r="-10909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15ADAC4-14D3-1831-3C82-59B69A13DAFE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3264917" y="1835280"/>
            <a:ext cx="25386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FE202F1-BA90-2344-9118-9CC4F36E06B3}"/>
                  </a:ext>
                </a:extLst>
              </p:cNvPr>
              <p:cNvSpPr txBox="1"/>
              <p:nvPr/>
            </p:nvSpPr>
            <p:spPr>
              <a:xfrm>
                <a:off x="2921000" y="2913307"/>
                <a:ext cx="327205" cy="2787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FE202F1-BA90-2344-9118-9CC4F36E0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1000" y="2913307"/>
                <a:ext cx="327205" cy="278794"/>
              </a:xfrm>
              <a:prstGeom prst="rect">
                <a:avLst/>
              </a:prstGeom>
              <a:blipFill>
                <a:blip r:embed="rId19"/>
                <a:stretch>
                  <a:fillRect l="-5556" t="-4348" r="-11111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A5F2636-BB99-85A3-0564-AEB23E7D2677}"/>
                  </a:ext>
                </a:extLst>
              </p:cNvPr>
              <p:cNvSpPr txBox="1"/>
              <p:nvPr/>
            </p:nvSpPr>
            <p:spPr>
              <a:xfrm>
                <a:off x="3502070" y="2913307"/>
                <a:ext cx="335605" cy="2787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A5F2636-BB99-85A3-0564-AEB23E7D2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070" y="2913307"/>
                <a:ext cx="335605" cy="278794"/>
              </a:xfrm>
              <a:prstGeom prst="rect">
                <a:avLst/>
              </a:prstGeom>
              <a:blipFill>
                <a:blip r:embed="rId20"/>
                <a:stretch>
                  <a:fillRect l="-7143" t="-4348" r="-8929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CA715CC-0563-91A4-0184-55E529532C84}"/>
              </a:ext>
            </a:extLst>
          </p:cNvPr>
          <p:cNvCxnSpPr>
            <a:cxnSpLocks/>
            <a:stCxn id="43" idx="3"/>
            <a:endCxn id="44" idx="1"/>
          </p:cNvCxnSpPr>
          <p:nvPr/>
        </p:nvCxnSpPr>
        <p:spPr>
          <a:xfrm>
            <a:off x="3248205" y="3052704"/>
            <a:ext cx="25386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8D5278F-A1C7-5AE7-64B4-07CE9CDF3A2D}"/>
                  </a:ext>
                </a:extLst>
              </p:cNvPr>
              <p:cNvSpPr txBox="1"/>
              <p:nvPr/>
            </p:nvSpPr>
            <p:spPr>
              <a:xfrm>
                <a:off x="5045901" y="1693347"/>
                <a:ext cx="3272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8D5278F-A1C7-5AE7-64B4-07CE9CDF3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5901" y="1693347"/>
                <a:ext cx="327205" cy="268984"/>
              </a:xfrm>
              <a:prstGeom prst="rect">
                <a:avLst/>
              </a:prstGeom>
              <a:blipFill>
                <a:blip r:embed="rId21"/>
                <a:stretch>
                  <a:fillRect l="-7547" t="-4545" r="-11321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A7B64F0-7486-79E5-4934-458C4F83399B}"/>
                  </a:ext>
                </a:extLst>
              </p:cNvPr>
              <p:cNvSpPr txBox="1"/>
              <p:nvPr/>
            </p:nvSpPr>
            <p:spPr>
              <a:xfrm>
                <a:off x="5626971" y="1693347"/>
                <a:ext cx="3356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A7B64F0-7486-79E5-4934-458C4F833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6971" y="1693347"/>
                <a:ext cx="335605" cy="268984"/>
              </a:xfrm>
              <a:prstGeom prst="rect">
                <a:avLst/>
              </a:prstGeom>
              <a:blipFill>
                <a:blip r:embed="rId22"/>
                <a:stretch>
                  <a:fillRect l="-7273" t="-4545" r="-10909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BF90C46-0C01-9FC6-AFF7-1DEB63CE6999}"/>
              </a:ext>
            </a:extLst>
          </p:cNvPr>
          <p:cNvCxnSpPr>
            <a:cxnSpLocks/>
            <a:stCxn id="46" idx="3"/>
            <a:endCxn id="47" idx="1"/>
          </p:cNvCxnSpPr>
          <p:nvPr/>
        </p:nvCxnSpPr>
        <p:spPr>
          <a:xfrm>
            <a:off x="5373106" y="1827839"/>
            <a:ext cx="25386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1C38B3D-E688-6EE9-0B3F-392CF3385574}"/>
                  </a:ext>
                </a:extLst>
              </p:cNvPr>
              <p:cNvSpPr txBox="1"/>
              <p:nvPr/>
            </p:nvSpPr>
            <p:spPr>
              <a:xfrm>
                <a:off x="5029189" y="2905866"/>
                <a:ext cx="327205" cy="2787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1C38B3D-E688-6EE9-0B3F-392CF33855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189" y="2905866"/>
                <a:ext cx="327205" cy="278794"/>
              </a:xfrm>
              <a:prstGeom prst="rect">
                <a:avLst/>
              </a:prstGeom>
              <a:blipFill>
                <a:blip r:embed="rId23"/>
                <a:stretch>
                  <a:fillRect l="-7407" t="-4444" r="-9259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D48E784-2F4E-5416-C2A2-0BAB06DD96BB}"/>
                  </a:ext>
                </a:extLst>
              </p:cNvPr>
              <p:cNvSpPr txBox="1"/>
              <p:nvPr/>
            </p:nvSpPr>
            <p:spPr>
              <a:xfrm>
                <a:off x="5610259" y="2905866"/>
                <a:ext cx="335605" cy="2787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D48E784-2F4E-5416-C2A2-0BAB06DD9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259" y="2905866"/>
                <a:ext cx="335605" cy="278794"/>
              </a:xfrm>
              <a:prstGeom prst="rect">
                <a:avLst/>
              </a:prstGeom>
              <a:blipFill>
                <a:blip r:embed="rId24"/>
                <a:stretch>
                  <a:fillRect l="-7273" t="-4444" r="-10909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0CD2184-DE4E-20AD-D3CC-72821723FBD7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>
            <a:off x="5356394" y="3045263"/>
            <a:ext cx="25386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23A3B10-7BB4-AAE8-43B7-485216392430}"/>
                  </a:ext>
                </a:extLst>
              </p:cNvPr>
              <p:cNvSpPr txBox="1"/>
              <p:nvPr/>
            </p:nvSpPr>
            <p:spPr>
              <a:xfrm>
                <a:off x="6864954" y="1680550"/>
                <a:ext cx="3272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23A3B10-7BB4-AAE8-43B7-485216392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4954" y="1680550"/>
                <a:ext cx="327205" cy="268984"/>
              </a:xfrm>
              <a:prstGeom prst="rect">
                <a:avLst/>
              </a:prstGeom>
              <a:blipFill>
                <a:blip r:embed="rId25"/>
                <a:stretch>
                  <a:fillRect l="-5556" t="-4545" r="-11111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216BFFE-E6CF-5D8B-2991-D1B738A2DBE2}"/>
                  </a:ext>
                </a:extLst>
              </p:cNvPr>
              <p:cNvSpPr txBox="1"/>
              <p:nvPr/>
            </p:nvSpPr>
            <p:spPr>
              <a:xfrm>
                <a:off x="7446024" y="1680550"/>
                <a:ext cx="3356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216BFFE-E6CF-5D8B-2991-D1B738A2D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6024" y="1680550"/>
                <a:ext cx="335605" cy="268984"/>
              </a:xfrm>
              <a:prstGeom prst="rect">
                <a:avLst/>
              </a:prstGeom>
              <a:blipFill>
                <a:blip r:embed="rId26"/>
                <a:stretch>
                  <a:fillRect l="-7143" t="-4545" r="-8929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A929857-A815-9121-647A-FE2640E60D90}"/>
              </a:ext>
            </a:extLst>
          </p:cNvPr>
          <p:cNvCxnSpPr>
            <a:cxnSpLocks/>
            <a:stCxn id="52" idx="3"/>
            <a:endCxn id="53" idx="1"/>
          </p:cNvCxnSpPr>
          <p:nvPr/>
        </p:nvCxnSpPr>
        <p:spPr>
          <a:xfrm>
            <a:off x="7192159" y="1815042"/>
            <a:ext cx="25386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3158F3A4-E4C1-4E12-A082-4ADFDE0EC5E7}"/>
              </a:ext>
            </a:extLst>
          </p:cNvPr>
          <p:cNvSpPr txBox="1"/>
          <p:nvPr/>
        </p:nvSpPr>
        <p:spPr>
          <a:xfrm>
            <a:off x="1160424" y="3843916"/>
            <a:ext cx="7391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solidFill>
                  <a:prstClr val="black"/>
                </a:solidFill>
                <a:latin typeface="Calibri"/>
              </a:rPr>
              <a:t>“error” of cost for         (unit    in layer   ). 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0A45846F-A106-3B08-5A98-0EC3EBC8808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824" y="3855239"/>
            <a:ext cx="644332" cy="401688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4102BE04-60C5-0EA8-33B9-042CC26B9BC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711" y="3855239"/>
            <a:ext cx="350713" cy="40168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D9AA17E6-145B-5307-BE87-4B96D9460EF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224" y="3952140"/>
            <a:ext cx="125730" cy="26289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323DADE9-8B42-AB07-12F9-CE78090DA4A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2253" y="3977429"/>
            <a:ext cx="61171" cy="191669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FB371B80-9361-2595-60D3-76C66AA8C1E5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248" y="4288071"/>
            <a:ext cx="2081846" cy="526069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7A2FA747-2BF1-E5FF-46AA-FF0478D57F7A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6410" y="4425802"/>
            <a:ext cx="619864" cy="236527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1B098435-61A3-DEB2-C53D-43EA0734B0CF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105" y="4804410"/>
            <a:ext cx="5335905" cy="291465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EA4A3F39-A360-2476-ED46-108A0AC263ED}"/>
              </a:ext>
            </a:extLst>
          </p:cNvPr>
          <p:cNvSpPr txBox="1"/>
          <p:nvPr/>
        </p:nvSpPr>
        <p:spPr>
          <a:xfrm>
            <a:off x="838200" y="4288587"/>
            <a:ext cx="76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prstClr val="black"/>
                </a:solidFill>
                <a:latin typeface="Calibri"/>
              </a:rPr>
              <a:t>Formally,		             (for           ), where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B998788-75A7-F1D4-8A58-EFBAA96703D1}"/>
                  </a:ext>
                </a:extLst>
              </p:cNvPr>
              <p:cNvSpPr txBox="1"/>
              <p:nvPr/>
            </p:nvSpPr>
            <p:spPr>
              <a:xfrm>
                <a:off x="7033154" y="2022280"/>
                <a:ext cx="580672" cy="4612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B998788-75A7-F1D4-8A58-EFBAA9670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3154" y="2022280"/>
                <a:ext cx="580672" cy="46128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B560F4-36A0-48A2-52A9-934123916A96}"/>
                  </a:ext>
                </a:extLst>
              </p:cNvPr>
              <p:cNvSpPr txBox="1"/>
              <p:nvPr/>
            </p:nvSpPr>
            <p:spPr>
              <a:xfrm>
                <a:off x="5270648" y="2028631"/>
                <a:ext cx="580672" cy="4612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B560F4-36A0-48A2-52A9-934123916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0648" y="2028631"/>
                <a:ext cx="580672" cy="46128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FDB6F16-C357-E0AB-662E-6982B497F34B}"/>
                  </a:ext>
                </a:extLst>
              </p:cNvPr>
              <p:cNvSpPr txBox="1"/>
              <p:nvPr/>
            </p:nvSpPr>
            <p:spPr>
              <a:xfrm>
                <a:off x="5240311" y="3257406"/>
                <a:ext cx="580672" cy="478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FDB6F16-C357-E0AB-662E-6982B497F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311" y="3257406"/>
                <a:ext cx="580672" cy="478016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D7FF079-7401-1355-A5E3-94B3B556545F}"/>
              </a:ext>
            </a:extLst>
          </p:cNvPr>
          <p:cNvCxnSpPr>
            <a:stCxn id="142" idx="2"/>
            <a:endCxn id="109" idx="6"/>
          </p:cNvCxnSpPr>
          <p:nvPr/>
        </p:nvCxnSpPr>
        <p:spPr>
          <a:xfrm flipH="1">
            <a:off x="6261370" y="2078161"/>
            <a:ext cx="295314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64EBC4C-1B47-91DF-B1E2-F7A7B80437A7}"/>
              </a:ext>
            </a:extLst>
          </p:cNvPr>
          <p:cNvCxnSpPr>
            <a:cxnSpLocks/>
            <a:endCxn id="115" idx="6"/>
          </p:cNvCxnSpPr>
          <p:nvPr/>
        </p:nvCxnSpPr>
        <p:spPr>
          <a:xfrm flipH="1">
            <a:off x="6264796" y="2076062"/>
            <a:ext cx="291888" cy="1221299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0BE6937-2616-E4DB-DDCF-9FC2325F9D73}"/>
                  </a:ext>
                </a:extLst>
              </p:cNvPr>
              <p:cNvSpPr txBox="1"/>
              <p:nvPr/>
            </p:nvSpPr>
            <p:spPr>
              <a:xfrm>
                <a:off x="3152060" y="2028631"/>
                <a:ext cx="580672" cy="4612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0BE6937-2616-E4DB-DDCF-9FC2325F9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2060" y="2028631"/>
                <a:ext cx="580672" cy="46128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90BF4E-D2FC-5B16-9884-8FCC6CFE1B81}"/>
                  </a:ext>
                </a:extLst>
              </p:cNvPr>
              <p:cNvSpPr txBox="1"/>
              <p:nvPr/>
            </p:nvSpPr>
            <p:spPr>
              <a:xfrm>
                <a:off x="3121723" y="3257406"/>
                <a:ext cx="580672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90BF4E-D2FC-5B16-9884-8FCC6CFE1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1723" y="3257406"/>
                <a:ext cx="580672" cy="461665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D519B8BA-397C-4D6D-DE74-298FED62BD7A}"/>
              </a:ext>
            </a:extLst>
          </p:cNvPr>
          <p:cNvSpPr/>
          <p:nvPr/>
        </p:nvSpPr>
        <p:spPr>
          <a:xfrm>
            <a:off x="2660053" y="2841396"/>
            <a:ext cx="1523940" cy="913047"/>
          </a:xfrm>
          <a:prstGeom prst="ellipse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045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F59E3-E2D3-DED2-C8EA-03AF20121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D991D1-D746-BD00-D327-98AC65C0FEE1}"/>
              </a:ext>
            </a:extLst>
          </p:cNvPr>
          <p:cNvSpPr txBox="1"/>
          <p:nvPr/>
        </p:nvSpPr>
        <p:spPr>
          <a:xfrm>
            <a:off x="318382" y="86739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Calibri"/>
              </a:rPr>
              <a:t>Forward Propagation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9F308B9-EA39-CD19-10C5-F4B3301F4E6D}"/>
              </a:ext>
            </a:extLst>
          </p:cNvPr>
          <p:cNvGrpSpPr/>
          <p:nvPr/>
        </p:nvGrpSpPr>
        <p:grpSpPr>
          <a:xfrm>
            <a:off x="685800" y="554161"/>
            <a:ext cx="7391400" cy="3200400"/>
            <a:chOff x="685800" y="819150"/>
            <a:chExt cx="4495800" cy="3200400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F3890F96-DCB9-83E9-5F13-B78DD8DEEB45}"/>
                </a:ext>
              </a:extLst>
            </p:cNvPr>
            <p:cNvSpPr/>
            <p:nvPr/>
          </p:nvSpPr>
          <p:spPr>
            <a:xfrm>
              <a:off x="685800" y="31051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74D0DB59-DBBD-79B2-29B0-0E9D46EB72B8}"/>
                </a:ext>
              </a:extLst>
            </p:cNvPr>
            <p:cNvSpPr/>
            <p:nvPr/>
          </p:nvSpPr>
          <p:spPr>
            <a:xfrm>
              <a:off x="685800" y="18859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D4873B86-A948-34A2-8DCF-C1C1F9F9AD38}"/>
                </a:ext>
              </a:extLst>
            </p:cNvPr>
            <p:cNvSpPr/>
            <p:nvPr/>
          </p:nvSpPr>
          <p:spPr>
            <a:xfrm>
              <a:off x="685800" y="8191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AC540EF5-92FB-C24F-283E-DAD52B635E5B}"/>
                </a:ext>
              </a:extLst>
            </p:cNvPr>
            <p:cNvSpPr/>
            <p:nvPr/>
          </p:nvSpPr>
          <p:spPr>
            <a:xfrm>
              <a:off x="1880012" y="819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2B2AEDB9-25D2-D329-C60B-3A3A1FC0A300}"/>
                </a:ext>
              </a:extLst>
            </p:cNvPr>
            <p:cNvSpPr/>
            <p:nvPr/>
          </p:nvSpPr>
          <p:spPr>
            <a:xfrm>
              <a:off x="1880011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16D3C193-2DEC-2BD7-9613-D43CB0CAD1C7}"/>
                </a:ext>
              </a:extLst>
            </p:cNvPr>
            <p:cNvCxnSpPr>
              <a:cxnSpLocks/>
              <a:stCxn id="80" idx="6"/>
              <a:endCxn id="87" idx="2"/>
            </p:cNvCxnSpPr>
            <p:nvPr/>
          </p:nvCxnSpPr>
          <p:spPr>
            <a:xfrm>
              <a:off x="1610650" y="1276350"/>
              <a:ext cx="269360" cy="1066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C29228D7-C449-2638-9F51-74B8DDBACC3F}"/>
                </a:ext>
              </a:extLst>
            </p:cNvPr>
            <p:cNvCxnSpPr>
              <a:cxnSpLocks/>
              <a:stCxn id="79" idx="6"/>
              <a:endCxn id="87" idx="2"/>
            </p:cNvCxnSpPr>
            <p:nvPr/>
          </p:nvCxnSpPr>
          <p:spPr>
            <a:xfrm>
              <a:off x="1610650" y="2343150"/>
              <a:ext cx="269360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338B8FEA-3219-AD87-BE79-C3222F8D9482}"/>
                </a:ext>
              </a:extLst>
            </p:cNvPr>
            <p:cNvCxnSpPr>
              <a:cxnSpLocks/>
              <a:stCxn id="78" idx="6"/>
              <a:endCxn id="87" idx="2"/>
            </p:cNvCxnSpPr>
            <p:nvPr/>
          </p:nvCxnSpPr>
          <p:spPr>
            <a:xfrm flipV="1">
              <a:off x="1610650" y="2343150"/>
              <a:ext cx="269360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E66AC94B-5F41-FA6A-4F5F-A406DCCBF8F9}"/>
                </a:ext>
              </a:extLst>
            </p:cNvPr>
            <p:cNvSpPr/>
            <p:nvPr/>
          </p:nvSpPr>
          <p:spPr>
            <a:xfrm>
              <a:off x="1880009" y="3105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546908CA-1869-CC73-9A53-8D2A947DDA26}"/>
                </a:ext>
              </a:extLst>
            </p:cNvPr>
            <p:cNvCxnSpPr>
              <a:cxnSpLocks/>
              <a:stCxn id="80" idx="6"/>
              <a:endCxn id="91" idx="2"/>
            </p:cNvCxnSpPr>
            <p:nvPr/>
          </p:nvCxnSpPr>
          <p:spPr>
            <a:xfrm>
              <a:off x="1610650" y="1276350"/>
              <a:ext cx="269359" cy="22860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5C2EC4F7-89B8-927C-B9AF-A77B723AEA4F}"/>
                </a:ext>
              </a:extLst>
            </p:cNvPr>
            <p:cNvCxnSpPr>
              <a:cxnSpLocks/>
              <a:stCxn id="79" idx="6"/>
              <a:endCxn id="91" idx="2"/>
            </p:cNvCxnSpPr>
            <p:nvPr/>
          </p:nvCxnSpPr>
          <p:spPr>
            <a:xfrm>
              <a:off x="1610650" y="2343150"/>
              <a:ext cx="26935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918A4C23-6617-A7E8-CB2F-B6FC64C37815}"/>
                </a:ext>
              </a:extLst>
            </p:cNvPr>
            <p:cNvCxnSpPr>
              <a:cxnSpLocks/>
              <a:stCxn id="78" idx="6"/>
              <a:endCxn id="91" idx="2"/>
            </p:cNvCxnSpPr>
            <p:nvPr/>
          </p:nvCxnSpPr>
          <p:spPr>
            <a:xfrm>
              <a:off x="1610650" y="3562350"/>
              <a:ext cx="269359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4A8A3858-B72A-1441-78A4-DCE130FFF7B4}"/>
                </a:ext>
              </a:extLst>
            </p:cNvPr>
            <p:cNvSpPr/>
            <p:nvPr/>
          </p:nvSpPr>
          <p:spPr>
            <a:xfrm>
              <a:off x="3152278" y="819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E15E6A8D-7D93-B5CF-6688-99026E89C3FD}"/>
                </a:ext>
              </a:extLst>
            </p:cNvPr>
            <p:cNvSpPr/>
            <p:nvPr/>
          </p:nvSpPr>
          <p:spPr>
            <a:xfrm>
              <a:off x="3152276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637E0638-747F-17BA-0BC6-ACF5CDB04358}"/>
                </a:ext>
              </a:extLst>
            </p:cNvPr>
            <p:cNvCxnSpPr>
              <a:cxnSpLocks/>
              <a:stCxn id="87" idx="6"/>
              <a:endCxn id="109" idx="2"/>
            </p:cNvCxnSpPr>
            <p:nvPr/>
          </p:nvCxnSpPr>
          <p:spPr>
            <a:xfrm>
              <a:off x="2804861" y="2343150"/>
              <a:ext cx="347416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3F84EE72-31C5-9D7E-2573-ED408844B0DA}"/>
                </a:ext>
              </a:extLst>
            </p:cNvPr>
            <p:cNvCxnSpPr>
              <a:cxnSpLocks/>
              <a:stCxn id="91" idx="6"/>
              <a:endCxn id="109" idx="2"/>
            </p:cNvCxnSpPr>
            <p:nvPr/>
          </p:nvCxnSpPr>
          <p:spPr>
            <a:xfrm flipV="1">
              <a:off x="2804860" y="2343150"/>
              <a:ext cx="347417" cy="121920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3A1C51CD-E683-899E-5758-4BF183403280}"/>
                </a:ext>
              </a:extLst>
            </p:cNvPr>
            <p:cNvCxnSpPr>
              <a:cxnSpLocks/>
              <a:stCxn id="81" idx="6"/>
              <a:endCxn id="109" idx="2"/>
            </p:cNvCxnSpPr>
            <p:nvPr/>
          </p:nvCxnSpPr>
          <p:spPr>
            <a:xfrm>
              <a:off x="2804862" y="1276350"/>
              <a:ext cx="347414" cy="106680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512B6C83-A573-DA0D-25F6-B3186D125EEB}"/>
                </a:ext>
              </a:extLst>
            </p:cNvPr>
            <p:cNvSpPr/>
            <p:nvPr/>
          </p:nvSpPr>
          <p:spPr>
            <a:xfrm>
              <a:off x="3154360" y="3105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3C8B1419-6EE5-E784-5713-CAE22256EBDE}"/>
                </a:ext>
              </a:extLst>
            </p:cNvPr>
            <p:cNvCxnSpPr>
              <a:cxnSpLocks/>
              <a:stCxn id="91" idx="6"/>
              <a:endCxn id="115" idx="2"/>
            </p:cNvCxnSpPr>
            <p:nvPr/>
          </p:nvCxnSpPr>
          <p:spPr>
            <a:xfrm>
              <a:off x="2804860" y="3562350"/>
              <a:ext cx="349500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419DB4B6-594B-B583-A918-347C41B9D819}"/>
                </a:ext>
              </a:extLst>
            </p:cNvPr>
            <p:cNvCxnSpPr>
              <a:cxnSpLocks/>
              <a:stCxn id="87" idx="6"/>
              <a:endCxn id="115" idx="2"/>
            </p:cNvCxnSpPr>
            <p:nvPr/>
          </p:nvCxnSpPr>
          <p:spPr>
            <a:xfrm>
              <a:off x="2804861" y="2343150"/>
              <a:ext cx="34949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9D7968EE-2EC1-5BDA-2210-34DA7BFF7D42}"/>
                </a:ext>
              </a:extLst>
            </p:cNvPr>
            <p:cNvCxnSpPr>
              <a:cxnSpLocks/>
              <a:stCxn id="81" idx="6"/>
              <a:endCxn id="115" idx="2"/>
            </p:cNvCxnSpPr>
            <p:nvPr/>
          </p:nvCxnSpPr>
          <p:spPr>
            <a:xfrm>
              <a:off x="2804862" y="1276350"/>
              <a:ext cx="349498" cy="22860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26EE7384-C14D-E7C2-5DD0-75EEFCBCE00C}"/>
                </a:ext>
              </a:extLst>
            </p:cNvPr>
            <p:cNvSpPr/>
            <p:nvPr/>
          </p:nvSpPr>
          <p:spPr>
            <a:xfrm>
              <a:off x="4256750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EF1DF07D-764D-8FBE-26C3-DD6825852FE7}"/>
                </a:ext>
              </a:extLst>
            </p:cNvPr>
            <p:cNvCxnSpPr>
              <a:cxnSpLocks/>
              <a:stCxn id="109" idx="6"/>
              <a:endCxn id="142" idx="2"/>
            </p:cNvCxnSpPr>
            <p:nvPr/>
          </p:nvCxnSpPr>
          <p:spPr>
            <a:xfrm>
              <a:off x="4077127" y="2343150"/>
              <a:ext cx="179623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602668B0-7A7E-9E5B-E513-AD6C902209A7}"/>
                </a:ext>
              </a:extLst>
            </p:cNvPr>
            <p:cNvCxnSpPr>
              <a:cxnSpLocks/>
              <a:stCxn id="115" idx="6"/>
              <a:endCxn id="142" idx="2"/>
            </p:cNvCxnSpPr>
            <p:nvPr/>
          </p:nvCxnSpPr>
          <p:spPr>
            <a:xfrm flipV="1">
              <a:off x="4079210" y="2343150"/>
              <a:ext cx="17753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Arrow Connector 174">
              <a:extLst>
                <a:ext uri="{FF2B5EF4-FFF2-40B4-BE49-F238E27FC236}">
                  <a16:creationId xmlns:a16="http://schemas.microsoft.com/office/drawing/2014/main" id="{587BAB0F-AABA-36BF-059A-74DAA4F2C10F}"/>
                </a:ext>
              </a:extLst>
            </p:cNvPr>
            <p:cNvCxnSpPr>
              <a:cxnSpLocks/>
              <a:stCxn id="103" idx="6"/>
              <a:endCxn id="142" idx="2"/>
            </p:cNvCxnSpPr>
            <p:nvPr/>
          </p:nvCxnSpPr>
          <p:spPr>
            <a:xfrm>
              <a:off x="4077128" y="1276350"/>
              <a:ext cx="179622" cy="1066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3F598043-3C99-4A8D-E04E-2E5F1ACCEA87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489" y="1169724"/>
              <a:ext cx="347472" cy="22860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06BA9C6C-DB99-5156-B5FA-07486E50F6C5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68701" y="1169724"/>
              <a:ext cx="347472" cy="22860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5FE6BBA4-327A-A34A-4C0E-A2F173915BDE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0965" y="1123712"/>
              <a:ext cx="347472" cy="228600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3097214A-6FBB-2D04-0549-91E29529D6EE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222" y="2260527"/>
              <a:ext cx="267462" cy="180594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A199407F-F25B-87E6-9EFA-2A7492F04E8E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489" y="3457956"/>
              <a:ext cx="274320" cy="18059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374FA13-8040-45D0-FE86-0C0E7DA67DBC}"/>
                  </a:ext>
                </a:extLst>
              </p:cNvPr>
              <p:cNvSpPr txBox="1"/>
              <p:nvPr/>
            </p:nvSpPr>
            <p:spPr>
              <a:xfrm>
                <a:off x="2937712" y="1700788"/>
                <a:ext cx="3272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374FA13-8040-45D0-FE86-0C0E7DA67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7712" y="1700788"/>
                <a:ext cx="327205" cy="268984"/>
              </a:xfrm>
              <a:prstGeom prst="rect">
                <a:avLst/>
              </a:prstGeom>
              <a:blipFill>
                <a:blip r:embed="rId17"/>
                <a:stretch>
                  <a:fillRect l="-7407" t="-2273" r="-9259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F39C913-1893-13E3-7006-FB665EDE772F}"/>
                  </a:ext>
                </a:extLst>
              </p:cNvPr>
              <p:cNvSpPr txBox="1"/>
              <p:nvPr/>
            </p:nvSpPr>
            <p:spPr>
              <a:xfrm>
                <a:off x="3518782" y="1700788"/>
                <a:ext cx="3356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F39C913-1893-13E3-7006-FB665EDE77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8782" y="1700788"/>
                <a:ext cx="335605" cy="268984"/>
              </a:xfrm>
              <a:prstGeom prst="rect">
                <a:avLst/>
              </a:prstGeom>
              <a:blipFill>
                <a:blip r:embed="rId18"/>
                <a:stretch>
                  <a:fillRect l="-7273" t="-2273" r="-10909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E58D3D7-D844-2DC4-13F0-3DBC460CE0F8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3264917" y="1835280"/>
            <a:ext cx="25386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9B61976-E97A-865B-255A-F2CF8F467B8A}"/>
                  </a:ext>
                </a:extLst>
              </p:cNvPr>
              <p:cNvSpPr txBox="1"/>
              <p:nvPr/>
            </p:nvSpPr>
            <p:spPr>
              <a:xfrm>
                <a:off x="2921000" y="2913307"/>
                <a:ext cx="327205" cy="2787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9B61976-E97A-865B-255A-F2CF8F467B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1000" y="2913307"/>
                <a:ext cx="327205" cy="278794"/>
              </a:xfrm>
              <a:prstGeom prst="rect">
                <a:avLst/>
              </a:prstGeom>
              <a:blipFill>
                <a:blip r:embed="rId19"/>
                <a:stretch>
                  <a:fillRect l="-5556" t="-4348" r="-11111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AC411AF-678E-AE17-92E3-9B9D41FF418D}"/>
                  </a:ext>
                </a:extLst>
              </p:cNvPr>
              <p:cNvSpPr txBox="1"/>
              <p:nvPr/>
            </p:nvSpPr>
            <p:spPr>
              <a:xfrm>
                <a:off x="3502070" y="2913307"/>
                <a:ext cx="335605" cy="2787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AC411AF-678E-AE17-92E3-9B9D41FF4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070" y="2913307"/>
                <a:ext cx="335605" cy="278794"/>
              </a:xfrm>
              <a:prstGeom prst="rect">
                <a:avLst/>
              </a:prstGeom>
              <a:blipFill>
                <a:blip r:embed="rId20"/>
                <a:stretch>
                  <a:fillRect l="-7143" t="-4348" r="-8929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A91B5A1-FCAC-46EC-8E12-E6117151C30E}"/>
              </a:ext>
            </a:extLst>
          </p:cNvPr>
          <p:cNvCxnSpPr>
            <a:cxnSpLocks/>
            <a:stCxn id="43" idx="3"/>
            <a:endCxn id="44" idx="1"/>
          </p:cNvCxnSpPr>
          <p:nvPr/>
        </p:nvCxnSpPr>
        <p:spPr>
          <a:xfrm>
            <a:off x="3248205" y="3052704"/>
            <a:ext cx="25386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5BF0C51-5047-3DCF-0CA4-B5C87694204A}"/>
                  </a:ext>
                </a:extLst>
              </p:cNvPr>
              <p:cNvSpPr txBox="1"/>
              <p:nvPr/>
            </p:nvSpPr>
            <p:spPr>
              <a:xfrm>
                <a:off x="5045901" y="1693347"/>
                <a:ext cx="3272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5BF0C51-5047-3DCF-0CA4-B5C8769420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5901" y="1693347"/>
                <a:ext cx="327205" cy="268984"/>
              </a:xfrm>
              <a:prstGeom prst="rect">
                <a:avLst/>
              </a:prstGeom>
              <a:blipFill>
                <a:blip r:embed="rId21"/>
                <a:stretch>
                  <a:fillRect l="-7547" t="-4545" r="-11321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332CC17-E10F-0082-1DFA-570DE61DB0D5}"/>
                  </a:ext>
                </a:extLst>
              </p:cNvPr>
              <p:cNvSpPr txBox="1"/>
              <p:nvPr/>
            </p:nvSpPr>
            <p:spPr>
              <a:xfrm>
                <a:off x="5626971" y="1693347"/>
                <a:ext cx="3356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332CC17-E10F-0082-1DFA-570DE61DB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6971" y="1693347"/>
                <a:ext cx="335605" cy="268984"/>
              </a:xfrm>
              <a:prstGeom prst="rect">
                <a:avLst/>
              </a:prstGeom>
              <a:blipFill>
                <a:blip r:embed="rId22"/>
                <a:stretch>
                  <a:fillRect l="-7273" t="-4545" r="-10909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2AED97A-7917-8CAC-B29A-43F0AA78DF3C}"/>
              </a:ext>
            </a:extLst>
          </p:cNvPr>
          <p:cNvCxnSpPr>
            <a:cxnSpLocks/>
            <a:stCxn id="46" idx="3"/>
            <a:endCxn id="47" idx="1"/>
          </p:cNvCxnSpPr>
          <p:nvPr/>
        </p:nvCxnSpPr>
        <p:spPr>
          <a:xfrm>
            <a:off x="5373106" y="1827839"/>
            <a:ext cx="25386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47BA79A-267D-861C-4CB2-AA9EE8A08727}"/>
                  </a:ext>
                </a:extLst>
              </p:cNvPr>
              <p:cNvSpPr txBox="1"/>
              <p:nvPr/>
            </p:nvSpPr>
            <p:spPr>
              <a:xfrm>
                <a:off x="5029189" y="2905866"/>
                <a:ext cx="327205" cy="2787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47BA79A-267D-861C-4CB2-AA9EE8A08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189" y="2905866"/>
                <a:ext cx="327205" cy="278794"/>
              </a:xfrm>
              <a:prstGeom prst="rect">
                <a:avLst/>
              </a:prstGeom>
              <a:blipFill>
                <a:blip r:embed="rId23"/>
                <a:stretch>
                  <a:fillRect l="-7407" t="-4444" r="-9259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06A4F74-9D28-DC5B-E541-513758EC6545}"/>
                  </a:ext>
                </a:extLst>
              </p:cNvPr>
              <p:cNvSpPr txBox="1"/>
              <p:nvPr/>
            </p:nvSpPr>
            <p:spPr>
              <a:xfrm>
                <a:off x="5610259" y="2905866"/>
                <a:ext cx="335605" cy="2787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06A4F74-9D28-DC5B-E541-513758EC65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259" y="2905866"/>
                <a:ext cx="335605" cy="278794"/>
              </a:xfrm>
              <a:prstGeom prst="rect">
                <a:avLst/>
              </a:prstGeom>
              <a:blipFill>
                <a:blip r:embed="rId24"/>
                <a:stretch>
                  <a:fillRect l="-7273" t="-4444" r="-10909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379C9D3-6E53-C6AB-146E-C81BC07A39E7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>
            <a:off x="5356394" y="3045263"/>
            <a:ext cx="25386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57B3F06-5606-2376-26E6-651836059725}"/>
                  </a:ext>
                </a:extLst>
              </p:cNvPr>
              <p:cNvSpPr txBox="1"/>
              <p:nvPr/>
            </p:nvSpPr>
            <p:spPr>
              <a:xfrm>
                <a:off x="6864954" y="1680550"/>
                <a:ext cx="3272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57B3F06-5606-2376-26E6-651836059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4954" y="1680550"/>
                <a:ext cx="327205" cy="268984"/>
              </a:xfrm>
              <a:prstGeom prst="rect">
                <a:avLst/>
              </a:prstGeom>
              <a:blipFill>
                <a:blip r:embed="rId25"/>
                <a:stretch>
                  <a:fillRect l="-5556" t="-4545" r="-11111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D1F284A-402F-1D74-662A-6A43A2470610}"/>
                  </a:ext>
                </a:extLst>
              </p:cNvPr>
              <p:cNvSpPr txBox="1"/>
              <p:nvPr/>
            </p:nvSpPr>
            <p:spPr>
              <a:xfrm>
                <a:off x="7446024" y="1680550"/>
                <a:ext cx="3356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D1F284A-402F-1D74-662A-6A43A24706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6024" y="1680550"/>
                <a:ext cx="335605" cy="268984"/>
              </a:xfrm>
              <a:prstGeom prst="rect">
                <a:avLst/>
              </a:prstGeom>
              <a:blipFill>
                <a:blip r:embed="rId26"/>
                <a:stretch>
                  <a:fillRect l="-7143" t="-4545" r="-8929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DDE8C67-90DD-2BA5-10F2-8DA5AC771DA0}"/>
              </a:ext>
            </a:extLst>
          </p:cNvPr>
          <p:cNvCxnSpPr>
            <a:cxnSpLocks/>
            <a:stCxn id="52" idx="3"/>
            <a:endCxn id="53" idx="1"/>
          </p:cNvCxnSpPr>
          <p:nvPr/>
        </p:nvCxnSpPr>
        <p:spPr>
          <a:xfrm>
            <a:off x="7192159" y="1815042"/>
            <a:ext cx="25386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3715DBF7-111E-33F0-05DE-1CB4A7C096C7}"/>
              </a:ext>
            </a:extLst>
          </p:cNvPr>
          <p:cNvSpPr txBox="1"/>
          <p:nvPr/>
        </p:nvSpPr>
        <p:spPr>
          <a:xfrm>
            <a:off x="1160424" y="3843916"/>
            <a:ext cx="7391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solidFill>
                  <a:prstClr val="black"/>
                </a:solidFill>
                <a:latin typeface="Calibri"/>
              </a:rPr>
              <a:t>“error” of cost for         (unit    in layer   ). 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69151CD1-6598-F052-0068-3A86F792A91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824" y="3855239"/>
            <a:ext cx="644332" cy="401688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78B9A031-D0E2-DE9C-564B-EDFC3E49A1C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711" y="3855239"/>
            <a:ext cx="350713" cy="40168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D3499D3C-982C-2A78-8A9E-DCDBE8FB564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224" y="3952140"/>
            <a:ext cx="125730" cy="26289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8EC5AE2-09D6-3374-E9E0-B1F4663DF9C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2253" y="3977429"/>
            <a:ext cx="61171" cy="191669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468BC244-2660-5B3F-15B7-7BB98B5A7CA5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248" y="4288071"/>
            <a:ext cx="2081846" cy="526069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6FB5EE23-4D01-9E6C-B8D5-2B821E50358E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6410" y="4425802"/>
            <a:ext cx="619864" cy="236527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81300E9A-2751-89F2-CE50-0DC20A08E50E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105" y="4804410"/>
            <a:ext cx="5335905" cy="291465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66AFC748-F915-3BB8-7A12-C907953F7C42}"/>
              </a:ext>
            </a:extLst>
          </p:cNvPr>
          <p:cNvSpPr txBox="1"/>
          <p:nvPr/>
        </p:nvSpPr>
        <p:spPr>
          <a:xfrm>
            <a:off x="838200" y="4288587"/>
            <a:ext cx="76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prstClr val="black"/>
                </a:solidFill>
                <a:latin typeface="Calibri"/>
              </a:rPr>
              <a:t>Formally,		             (for           ), where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CC5DBEB-4AB8-51CF-742A-0D0C56F0088B}"/>
                  </a:ext>
                </a:extLst>
              </p:cNvPr>
              <p:cNvSpPr txBox="1"/>
              <p:nvPr/>
            </p:nvSpPr>
            <p:spPr>
              <a:xfrm>
                <a:off x="7033154" y="2022280"/>
                <a:ext cx="580672" cy="4612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CC5DBEB-4AB8-51CF-742A-0D0C56F00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3154" y="2022280"/>
                <a:ext cx="580672" cy="46128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B5082D8-E682-EDCA-F4B6-72164A50EA14}"/>
                  </a:ext>
                </a:extLst>
              </p:cNvPr>
              <p:cNvSpPr txBox="1"/>
              <p:nvPr/>
            </p:nvSpPr>
            <p:spPr>
              <a:xfrm>
                <a:off x="5270648" y="2028631"/>
                <a:ext cx="580672" cy="4612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B5082D8-E682-EDCA-F4B6-72164A50EA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0648" y="2028631"/>
                <a:ext cx="580672" cy="46128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E42CF53-824B-089F-293A-DF840E12A3A8}"/>
                  </a:ext>
                </a:extLst>
              </p:cNvPr>
              <p:cNvSpPr txBox="1"/>
              <p:nvPr/>
            </p:nvSpPr>
            <p:spPr>
              <a:xfrm>
                <a:off x="5240311" y="3257406"/>
                <a:ext cx="580672" cy="478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E42CF53-824B-089F-293A-DF840E12A3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311" y="3257406"/>
                <a:ext cx="580672" cy="478016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E43374B-C159-5181-7C18-CCD8C41D97A7}"/>
              </a:ext>
            </a:extLst>
          </p:cNvPr>
          <p:cNvCxnSpPr>
            <a:stCxn id="142" idx="2"/>
            <a:endCxn id="109" idx="6"/>
          </p:cNvCxnSpPr>
          <p:nvPr/>
        </p:nvCxnSpPr>
        <p:spPr>
          <a:xfrm flipH="1">
            <a:off x="6261370" y="2078161"/>
            <a:ext cx="295314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17F0E72-4543-1F3D-645A-7A4FEEC1E718}"/>
              </a:ext>
            </a:extLst>
          </p:cNvPr>
          <p:cNvCxnSpPr>
            <a:cxnSpLocks/>
            <a:endCxn id="115" idx="6"/>
          </p:cNvCxnSpPr>
          <p:nvPr/>
        </p:nvCxnSpPr>
        <p:spPr>
          <a:xfrm flipH="1">
            <a:off x="6264796" y="2076062"/>
            <a:ext cx="291888" cy="1221299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9F01419-6AB7-F484-4947-3B35CD26A035}"/>
                  </a:ext>
                </a:extLst>
              </p:cNvPr>
              <p:cNvSpPr txBox="1"/>
              <p:nvPr/>
            </p:nvSpPr>
            <p:spPr>
              <a:xfrm>
                <a:off x="3152060" y="2028631"/>
                <a:ext cx="580672" cy="4612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9F01419-6AB7-F484-4947-3B35CD26A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2060" y="2028631"/>
                <a:ext cx="580672" cy="46128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AACC722-0A2D-54AE-E75F-5AEFFB90333E}"/>
                  </a:ext>
                </a:extLst>
              </p:cNvPr>
              <p:cNvSpPr txBox="1"/>
              <p:nvPr/>
            </p:nvSpPr>
            <p:spPr>
              <a:xfrm>
                <a:off x="3121723" y="3257406"/>
                <a:ext cx="580672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AACC722-0A2D-54AE-E75F-5AEFFB903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1723" y="3257406"/>
                <a:ext cx="580672" cy="461665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3D81CC86-2BAB-320D-CFA3-B023D2674D40}"/>
              </a:ext>
            </a:extLst>
          </p:cNvPr>
          <p:cNvSpPr/>
          <p:nvPr/>
        </p:nvSpPr>
        <p:spPr>
          <a:xfrm>
            <a:off x="2660053" y="2841396"/>
            <a:ext cx="1523940" cy="913047"/>
          </a:xfrm>
          <a:prstGeom prst="ellipse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B30A75C-2B5C-E498-EDCB-815570A40E82}"/>
                  </a:ext>
                </a:extLst>
              </p:cNvPr>
              <p:cNvSpPr txBox="1"/>
              <p:nvPr/>
            </p:nvSpPr>
            <p:spPr>
              <a:xfrm>
                <a:off x="6408187" y="696024"/>
                <a:ext cx="747128" cy="3886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2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B30A75C-2B5C-E498-EDCB-815570A40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8187" y="696024"/>
                <a:ext cx="747128" cy="388633"/>
              </a:xfrm>
              <a:prstGeom prst="rect">
                <a:avLst/>
              </a:prstGeom>
              <a:blipFill>
                <a:blip r:embed="rId39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3B2C1DC-A533-04BE-9412-A27D2B883590}"/>
              </a:ext>
            </a:extLst>
          </p:cNvPr>
          <p:cNvCxnSpPr>
            <a:cxnSpLocks/>
          </p:cNvCxnSpPr>
          <p:nvPr/>
        </p:nvCxnSpPr>
        <p:spPr>
          <a:xfrm>
            <a:off x="4213860" y="3297361"/>
            <a:ext cx="54864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07FAD73-EA86-45E7-2325-A87358016012}"/>
              </a:ext>
            </a:extLst>
          </p:cNvPr>
          <p:cNvCxnSpPr>
            <a:cxnSpLocks/>
            <a:stCxn id="11" idx="6"/>
            <a:endCxn id="109" idx="2"/>
          </p:cNvCxnSpPr>
          <p:nvPr/>
        </p:nvCxnSpPr>
        <p:spPr>
          <a:xfrm flipV="1">
            <a:off x="4183993" y="2078161"/>
            <a:ext cx="556861" cy="1219759"/>
          </a:xfrm>
          <a:prstGeom prst="straightConnector1">
            <a:avLst/>
          </a:prstGeom>
          <a:ln w="38100">
            <a:solidFill>
              <a:srgbClr val="FF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184E392-661B-8496-422C-B53EBA57CE06}"/>
                  </a:ext>
                </a:extLst>
              </p:cNvPr>
              <p:cNvSpPr txBox="1"/>
              <p:nvPr/>
            </p:nvSpPr>
            <p:spPr>
              <a:xfrm>
                <a:off x="3981593" y="2493927"/>
                <a:ext cx="474424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1" i="1" smtClean="0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𝜣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184E392-661B-8496-422C-B53EBA57CE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1593" y="2493927"/>
                <a:ext cx="474424" cy="349711"/>
              </a:xfrm>
              <a:prstGeom prst="rect">
                <a:avLst/>
              </a:prstGeom>
              <a:blipFill>
                <a:blip r:embed="rId40"/>
                <a:stretch>
                  <a:fillRect l="-10256" t="-1754" r="-7692" b="-17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404CA46-360D-C4ED-5528-10AA47147218}"/>
                  </a:ext>
                </a:extLst>
              </p:cNvPr>
              <p:cNvSpPr txBox="1"/>
              <p:nvPr/>
            </p:nvSpPr>
            <p:spPr>
              <a:xfrm>
                <a:off x="4203166" y="3325216"/>
                <a:ext cx="474424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𝜣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𝟐𝟐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404CA46-360D-C4ED-5528-10AA47147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3166" y="3325216"/>
                <a:ext cx="474424" cy="349711"/>
              </a:xfrm>
              <a:prstGeom prst="rect">
                <a:avLst/>
              </a:prstGeom>
              <a:blipFill>
                <a:blip r:embed="rId41"/>
                <a:stretch>
                  <a:fillRect l="-10256" r="-7692" b="-1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82699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44304-F029-A81A-08D3-FBACD352E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21B114-0A71-227C-E652-CEB8048FF988}"/>
              </a:ext>
            </a:extLst>
          </p:cNvPr>
          <p:cNvSpPr txBox="1"/>
          <p:nvPr/>
        </p:nvSpPr>
        <p:spPr>
          <a:xfrm>
            <a:off x="318382" y="86739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Calibri"/>
              </a:rPr>
              <a:t>Forward Propagation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AF9FA96-E2DA-7B17-77A2-930B404448D9}"/>
              </a:ext>
            </a:extLst>
          </p:cNvPr>
          <p:cNvGrpSpPr/>
          <p:nvPr/>
        </p:nvGrpSpPr>
        <p:grpSpPr>
          <a:xfrm>
            <a:off x="685800" y="554161"/>
            <a:ext cx="7391400" cy="3200400"/>
            <a:chOff x="685800" y="819150"/>
            <a:chExt cx="4495800" cy="3200400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0B08FE28-135C-AD29-40F3-D98463E29441}"/>
                </a:ext>
              </a:extLst>
            </p:cNvPr>
            <p:cNvSpPr/>
            <p:nvPr/>
          </p:nvSpPr>
          <p:spPr>
            <a:xfrm>
              <a:off x="685800" y="31051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0CE67AB6-3FF5-B43A-A7F8-DD7F7FAD5781}"/>
                </a:ext>
              </a:extLst>
            </p:cNvPr>
            <p:cNvSpPr/>
            <p:nvPr/>
          </p:nvSpPr>
          <p:spPr>
            <a:xfrm>
              <a:off x="685800" y="18859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8A50D502-D279-4CB9-133F-4707E3F242A5}"/>
                </a:ext>
              </a:extLst>
            </p:cNvPr>
            <p:cNvSpPr/>
            <p:nvPr/>
          </p:nvSpPr>
          <p:spPr>
            <a:xfrm>
              <a:off x="685800" y="8191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7A21E155-68BB-DD16-D46E-1204F5D01EE6}"/>
                </a:ext>
              </a:extLst>
            </p:cNvPr>
            <p:cNvSpPr/>
            <p:nvPr/>
          </p:nvSpPr>
          <p:spPr>
            <a:xfrm>
              <a:off x="1880012" y="819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F1623188-21E8-C8D2-6A16-DA941D6C3F0B}"/>
                </a:ext>
              </a:extLst>
            </p:cNvPr>
            <p:cNvSpPr/>
            <p:nvPr/>
          </p:nvSpPr>
          <p:spPr>
            <a:xfrm>
              <a:off x="1880011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0FDE816C-9F2D-5809-BF94-B541E123D5DA}"/>
                </a:ext>
              </a:extLst>
            </p:cNvPr>
            <p:cNvCxnSpPr>
              <a:cxnSpLocks/>
              <a:stCxn id="80" idx="6"/>
              <a:endCxn id="87" idx="2"/>
            </p:cNvCxnSpPr>
            <p:nvPr/>
          </p:nvCxnSpPr>
          <p:spPr>
            <a:xfrm>
              <a:off x="1610650" y="1276350"/>
              <a:ext cx="269360" cy="1066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B003F511-7F6C-5286-F32B-EA2EF21B9604}"/>
                </a:ext>
              </a:extLst>
            </p:cNvPr>
            <p:cNvCxnSpPr>
              <a:cxnSpLocks/>
              <a:stCxn id="79" idx="6"/>
              <a:endCxn id="87" idx="2"/>
            </p:cNvCxnSpPr>
            <p:nvPr/>
          </p:nvCxnSpPr>
          <p:spPr>
            <a:xfrm>
              <a:off x="1610650" y="2343150"/>
              <a:ext cx="269360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BA3431CF-5D68-A0F2-3ACF-541B4A0E09EE}"/>
                </a:ext>
              </a:extLst>
            </p:cNvPr>
            <p:cNvCxnSpPr>
              <a:cxnSpLocks/>
              <a:stCxn id="78" idx="6"/>
              <a:endCxn id="87" idx="2"/>
            </p:cNvCxnSpPr>
            <p:nvPr/>
          </p:nvCxnSpPr>
          <p:spPr>
            <a:xfrm flipV="1">
              <a:off x="1610650" y="2343150"/>
              <a:ext cx="269360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8B14783A-42DE-FC6A-0744-63752FC10435}"/>
                </a:ext>
              </a:extLst>
            </p:cNvPr>
            <p:cNvSpPr/>
            <p:nvPr/>
          </p:nvSpPr>
          <p:spPr>
            <a:xfrm>
              <a:off x="1880009" y="3105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9AD9417E-74AF-62FE-E611-F634232E051F}"/>
                </a:ext>
              </a:extLst>
            </p:cNvPr>
            <p:cNvCxnSpPr>
              <a:cxnSpLocks/>
              <a:stCxn id="80" idx="6"/>
              <a:endCxn id="91" idx="2"/>
            </p:cNvCxnSpPr>
            <p:nvPr/>
          </p:nvCxnSpPr>
          <p:spPr>
            <a:xfrm>
              <a:off x="1610650" y="1276350"/>
              <a:ext cx="269359" cy="22860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A4CB33ED-DD58-FD9F-B7AA-C9B966260D04}"/>
                </a:ext>
              </a:extLst>
            </p:cNvPr>
            <p:cNvCxnSpPr>
              <a:cxnSpLocks/>
              <a:stCxn id="79" idx="6"/>
              <a:endCxn id="91" idx="2"/>
            </p:cNvCxnSpPr>
            <p:nvPr/>
          </p:nvCxnSpPr>
          <p:spPr>
            <a:xfrm>
              <a:off x="1610650" y="2343150"/>
              <a:ext cx="26935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CA035481-660A-CB36-B301-9A6D9482A34D}"/>
                </a:ext>
              </a:extLst>
            </p:cNvPr>
            <p:cNvCxnSpPr>
              <a:cxnSpLocks/>
              <a:stCxn id="78" idx="6"/>
              <a:endCxn id="91" idx="2"/>
            </p:cNvCxnSpPr>
            <p:nvPr/>
          </p:nvCxnSpPr>
          <p:spPr>
            <a:xfrm>
              <a:off x="1610650" y="3562350"/>
              <a:ext cx="269359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85687D3F-09E4-1B31-11B8-1C7BF2DD99AD}"/>
                </a:ext>
              </a:extLst>
            </p:cNvPr>
            <p:cNvSpPr/>
            <p:nvPr/>
          </p:nvSpPr>
          <p:spPr>
            <a:xfrm>
              <a:off x="3152278" y="819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60124BFE-0BC6-D5B4-049F-3A7FF3792441}"/>
                </a:ext>
              </a:extLst>
            </p:cNvPr>
            <p:cNvSpPr/>
            <p:nvPr/>
          </p:nvSpPr>
          <p:spPr>
            <a:xfrm>
              <a:off x="3152276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BD9454EB-C9B4-8F2F-06AA-9C010ADB5469}"/>
                </a:ext>
              </a:extLst>
            </p:cNvPr>
            <p:cNvCxnSpPr>
              <a:cxnSpLocks/>
              <a:stCxn id="87" idx="6"/>
              <a:endCxn id="109" idx="2"/>
            </p:cNvCxnSpPr>
            <p:nvPr/>
          </p:nvCxnSpPr>
          <p:spPr>
            <a:xfrm>
              <a:off x="2804861" y="2343150"/>
              <a:ext cx="347416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B6C0F61B-06DF-1245-730A-C86235708E97}"/>
                </a:ext>
              </a:extLst>
            </p:cNvPr>
            <p:cNvCxnSpPr>
              <a:cxnSpLocks/>
              <a:stCxn id="91" idx="6"/>
              <a:endCxn id="109" idx="2"/>
            </p:cNvCxnSpPr>
            <p:nvPr/>
          </p:nvCxnSpPr>
          <p:spPr>
            <a:xfrm flipV="1">
              <a:off x="2804860" y="2343150"/>
              <a:ext cx="347417" cy="121920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F5E50EB4-BF52-93E0-4BA5-3971956857CC}"/>
                </a:ext>
              </a:extLst>
            </p:cNvPr>
            <p:cNvCxnSpPr>
              <a:cxnSpLocks/>
              <a:stCxn id="81" idx="6"/>
              <a:endCxn id="109" idx="2"/>
            </p:cNvCxnSpPr>
            <p:nvPr/>
          </p:nvCxnSpPr>
          <p:spPr>
            <a:xfrm>
              <a:off x="2804862" y="1276350"/>
              <a:ext cx="347414" cy="106680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9AD9D92F-3F44-E7AA-D481-D867ACA2F5A7}"/>
                </a:ext>
              </a:extLst>
            </p:cNvPr>
            <p:cNvSpPr/>
            <p:nvPr/>
          </p:nvSpPr>
          <p:spPr>
            <a:xfrm>
              <a:off x="3154360" y="3105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E1BED6EF-3CCC-7F09-2ED1-29BF9CF3892A}"/>
                </a:ext>
              </a:extLst>
            </p:cNvPr>
            <p:cNvCxnSpPr>
              <a:cxnSpLocks/>
              <a:stCxn id="91" idx="6"/>
              <a:endCxn id="115" idx="2"/>
            </p:cNvCxnSpPr>
            <p:nvPr/>
          </p:nvCxnSpPr>
          <p:spPr>
            <a:xfrm>
              <a:off x="2804860" y="3562350"/>
              <a:ext cx="349500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49094237-7A23-576C-ECC2-F4E48DA7E511}"/>
                </a:ext>
              </a:extLst>
            </p:cNvPr>
            <p:cNvCxnSpPr>
              <a:cxnSpLocks/>
              <a:stCxn id="87" idx="6"/>
              <a:endCxn id="115" idx="2"/>
            </p:cNvCxnSpPr>
            <p:nvPr/>
          </p:nvCxnSpPr>
          <p:spPr>
            <a:xfrm>
              <a:off x="2804861" y="2343150"/>
              <a:ext cx="34949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1B5F6E3A-ABD7-29A5-48CF-F108A2F7E492}"/>
                </a:ext>
              </a:extLst>
            </p:cNvPr>
            <p:cNvCxnSpPr>
              <a:cxnSpLocks/>
              <a:stCxn id="81" idx="6"/>
              <a:endCxn id="115" idx="2"/>
            </p:cNvCxnSpPr>
            <p:nvPr/>
          </p:nvCxnSpPr>
          <p:spPr>
            <a:xfrm>
              <a:off x="2804862" y="1276350"/>
              <a:ext cx="349498" cy="22860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F0AA2B91-BABE-455D-AFEE-EC5B7BA82FC2}"/>
                </a:ext>
              </a:extLst>
            </p:cNvPr>
            <p:cNvSpPr/>
            <p:nvPr/>
          </p:nvSpPr>
          <p:spPr>
            <a:xfrm>
              <a:off x="4256750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E1DEBF49-38B6-D13A-DBD7-58588D84C8F1}"/>
                </a:ext>
              </a:extLst>
            </p:cNvPr>
            <p:cNvCxnSpPr>
              <a:cxnSpLocks/>
              <a:stCxn id="109" idx="6"/>
              <a:endCxn id="142" idx="2"/>
            </p:cNvCxnSpPr>
            <p:nvPr/>
          </p:nvCxnSpPr>
          <p:spPr>
            <a:xfrm>
              <a:off x="4077127" y="2343150"/>
              <a:ext cx="179623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93543EC6-2D72-7906-966F-F53983DF4599}"/>
                </a:ext>
              </a:extLst>
            </p:cNvPr>
            <p:cNvCxnSpPr>
              <a:cxnSpLocks/>
              <a:stCxn id="115" idx="6"/>
              <a:endCxn id="142" idx="2"/>
            </p:cNvCxnSpPr>
            <p:nvPr/>
          </p:nvCxnSpPr>
          <p:spPr>
            <a:xfrm flipV="1">
              <a:off x="4079210" y="2343150"/>
              <a:ext cx="17753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Arrow Connector 174">
              <a:extLst>
                <a:ext uri="{FF2B5EF4-FFF2-40B4-BE49-F238E27FC236}">
                  <a16:creationId xmlns:a16="http://schemas.microsoft.com/office/drawing/2014/main" id="{CA41079D-04BD-3A40-7B00-9E4D77EF9D08}"/>
                </a:ext>
              </a:extLst>
            </p:cNvPr>
            <p:cNvCxnSpPr>
              <a:cxnSpLocks/>
              <a:stCxn id="103" idx="6"/>
              <a:endCxn id="142" idx="2"/>
            </p:cNvCxnSpPr>
            <p:nvPr/>
          </p:nvCxnSpPr>
          <p:spPr>
            <a:xfrm>
              <a:off x="4077128" y="1276350"/>
              <a:ext cx="179622" cy="1066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D0740DE6-4BD0-E226-66D7-8055F3E9BB4D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489" y="1169724"/>
              <a:ext cx="347472" cy="22860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610A49BC-78D4-60DB-6E47-3D0418FA17E2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68701" y="1169724"/>
              <a:ext cx="347472" cy="22860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95C71D9B-2436-16FB-82DD-B2945B1433D6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0965" y="1123712"/>
              <a:ext cx="347472" cy="228600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DABBB9EC-8B8E-1CC4-F488-35F9D0F141BB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222" y="2260527"/>
              <a:ext cx="267462" cy="180594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C8294244-514E-9782-6321-71595520A1EF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489" y="3457956"/>
              <a:ext cx="274320" cy="18059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5C15265-5502-513D-21F4-62C9350AAAFE}"/>
                  </a:ext>
                </a:extLst>
              </p:cNvPr>
              <p:cNvSpPr txBox="1"/>
              <p:nvPr/>
            </p:nvSpPr>
            <p:spPr>
              <a:xfrm>
                <a:off x="2937712" y="1700788"/>
                <a:ext cx="3272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5C15265-5502-513D-21F4-62C9350AAA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7712" y="1700788"/>
                <a:ext cx="327205" cy="268984"/>
              </a:xfrm>
              <a:prstGeom prst="rect">
                <a:avLst/>
              </a:prstGeom>
              <a:blipFill>
                <a:blip r:embed="rId17"/>
                <a:stretch>
                  <a:fillRect l="-7407" t="-2273" r="-9259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7973757-BEC1-CA40-23E5-0C4D76444A18}"/>
                  </a:ext>
                </a:extLst>
              </p:cNvPr>
              <p:cNvSpPr txBox="1"/>
              <p:nvPr/>
            </p:nvSpPr>
            <p:spPr>
              <a:xfrm>
                <a:off x="3518782" y="1700788"/>
                <a:ext cx="3356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7973757-BEC1-CA40-23E5-0C4D76444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8782" y="1700788"/>
                <a:ext cx="335605" cy="268984"/>
              </a:xfrm>
              <a:prstGeom prst="rect">
                <a:avLst/>
              </a:prstGeom>
              <a:blipFill>
                <a:blip r:embed="rId18"/>
                <a:stretch>
                  <a:fillRect l="-7273" t="-2273" r="-10909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42CB506-DDFD-AC95-14CF-F62E5A8FD842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3264917" y="1835280"/>
            <a:ext cx="25386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599ECE8-8B49-668C-7AF5-15084789F3D0}"/>
                  </a:ext>
                </a:extLst>
              </p:cNvPr>
              <p:cNvSpPr txBox="1"/>
              <p:nvPr/>
            </p:nvSpPr>
            <p:spPr>
              <a:xfrm>
                <a:off x="2921000" y="2913307"/>
                <a:ext cx="327205" cy="2787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599ECE8-8B49-668C-7AF5-15084789F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1000" y="2913307"/>
                <a:ext cx="327205" cy="278794"/>
              </a:xfrm>
              <a:prstGeom prst="rect">
                <a:avLst/>
              </a:prstGeom>
              <a:blipFill>
                <a:blip r:embed="rId19"/>
                <a:stretch>
                  <a:fillRect l="-5556" t="-4348" r="-11111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149D532-5D8C-F46C-4914-3AFFB8FD8DF8}"/>
                  </a:ext>
                </a:extLst>
              </p:cNvPr>
              <p:cNvSpPr txBox="1"/>
              <p:nvPr/>
            </p:nvSpPr>
            <p:spPr>
              <a:xfrm>
                <a:off x="3502070" y="2913307"/>
                <a:ext cx="335605" cy="2787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149D532-5D8C-F46C-4914-3AFFB8FD8D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070" y="2913307"/>
                <a:ext cx="335605" cy="278794"/>
              </a:xfrm>
              <a:prstGeom prst="rect">
                <a:avLst/>
              </a:prstGeom>
              <a:blipFill>
                <a:blip r:embed="rId20"/>
                <a:stretch>
                  <a:fillRect l="-7143" t="-4348" r="-8929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7E7EE98-DE6A-FBBC-C5B4-25530AD621E3}"/>
              </a:ext>
            </a:extLst>
          </p:cNvPr>
          <p:cNvCxnSpPr>
            <a:cxnSpLocks/>
            <a:stCxn id="43" idx="3"/>
            <a:endCxn id="44" idx="1"/>
          </p:cNvCxnSpPr>
          <p:nvPr/>
        </p:nvCxnSpPr>
        <p:spPr>
          <a:xfrm>
            <a:off x="3248205" y="3052704"/>
            <a:ext cx="25386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4927663-C4A9-3CB3-2DF6-1CEDD380D3B8}"/>
                  </a:ext>
                </a:extLst>
              </p:cNvPr>
              <p:cNvSpPr txBox="1"/>
              <p:nvPr/>
            </p:nvSpPr>
            <p:spPr>
              <a:xfrm>
                <a:off x="5045901" y="1693347"/>
                <a:ext cx="3272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4927663-C4A9-3CB3-2DF6-1CEDD380D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5901" y="1693347"/>
                <a:ext cx="327205" cy="268984"/>
              </a:xfrm>
              <a:prstGeom prst="rect">
                <a:avLst/>
              </a:prstGeom>
              <a:blipFill>
                <a:blip r:embed="rId21"/>
                <a:stretch>
                  <a:fillRect l="-7547" t="-4545" r="-11321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43023AC-CCEB-7E68-1B4C-341C6E9DD4CD}"/>
                  </a:ext>
                </a:extLst>
              </p:cNvPr>
              <p:cNvSpPr txBox="1"/>
              <p:nvPr/>
            </p:nvSpPr>
            <p:spPr>
              <a:xfrm>
                <a:off x="5626971" y="1693347"/>
                <a:ext cx="3356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43023AC-CCEB-7E68-1B4C-341C6E9DD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6971" y="1693347"/>
                <a:ext cx="335605" cy="268984"/>
              </a:xfrm>
              <a:prstGeom prst="rect">
                <a:avLst/>
              </a:prstGeom>
              <a:blipFill>
                <a:blip r:embed="rId22"/>
                <a:stretch>
                  <a:fillRect l="-7273" t="-4545" r="-10909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1748491-59EC-4DF9-C6BC-10902EEF0BFE}"/>
              </a:ext>
            </a:extLst>
          </p:cNvPr>
          <p:cNvCxnSpPr>
            <a:cxnSpLocks/>
            <a:stCxn id="46" idx="3"/>
            <a:endCxn id="47" idx="1"/>
          </p:cNvCxnSpPr>
          <p:nvPr/>
        </p:nvCxnSpPr>
        <p:spPr>
          <a:xfrm>
            <a:off x="5373106" y="1827839"/>
            <a:ext cx="25386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71C2540-0045-D542-74EA-6BD63EE64025}"/>
                  </a:ext>
                </a:extLst>
              </p:cNvPr>
              <p:cNvSpPr txBox="1"/>
              <p:nvPr/>
            </p:nvSpPr>
            <p:spPr>
              <a:xfrm>
                <a:off x="5029189" y="2905866"/>
                <a:ext cx="327205" cy="2787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71C2540-0045-D542-74EA-6BD63EE64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189" y="2905866"/>
                <a:ext cx="327205" cy="278794"/>
              </a:xfrm>
              <a:prstGeom prst="rect">
                <a:avLst/>
              </a:prstGeom>
              <a:blipFill>
                <a:blip r:embed="rId23"/>
                <a:stretch>
                  <a:fillRect l="-7407" t="-4444" r="-9259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AA0E006-0EC8-C4C8-1A4E-53580985C6CA}"/>
                  </a:ext>
                </a:extLst>
              </p:cNvPr>
              <p:cNvSpPr txBox="1"/>
              <p:nvPr/>
            </p:nvSpPr>
            <p:spPr>
              <a:xfrm>
                <a:off x="5610259" y="2905866"/>
                <a:ext cx="335605" cy="2787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AA0E006-0EC8-C4C8-1A4E-53580985C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259" y="2905866"/>
                <a:ext cx="335605" cy="278794"/>
              </a:xfrm>
              <a:prstGeom prst="rect">
                <a:avLst/>
              </a:prstGeom>
              <a:blipFill>
                <a:blip r:embed="rId24"/>
                <a:stretch>
                  <a:fillRect l="-7273" t="-4444" r="-10909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12BEEDC-46A5-9225-8D1C-3D3BE40D9AF1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>
            <a:off x="5356394" y="3045263"/>
            <a:ext cx="25386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A748DE5-9858-C724-99C6-066BC0DE8329}"/>
                  </a:ext>
                </a:extLst>
              </p:cNvPr>
              <p:cNvSpPr txBox="1"/>
              <p:nvPr/>
            </p:nvSpPr>
            <p:spPr>
              <a:xfrm>
                <a:off x="6864954" y="1680550"/>
                <a:ext cx="3272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A748DE5-9858-C724-99C6-066BC0DE8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4954" y="1680550"/>
                <a:ext cx="327205" cy="268984"/>
              </a:xfrm>
              <a:prstGeom prst="rect">
                <a:avLst/>
              </a:prstGeom>
              <a:blipFill>
                <a:blip r:embed="rId25"/>
                <a:stretch>
                  <a:fillRect l="-5556" t="-4545" r="-11111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32BAE69-48D9-C530-7FEE-8EA828131265}"/>
                  </a:ext>
                </a:extLst>
              </p:cNvPr>
              <p:cNvSpPr txBox="1"/>
              <p:nvPr/>
            </p:nvSpPr>
            <p:spPr>
              <a:xfrm>
                <a:off x="7446024" y="1680550"/>
                <a:ext cx="3356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32BAE69-48D9-C530-7FEE-8EA828131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6024" y="1680550"/>
                <a:ext cx="335605" cy="268984"/>
              </a:xfrm>
              <a:prstGeom prst="rect">
                <a:avLst/>
              </a:prstGeom>
              <a:blipFill>
                <a:blip r:embed="rId26"/>
                <a:stretch>
                  <a:fillRect l="-7143" t="-4545" r="-8929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4714EC2-9D03-356D-A2C6-90374469AB8A}"/>
              </a:ext>
            </a:extLst>
          </p:cNvPr>
          <p:cNvCxnSpPr>
            <a:cxnSpLocks/>
            <a:stCxn id="52" idx="3"/>
            <a:endCxn id="53" idx="1"/>
          </p:cNvCxnSpPr>
          <p:nvPr/>
        </p:nvCxnSpPr>
        <p:spPr>
          <a:xfrm>
            <a:off x="7192159" y="1815042"/>
            <a:ext cx="25386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0C31B2FB-C7E5-4C8A-798B-4FA6B993D49D}"/>
              </a:ext>
            </a:extLst>
          </p:cNvPr>
          <p:cNvSpPr txBox="1"/>
          <p:nvPr/>
        </p:nvSpPr>
        <p:spPr>
          <a:xfrm>
            <a:off x="1160424" y="3843916"/>
            <a:ext cx="7391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solidFill>
                  <a:prstClr val="black"/>
                </a:solidFill>
                <a:latin typeface="Calibri"/>
              </a:rPr>
              <a:t>“error” of cost for         (unit    in layer   ). 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FF152E57-4B3F-4239-CEC1-2A587347CDA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824" y="3855239"/>
            <a:ext cx="644332" cy="401688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F3F1F1FD-60B6-909D-5B66-9AEA4881F1E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711" y="3855239"/>
            <a:ext cx="350713" cy="40168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20CF9CAF-85E8-E11D-2D5C-8C137EB0F23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224" y="3952140"/>
            <a:ext cx="125730" cy="26289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3DD00567-AAB5-DC8E-0369-4F5B366D80D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2253" y="3977429"/>
            <a:ext cx="61171" cy="191669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3DAF4F20-4F13-5447-304A-12748B2DA18B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248" y="4288071"/>
            <a:ext cx="2081846" cy="526069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484592A1-C07D-EED3-00DD-73A0F29B41CC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6410" y="4425802"/>
            <a:ext cx="619864" cy="236527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541A5597-3803-F99D-800B-486209D63EA2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105" y="4804410"/>
            <a:ext cx="5335905" cy="291465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4D40DB65-3148-7B19-19AF-1F019B0CA4FF}"/>
              </a:ext>
            </a:extLst>
          </p:cNvPr>
          <p:cNvSpPr txBox="1"/>
          <p:nvPr/>
        </p:nvSpPr>
        <p:spPr>
          <a:xfrm>
            <a:off x="838200" y="4288587"/>
            <a:ext cx="76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prstClr val="black"/>
                </a:solidFill>
                <a:latin typeface="Calibri"/>
              </a:rPr>
              <a:t>Formally,		             (for           ), where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E1DE9A0-66EB-6A30-583F-01E689DD1B8E}"/>
                  </a:ext>
                </a:extLst>
              </p:cNvPr>
              <p:cNvSpPr txBox="1"/>
              <p:nvPr/>
            </p:nvSpPr>
            <p:spPr>
              <a:xfrm>
                <a:off x="7033154" y="2022280"/>
                <a:ext cx="580672" cy="4612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E1DE9A0-66EB-6A30-583F-01E689DD1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3154" y="2022280"/>
                <a:ext cx="580672" cy="46128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9ACB6C7-8033-2217-537A-6B747A1ECCCD}"/>
                  </a:ext>
                </a:extLst>
              </p:cNvPr>
              <p:cNvSpPr txBox="1"/>
              <p:nvPr/>
            </p:nvSpPr>
            <p:spPr>
              <a:xfrm>
                <a:off x="5270648" y="2028631"/>
                <a:ext cx="580672" cy="4612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9ACB6C7-8033-2217-537A-6B747A1ECC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0648" y="2028631"/>
                <a:ext cx="580672" cy="46128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FCBB02-39AA-1E7D-BC29-2B0B6302B12E}"/>
                  </a:ext>
                </a:extLst>
              </p:cNvPr>
              <p:cNvSpPr txBox="1"/>
              <p:nvPr/>
            </p:nvSpPr>
            <p:spPr>
              <a:xfrm>
                <a:off x="5240311" y="3257406"/>
                <a:ext cx="580672" cy="478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FCBB02-39AA-1E7D-BC29-2B0B6302B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311" y="3257406"/>
                <a:ext cx="580672" cy="478016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801269E-BB41-3373-4946-5F9402DDA4E7}"/>
              </a:ext>
            </a:extLst>
          </p:cNvPr>
          <p:cNvCxnSpPr>
            <a:stCxn id="142" idx="2"/>
            <a:endCxn id="109" idx="6"/>
          </p:cNvCxnSpPr>
          <p:nvPr/>
        </p:nvCxnSpPr>
        <p:spPr>
          <a:xfrm flipH="1">
            <a:off x="6261370" y="2078161"/>
            <a:ext cx="295314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19DA541-42DD-B0A8-BB0E-6851CCD6C7F2}"/>
              </a:ext>
            </a:extLst>
          </p:cNvPr>
          <p:cNvCxnSpPr>
            <a:cxnSpLocks/>
            <a:endCxn id="115" idx="6"/>
          </p:cNvCxnSpPr>
          <p:nvPr/>
        </p:nvCxnSpPr>
        <p:spPr>
          <a:xfrm flipH="1">
            <a:off x="6264796" y="2076062"/>
            <a:ext cx="291888" cy="1221299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36970F-F22B-C176-1B26-F9F616037D05}"/>
                  </a:ext>
                </a:extLst>
              </p:cNvPr>
              <p:cNvSpPr txBox="1"/>
              <p:nvPr/>
            </p:nvSpPr>
            <p:spPr>
              <a:xfrm>
                <a:off x="3152060" y="2028631"/>
                <a:ext cx="580672" cy="4612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36970F-F22B-C176-1B26-F9F616037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2060" y="2028631"/>
                <a:ext cx="580672" cy="46128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D014917-7AB6-9444-5AE7-BA2E274C417E}"/>
                  </a:ext>
                </a:extLst>
              </p:cNvPr>
              <p:cNvSpPr txBox="1"/>
              <p:nvPr/>
            </p:nvSpPr>
            <p:spPr>
              <a:xfrm>
                <a:off x="3121723" y="3257406"/>
                <a:ext cx="580672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D014917-7AB6-9444-5AE7-BA2E274C4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1723" y="3257406"/>
                <a:ext cx="580672" cy="461665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2E4DE36E-6523-FF20-5E07-77C3BD32646D}"/>
              </a:ext>
            </a:extLst>
          </p:cNvPr>
          <p:cNvSpPr/>
          <p:nvPr/>
        </p:nvSpPr>
        <p:spPr>
          <a:xfrm>
            <a:off x="2660053" y="2841396"/>
            <a:ext cx="1523940" cy="913047"/>
          </a:xfrm>
          <a:prstGeom prst="ellipse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DB7467E-F9C0-A89C-CE9F-B1853C108EBC}"/>
                  </a:ext>
                </a:extLst>
              </p:cNvPr>
              <p:cNvSpPr txBox="1"/>
              <p:nvPr/>
            </p:nvSpPr>
            <p:spPr>
              <a:xfrm>
                <a:off x="6408187" y="696024"/>
                <a:ext cx="747128" cy="3886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2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DB7467E-F9C0-A89C-CE9F-B1853C108E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8187" y="696024"/>
                <a:ext cx="747128" cy="388633"/>
              </a:xfrm>
              <a:prstGeom prst="rect">
                <a:avLst/>
              </a:prstGeom>
              <a:blipFill>
                <a:blip r:embed="rId39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D83A3C8-1E0F-51A2-AF1B-69EFACACCDE1}"/>
              </a:ext>
            </a:extLst>
          </p:cNvPr>
          <p:cNvCxnSpPr>
            <a:cxnSpLocks/>
          </p:cNvCxnSpPr>
          <p:nvPr/>
        </p:nvCxnSpPr>
        <p:spPr>
          <a:xfrm>
            <a:off x="4213860" y="3297361"/>
            <a:ext cx="54864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8ADA0B1-9BED-F494-6788-A485DC1C862F}"/>
              </a:ext>
            </a:extLst>
          </p:cNvPr>
          <p:cNvCxnSpPr>
            <a:cxnSpLocks/>
            <a:stCxn id="11" idx="6"/>
            <a:endCxn id="109" idx="2"/>
          </p:cNvCxnSpPr>
          <p:nvPr/>
        </p:nvCxnSpPr>
        <p:spPr>
          <a:xfrm flipV="1">
            <a:off x="4183993" y="2078161"/>
            <a:ext cx="556861" cy="1219759"/>
          </a:xfrm>
          <a:prstGeom prst="straightConnector1">
            <a:avLst/>
          </a:prstGeom>
          <a:ln w="38100">
            <a:solidFill>
              <a:srgbClr val="FF33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A4047C4-1DBD-E3FC-8074-E8F8DC7859A5}"/>
                  </a:ext>
                </a:extLst>
              </p:cNvPr>
              <p:cNvSpPr txBox="1"/>
              <p:nvPr/>
            </p:nvSpPr>
            <p:spPr>
              <a:xfrm>
                <a:off x="3981593" y="2493927"/>
                <a:ext cx="474424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1" i="1" smtClean="0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𝜣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A4047C4-1DBD-E3FC-8074-E8F8DC785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1593" y="2493927"/>
                <a:ext cx="474424" cy="349711"/>
              </a:xfrm>
              <a:prstGeom prst="rect">
                <a:avLst/>
              </a:prstGeom>
              <a:blipFill>
                <a:blip r:embed="rId40"/>
                <a:stretch>
                  <a:fillRect l="-10256" t="-1754" r="-7692" b="-17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081373-FDBB-19D0-C487-D72371973EAB}"/>
                  </a:ext>
                </a:extLst>
              </p:cNvPr>
              <p:cNvSpPr txBox="1"/>
              <p:nvPr/>
            </p:nvSpPr>
            <p:spPr>
              <a:xfrm>
                <a:off x="4203166" y="3325216"/>
                <a:ext cx="474424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𝜣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𝟐𝟐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081373-FDBB-19D0-C487-D72371973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3166" y="3325216"/>
                <a:ext cx="474424" cy="349711"/>
              </a:xfrm>
              <a:prstGeom prst="rect">
                <a:avLst/>
              </a:prstGeom>
              <a:blipFill>
                <a:blip r:embed="rId41"/>
                <a:stretch>
                  <a:fillRect l="-10256" r="-7692" b="-1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243A2D7-1380-16A2-31F1-79CB482AD86B}"/>
                  </a:ext>
                </a:extLst>
              </p:cNvPr>
              <p:cNvSpPr txBox="1"/>
              <p:nvPr/>
            </p:nvSpPr>
            <p:spPr>
              <a:xfrm>
                <a:off x="7185122" y="696024"/>
                <a:ext cx="474424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1" i="1" smtClean="0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𝜣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243A2D7-1380-16A2-31F1-79CB482AD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5122" y="696024"/>
                <a:ext cx="474424" cy="349711"/>
              </a:xfrm>
              <a:prstGeom prst="rect">
                <a:avLst/>
              </a:prstGeom>
              <a:blipFill>
                <a:blip r:embed="rId42"/>
                <a:stretch>
                  <a:fillRect l="-11688" t="-1724" r="-9091" b="-1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A953C45-A85B-7A20-2839-C10B3F9C2372}"/>
                  </a:ext>
                </a:extLst>
              </p:cNvPr>
              <p:cNvSpPr txBox="1"/>
              <p:nvPr/>
            </p:nvSpPr>
            <p:spPr>
              <a:xfrm>
                <a:off x="7613826" y="663414"/>
                <a:ext cx="612347" cy="3843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(3)</m:t>
                        </m:r>
                      </m:sup>
                    </m:sSubSup>
                  </m:oMath>
                </a14:m>
                <a:r>
                  <a:rPr lang="en-US" sz="2000" dirty="0">
                    <a:solidFill>
                      <a:srgbClr val="0000FF"/>
                    </a:solidFill>
                  </a:rPr>
                  <a:t>+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A953C45-A85B-7A20-2839-C10B3F9C2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3826" y="663414"/>
                <a:ext cx="612347" cy="384336"/>
              </a:xfrm>
              <a:prstGeom prst="rect">
                <a:avLst/>
              </a:prstGeom>
              <a:blipFill>
                <a:blip r:embed="rId43"/>
                <a:stretch>
                  <a:fillRect l="-15000" t="-3175" r="-24000" b="-36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49449FB-34A1-113A-8D63-AF38011F08B7}"/>
                  </a:ext>
                </a:extLst>
              </p:cNvPr>
              <p:cNvSpPr txBox="1"/>
              <p:nvPr/>
            </p:nvSpPr>
            <p:spPr>
              <a:xfrm>
                <a:off x="8185189" y="696024"/>
                <a:ext cx="474424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𝜣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𝟐𝟐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49449FB-34A1-113A-8D63-AF38011F0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5189" y="696024"/>
                <a:ext cx="474424" cy="349711"/>
              </a:xfrm>
              <a:prstGeom prst="rect">
                <a:avLst/>
              </a:prstGeom>
              <a:blipFill>
                <a:blip r:embed="rId44"/>
                <a:stretch>
                  <a:fillRect l="-11538" t="-1724" r="-7692" b="-1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E38A5BB-CE5D-7AB6-ACDA-0EDEF053DCB3}"/>
                  </a:ext>
                </a:extLst>
              </p:cNvPr>
              <p:cNvSpPr txBox="1"/>
              <p:nvPr/>
            </p:nvSpPr>
            <p:spPr>
              <a:xfrm>
                <a:off x="8583693" y="663093"/>
                <a:ext cx="484107" cy="3846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E38A5BB-CE5D-7AB6-ACDA-0EDEF053DC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3693" y="663093"/>
                <a:ext cx="484107" cy="384657"/>
              </a:xfrm>
              <a:prstGeom prst="rect">
                <a:avLst/>
              </a:prstGeom>
              <a:blipFill>
                <a:blip r:embed="rId45"/>
                <a:stretch>
                  <a:fillRect l="-12500" t="-3175" r="-8750" b="-15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63455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FF669-EC9A-A444-2401-2288DEFCC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C3D621-79DD-7229-8696-77C77D5124FC}"/>
              </a:ext>
            </a:extLst>
          </p:cNvPr>
          <p:cNvSpPr txBox="1"/>
          <p:nvPr/>
        </p:nvSpPr>
        <p:spPr>
          <a:xfrm>
            <a:off x="318382" y="86739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Calibri"/>
              </a:rPr>
              <a:t>Forward Propagation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3AFD397-ECDF-8ECD-EF41-8695E3D6CD6E}"/>
              </a:ext>
            </a:extLst>
          </p:cNvPr>
          <p:cNvGrpSpPr/>
          <p:nvPr/>
        </p:nvGrpSpPr>
        <p:grpSpPr>
          <a:xfrm>
            <a:off x="685800" y="554161"/>
            <a:ext cx="7391400" cy="3200400"/>
            <a:chOff x="685800" y="819150"/>
            <a:chExt cx="4495800" cy="3200400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D7ADD41B-2A73-585C-58A0-15213008E166}"/>
                </a:ext>
              </a:extLst>
            </p:cNvPr>
            <p:cNvSpPr/>
            <p:nvPr/>
          </p:nvSpPr>
          <p:spPr>
            <a:xfrm>
              <a:off x="685800" y="31051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67D411E8-F394-6F32-C5CB-17BD50D28CE2}"/>
                </a:ext>
              </a:extLst>
            </p:cNvPr>
            <p:cNvSpPr/>
            <p:nvPr/>
          </p:nvSpPr>
          <p:spPr>
            <a:xfrm>
              <a:off x="685800" y="18859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902F2484-90DB-EC34-6FEC-1EDFBEC75B19}"/>
                </a:ext>
              </a:extLst>
            </p:cNvPr>
            <p:cNvSpPr/>
            <p:nvPr/>
          </p:nvSpPr>
          <p:spPr>
            <a:xfrm>
              <a:off x="685800" y="819150"/>
              <a:ext cx="924850" cy="914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7333B655-7BF0-ACCE-DBE9-EB92CC89C8D6}"/>
                </a:ext>
              </a:extLst>
            </p:cNvPr>
            <p:cNvSpPr/>
            <p:nvPr/>
          </p:nvSpPr>
          <p:spPr>
            <a:xfrm>
              <a:off x="1880012" y="819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BF59BD40-4E1A-528B-CB11-3D228060F903}"/>
                </a:ext>
              </a:extLst>
            </p:cNvPr>
            <p:cNvSpPr/>
            <p:nvPr/>
          </p:nvSpPr>
          <p:spPr>
            <a:xfrm>
              <a:off x="1880011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4986E5B7-489D-3D57-1B72-9DD77EF66EFE}"/>
                </a:ext>
              </a:extLst>
            </p:cNvPr>
            <p:cNvCxnSpPr>
              <a:cxnSpLocks/>
              <a:stCxn id="80" idx="6"/>
              <a:endCxn id="87" idx="2"/>
            </p:cNvCxnSpPr>
            <p:nvPr/>
          </p:nvCxnSpPr>
          <p:spPr>
            <a:xfrm>
              <a:off x="1610650" y="1276350"/>
              <a:ext cx="269360" cy="1066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046D7F07-03C5-44E9-678E-AD2F956330F0}"/>
                </a:ext>
              </a:extLst>
            </p:cNvPr>
            <p:cNvCxnSpPr>
              <a:cxnSpLocks/>
              <a:stCxn id="79" idx="6"/>
              <a:endCxn id="87" idx="2"/>
            </p:cNvCxnSpPr>
            <p:nvPr/>
          </p:nvCxnSpPr>
          <p:spPr>
            <a:xfrm>
              <a:off x="1610650" y="2343150"/>
              <a:ext cx="269360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F795EB7A-7E98-20B7-C381-70D58782E306}"/>
                </a:ext>
              </a:extLst>
            </p:cNvPr>
            <p:cNvCxnSpPr>
              <a:cxnSpLocks/>
              <a:stCxn id="78" idx="6"/>
              <a:endCxn id="87" idx="2"/>
            </p:cNvCxnSpPr>
            <p:nvPr/>
          </p:nvCxnSpPr>
          <p:spPr>
            <a:xfrm flipV="1">
              <a:off x="1610650" y="2343150"/>
              <a:ext cx="269360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2DA3CF62-ED6D-1EC6-7CA9-65359AE74ECF}"/>
                </a:ext>
              </a:extLst>
            </p:cNvPr>
            <p:cNvSpPr/>
            <p:nvPr/>
          </p:nvSpPr>
          <p:spPr>
            <a:xfrm>
              <a:off x="1880009" y="3105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F29A5F9B-F951-E77E-44D6-C9BD96FC5DA0}"/>
                </a:ext>
              </a:extLst>
            </p:cNvPr>
            <p:cNvCxnSpPr>
              <a:cxnSpLocks/>
              <a:stCxn id="80" idx="6"/>
              <a:endCxn id="91" idx="2"/>
            </p:cNvCxnSpPr>
            <p:nvPr/>
          </p:nvCxnSpPr>
          <p:spPr>
            <a:xfrm>
              <a:off x="1610650" y="1276350"/>
              <a:ext cx="269359" cy="22860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F40D8039-159D-AE3B-6FE5-04F8EB6A47B4}"/>
                </a:ext>
              </a:extLst>
            </p:cNvPr>
            <p:cNvCxnSpPr>
              <a:cxnSpLocks/>
              <a:stCxn id="79" idx="6"/>
              <a:endCxn id="91" idx="2"/>
            </p:cNvCxnSpPr>
            <p:nvPr/>
          </p:nvCxnSpPr>
          <p:spPr>
            <a:xfrm>
              <a:off x="1610650" y="2343150"/>
              <a:ext cx="26935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16957617-FF8D-67CE-0EB7-D8FBEE98EEB6}"/>
                </a:ext>
              </a:extLst>
            </p:cNvPr>
            <p:cNvCxnSpPr>
              <a:cxnSpLocks/>
              <a:stCxn id="78" idx="6"/>
              <a:endCxn id="91" idx="2"/>
            </p:cNvCxnSpPr>
            <p:nvPr/>
          </p:nvCxnSpPr>
          <p:spPr>
            <a:xfrm>
              <a:off x="1610650" y="3562350"/>
              <a:ext cx="269359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8D5E7340-0A4F-A7C7-6997-187151BCFB95}"/>
                </a:ext>
              </a:extLst>
            </p:cNvPr>
            <p:cNvSpPr/>
            <p:nvPr/>
          </p:nvSpPr>
          <p:spPr>
            <a:xfrm>
              <a:off x="3152278" y="819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2CE3ABA5-F9A9-B403-0436-16382092FFB8}"/>
                </a:ext>
              </a:extLst>
            </p:cNvPr>
            <p:cNvSpPr/>
            <p:nvPr/>
          </p:nvSpPr>
          <p:spPr>
            <a:xfrm>
              <a:off x="3152276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50F5843E-43D6-085D-972A-0B0CD309C45F}"/>
                </a:ext>
              </a:extLst>
            </p:cNvPr>
            <p:cNvCxnSpPr>
              <a:cxnSpLocks/>
              <a:stCxn id="87" idx="6"/>
              <a:endCxn id="109" idx="2"/>
            </p:cNvCxnSpPr>
            <p:nvPr/>
          </p:nvCxnSpPr>
          <p:spPr>
            <a:xfrm>
              <a:off x="2804861" y="2343150"/>
              <a:ext cx="347416" cy="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740778F5-3334-882B-1C72-D82429EFC4A7}"/>
                </a:ext>
              </a:extLst>
            </p:cNvPr>
            <p:cNvCxnSpPr>
              <a:cxnSpLocks/>
              <a:stCxn id="91" idx="6"/>
              <a:endCxn id="109" idx="2"/>
            </p:cNvCxnSpPr>
            <p:nvPr/>
          </p:nvCxnSpPr>
          <p:spPr>
            <a:xfrm flipV="1">
              <a:off x="2804860" y="2343150"/>
              <a:ext cx="347417" cy="121920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5FADF963-6090-414D-2D9A-49D3BB58CC83}"/>
                </a:ext>
              </a:extLst>
            </p:cNvPr>
            <p:cNvCxnSpPr>
              <a:cxnSpLocks/>
              <a:stCxn id="81" idx="6"/>
              <a:endCxn id="109" idx="2"/>
            </p:cNvCxnSpPr>
            <p:nvPr/>
          </p:nvCxnSpPr>
          <p:spPr>
            <a:xfrm>
              <a:off x="2804862" y="1276350"/>
              <a:ext cx="347414" cy="1066800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31A1123B-39DB-282B-A1B1-30735C3C21A8}"/>
                </a:ext>
              </a:extLst>
            </p:cNvPr>
            <p:cNvSpPr/>
            <p:nvPr/>
          </p:nvSpPr>
          <p:spPr>
            <a:xfrm>
              <a:off x="3154360" y="31051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141489A6-EEFB-0747-068B-2C918ABC7176}"/>
                </a:ext>
              </a:extLst>
            </p:cNvPr>
            <p:cNvCxnSpPr>
              <a:cxnSpLocks/>
              <a:stCxn id="91" idx="6"/>
              <a:endCxn id="115" idx="2"/>
            </p:cNvCxnSpPr>
            <p:nvPr/>
          </p:nvCxnSpPr>
          <p:spPr>
            <a:xfrm>
              <a:off x="2804860" y="3562350"/>
              <a:ext cx="349500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844A9886-E356-B255-9CE9-E5DBC2BFBD69}"/>
                </a:ext>
              </a:extLst>
            </p:cNvPr>
            <p:cNvCxnSpPr>
              <a:cxnSpLocks/>
              <a:stCxn id="87" idx="6"/>
              <a:endCxn id="115" idx="2"/>
            </p:cNvCxnSpPr>
            <p:nvPr/>
          </p:nvCxnSpPr>
          <p:spPr>
            <a:xfrm>
              <a:off x="2804861" y="2343150"/>
              <a:ext cx="34949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41631C7F-0485-9618-C040-5183815E35E5}"/>
                </a:ext>
              </a:extLst>
            </p:cNvPr>
            <p:cNvCxnSpPr>
              <a:cxnSpLocks/>
              <a:stCxn id="81" idx="6"/>
              <a:endCxn id="115" idx="2"/>
            </p:cNvCxnSpPr>
            <p:nvPr/>
          </p:nvCxnSpPr>
          <p:spPr>
            <a:xfrm>
              <a:off x="2804862" y="1276350"/>
              <a:ext cx="349498" cy="22860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F8536769-A201-98AF-93BF-A9CDA3E8AACB}"/>
                </a:ext>
              </a:extLst>
            </p:cNvPr>
            <p:cNvSpPr/>
            <p:nvPr/>
          </p:nvSpPr>
          <p:spPr>
            <a:xfrm>
              <a:off x="4256750" y="1885950"/>
              <a:ext cx="92485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BFBAD2E7-E2C0-EB4A-6B5E-83D3B66E2530}"/>
                </a:ext>
              </a:extLst>
            </p:cNvPr>
            <p:cNvCxnSpPr>
              <a:cxnSpLocks/>
              <a:stCxn id="109" idx="6"/>
              <a:endCxn id="142" idx="2"/>
            </p:cNvCxnSpPr>
            <p:nvPr/>
          </p:nvCxnSpPr>
          <p:spPr>
            <a:xfrm>
              <a:off x="4077127" y="2343150"/>
              <a:ext cx="179623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05FE6966-1307-9407-DB13-9D73B9B6C01A}"/>
                </a:ext>
              </a:extLst>
            </p:cNvPr>
            <p:cNvCxnSpPr>
              <a:cxnSpLocks/>
              <a:stCxn id="115" idx="6"/>
              <a:endCxn id="142" idx="2"/>
            </p:cNvCxnSpPr>
            <p:nvPr/>
          </p:nvCxnSpPr>
          <p:spPr>
            <a:xfrm flipV="1">
              <a:off x="4079210" y="2343150"/>
              <a:ext cx="17753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Arrow Connector 174">
              <a:extLst>
                <a:ext uri="{FF2B5EF4-FFF2-40B4-BE49-F238E27FC236}">
                  <a16:creationId xmlns:a16="http://schemas.microsoft.com/office/drawing/2014/main" id="{3005099D-0B63-67B1-8921-2CF2ADAA887E}"/>
                </a:ext>
              </a:extLst>
            </p:cNvPr>
            <p:cNvCxnSpPr>
              <a:cxnSpLocks/>
              <a:stCxn id="103" idx="6"/>
              <a:endCxn id="142" idx="2"/>
            </p:cNvCxnSpPr>
            <p:nvPr/>
          </p:nvCxnSpPr>
          <p:spPr>
            <a:xfrm>
              <a:off x="4077128" y="1276350"/>
              <a:ext cx="179622" cy="1066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B7F9F9AB-4108-7FC1-B548-77864858EC47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489" y="1169724"/>
              <a:ext cx="347472" cy="22860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44EA47C2-45D1-C9ED-B822-4E29F95750A3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68701" y="1169724"/>
              <a:ext cx="347472" cy="22860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3A8BAAA3-F62A-9E3C-D8AA-0D70AE26E29F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0965" y="1123712"/>
              <a:ext cx="347472" cy="228600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093F439F-27FF-BC7B-B919-8BBF89E70618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222" y="2260527"/>
              <a:ext cx="267462" cy="180594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423320D9-E323-FE78-E001-307791B72796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489" y="3457956"/>
              <a:ext cx="274320" cy="18059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FBC06B0-06FD-09AB-72F5-89B0ACBA792C}"/>
                  </a:ext>
                </a:extLst>
              </p:cNvPr>
              <p:cNvSpPr txBox="1"/>
              <p:nvPr/>
            </p:nvSpPr>
            <p:spPr>
              <a:xfrm>
                <a:off x="2937712" y="1700788"/>
                <a:ext cx="3272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5C15265-5502-513D-21F4-62C9350AAA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7712" y="1700788"/>
                <a:ext cx="327205" cy="268984"/>
              </a:xfrm>
              <a:prstGeom prst="rect">
                <a:avLst/>
              </a:prstGeom>
              <a:blipFill>
                <a:blip r:embed="rId17"/>
                <a:stretch>
                  <a:fillRect l="-7407" t="-2273" r="-9259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AC15EB8-836E-ECFC-894F-573950EF68F3}"/>
                  </a:ext>
                </a:extLst>
              </p:cNvPr>
              <p:cNvSpPr txBox="1"/>
              <p:nvPr/>
            </p:nvSpPr>
            <p:spPr>
              <a:xfrm>
                <a:off x="3518782" y="1700788"/>
                <a:ext cx="3356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7973757-BEC1-CA40-23E5-0C4D76444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8782" y="1700788"/>
                <a:ext cx="335605" cy="268984"/>
              </a:xfrm>
              <a:prstGeom prst="rect">
                <a:avLst/>
              </a:prstGeom>
              <a:blipFill>
                <a:blip r:embed="rId18"/>
                <a:stretch>
                  <a:fillRect l="-7273" t="-2273" r="-10909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0EE2888-0E50-42FC-2856-86E5EF26DAAC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3264917" y="1835280"/>
            <a:ext cx="25386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77863EC-7CAB-217C-D732-8124F93A89FB}"/>
                  </a:ext>
                </a:extLst>
              </p:cNvPr>
              <p:cNvSpPr txBox="1"/>
              <p:nvPr/>
            </p:nvSpPr>
            <p:spPr>
              <a:xfrm>
                <a:off x="2921000" y="2913307"/>
                <a:ext cx="327205" cy="2787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599ECE8-8B49-668C-7AF5-15084789F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1000" y="2913307"/>
                <a:ext cx="327205" cy="278794"/>
              </a:xfrm>
              <a:prstGeom prst="rect">
                <a:avLst/>
              </a:prstGeom>
              <a:blipFill>
                <a:blip r:embed="rId19"/>
                <a:stretch>
                  <a:fillRect l="-5556" t="-4348" r="-11111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D0DE944-5288-C607-9233-42B9E0C79929}"/>
                  </a:ext>
                </a:extLst>
              </p:cNvPr>
              <p:cNvSpPr txBox="1"/>
              <p:nvPr/>
            </p:nvSpPr>
            <p:spPr>
              <a:xfrm>
                <a:off x="3502070" y="2913307"/>
                <a:ext cx="335605" cy="2787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149D532-5D8C-F46C-4914-3AFFB8FD8D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070" y="2913307"/>
                <a:ext cx="335605" cy="278794"/>
              </a:xfrm>
              <a:prstGeom prst="rect">
                <a:avLst/>
              </a:prstGeom>
              <a:blipFill>
                <a:blip r:embed="rId20"/>
                <a:stretch>
                  <a:fillRect l="-7143" t="-4348" r="-8929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CC44F89-6AFB-381C-A32F-64E2DDA90EA0}"/>
              </a:ext>
            </a:extLst>
          </p:cNvPr>
          <p:cNvCxnSpPr>
            <a:cxnSpLocks/>
            <a:stCxn id="43" idx="3"/>
            <a:endCxn id="44" idx="1"/>
          </p:cNvCxnSpPr>
          <p:nvPr/>
        </p:nvCxnSpPr>
        <p:spPr>
          <a:xfrm>
            <a:off x="3248205" y="3052704"/>
            <a:ext cx="25386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AD0D71B-F9BB-17A4-D353-8F9BB97937E1}"/>
                  </a:ext>
                </a:extLst>
              </p:cNvPr>
              <p:cNvSpPr txBox="1"/>
              <p:nvPr/>
            </p:nvSpPr>
            <p:spPr>
              <a:xfrm>
                <a:off x="5045901" y="1693347"/>
                <a:ext cx="3272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4927663-C4A9-3CB3-2DF6-1CEDD380D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5901" y="1693347"/>
                <a:ext cx="327205" cy="268984"/>
              </a:xfrm>
              <a:prstGeom prst="rect">
                <a:avLst/>
              </a:prstGeom>
              <a:blipFill>
                <a:blip r:embed="rId21"/>
                <a:stretch>
                  <a:fillRect l="-7547" t="-4545" r="-11321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E1CBC9B-DEC9-FCFC-EB4D-0986198D834C}"/>
                  </a:ext>
                </a:extLst>
              </p:cNvPr>
              <p:cNvSpPr txBox="1"/>
              <p:nvPr/>
            </p:nvSpPr>
            <p:spPr>
              <a:xfrm>
                <a:off x="5626971" y="1693347"/>
                <a:ext cx="3356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43023AC-CCEB-7E68-1B4C-341C6E9DD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6971" y="1693347"/>
                <a:ext cx="335605" cy="268984"/>
              </a:xfrm>
              <a:prstGeom prst="rect">
                <a:avLst/>
              </a:prstGeom>
              <a:blipFill>
                <a:blip r:embed="rId22"/>
                <a:stretch>
                  <a:fillRect l="-7273" t="-4545" r="-10909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9E8A4BA-0AEA-0548-32F2-AFBA7722E8F7}"/>
              </a:ext>
            </a:extLst>
          </p:cNvPr>
          <p:cNvCxnSpPr>
            <a:cxnSpLocks/>
            <a:stCxn id="46" idx="3"/>
            <a:endCxn id="47" idx="1"/>
          </p:cNvCxnSpPr>
          <p:nvPr/>
        </p:nvCxnSpPr>
        <p:spPr>
          <a:xfrm>
            <a:off x="5373106" y="1827839"/>
            <a:ext cx="25386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593C602-202B-C575-E176-984B0608FA4F}"/>
                  </a:ext>
                </a:extLst>
              </p:cNvPr>
              <p:cNvSpPr txBox="1"/>
              <p:nvPr/>
            </p:nvSpPr>
            <p:spPr>
              <a:xfrm>
                <a:off x="5029189" y="2905866"/>
                <a:ext cx="327205" cy="2787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71C2540-0045-D542-74EA-6BD63EE64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189" y="2905866"/>
                <a:ext cx="327205" cy="278794"/>
              </a:xfrm>
              <a:prstGeom prst="rect">
                <a:avLst/>
              </a:prstGeom>
              <a:blipFill>
                <a:blip r:embed="rId23"/>
                <a:stretch>
                  <a:fillRect l="-7407" t="-4444" r="-9259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DF737F6-7E53-89ED-2A05-5F6FBA8A065B}"/>
                  </a:ext>
                </a:extLst>
              </p:cNvPr>
              <p:cNvSpPr txBox="1"/>
              <p:nvPr/>
            </p:nvSpPr>
            <p:spPr>
              <a:xfrm>
                <a:off x="5610259" y="2905866"/>
                <a:ext cx="335605" cy="2787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AA0E006-0EC8-C4C8-1A4E-53580985C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259" y="2905866"/>
                <a:ext cx="335605" cy="278794"/>
              </a:xfrm>
              <a:prstGeom prst="rect">
                <a:avLst/>
              </a:prstGeom>
              <a:blipFill>
                <a:blip r:embed="rId24"/>
                <a:stretch>
                  <a:fillRect l="-7273" t="-4444" r="-10909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001863F-ECAF-306E-6634-2260756CCFBC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>
            <a:off x="5356394" y="3045263"/>
            <a:ext cx="25386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58D1BD8-8666-E34B-90D0-78836823F889}"/>
                  </a:ext>
                </a:extLst>
              </p:cNvPr>
              <p:cNvSpPr txBox="1"/>
              <p:nvPr/>
            </p:nvSpPr>
            <p:spPr>
              <a:xfrm>
                <a:off x="6864954" y="1680550"/>
                <a:ext cx="3272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A748DE5-9858-C724-99C6-066BC0DE8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4954" y="1680550"/>
                <a:ext cx="327205" cy="268984"/>
              </a:xfrm>
              <a:prstGeom prst="rect">
                <a:avLst/>
              </a:prstGeom>
              <a:blipFill>
                <a:blip r:embed="rId25"/>
                <a:stretch>
                  <a:fillRect l="-5556" t="-4545" r="-11111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CFD3F83-630E-7C7C-AB9A-370A8F9E3E63}"/>
                  </a:ext>
                </a:extLst>
              </p:cNvPr>
              <p:cNvSpPr txBox="1"/>
              <p:nvPr/>
            </p:nvSpPr>
            <p:spPr>
              <a:xfrm>
                <a:off x="7446024" y="1680550"/>
                <a:ext cx="335605" cy="268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32BAE69-48D9-C530-7FEE-8EA828131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6024" y="1680550"/>
                <a:ext cx="335605" cy="268984"/>
              </a:xfrm>
              <a:prstGeom prst="rect">
                <a:avLst/>
              </a:prstGeom>
              <a:blipFill>
                <a:blip r:embed="rId26"/>
                <a:stretch>
                  <a:fillRect l="-7143" t="-4545" r="-8929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27CA992-4326-5EEE-B2F1-E781E1E73560}"/>
              </a:ext>
            </a:extLst>
          </p:cNvPr>
          <p:cNvCxnSpPr>
            <a:cxnSpLocks/>
            <a:stCxn id="52" idx="3"/>
            <a:endCxn id="53" idx="1"/>
          </p:cNvCxnSpPr>
          <p:nvPr/>
        </p:nvCxnSpPr>
        <p:spPr>
          <a:xfrm>
            <a:off x="7192159" y="1815042"/>
            <a:ext cx="25386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A7412B52-2EE8-4738-99CD-5BF34689665E}"/>
              </a:ext>
            </a:extLst>
          </p:cNvPr>
          <p:cNvSpPr txBox="1"/>
          <p:nvPr/>
        </p:nvSpPr>
        <p:spPr>
          <a:xfrm>
            <a:off x="1160424" y="3843916"/>
            <a:ext cx="7391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solidFill>
                  <a:prstClr val="black"/>
                </a:solidFill>
                <a:latin typeface="Calibri"/>
              </a:rPr>
              <a:t>“error” of cost for         (unit    in layer   ). 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CAE41B3C-DFD0-4148-6295-351C06B1455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824" y="3855239"/>
            <a:ext cx="644332" cy="401688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6BFB873-8E57-0C63-0435-92101B35423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711" y="3855239"/>
            <a:ext cx="350713" cy="40168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17284527-0B9B-3B38-BC4A-E0C2FC2C90E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224" y="3952140"/>
            <a:ext cx="125730" cy="26289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5C01F82C-79C8-C514-7469-E039FEF13AE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2253" y="3977429"/>
            <a:ext cx="61171" cy="191669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F7A6BC21-BCF2-0AAC-E7EF-E6D3BEE41F6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248" y="4288071"/>
            <a:ext cx="2081846" cy="526069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5158FF3D-572D-8DD5-B569-7A852E2FCF1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6410" y="4425802"/>
            <a:ext cx="619864" cy="236527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9BFDC78D-6461-57B1-3478-ADE0A208E944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105" y="4804410"/>
            <a:ext cx="5335905" cy="291465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838A1EC9-3E0C-0928-CFDB-E7F4A5A35837}"/>
              </a:ext>
            </a:extLst>
          </p:cNvPr>
          <p:cNvSpPr txBox="1"/>
          <p:nvPr/>
        </p:nvSpPr>
        <p:spPr>
          <a:xfrm>
            <a:off x="838200" y="4288587"/>
            <a:ext cx="76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prstClr val="black"/>
                </a:solidFill>
                <a:latin typeface="Calibri"/>
              </a:rPr>
              <a:t>Formally,		             (for           ), where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A52311C-6F24-B979-361B-75F2F3A36974}"/>
                  </a:ext>
                </a:extLst>
              </p:cNvPr>
              <p:cNvSpPr txBox="1"/>
              <p:nvPr/>
            </p:nvSpPr>
            <p:spPr>
              <a:xfrm>
                <a:off x="7033154" y="2022280"/>
                <a:ext cx="580672" cy="4612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E1DE9A0-66EB-6A30-583F-01E689DD1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3154" y="2022280"/>
                <a:ext cx="580672" cy="46128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1BC840-C21D-CC96-72B3-F631BE7D7A75}"/>
                  </a:ext>
                </a:extLst>
              </p:cNvPr>
              <p:cNvSpPr txBox="1"/>
              <p:nvPr/>
            </p:nvSpPr>
            <p:spPr>
              <a:xfrm>
                <a:off x="5270648" y="2028631"/>
                <a:ext cx="580672" cy="4612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9ACB6C7-8033-2217-537A-6B747A1ECC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0648" y="2028631"/>
                <a:ext cx="580672" cy="46128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7C9E9C4-6E19-B3A4-3679-07E002182FD7}"/>
                  </a:ext>
                </a:extLst>
              </p:cNvPr>
              <p:cNvSpPr txBox="1"/>
              <p:nvPr/>
            </p:nvSpPr>
            <p:spPr>
              <a:xfrm>
                <a:off x="5240311" y="3257406"/>
                <a:ext cx="580672" cy="478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FCBB02-39AA-1E7D-BC29-2B0B6302B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311" y="3257406"/>
                <a:ext cx="580672" cy="478016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0E84616-81AF-BCF1-0D4A-DBD65A170E61}"/>
              </a:ext>
            </a:extLst>
          </p:cNvPr>
          <p:cNvCxnSpPr>
            <a:stCxn id="142" idx="2"/>
            <a:endCxn id="109" idx="6"/>
          </p:cNvCxnSpPr>
          <p:nvPr/>
        </p:nvCxnSpPr>
        <p:spPr>
          <a:xfrm flipH="1">
            <a:off x="6261370" y="2078161"/>
            <a:ext cx="295314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383B935-E11D-00D0-7D18-1D8EC28DB8BD}"/>
              </a:ext>
            </a:extLst>
          </p:cNvPr>
          <p:cNvCxnSpPr>
            <a:cxnSpLocks/>
            <a:endCxn id="11" idx="6"/>
          </p:cNvCxnSpPr>
          <p:nvPr/>
        </p:nvCxnSpPr>
        <p:spPr>
          <a:xfrm flipH="1">
            <a:off x="6268215" y="2076062"/>
            <a:ext cx="288469" cy="1207202"/>
          </a:xfrm>
          <a:prstGeom prst="straightConnector1">
            <a:avLst/>
          </a:prstGeom>
          <a:ln w="38100">
            <a:solidFill>
              <a:srgbClr val="00CC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D97349-A183-502E-5B73-3A01F4671A12}"/>
                  </a:ext>
                </a:extLst>
              </p:cNvPr>
              <p:cNvSpPr txBox="1"/>
              <p:nvPr/>
            </p:nvSpPr>
            <p:spPr>
              <a:xfrm>
                <a:off x="3152060" y="2028631"/>
                <a:ext cx="580672" cy="4612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36970F-F22B-C176-1B26-F9F616037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2060" y="2028631"/>
                <a:ext cx="580672" cy="46128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6AEC0C1-A449-3557-C749-189363A80079}"/>
                  </a:ext>
                </a:extLst>
              </p:cNvPr>
              <p:cNvSpPr txBox="1"/>
              <p:nvPr/>
            </p:nvSpPr>
            <p:spPr>
              <a:xfrm>
                <a:off x="3121723" y="3257406"/>
                <a:ext cx="580672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D014917-7AB6-9444-5AE7-BA2E274C4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1723" y="3257406"/>
                <a:ext cx="580672" cy="461665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52761275-DBAD-1C56-7179-C59AF82787EE}"/>
              </a:ext>
            </a:extLst>
          </p:cNvPr>
          <p:cNvSpPr/>
          <p:nvPr/>
        </p:nvSpPr>
        <p:spPr>
          <a:xfrm>
            <a:off x="4744275" y="2826740"/>
            <a:ext cx="1523940" cy="913047"/>
          </a:xfrm>
          <a:prstGeom prst="ellipse">
            <a:avLst/>
          </a:prstGeom>
          <a:noFill/>
          <a:ln w="38100">
            <a:solidFill>
              <a:srgbClr val="00C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CC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409AEB-078A-2DBA-B624-64A18094B164}"/>
                  </a:ext>
                </a:extLst>
              </p:cNvPr>
              <p:cNvSpPr txBox="1"/>
              <p:nvPr/>
            </p:nvSpPr>
            <p:spPr>
              <a:xfrm>
                <a:off x="6408187" y="696024"/>
                <a:ext cx="747128" cy="3886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𝜹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0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20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DB7467E-F9C0-A89C-CE9F-B1853C108E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8187" y="696024"/>
                <a:ext cx="747128" cy="388633"/>
              </a:xfrm>
              <a:prstGeom prst="rect">
                <a:avLst/>
              </a:prstGeom>
              <a:blipFill>
                <a:blip r:embed="rId39"/>
                <a:stretch>
                  <a:fillRect b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BF2708E-DF8B-3D4D-8958-B5DD0D43A3F2}"/>
                  </a:ext>
                </a:extLst>
              </p:cNvPr>
              <p:cNvSpPr txBox="1"/>
              <p:nvPr/>
            </p:nvSpPr>
            <p:spPr>
              <a:xfrm>
                <a:off x="7185122" y="696024"/>
                <a:ext cx="474424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1" i="1" smtClean="0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𝜣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243A2D7-1380-16A2-31F1-79CB482AD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5122" y="696024"/>
                <a:ext cx="474424" cy="349711"/>
              </a:xfrm>
              <a:prstGeom prst="rect">
                <a:avLst/>
              </a:prstGeom>
              <a:blipFill>
                <a:blip r:embed="rId42"/>
                <a:stretch>
                  <a:fillRect l="-11688" t="-1724" r="-9091" b="-1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1EC210E-8AF3-2AEC-63A9-338EF58BD98E}"/>
                  </a:ext>
                </a:extLst>
              </p:cNvPr>
              <p:cNvSpPr txBox="1"/>
              <p:nvPr/>
            </p:nvSpPr>
            <p:spPr>
              <a:xfrm>
                <a:off x="7613826" y="663414"/>
                <a:ext cx="612347" cy="3843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(3)</m:t>
                        </m:r>
                      </m:sup>
                    </m:sSubSup>
                  </m:oMath>
                </a14:m>
                <a:r>
                  <a:rPr lang="en-US" sz="2000" dirty="0">
                    <a:solidFill>
                      <a:srgbClr val="0000FF"/>
                    </a:solidFill>
                  </a:rPr>
                  <a:t>+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A953C45-A85B-7A20-2839-C10B3F9C2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3826" y="663414"/>
                <a:ext cx="612347" cy="384336"/>
              </a:xfrm>
              <a:prstGeom prst="rect">
                <a:avLst/>
              </a:prstGeom>
              <a:blipFill>
                <a:blip r:embed="rId43"/>
                <a:stretch>
                  <a:fillRect l="-15000" t="-3175" r="-24000" b="-36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483FE7A-701C-1B78-1534-C324484B1F53}"/>
                  </a:ext>
                </a:extLst>
              </p:cNvPr>
              <p:cNvSpPr txBox="1"/>
              <p:nvPr/>
            </p:nvSpPr>
            <p:spPr>
              <a:xfrm>
                <a:off x="8185189" y="696024"/>
                <a:ext cx="474424" cy="349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𝜣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𝟐𝟐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49449FB-34A1-113A-8D63-AF38011F0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5189" y="696024"/>
                <a:ext cx="474424" cy="349711"/>
              </a:xfrm>
              <a:prstGeom prst="rect">
                <a:avLst/>
              </a:prstGeom>
              <a:blipFill>
                <a:blip r:embed="rId44"/>
                <a:stretch>
                  <a:fillRect l="-11538" t="-1724" r="-7692" b="-1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FF6607E-696F-A967-7E2B-D3C6CF48F460}"/>
                  </a:ext>
                </a:extLst>
              </p:cNvPr>
              <p:cNvSpPr txBox="1"/>
              <p:nvPr/>
            </p:nvSpPr>
            <p:spPr>
              <a:xfrm>
                <a:off x="8583693" y="663093"/>
                <a:ext cx="484107" cy="3846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E38A5BB-CE5D-7AB6-ACDA-0EDEF053DC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3693" y="663093"/>
                <a:ext cx="484107" cy="384657"/>
              </a:xfrm>
              <a:prstGeom prst="rect">
                <a:avLst/>
              </a:prstGeom>
              <a:blipFill>
                <a:blip r:embed="rId45"/>
                <a:stretch>
                  <a:fillRect l="-12500" t="-3175" r="-8750" b="-15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B56948F-D068-5FAF-AE7A-34AAEBD3EC8F}"/>
                  </a:ext>
                </a:extLst>
              </p:cNvPr>
              <p:cNvSpPr txBox="1"/>
              <p:nvPr/>
            </p:nvSpPr>
            <p:spPr>
              <a:xfrm>
                <a:off x="7426048" y="3272062"/>
                <a:ext cx="629916" cy="466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1" i="1" smtClean="0">
                              <a:solidFill>
                                <a:srgbClr val="00CC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sz="2400" b="1" i="1" smtClean="0">
                              <a:solidFill>
                                <a:srgbClr val="00CC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𝜣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CC0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sub>
                        <m:sup>
                          <m:r>
                            <a:rPr lang="en-US" sz="2400" b="1" i="1" smtClean="0">
                              <a:solidFill>
                                <a:srgbClr val="00CC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 smtClean="0">
                              <a:solidFill>
                                <a:srgbClr val="00CC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400" b="1" i="1" smtClean="0">
                              <a:solidFill>
                                <a:srgbClr val="00CC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sz="2400" b="1" dirty="0">
                  <a:solidFill>
                    <a:srgbClr val="00CC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B56948F-D068-5FAF-AE7A-34AAEBD3EC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6048" y="3272062"/>
                <a:ext cx="629916" cy="466346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D33C563-01A6-A8A0-B13B-83BC7ED15120}"/>
                  </a:ext>
                </a:extLst>
              </p:cNvPr>
              <p:cNvSpPr txBox="1"/>
              <p:nvPr/>
            </p:nvSpPr>
            <p:spPr>
              <a:xfrm>
                <a:off x="6671795" y="3267713"/>
                <a:ext cx="665631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(3)</m:t>
                        </m:r>
                      </m:sup>
                    </m:sSub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=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D33C563-01A6-A8A0-B13B-83BC7ED151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1795" y="3267713"/>
                <a:ext cx="665631" cy="461665"/>
              </a:xfrm>
              <a:prstGeom prst="rect">
                <a:avLst/>
              </a:prstGeom>
              <a:blipFill>
                <a:blip r:embed="rId47"/>
                <a:stretch>
                  <a:fillRect t="-2632" r="-26364" b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2A1AB0E-4766-B6B8-A0DD-CF1EDEE35F8F}"/>
                  </a:ext>
                </a:extLst>
              </p:cNvPr>
              <p:cNvSpPr txBox="1"/>
              <p:nvPr/>
            </p:nvSpPr>
            <p:spPr>
              <a:xfrm>
                <a:off x="8000848" y="3277128"/>
                <a:ext cx="580672" cy="4612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(4)</m:t>
                          </m:r>
                        </m:sup>
                      </m:sSubSup>
                    </m:oMath>
                  </m:oMathPara>
                </a14:m>
                <a:endParaRPr 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2A1AB0E-4766-B6B8-A0DD-CF1EDEE35F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0848" y="3277128"/>
                <a:ext cx="580672" cy="461280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93772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44F39-72EF-FCBE-ED49-1EC3ADBDF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981FE0-40AF-24B1-BF4D-AFEBBC0E14DA}"/>
              </a:ext>
            </a:extLst>
          </p:cNvPr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Calibri"/>
              </a:rPr>
              <a:t>Forward Propagation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46133382-365D-5955-DE09-1487E1E92BB0}"/>
              </a:ext>
            </a:extLst>
          </p:cNvPr>
          <p:cNvSpPr/>
          <p:nvPr/>
        </p:nvSpPr>
        <p:spPr>
          <a:xfrm>
            <a:off x="685800" y="3105150"/>
            <a:ext cx="924850" cy="914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F8ABD7A4-D71A-4111-42A0-A89B66EFEFC0}"/>
              </a:ext>
            </a:extLst>
          </p:cNvPr>
          <p:cNvSpPr/>
          <p:nvPr/>
        </p:nvSpPr>
        <p:spPr>
          <a:xfrm>
            <a:off x="685800" y="1885950"/>
            <a:ext cx="924850" cy="914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99D61B37-856C-381C-75FB-25F15D8E9202}"/>
              </a:ext>
            </a:extLst>
          </p:cNvPr>
          <p:cNvSpPr/>
          <p:nvPr/>
        </p:nvSpPr>
        <p:spPr>
          <a:xfrm>
            <a:off x="685800" y="819150"/>
            <a:ext cx="924850" cy="914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BAEF79D1-80F5-C38C-889E-0CE08D6B8471}"/>
              </a:ext>
            </a:extLst>
          </p:cNvPr>
          <p:cNvSpPr/>
          <p:nvPr/>
        </p:nvSpPr>
        <p:spPr>
          <a:xfrm>
            <a:off x="1880012" y="819150"/>
            <a:ext cx="92485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FFFE7883-66BB-F22F-3D7A-719644211848}"/>
              </a:ext>
            </a:extLst>
          </p:cNvPr>
          <p:cNvSpPr/>
          <p:nvPr/>
        </p:nvSpPr>
        <p:spPr>
          <a:xfrm>
            <a:off x="1880011" y="1885950"/>
            <a:ext cx="92485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73AF738-7E1F-3A59-063D-114339E806B8}"/>
              </a:ext>
            </a:extLst>
          </p:cNvPr>
          <p:cNvCxnSpPr>
            <a:stCxn id="80" idx="6"/>
            <a:endCxn id="87" idx="2"/>
          </p:cNvCxnSpPr>
          <p:nvPr/>
        </p:nvCxnSpPr>
        <p:spPr>
          <a:xfrm>
            <a:off x="1610650" y="1276350"/>
            <a:ext cx="269360" cy="106680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4886F1E1-F259-F666-A153-2E4298DB8FCB}"/>
              </a:ext>
            </a:extLst>
          </p:cNvPr>
          <p:cNvCxnSpPr>
            <a:stCxn id="79" idx="6"/>
            <a:endCxn id="87" idx="2"/>
          </p:cNvCxnSpPr>
          <p:nvPr/>
        </p:nvCxnSpPr>
        <p:spPr>
          <a:xfrm>
            <a:off x="1610650" y="2343150"/>
            <a:ext cx="269360" cy="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3693BE35-FDBC-D8B5-93F8-47779D6FD6B2}"/>
              </a:ext>
            </a:extLst>
          </p:cNvPr>
          <p:cNvCxnSpPr>
            <a:stCxn id="78" idx="6"/>
            <a:endCxn id="87" idx="2"/>
          </p:cNvCxnSpPr>
          <p:nvPr/>
        </p:nvCxnSpPr>
        <p:spPr>
          <a:xfrm flipV="1">
            <a:off x="1610650" y="2343150"/>
            <a:ext cx="269360" cy="121920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Oval 90">
            <a:extLst>
              <a:ext uri="{FF2B5EF4-FFF2-40B4-BE49-F238E27FC236}">
                <a16:creationId xmlns:a16="http://schemas.microsoft.com/office/drawing/2014/main" id="{7A1C352B-4CA9-DE57-861C-3027A6B20BD8}"/>
              </a:ext>
            </a:extLst>
          </p:cNvPr>
          <p:cNvSpPr/>
          <p:nvPr/>
        </p:nvSpPr>
        <p:spPr>
          <a:xfrm>
            <a:off x="1880009" y="3105150"/>
            <a:ext cx="92485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FE67DE9-C3C0-D4BB-E809-4EB8497CAECD}"/>
              </a:ext>
            </a:extLst>
          </p:cNvPr>
          <p:cNvCxnSpPr>
            <a:stCxn id="80" idx="6"/>
            <a:endCxn id="91" idx="2"/>
          </p:cNvCxnSpPr>
          <p:nvPr/>
        </p:nvCxnSpPr>
        <p:spPr>
          <a:xfrm>
            <a:off x="1610650" y="1276350"/>
            <a:ext cx="269359" cy="228600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2B5C1D19-6AAD-CA4C-3C7B-CFE9DB9301AD}"/>
              </a:ext>
            </a:extLst>
          </p:cNvPr>
          <p:cNvCxnSpPr>
            <a:stCxn id="79" idx="6"/>
            <a:endCxn id="91" idx="2"/>
          </p:cNvCxnSpPr>
          <p:nvPr/>
        </p:nvCxnSpPr>
        <p:spPr>
          <a:xfrm>
            <a:off x="1610650" y="2343150"/>
            <a:ext cx="269359" cy="121920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57369F29-7E6A-E27C-EB72-A9DC02A10494}"/>
              </a:ext>
            </a:extLst>
          </p:cNvPr>
          <p:cNvCxnSpPr>
            <a:stCxn id="78" idx="6"/>
            <a:endCxn id="91" idx="2"/>
          </p:cNvCxnSpPr>
          <p:nvPr/>
        </p:nvCxnSpPr>
        <p:spPr>
          <a:xfrm>
            <a:off x="1610650" y="3562350"/>
            <a:ext cx="269359" cy="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Oval 102">
            <a:extLst>
              <a:ext uri="{FF2B5EF4-FFF2-40B4-BE49-F238E27FC236}">
                <a16:creationId xmlns:a16="http://schemas.microsoft.com/office/drawing/2014/main" id="{138A3E2D-2826-80EB-FB07-AB9F371D2EF1}"/>
              </a:ext>
            </a:extLst>
          </p:cNvPr>
          <p:cNvSpPr/>
          <p:nvPr/>
        </p:nvSpPr>
        <p:spPr>
          <a:xfrm>
            <a:off x="3152278" y="819150"/>
            <a:ext cx="92485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EE307636-9FFB-F811-38C9-FA834218A09F}"/>
              </a:ext>
            </a:extLst>
          </p:cNvPr>
          <p:cNvSpPr/>
          <p:nvPr/>
        </p:nvSpPr>
        <p:spPr>
          <a:xfrm>
            <a:off x="3152276" y="1885950"/>
            <a:ext cx="92485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BB4C0AF7-E875-04A4-1ABA-4AEF035C3A79}"/>
              </a:ext>
            </a:extLst>
          </p:cNvPr>
          <p:cNvCxnSpPr>
            <a:stCxn id="87" idx="6"/>
            <a:endCxn id="109" idx="2"/>
          </p:cNvCxnSpPr>
          <p:nvPr/>
        </p:nvCxnSpPr>
        <p:spPr>
          <a:xfrm>
            <a:off x="2804861" y="2343150"/>
            <a:ext cx="347416" cy="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544CB590-6A34-FF3E-7DBA-610CE5A62C1A}"/>
              </a:ext>
            </a:extLst>
          </p:cNvPr>
          <p:cNvCxnSpPr>
            <a:stCxn id="91" idx="6"/>
            <a:endCxn id="109" idx="2"/>
          </p:cNvCxnSpPr>
          <p:nvPr/>
        </p:nvCxnSpPr>
        <p:spPr>
          <a:xfrm flipV="1">
            <a:off x="2804860" y="2343150"/>
            <a:ext cx="347417" cy="121920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14FEA2E-36BE-BDC1-475F-AB02366C8656}"/>
              </a:ext>
            </a:extLst>
          </p:cNvPr>
          <p:cNvCxnSpPr>
            <a:stCxn id="81" idx="6"/>
            <a:endCxn id="109" idx="2"/>
          </p:cNvCxnSpPr>
          <p:nvPr/>
        </p:nvCxnSpPr>
        <p:spPr>
          <a:xfrm>
            <a:off x="2804862" y="1276350"/>
            <a:ext cx="347414" cy="106680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708DDFA4-9F81-56CB-6791-4482C4DB19D8}"/>
              </a:ext>
            </a:extLst>
          </p:cNvPr>
          <p:cNvSpPr/>
          <p:nvPr/>
        </p:nvSpPr>
        <p:spPr>
          <a:xfrm>
            <a:off x="3154360" y="3105150"/>
            <a:ext cx="92485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91C29B75-0DC4-7F03-8C74-8E148D5656F7}"/>
              </a:ext>
            </a:extLst>
          </p:cNvPr>
          <p:cNvCxnSpPr>
            <a:stCxn id="91" idx="6"/>
            <a:endCxn id="115" idx="2"/>
          </p:cNvCxnSpPr>
          <p:nvPr/>
        </p:nvCxnSpPr>
        <p:spPr>
          <a:xfrm>
            <a:off x="2804860" y="3562350"/>
            <a:ext cx="349500" cy="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F708E18F-D044-6A3B-8863-9BA49836A5C3}"/>
              </a:ext>
            </a:extLst>
          </p:cNvPr>
          <p:cNvCxnSpPr>
            <a:stCxn id="87" idx="6"/>
            <a:endCxn id="115" idx="2"/>
          </p:cNvCxnSpPr>
          <p:nvPr/>
        </p:nvCxnSpPr>
        <p:spPr>
          <a:xfrm>
            <a:off x="2804861" y="2343150"/>
            <a:ext cx="349499" cy="121920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5C6A88E1-B6F5-EEC4-C854-AB4A4E177230}"/>
              </a:ext>
            </a:extLst>
          </p:cNvPr>
          <p:cNvCxnSpPr>
            <a:stCxn id="81" idx="6"/>
            <a:endCxn id="115" idx="2"/>
          </p:cNvCxnSpPr>
          <p:nvPr/>
        </p:nvCxnSpPr>
        <p:spPr>
          <a:xfrm>
            <a:off x="2804862" y="1276350"/>
            <a:ext cx="349498" cy="228600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Oval 141">
            <a:extLst>
              <a:ext uri="{FF2B5EF4-FFF2-40B4-BE49-F238E27FC236}">
                <a16:creationId xmlns:a16="http://schemas.microsoft.com/office/drawing/2014/main" id="{2FC69D92-D013-195C-9335-A77CC98C0602}"/>
              </a:ext>
            </a:extLst>
          </p:cNvPr>
          <p:cNvSpPr/>
          <p:nvPr/>
        </p:nvSpPr>
        <p:spPr>
          <a:xfrm>
            <a:off x="4256750" y="1885950"/>
            <a:ext cx="924850" cy="914400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5585B0D2-7DE9-685B-4112-ED6E0B46FBFA}"/>
              </a:ext>
            </a:extLst>
          </p:cNvPr>
          <p:cNvCxnSpPr>
            <a:stCxn id="109" idx="6"/>
            <a:endCxn id="142" idx="2"/>
          </p:cNvCxnSpPr>
          <p:nvPr/>
        </p:nvCxnSpPr>
        <p:spPr>
          <a:xfrm>
            <a:off x="4077127" y="2343150"/>
            <a:ext cx="179623" cy="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12A4DB4E-2CB7-BC9C-3586-09B76B300C47}"/>
              </a:ext>
            </a:extLst>
          </p:cNvPr>
          <p:cNvCxnSpPr>
            <a:stCxn id="115" idx="6"/>
            <a:endCxn id="142" idx="2"/>
          </p:cNvCxnSpPr>
          <p:nvPr/>
        </p:nvCxnSpPr>
        <p:spPr>
          <a:xfrm flipV="1">
            <a:off x="4079210" y="2343150"/>
            <a:ext cx="177539" cy="121920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1181C3A0-6E78-DA04-6ACA-402E959AC1B9}"/>
              </a:ext>
            </a:extLst>
          </p:cNvPr>
          <p:cNvCxnSpPr>
            <a:stCxn id="103" idx="6"/>
            <a:endCxn id="142" idx="2"/>
          </p:cNvCxnSpPr>
          <p:nvPr/>
        </p:nvCxnSpPr>
        <p:spPr>
          <a:xfrm>
            <a:off x="4077128" y="1276350"/>
            <a:ext cx="179622" cy="106680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9A2B0DBF-4D18-580D-24DE-90EFD016594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489" y="1169724"/>
            <a:ext cx="347472" cy="2286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1A2DE7FE-8BBB-2DCB-0B86-336AC140FBF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701" y="1169724"/>
            <a:ext cx="347472" cy="2286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8A82731-9BB1-0C0A-770A-11AD68B6856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0965" y="1123712"/>
            <a:ext cx="347472" cy="2286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2D9B664-AC28-F29D-F262-1DD7B316E1B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222" y="2260527"/>
            <a:ext cx="267462" cy="18059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AA2793C-9F2E-AEBE-5B96-5BCD920E1532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489" y="3457956"/>
            <a:ext cx="274320" cy="18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8677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400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prstClr val="black"/>
                </a:solidFill>
                <a:latin typeface="Calibri"/>
              </a:rPr>
              <a:t>Forward Propagation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52400" y="819150"/>
            <a:ext cx="7063407" cy="2797629"/>
            <a:chOff x="446159" y="819150"/>
            <a:chExt cx="8240641" cy="3263900"/>
          </a:xfrm>
        </p:grpSpPr>
        <p:sp>
          <p:nvSpPr>
            <p:cNvPr id="78" name="Oval 77"/>
            <p:cNvSpPr/>
            <p:nvPr/>
          </p:nvSpPr>
          <p:spPr>
            <a:xfrm>
              <a:off x="446159" y="3105152"/>
              <a:ext cx="1539748" cy="91439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9" name="Oval 78"/>
            <p:cNvSpPr/>
            <p:nvPr/>
          </p:nvSpPr>
          <p:spPr>
            <a:xfrm>
              <a:off x="446159" y="1885950"/>
              <a:ext cx="1539748" cy="91439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0" name="Oval 79"/>
            <p:cNvSpPr/>
            <p:nvPr/>
          </p:nvSpPr>
          <p:spPr>
            <a:xfrm>
              <a:off x="446159" y="819150"/>
              <a:ext cx="1539748" cy="91439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1" name="Oval 80"/>
            <p:cNvSpPr/>
            <p:nvPr/>
          </p:nvSpPr>
          <p:spPr>
            <a:xfrm>
              <a:off x="2811088" y="819150"/>
              <a:ext cx="1645923" cy="91439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7" name="Oval 86"/>
            <p:cNvSpPr/>
            <p:nvPr/>
          </p:nvSpPr>
          <p:spPr>
            <a:xfrm>
              <a:off x="2811090" y="1797050"/>
              <a:ext cx="1645920" cy="1066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88" name="Straight Arrow Connector 87"/>
            <p:cNvCxnSpPr>
              <a:stCxn id="80" idx="6"/>
              <a:endCxn id="87" idx="2"/>
            </p:cNvCxnSpPr>
            <p:nvPr/>
          </p:nvCxnSpPr>
          <p:spPr>
            <a:xfrm>
              <a:off x="1985907" y="1276350"/>
              <a:ext cx="825183" cy="10541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>
              <a:stCxn id="79" idx="6"/>
              <a:endCxn id="87" idx="2"/>
            </p:cNvCxnSpPr>
            <p:nvPr/>
          </p:nvCxnSpPr>
          <p:spPr>
            <a:xfrm flipV="1">
              <a:off x="1985907" y="2330450"/>
              <a:ext cx="825183" cy="127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>
              <a:stCxn id="78" idx="6"/>
              <a:endCxn id="87" idx="2"/>
            </p:cNvCxnSpPr>
            <p:nvPr/>
          </p:nvCxnSpPr>
          <p:spPr>
            <a:xfrm flipV="1">
              <a:off x="1985907" y="2330450"/>
              <a:ext cx="825183" cy="123190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/>
            <p:cNvSpPr/>
            <p:nvPr/>
          </p:nvSpPr>
          <p:spPr>
            <a:xfrm>
              <a:off x="2811088" y="3016250"/>
              <a:ext cx="1645920" cy="1066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92" name="Straight Arrow Connector 91"/>
            <p:cNvCxnSpPr>
              <a:stCxn id="80" idx="6"/>
              <a:endCxn id="91" idx="2"/>
            </p:cNvCxnSpPr>
            <p:nvPr/>
          </p:nvCxnSpPr>
          <p:spPr>
            <a:xfrm>
              <a:off x="1985907" y="1276350"/>
              <a:ext cx="825181" cy="22733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/>
            <p:cNvCxnSpPr>
              <a:stCxn id="79" idx="6"/>
              <a:endCxn id="91" idx="2"/>
            </p:cNvCxnSpPr>
            <p:nvPr/>
          </p:nvCxnSpPr>
          <p:spPr>
            <a:xfrm>
              <a:off x="1985907" y="2343150"/>
              <a:ext cx="825181" cy="12065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>
              <a:stCxn id="78" idx="6"/>
              <a:endCxn id="91" idx="2"/>
            </p:cNvCxnSpPr>
            <p:nvPr/>
          </p:nvCxnSpPr>
          <p:spPr>
            <a:xfrm flipV="1">
              <a:off x="1985907" y="3549650"/>
              <a:ext cx="825181" cy="1270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Oval 102"/>
            <p:cNvSpPr/>
            <p:nvPr/>
          </p:nvSpPr>
          <p:spPr>
            <a:xfrm>
              <a:off x="5054807" y="819150"/>
              <a:ext cx="1670114" cy="91439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9" name="Oval 108"/>
            <p:cNvSpPr/>
            <p:nvPr/>
          </p:nvSpPr>
          <p:spPr>
            <a:xfrm>
              <a:off x="5075293" y="1797050"/>
              <a:ext cx="1645920" cy="1066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10" name="Straight Arrow Connector 109"/>
            <p:cNvCxnSpPr>
              <a:stCxn id="87" idx="6"/>
              <a:endCxn id="109" idx="2"/>
            </p:cNvCxnSpPr>
            <p:nvPr/>
          </p:nvCxnSpPr>
          <p:spPr>
            <a:xfrm>
              <a:off x="4457011" y="2330450"/>
              <a:ext cx="618282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/>
            <p:cNvCxnSpPr>
              <a:stCxn id="91" idx="6"/>
              <a:endCxn id="109" idx="2"/>
            </p:cNvCxnSpPr>
            <p:nvPr/>
          </p:nvCxnSpPr>
          <p:spPr>
            <a:xfrm flipV="1">
              <a:off x="4457008" y="2330450"/>
              <a:ext cx="618284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/>
            <p:cNvCxnSpPr>
              <a:stCxn id="81" idx="6"/>
              <a:endCxn id="109" idx="2"/>
            </p:cNvCxnSpPr>
            <p:nvPr/>
          </p:nvCxnSpPr>
          <p:spPr>
            <a:xfrm>
              <a:off x="4457011" y="1276350"/>
              <a:ext cx="618282" cy="10541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Oval 114"/>
            <p:cNvSpPr/>
            <p:nvPr/>
          </p:nvSpPr>
          <p:spPr>
            <a:xfrm>
              <a:off x="5079000" y="3016250"/>
              <a:ext cx="1645920" cy="1066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16" name="Straight Arrow Connector 115"/>
            <p:cNvCxnSpPr>
              <a:stCxn id="91" idx="6"/>
              <a:endCxn id="115" idx="2"/>
            </p:cNvCxnSpPr>
            <p:nvPr/>
          </p:nvCxnSpPr>
          <p:spPr>
            <a:xfrm>
              <a:off x="4457008" y="3549650"/>
              <a:ext cx="621992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/>
            <p:cNvCxnSpPr>
              <a:stCxn id="87" idx="6"/>
              <a:endCxn id="115" idx="2"/>
            </p:cNvCxnSpPr>
            <p:nvPr/>
          </p:nvCxnSpPr>
          <p:spPr>
            <a:xfrm>
              <a:off x="4457011" y="2330450"/>
              <a:ext cx="621990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/>
            <p:cNvCxnSpPr>
              <a:stCxn id="81" idx="6"/>
              <a:endCxn id="115" idx="2"/>
            </p:cNvCxnSpPr>
            <p:nvPr/>
          </p:nvCxnSpPr>
          <p:spPr>
            <a:xfrm>
              <a:off x="4457011" y="1276350"/>
              <a:ext cx="621990" cy="22733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Oval 141"/>
            <p:cNvSpPr/>
            <p:nvPr/>
          </p:nvSpPr>
          <p:spPr>
            <a:xfrm>
              <a:off x="7040880" y="1797050"/>
              <a:ext cx="1645920" cy="1066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43" name="Straight Arrow Connector 142"/>
            <p:cNvCxnSpPr>
              <a:stCxn id="109" idx="6"/>
              <a:endCxn id="142" idx="2"/>
            </p:cNvCxnSpPr>
            <p:nvPr/>
          </p:nvCxnSpPr>
          <p:spPr>
            <a:xfrm>
              <a:off x="6721213" y="2330450"/>
              <a:ext cx="319667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/>
            <p:cNvCxnSpPr>
              <a:stCxn id="115" idx="6"/>
              <a:endCxn id="142" idx="2"/>
            </p:cNvCxnSpPr>
            <p:nvPr/>
          </p:nvCxnSpPr>
          <p:spPr>
            <a:xfrm flipV="1">
              <a:off x="6724921" y="2330450"/>
              <a:ext cx="315959" cy="12192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Arrow Connector 174"/>
            <p:cNvCxnSpPr>
              <a:stCxn id="103" idx="6"/>
              <a:endCxn id="142" idx="2"/>
            </p:cNvCxnSpPr>
            <p:nvPr/>
          </p:nvCxnSpPr>
          <p:spPr>
            <a:xfrm>
              <a:off x="6724921" y="1276350"/>
              <a:ext cx="315959" cy="10541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28" y="1085850"/>
            <a:ext cx="347472" cy="228600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096736"/>
            <a:ext cx="347472" cy="228600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096736"/>
            <a:ext cx="347472" cy="228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191" y="2035139"/>
            <a:ext cx="267462" cy="18059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191" y="3080168"/>
            <a:ext cx="274320" cy="18059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207" y="1842252"/>
            <a:ext cx="914400" cy="26469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207" y="2828317"/>
            <a:ext cx="914400" cy="26469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474" y="1809751"/>
            <a:ext cx="914400" cy="26469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474" y="2840455"/>
            <a:ext cx="914400" cy="26469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2807" y="1805968"/>
            <a:ext cx="914400" cy="26469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143000" y="3645753"/>
            <a:ext cx="7391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200" dirty="0">
                <a:solidFill>
                  <a:prstClr val="black"/>
                </a:solidFill>
                <a:latin typeface="Calibri"/>
              </a:rPr>
              <a:t>“error” of cost for         (unit    in layer   ). </a:t>
            </a:r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3657076"/>
            <a:ext cx="644332" cy="40168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287" y="3657076"/>
            <a:ext cx="350713" cy="401689"/>
          </a:xfrm>
          <a:prstGeom prst="rect">
            <a:avLst/>
          </a:prstGeom>
        </p:spPr>
      </p:pic>
      <p:pic>
        <p:nvPicPr>
          <p:cNvPr id="70" name="Picture 69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3753977"/>
            <a:ext cx="125730" cy="26289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4829" y="3779266"/>
            <a:ext cx="61171" cy="191669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62000" y="4091285"/>
            <a:ext cx="76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prstClr val="black"/>
                </a:solidFill>
                <a:latin typeface="Calibri"/>
              </a:rPr>
              <a:t>Formally,		             (for           ), where </a:t>
            </a:r>
          </a:p>
        </p:txBody>
      </p:sp>
      <p:pic>
        <p:nvPicPr>
          <p:cNvPr id="19" name="Picture 18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824" y="4089908"/>
            <a:ext cx="2081846" cy="526069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8986" y="4227639"/>
            <a:ext cx="619864" cy="236527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681" y="4557797"/>
            <a:ext cx="5335905" cy="29146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1" name="Ink 70"/>
              <p14:cNvContentPartPr/>
              <p14:nvPr/>
            </p14:nvContentPartPr>
            <p14:xfrm>
              <a:off x="442440" y="28440"/>
              <a:ext cx="8541000" cy="5022360"/>
            </p14:xfrm>
          </p:contentPart>
        </mc:Choice>
        <mc:Fallback xmlns="">
          <p:pic>
            <p:nvPicPr>
              <p:cNvPr id="71" name="Ink 70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30560" y="20880"/>
                <a:ext cx="8562600" cy="504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64287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Neural Networks: Learning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67200" y="2190750"/>
            <a:ext cx="4331545" cy="1676400"/>
          </a:xfrm>
        </p:spPr>
        <p:txBody>
          <a:bodyPr>
            <a:noAutofit/>
          </a:bodyPr>
          <a:lstStyle/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Random initialization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43822964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Initial value </a:t>
            </a:r>
            <a:r>
              <a:rPr lang="en-US" sz="2800" b="1" dirty="0"/>
              <a:t>of</a:t>
            </a:r>
            <a:endParaRPr lang="en-US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80999" y="871775"/>
            <a:ext cx="83820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For gradient descent and advanced optimization method, need initial value for     .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408051"/>
            <a:ext cx="237363" cy="2586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625" y="1422838"/>
            <a:ext cx="237363" cy="2586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0998" y="2724150"/>
            <a:ext cx="83820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Consider gradient descent</a:t>
            </a:r>
          </a:p>
          <a:p>
            <a:r>
              <a:rPr lang="en-US" sz="2800" dirty="0"/>
              <a:t>Set 					        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98" y="1714440"/>
            <a:ext cx="83820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optTheta</a:t>
            </a:r>
            <a:r>
              <a:rPr lang="en-US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4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fminunc</a:t>
            </a:r>
            <a:r>
              <a:rPr lang="en-US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(@</a:t>
            </a:r>
            <a:r>
              <a:rPr lang="en-US" sz="24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costFunction</a:t>
            </a:r>
            <a:r>
              <a:rPr lang="en-US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, 				</a:t>
            </a:r>
            <a:r>
              <a:rPr lang="en-US" sz="24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initialTheta</a:t>
            </a:r>
            <a:r>
              <a:rPr lang="en-US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, options)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224" y="3210934"/>
            <a:ext cx="59365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initialTheta</a:t>
            </a:r>
            <a:r>
              <a:rPr lang="en-US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= zeros(n,1)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/>
              <p14:cNvContentPartPr/>
              <p14:nvPr/>
            </p14:nvContentPartPr>
            <p14:xfrm>
              <a:off x="1185840" y="2446560"/>
              <a:ext cx="4588200" cy="12164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79720" y="2435760"/>
                <a:ext cx="4604400" cy="123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6054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Zero initialization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794290" y="910464"/>
            <a:ext cx="3583088" cy="1514793"/>
            <a:chOff x="794290" y="910465"/>
            <a:chExt cx="2634710" cy="1087310"/>
          </a:xfrm>
        </p:grpSpPr>
        <p:sp>
          <p:nvSpPr>
            <p:cNvPr id="11" name="Oval 10"/>
            <p:cNvSpPr/>
            <p:nvPr/>
          </p:nvSpPr>
          <p:spPr>
            <a:xfrm>
              <a:off x="794290" y="1695744"/>
              <a:ext cx="304723" cy="302031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794290" y="1303105"/>
              <a:ext cx="304723" cy="302031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794290" y="910465"/>
              <a:ext cx="304723" cy="302031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1617042" y="1303105"/>
              <a:ext cx="304723" cy="302031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>
              <a:stCxn id="13" idx="6"/>
              <a:endCxn id="14" idx="2"/>
            </p:cNvCxnSpPr>
            <p:nvPr/>
          </p:nvCxnSpPr>
          <p:spPr>
            <a:xfrm>
              <a:off x="1099013" y="1061480"/>
              <a:ext cx="518029" cy="39264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12" idx="6"/>
              <a:endCxn id="14" idx="2"/>
            </p:cNvCxnSpPr>
            <p:nvPr/>
          </p:nvCxnSpPr>
          <p:spPr>
            <a:xfrm>
              <a:off x="1099013" y="1454121"/>
              <a:ext cx="518029" cy="63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11" idx="6"/>
              <a:endCxn id="14" idx="2"/>
            </p:cNvCxnSpPr>
            <p:nvPr/>
          </p:nvCxnSpPr>
          <p:spPr>
            <a:xfrm flipV="1">
              <a:off x="1099013" y="1454120"/>
              <a:ext cx="518029" cy="39264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27" idx="6"/>
            </p:cNvCxnSpPr>
            <p:nvPr/>
          </p:nvCxnSpPr>
          <p:spPr>
            <a:xfrm>
              <a:off x="2714044" y="1318050"/>
              <a:ext cx="304723" cy="63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/>
            <p:cNvSpPr/>
            <p:nvPr/>
          </p:nvSpPr>
          <p:spPr>
            <a:xfrm>
              <a:off x="1617042" y="1695744"/>
              <a:ext cx="304723" cy="302031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Arrow Connector 19"/>
            <p:cNvCxnSpPr>
              <a:stCxn id="13" idx="6"/>
              <a:endCxn id="19" idx="2"/>
            </p:cNvCxnSpPr>
            <p:nvPr/>
          </p:nvCxnSpPr>
          <p:spPr>
            <a:xfrm>
              <a:off x="1099013" y="1061480"/>
              <a:ext cx="518029" cy="78527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endCxn id="19" idx="2"/>
            </p:cNvCxnSpPr>
            <p:nvPr/>
          </p:nvCxnSpPr>
          <p:spPr>
            <a:xfrm>
              <a:off x="1099013" y="1454120"/>
              <a:ext cx="518029" cy="39264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1" idx="6"/>
              <a:endCxn id="19" idx="2"/>
            </p:cNvCxnSpPr>
            <p:nvPr/>
          </p:nvCxnSpPr>
          <p:spPr>
            <a:xfrm>
              <a:off x="1099013" y="1846760"/>
              <a:ext cx="518029" cy="63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/>
            <p:cNvSpPr/>
            <p:nvPr/>
          </p:nvSpPr>
          <p:spPr>
            <a:xfrm>
              <a:off x="1617042" y="910465"/>
              <a:ext cx="304723" cy="302031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2409321" y="1167033"/>
              <a:ext cx="304723" cy="302031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/>
            <p:cNvCxnSpPr>
              <a:stCxn id="26" idx="6"/>
              <a:endCxn id="27" idx="2"/>
            </p:cNvCxnSpPr>
            <p:nvPr/>
          </p:nvCxnSpPr>
          <p:spPr>
            <a:xfrm>
              <a:off x="1921764" y="1061480"/>
              <a:ext cx="487556" cy="25656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4" idx="6"/>
              <a:endCxn id="27" idx="2"/>
            </p:cNvCxnSpPr>
            <p:nvPr/>
          </p:nvCxnSpPr>
          <p:spPr>
            <a:xfrm flipV="1">
              <a:off x="1921764" y="1318049"/>
              <a:ext cx="487556" cy="13607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19" idx="6"/>
              <a:endCxn id="27" idx="2"/>
            </p:cNvCxnSpPr>
            <p:nvPr/>
          </p:nvCxnSpPr>
          <p:spPr>
            <a:xfrm flipV="1">
              <a:off x="1921764" y="1318049"/>
              <a:ext cx="487556" cy="52871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Picture 30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5311" y="1227440"/>
              <a:ext cx="353689" cy="145829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39" name="Picture 38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3665" y="1017117"/>
              <a:ext cx="115824" cy="76200"/>
            </a:xfrm>
            <a:prstGeom prst="rect">
              <a:avLst/>
            </a:prstGeom>
          </p:spPr>
        </p:pic>
        <p:pic>
          <p:nvPicPr>
            <p:cNvPr id="41" name="Picture 40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3797" y="1412627"/>
              <a:ext cx="111443" cy="75248"/>
            </a:xfrm>
            <a:prstGeom prst="rect">
              <a:avLst/>
            </a:prstGeom>
          </p:spPr>
        </p:pic>
        <p:pic>
          <p:nvPicPr>
            <p:cNvPr id="42" name="Picture 41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3798" y="1805660"/>
              <a:ext cx="114300" cy="75248"/>
            </a:xfrm>
            <a:prstGeom prst="rect">
              <a:avLst/>
            </a:prstGeom>
          </p:spPr>
        </p:pic>
        <p:pic>
          <p:nvPicPr>
            <p:cNvPr id="43" name="Picture 42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6421" y="1019032"/>
              <a:ext cx="129356" cy="85103"/>
            </a:xfrm>
            <a:prstGeom prst="rect">
              <a:avLst/>
            </a:prstGeom>
          </p:spPr>
        </p:pic>
        <p:pic>
          <p:nvPicPr>
            <p:cNvPr id="44" name="Picture 43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99806" y="1386014"/>
              <a:ext cx="181928" cy="167640"/>
            </a:xfrm>
            <a:prstGeom prst="rect">
              <a:avLst/>
            </a:prstGeom>
          </p:spPr>
        </p:pic>
        <p:pic>
          <p:nvPicPr>
            <p:cNvPr id="45" name="Picture 44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2175" y="1781917"/>
              <a:ext cx="181928" cy="167640"/>
            </a:xfrm>
            <a:prstGeom prst="rect">
              <a:avLst/>
            </a:prstGeom>
          </p:spPr>
        </p:pic>
      </p:grpSp>
      <p:pic>
        <p:nvPicPr>
          <p:cNvPr id="47" name="Picture 4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871404"/>
            <a:ext cx="2761350" cy="45983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57200" y="3943350"/>
            <a:ext cx="80772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After each update, parameters corresponding to inputs going into each of two hidden units are identical.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" name="Ink 2"/>
              <p14:cNvContentPartPr/>
              <p14:nvPr/>
            </p14:nvContentPartPr>
            <p14:xfrm>
              <a:off x="277920" y="1044360"/>
              <a:ext cx="7340400" cy="40348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67120" y="1037520"/>
                <a:ext cx="7363080" cy="405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9979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Random initialization: Symmetry breaking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0999" y="871775"/>
            <a:ext cx="83820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Initialize each            to a random value in </a:t>
            </a:r>
          </a:p>
          <a:p>
            <a:r>
              <a:rPr lang="en-US" sz="2400" dirty="0"/>
              <a:t>(i.e.                            )</a:t>
            </a:r>
          </a:p>
          <a:p>
            <a:endParaRPr lang="en-US" sz="2400" dirty="0"/>
          </a:p>
          <a:p>
            <a:r>
              <a:rPr lang="en-US" sz="2400" dirty="0"/>
              <a:t>E.g.</a:t>
            </a:r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800" y="857250"/>
            <a:ext cx="464058" cy="4503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2300" y="2572603"/>
            <a:ext cx="838200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Theta1 = 	rand(10,11)*(2*INIT_EPSILON) </a:t>
            </a:r>
          </a:p>
          <a:p>
            <a:r>
              <a:rPr lang="en-US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		- INIT_EPSILON;</a:t>
            </a:r>
          </a:p>
          <a:p>
            <a:endParaRPr lang="en-US" sz="2400" b="1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Theta2 = 	rand(1,11)*(2*INIT_EPSILON) 			- INIT_EPSILON;</a:t>
            </a:r>
          </a:p>
        </p:txBody>
      </p:sp>
      <p:pic>
        <p:nvPicPr>
          <p:cNvPr id="16" name="Picture 1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0700" y="949572"/>
            <a:ext cx="717804" cy="30632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051" y="1241284"/>
            <a:ext cx="1778508" cy="45034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Ink 3"/>
              <p14:cNvContentPartPr/>
              <p14:nvPr/>
            </p14:nvContentPartPr>
            <p14:xfrm>
              <a:off x="142200" y="700920"/>
              <a:ext cx="8469360" cy="34344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1760" y="690480"/>
                <a:ext cx="8491680" cy="345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12895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</a:rPr>
              <a:t>Neural Networks: Learning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67200" y="2343150"/>
            <a:ext cx="4255345" cy="167640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Putting it together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89537795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285750"/>
            <a:ext cx="7315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prstClr val="black"/>
                </a:solidFill>
                <a:latin typeface="Calibri"/>
              </a:rPr>
              <a:t>Training a neural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" y="662285"/>
            <a:ext cx="85833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Calibri"/>
              </a:rPr>
              <a:t>Pick a network architecture (connectivity pattern between neurons)</a:t>
            </a:r>
          </a:p>
        </p:txBody>
      </p:sp>
      <p:grpSp>
        <p:nvGrpSpPr>
          <p:cNvPr id="329" name="Group 328"/>
          <p:cNvGrpSpPr/>
          <p:nvPr/>
        </p:nvGrpSpPr>
        <p:grpSpPr>
          <a:xfrm>
            <a:off x="553633" y="1065322"/>
            <a:ext cx="1477790" cy="1043313"/>
            <a:chOff x="530062" y="1212293"/>
            <a:chExt cx="1790346" cy="1263977"/>
          </a:xfrm>
        </p:grpSpPr>
        <p:sp>
          <p:nvSpPr>
            <p:cNvPr id="17" name="Oval 16"/>
            <p:cNvSpPr/>
            <p:nvPr/>
          </p:nvSpPr>
          <p:spPr>
            <a:xfrm>
              <a:off x="530062" y="1824830"/>
              <a:ext cx="212675" cy="21352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530062" y="1576146"/>
              <a:ext cx="212675" cy="21352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9" name="Oval 18"/>
            <p:cNvSpPr/>
            <p:nvPr/>
          </p:nvSpPr>
          <p:spPr>
            <a:xfrm>
              <a:off x="530062" y="1327463"/>
              <a:ext cx="212675" cy="21352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0" name="Oval 19"/>
            <p:cNvSpPr/>
            <p:nvPr/>
          </p:nvSpPr>
          <p:spPr>
            <a:xfrm>
              <a:off x="1268604" y="1212294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2" name="Straight Arrow Connector 21"/>
            <p:cNvCxnSpPr>
              <a:stCxn id="19" idx="6"/>
              <a:endCxn id="20" idx="2"/>
            </p:cNvCxnSpPr>
            <p:nvPr/>
          </p:nvCxnSpPr>
          <p:spPr>
            <a:xfrm flipV="1">
              <a:off x="742737" y="1319054"/>
              <a:ext cx="525867" cy="11516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18" idx="6"/>
              <a:endCxn id="20" idx="2"/>
            </p:cNvCxnSpPr>
            <p:nvPr/>
          </p:nvCxnSpPr>
          <p:spPr>
            <a:xfrm flipV="1">
              <a:off x="742737" y="1319054"/>
              <a:ext cx="525867" cy="36385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17" idx="6"/>
              <a:endCxn id="20" idx="2"/>
            </p:cNvCxnSpPr>
            <p:nvPr/>
          </p:nvCxnSpPr>
          <p:spPr>
            <a:xfrm flipV="1">
              <a:off x="742737" y="1319054"/>
              <a:ext cx="525867" cy="61253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/>
            <p:cNvSpPr/>
            <p:nvPr/>
          </p:nvSpPr>
          <p:spPr>
            <a:xfrm>
              <a:off x="1268603" y="1489441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6" name="Straight Arrow Connector 25"/>
            <p:cNvCxnSpPr>
              <a:stCxn id="19" idx="6"/>
              <a:endCxn id="25" idx="2"/>
            </p:cNvCxnSpPr>
            <p:nvPr/>
          </p:nvCxnSpPr>
          <p:spPr>
            <a:xfrm>
              <a:off x="742737" y="1434223"/>
              <a:ext cx="525866" cy="16197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8" idx="6"/>
              <a:endCxn id="25" idx="2"/>
            </p:cNvCxnSpPr>
            <p:nvPr/>
          </p:nvCxnSpPr>
          <p:spPr>
            <a:xfrm flipV="1">
              <a:off x="742737" y="1596201"/>
              <a:ext cx="525866" cy="867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17" idx="6"/>
              <a:endCxn id="25" idx="2"/>
            </p:cNvCxnSpPr>
            <p:nvPr/>
          </p:nvCxnSpPr>
          <p:spPr>
            <a:xfrm flipV="1">
              <a:off x="742737" y="1596201"/>
              <a:ext cx="525866" cy="33538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/>
            <p:nvPr/>
          </p:nvSpPr>
          <p:spPr>
            <a:xfrm>
              <a:off x="1268602" y="1755763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0" name="Straight Arrow Connector 29"/>
            <p:cNvCxnSpPr>
              <a:stCxn id="19" idx="6"/>
              <a:endCxn id="29" idx="2"/>
            </p:cNvCxnSpPr>
            <p:nvPr/>
          </p:nvCxnSpPr>
          <p:spPr>
            <a:xfrm>
              <a:off x="742737" y="1434223"/>
              <a:ext cx="525865" cy="4283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18" idx="6"/>
              <a:endCxn id="29" idx="2"/>
            </p:cNvCxnSpPr>
            <p:nvPr/>
          </p:nvCxnSpPr>
          <p:spPr>
            <a:xfrm>
              <a:off x="742737" y="1682906"/>
              <a:ext cx="525865" cy="1796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>
              <a:stCxn id="17" idx="6"/>
              <a:endCxn id="29" idx="2"/>
            </p:cNvCxnSpPr>
            <p:nvPr/>
          </p:nvCxnSpPr>
          <p:spPr>
            <a:xfrm flipV="1">
              <a:off x="742737" y="1862523"/>
              <a:ext cx="525865" cy="6906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 35"/>
            <p:cNvSpPr/>
            <p:nvPr/>
          </p:nvSpPr>
          <p:spPr>
            <a:xfrm>
              <a:off x="1268602" y="2016304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7" name="Straight Arrow Connector 36"/>
            <p:cNvCxnSpPr>
              <a:stCxn id="19" idx="6"/>
              <a:endCxn id="36" idx="2"/>
            </p:cNvCxnSpPr>
            <p:nvPr/>
          </p:nvCxnSpPr>
          <p:spPr>
            <a:xfrm>
              <a:off x="742737" y="1434223"/>
              <a:ext cx="525865" cy="68884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18" idx="6"/>
              <a:endCxn id="36" idx="2"/>
            </p:cNvCxnSpPr>
            <p:nvPr/>
          </p:nvCxnSpPr>
          <p:spPr>
            <a:xfrm>
              <a:off x="742737" y="1682906"/>
              <a:ext cx="525865" cy="44015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17" idx="6"/>
              <a:endCxn id="36" idx="2"/>
            </p:cNvCxnSpPr>
            <p:nvPr/>
          </p:nvCxnSpPr>
          <p:spPr>
            <a:xfrm>
              <a:off x="742737" y="1931590"/>
              <a:ext cx="525865" cy="19147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val 45"/>
            <p:cNvSpPr/>
            <p:nvPr/>
          </p:nvSpPr>
          <p:spPr>
            <a:xfrm>
              <a:off x="2106362" y="1212293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47" name="Straight Arrow Connector 46"/>
            <p:cNvCxnSpPr>
              <a:stCxn id="20" idx="6"/>
              <a:endCxn id="46" idx="2"/>
            </p:cNvCxnSpPr>
            <p:nvPr/>
          </p:nvCxnSpPr>
          <p:spPr>
            <a:xfrm flipV="1">
              <a:off x="1481279" y="1319053"/>
              <a:ext cx="625083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>
              <a:stCxn id="25" idx="6"/>
              <a:endCxn id="46" idx="2"/>
            </p:cNvCxnSpPr>
            <p:nvPr/>
          </p:nvCxnSpPr>
          <p:spPr>
            <a:xfrm flipV="1">
              <a:off x="1481278" y="1319053"/>
              <a:ext cx="625083" cy="27714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stCxn id="29" idx="6"/>
              <a:endCxn id="46" idx="2"/>
            </p:cNvCxnSpPr>
            <p:nvPr/>
          </p:nvCxnSpPr>
          <p:spPr>
            <a:xfrm flipV="1">
              <a:off x="1481278" y="1319053"/>
              <a:ext cx="625084" cy="54347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>
              <a:stCxn id="36" idx="6"/>
              <a:endCxn id="46" idx="2"/>
            </p:cNvCxnSpPr>
            <p:nvPr/>
          </p:nvCxnSpPr>
          <p:spPr>
            <a:xfrm flipV="1">
              <a:off x="1481277" y="1319053"/>
              <a:ext cx="625085" cy="80401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Oval 51"/>
            <p:cNvSpPr/>
            <p:nvPr/>
          </p:nvSpPr>
          <p:spPr>
            <a:xfrm>
              <a:off x="2106361" y="1492762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53" name="Straight Arrow Connector 52"/>
            <p:cNvCxnSpPr>
              <a:endCxn id="52" idx="2"/>
            </p:cNvCxnSpPr>
            <p:nvPr/>
          </p:nvCxnSpPr>
          <p:spPr>
            <a:xfrm flipV="1">
              <a:off x="1481278" y="1599523"/>
              <a:ext cx="625083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29" idx="6"/>
              <a:endCxn id="52" idx="2"/>
            </p:cNvCxnSpPr>
            <p:nvPr/>
          </p:nvCxnSpPr>
          <p:spPr>
            <a:xfrm flipV="1">
              <a:off x="1481278" y="1599523"/>
              <a:ext cx="625083" cy="26300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>
              <a:endCxn id="52" idx="2"/>
            </p:cNvCxnSpPr>
            <p:nvPr/>
          </p:nvCxnSpPr>
          <p:spPr>
            <a:xfrm flipV="1">
              <a:off x="1481277" y="1599523"/>
              <a:ext cx="625084" cy="54347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>
              <a:stCxn id="20" idx="6"/>
              <a:endCxn id="52" idx="2"/>
            </p:cNvCxnSpPr>
            <p:nvPr/>
          </p:nvCxnSpPr>
          <p:spPr>
            <a:xfrm>
              <a:off x="1481279" y="1319054"/>
              <a:ext cx="625082" cy="28046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Oval 57"/>
            <p:cNvSpPr/>
            <p:nvPr/>
          </p:nvSpPr>
          <p:spPr>
            <a:xfrm>
              <a:off x="2107733" y="1750499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59" name="Straight Arrow Connector 58"/>
            <p:cNvCxnSpPr/>
            <p:nvPr/>
          </p:nvCxnSpPr>
          <p:spPr>
            <a:xfrm flipV="1">
              <a:off x="1482650" y="1857259"/>
              <a:ext cx="625083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>
              <a:endCxn id="58" idx="2"/>
            </p:cNvCxnSpPr>
            <p:nvPr/>
          </p:nvCxnSpPr>
          <p:spPr>
            <a:xfrm flipV="1">
              <a:off x="1482650" y="1857259"/>
              <a:ext cx="625083" cy="27714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>
              <a:stCxn id="25" idx="6"/>
              <a:endCxn id="58" idx="2"/>
            </p:cNvCxnSpPr>
            <p:nvPr/>
          </p:nvCxnSpPr>
          <p:spPr>
            <a:xfrm>
              <a:off x="1481278" y="1596202"/>
              <a:ext cx="626455" cy="26105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>
              <a:stCxn id="20" idx="6"/>
              <a:endCxn id="58" idx="2"/>
            </p:cNvCxnSpPr>
            <p:nvPr/>
          </p:nvCxnSpPr>
          <p:spPr>
            <a:xfrm>
              <a:off x="1481279" y="1319054"/>
              <a:ext cx="626454" cy="5382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/>
            <p:cNvSpPr/>
            <p:nvPr/>
          </p:nvSpPr>
          <p:spPr>
            <a:xfrm>
              <a:off x="2106360" y="2009019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65" name="Straight Arrow Connector 64"/>
            <p:cNvCxnSpPr>
              <a:stCxn id="36" idx="6"/>
              <a:endCxn id="64" idx="2"/>
            </p:cNvCxnSpPr>
            <p:nvPr/>
          </p:nvCxnSpPr>
          <p:spPr>
            <a:xfrm flipV="1">
              <a:off x="1481277" y="2115780"/>
              <a:ext cx="625083" cy="728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>
              <a:stCxn id="29" idx="6"/>
              <a:endCxn id="64" idx="2"/>
            </p:cNvCxnSpPr>
            <p:nvPr/>
          </p:nvCxnSpPr>
          <p:spPr>
            <a:xfrm>
              <a:off x="1481278" y="1862524"/>
              <a:ext cx="625083" cy="25325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>
              <a:stCxn id="25" idx="6"/>
              <a:endCxn id="64" idx="2"/>
            </p:cNvCxnSpPr>
            <p:nvPr/>
          </p:nvCxnSpPr>
          <p:spPr>
            <a:xfrm>
              <a:off x="1481278" y="1596202"/>
              <a:ext cx="625082" cy="51957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>
              <a:stCxn id="20" idx="6"/>
              <a:endCxn id="64" idx="2"/>
            </p:cNvCxnSpPr>
            <p:nvPr/>
          </p:nvCxnSpPr>
          <p:spPr>
            <a:xfrm>
              <a:off x="1481279" y="1319054"/>
              <a:ext cx="625081" cy="79672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Oval 98"/>
            <p:cNvSpPr/>
            <p:nvPr/>
          </p:nvSpPr>
          <p:spPr>
            <a:xfrm>
              <a:off x="1269690" y="2262750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00" name="Straight Arrow Connector 99"/>
            <p:cNvCxnSpPr>
              <a:stCxn id="19" idx="6"/>
              <a:endCxn id="99" idx="2"/>
            </p:cNvCxnSpPr>
            <p:nvPr/>
          </p:nvCxnSpPr>
          <p:spPr>
            <a:xfrm>
              <a:off x="742737" y="1434223"/>
              <a:ext cx="526953" cy="93528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>
              <a:stCxn id="18" idx="6"/>
              <a:endCxn id="99" idx="2"/>
            </p:cNvCxnSpPr>
            <p:nvPr/>
          </p:nvCxnSpPr>
          <p:spPr>
            <a:xfrm>
              <a:off x="742737" y="1682906"/>
              <a:ext cx="526953" cy="68660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>
              <a:stCxn id="17" idx="6"/>
              <a:endCxn id="99" idx="2"/>
            </p:cNvCxnSpPr>
            <p:nvPr/>
          </p:nvCxnSpPr>
          <p:spPr>
            <a:xfrm>
              <a:off x="742737" y="1931590"/>
              <a:ext cx="526953" cy="43792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>
              <a:stCxn id="99" idx="6"/>
              <a:endCxn id="46" idx="2"/>
            </p:cNvCxnSpPr>
            <p:nvPr/>
          </p:nvCxnSpPr>
          <p:spPr>
            <a:xfrm flipV="1">
              <a:off x="1482365" y="1319053"/>
              <a:ext cx="623997" cy="105045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/>
            <p:cNvCxnSpPr>
              <a:stCxn id="99" idx="6"/>
              <a:endCxn id="52" idx="2"/>
            </p:cNvCxnSpPr>
            <p:nvPr/>
          </p:nvCxnSpPr>
          <p:spPr>
            <a:xfrm flipV="1">
              <a:off x="1482365" y="1599522"/>
              <a:ext cx="623996" cy="7699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/>
            <p:cNvCxnSpPr>
              <a:stCxn id="99" idx="6"/>
              <a:endCxn id="58" idx="2"/>
            </p:cNvCxnSpPr>
            <p:nvPr/>
          </p:nvCxnSpPr>
          <p:spPr>
            <a:xfrm flipV="1">
              <a:off x="1482365" y="1857259"/>
              <a:ext cx="625368" cy="51225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/>
            <p:cNvCxnSpPr>
              <a:stCxn id="99" idx="6"/>
              <a:endCxn id="64" idx="2"/>
            </p:cNvCxnSpPr>
            <p:nvPr/>
          </p:nvCxnSpPr>
          <p:spPr>
            <a:xfrm flipV="1">
              <a:off x="1482365" y="2115779"/>
              <a:ext cx="623995" cy="25373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4" name="Group 163"/>
          <p:cNvGrpSpPr/>
          <p:nvPr/>
        </p:nvGrpSpPr>
        <p:grpSpPr>
          <a:xfrm>
            <a:off x="3046947" y="1047750"/>
            <a:ext cx="2134972" cy="1068738"/>
            <a:chOff x="1905000" y="2190750"/>
            <a:chExt cx="3483917" cy="1744001"/>
          </a:xfrm>
        </p:grpSpPr>
        <p:sp>
          <p:nvSpPr>
            <p:cNvPr id="169" name="Oval 168"/>
            <p:cNvSpPr/>
            <p:nvPr/>
          </p:nvSpPr>
          <p:spPr>
            <a:xfrm>
              <a:off x="1905000" y="3183496"/>
              <a:ext cx="286463" cy="28760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70" name="Oval 169"/>
            <p:cNvSpPr/>
            <p:nvPr/>
          </p:nvSpPr>
          <p:spPr>
            <a:xfrm>
              <a:off x="1905000" y="2848532"/>
              <a:ext cx="286463" cy="28760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71" name="Oval 170"/>
            <p:cNvSpPr/>
            <p:nvPr/>
          </p:nvSpPr>
          <p:spPr>
            <a:xfrm>
              <a:off x="1905000" y="2513568"/>
              <a:ext cx="286463" cy="28760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72" name="Oval 171"/>
            <p:cNvSpPr/>
            <p:nvPr/>
          </p:nvSpPr>
          <p:spPr>
            <a:xfrm>
              <a:off x="2899779" y="2190751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73" name="Oval 172"/>
            <p:cNvSpPr/>
            <p:nvPr/>
          </p:nvSpPr>
          <p:spPr>
            <a:xfrm>
              <a:off x="5102454" y="2369767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74" name="Straight Arrow Connector 173"/>
            <p:cNvCxnSpPr>
              <a:stCxn id="171" idx="6"/>
              <a:endCxn id="172" idx="2"/>
            </p:cNvCxnSpPr>
            <p:nvPr/>
          </p:nvCxnSpPr>
          <p:spPr>
            <a:xfrm flipV="1">
              <a:off x="2191463" y="2334552"/>
              <a:ext cx="708316" cy="3228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Arrow Connector 174"/>
            <p:cNvCxnSpPr>
              <a:stCxn id="170" idx="6"/>
              <a:endCxn id="172" idx="2"/>
            </p:cNvCxnSpPr>
            <p:nvPr/>
          </p:nvCxnSpPr>
          <p:spPr>
            <a:xfrm flipV="1">
              <a:off x="2191463" y="2334552"/>
              <a:ext cx="708316" cy="65778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Arrow Connector 175"/>
            <p:cNvCxnSpPr>
              <a:stCxn id="169" idx="6"/>
              <a:endCxn id="172" idx="2"/>
            </p:cNvCxnSpPr>
            <p:nvPr/>
          </p:nvCxnSpPr>
          <p:spPr>
            <a:xfrm flipV="1">
              <a:off x="2191463" y="2334552"/>
              <a:ext cx="708316" cy="9927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Oval 176"/>
            <p:cNvSpPr/>
            <p:nvPr/>
          </p:nvSpPr>
          <p:spPr>
            <a:xfrm>
              <a:off x="2899778" y="2564055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78" name="Straight Arrow Connector 177"/>
            <p:cNvCxnSpPr>
              <a:stCxn id="171" idx="6"/>
              <a:endCxn id="177" idx="2"/>
            </p:cNvCxnSpPr>
            <p:nvPr/>
          </p:nvCxnSpPr>
          <p:spPr>
            <a:xfrm>
              <a:off x="2191463" y="2657369"/>
              <a:ext cx="708315" cy="5048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Arrow Connector 178"/>
            <p:cNvCxnSpPr>
              <a:stCxn id="170" idx="6"/>
              <a:endCxn id="177" idx="2"/>
            </p:cNvCxnSpPr>
            <p:nvPr/>
          </p:nvCxnSpPr>
          <p:spPr>
            <a:xfrm flipV="1">
              <a:off x="2191463" y="2707856"/>
              <a:ext cx="708315" cy="28447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Arrow Connector 179"/>
            <p:cNvCxnSpPr>
              <a:stCxn id="169" idx="6"/>
              <a:endCxn id="177" idx="2"/>
            </p:cNvCxnSpPr>
            <p:nvPr/>
          </p:nvCxnSpPr>
          <p:spPr>
            <a:xfrm flipV="1">
              <a:off x="2191463" y="2707856"/>
              <a:ext cx="708315" cy="61944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Oval 180"/>
            <p:cNvSpPr/>
            <p:nvPr/>
          </p:nvSpPr>
          <p:spPr>
            <a:xfrm>
              <a:off x="2899777" y="2922777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82" name="Straight Arrow Connector 181"/>
            <p:cNvCxnSpPr>
              <a:stCxn id="171" idx="6"/>
              <a:endCxn id="181" idx="2"/>
            </p:cNvCxnSpPr>
            <p:nvPr/>
          </p:nvCxnSpPr>
          <p:spPr>
            <a:xfrm>
              <a:off x="2191463" y="2657369"/>
              <a:ext cx="708314" cy="40920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Arrow Connector 182"/>
            <p:cNvCxnSpPr>
              <a:stCxn id="170" idx="6"/>
              <a:endCxn id="181" idx="2"/>
            </p:cNvCxnSpPr>
            <p:nvPr/>
          </p:nvCxnSpPr>
          <p:spPr>
            <a:xfrm>
              <a:off x="2191463" y="2992333"/>
              <a:ext cx="708314" cy="742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Arrow Connector 183"/>
            <p:cNvCxnSpPr>
              <a:stCxn id="169" idx="6"/>
              <a:endCxn id="181" idx="2"/>
            </p:cNvCxnSpPr>
            <p:nvPr/>
          </p:nvCxnSpPr>
          <p:spPr>
            <a:xfrm flipV="1">
              <a:off x="2191463" y="3066578"/>
              <a:ext cx="708314" cy="2607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" name="Oval 184"/>
            <p:cNvSpPr/>
            <p:nvPr/>
          </p:nvSpPr>
          <p:spPr>
            <a:xfrm>
              <a:off x="2899776" y="3273713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86" name="Straight Arrow Connector 185"/>
            <p:cNvCxnSpPr>
              <a:stCxn id="171" idx="6"/>
              <a:endCxn id="185" idx="2"/>
            </p:cNvCxnSpPr>
            <p:nvPr/>
          </p:nvCxnSpPr>
          <p:spPr>
            <a:xfrm>
              <a:off x="2191463" y="2657369"/>
              <a:ext cx="708313" cy="7601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Arrow Connector 186"/>
            <p:cNvCxnSpPr>
              <a:stCxn id="170" idx="6"/>
              <a:endCxn id="185" idx="2"/>
            </p:cNvCxnSpPr>
            <p:nvPr/>
          </p:nvCxnSpPr>
          <p:spPr>
            <a:xfrm>
              <a:off x="2191463" y="2992333"/>
              <a:ext cx="708313" cy="42518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Arrow Connector 187"/>
            <p:cNvCxnSpPr>
              <a:stCxn id="169" idx="6"/>
              <a:endCxn id="185" idx="2"/>
            </p:cNvCxnSpPr>
            <p:nvPr/>
          </p:nvCxnSpPr>
          <p:spPr>
            <a:xfrm>
              <a:off x="2191463" y="3327297"/>
              <a:ext cx="708313" cy="902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Oval 188"/>
            <p:cNvSpPr/>
            <p:nvPr/>
          </p:nvSpPr>
          <p:spPr>
            <a:xfrm>
              <a:off x="2899779" y="363855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90" name="Straight Arrow Connector 189"/>
            <p:cNvCxnSpPr>
              <a:stCxn id="171" idx="6"/>
              <a:endCxn id="189" idx="2"/>
            </p:cNvCxnSpPr>
            <p:nvPr/>
          </p:nvCxnSpPr>
          <p:spPr>
            <a:xfrm>
              <a:off x="2191463" y="2657369"/>
              <a:ext cx="708316" cy="112498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Arrow Connector 190"/>
            <p:cNvCxnSpPr>
              <a:stCxn id="170" idx="6"/>
              <a:endCxn id="189" idx="2"/>
            </p:cNvCxnSpPr>
            <p:nvPr/>
          </p:nvCxnSpPr>
          <p:spPr>
            <a:xfrm>
              <a:off x="2191463" y="2992333"/>
              <a:ext cx="708316" cy="79001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Arrow Connector 191"/>
            <p:cNvCxnSpPr>
              <a:stCxn id="169" idx="6"/>
              <a:endCxn id="189" idx="2"/>
            </p:cNvCxnSpPr>
            <p:nvPr/>
          </p:nvCxnSpPr>
          <p:spPr>
            <a:xfrm>
              <a:off x="2191463" y="3327297"/>
              <a:ext cx="708316" cy="45505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Oval 192"/>
            <p:cNvSpPr/>
            <p:nvPr/>
          </p:nvSpPr>
          <p:spPr>
            <a:xfrm>
              <a:off x="4028197" y="219075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194" name="Straight Arrow Connector 193"/>
            <p:cNvCxnSpPr>
              <a:stCxn id="172" idx="6"/>
              <a:endCxn id="193" idx="2"/>
            </p:cNvCxnSpPr>
            <p:nvPr/>
          </p:nvCxnSpPr>
          <p:spPr>
            <a:xfrm flipV="1">
              <a:off x="3186242" y="2334551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Arrow Connector 194"/>
            <p:cNvCxnSpPr>
              <a:stCxn id="177" idx="6"/>
              <a:endCxn id="193" idx="2"/>
            </p:cNvCxnSpPr>
            <p:nvPr/>
          </p:nvCxnSpPr>
          <p:spPr>
            <a:xfrm flipV="1">
              <a:off x="3186241" y="2334551"/>
              <a:ext cx="841956" cy="3733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Arrow Connector 195"/>
            <p:cNvCxnSpPr>
              <a:stCxn id="181" idx="6"/>
              <a:endCxn id="193" idx="2"/>
            </p:cNvCxnSpPr>
            <p:nvPr/>
          </p:nvCxnSpPr>
          <p:spPr>
            <a:xfrm flipV="1">
              <a:off x="3186240" y="2334551"/>
              <a:ext cx="841957" cy="73202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Arrow Connector 196"/>
            <p:cNvCxnSpPr>
              <a:stCxn id="185" idx="6"/>
              <a:endCxn id="193" idx="2"/>
            </p:cNvCxnSpPr>
            <p:nvPr/>
          </p:nvCxnSpPr>
          <p:spPr>
            <a:xfrm flipV="1">
              <a:off x="3186239" y="2334551"/>
              <a:ext cx="841958" cy="108296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Arrow Connector 197"/>
            <p:cNvCxnSpPr>
              <a:stCxn id="189" idx="6"/>
              <a:endCxn id="193" idx="2"/>
            </p:cNvCxnSpPr>
            <p:nvPr/>
          </p:nvCxnSpPr>
          <p:spPr>
            <a:xfrm flipV="1">
              <a:off x="3186242" y="2334551"/>
              <a:ext cx="841955" cy="1447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9" name="Oval 198"/>
            <p:cNvSpPr/>
            <p:nvPr/>
          </p:nvSpPr>
          <p:spPr>
            <a:xfrm>
              <a:off x="4028196" y="2568528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00" name="Straight Arrow Connector 199"/>
            <p:cNvCxnSpPr>
              <a:endCxn id="199" idx="2"/>
            </p:cNvCxnSpPr>
            <p:nvPr/>
          </p:nvCxnSpPr>
          <p:spPr>
            <a:xfrm flipV="1">
              <a:off x="3186241" y="2712329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Arrow Connector 200"/>
            <p:cNvCxnSpPr>
              <a:stCxn id="181" idx="6"/>
              <a:endCxn id="199" idx="2"/>
            </p:cNvCxnSpPr>
            <p:nvPr/>
          </p:nvCxnSpPr>
          <p:spPr>
            <a:xfrm flipV="1">
              <a:off x="3186240" y="2712329"/>
              <a:ext cx="841956" cy="35424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Arrow Connector 201"/>
            <p:cNvCxnSpPr>
              <a:endCxn id="199" idx="2"/>
            </p:cNvCxnSpPr>
            <p:nvPr/>
          </p:nvCxnSpPr>
          <p:spPr>
            <a:xfrm flipV="1">
              <a:off x="3186239" y="2712329"/>
              <a:ext cx="841957" cy="73202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Arrow Connector 202"/>
            <p:cNvCxnSpPr>
              <a:endCxn id="199" idx="2"/>
            </p:cNvCxnSpPr>
            <p:nvPr/>
          </p:nvCxnSpPr>
          <p:spPr>
            <a:xfrm flipV="1">
              <a:off x="3186238" y="2712329"/>
              <a:ext cx="841958" cy="108296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Arrow Connector 203"/>
            <p:cNvCxnSpPr>
              <a:stCxn id="172" idx="6"/>
              <a:endCxn id="199" idx="2"/>
            </p:cNvCxnSpPr>
            <p:nvPr/>
          </p:nvCxnSpPr>
          <p:spPr>
            <a:xfrm>
              <a:off x="3186242" y="2334552"/>
              <a:ext cx="841954" cy="37777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Oval 204"/>
            <p:cNvSpPr/>
            <p:nvPr/>
          </p:nvSpPr>
          <p:spPr>
            <a:xfrm>
              <a:off x="4030044" y="2915686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06" name="Straight Arrow Connector 205"/>
            <p:cNvCxnSpPr>
              <a:endCxn id="205" idx="2"/>
            </p:cNvCxnSpPr>
            <p:nvPr/>
          </p:nvCxnSpPr>
          <p:spPr>
            <a:xfrm flipV="1">
              <a:off x="3188089" y="3059487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Arrow Connector 206"/>
            <p:cNvCxnSpPr>
              <a:endCxn id="205" idx="2"/>
            </p:cNvCxnSpPr>
            <p:nvPr/>
          </p:nvCxnSpPr>
          <p:spPr>
            <a:xfrm flipV="1">
              <a:off x="3188088" y="3059487"/>
              <a:ext cx="841956" cy="3733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Arrow Connector 207"/>
            <p:cNvCxnSpPr>
              <a:endCxn id="205" idx="2"/>
            </p:cNvCxnSpPr>
            <p:nvPr/>
          </p:nvCxnSpPr>
          <p:spPr>
            <a:xfrm flipV="1">
              <a:off x="3188087" y="3059487"/>
              <a:ext cx="841957" cy="73202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Arrow Connector 208"/>
            <p:cNvCxnSpPr>
              <a:stCxn id="177" idx="6"/>
              <a:endCxn id="205" idx="2"/>
            </p:cNvCxnSpPr>
            <p:nvPr/>
          </p:nvCxnSpPr>
          <p:spPr>
            <a:xfrm>
              <a:off x="3186241" y="2707856"/>
              <a:ext cx="843803" cy="35163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Arrow Connector 209"/>
            <p:cNvCxnSpPr>
              <a:stCxn id="172" idx="6"/>
              <a:endCxn id="205" idx="2"/>
            </p:cNvCxnSpPr>
            <p:nvPr/>
          </p:nvCxnSpPr>
          <p:spPr>
            <a:xfrm>
              <a:off x="3186242" y="2334552"/>
              <a:ext cx="843802" cy="72493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Oval 210"/>
            <p:cNvSpPr/>
            <p:nvPr/>
          </p:nvSpPr>
          <p:spPr>
            <a:xfrm>
              <a:off x="4028195" y="326390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12" name="Straight Arrow Connector 211"/>
            <p:cNvCxnSpPr>
              <a:stCxn id="185" idx="6"/>
              <a:endCxn id="211" idx="2"/>
            </p:cNvCxnSpPr>
            <p:nvPr/>
          </p:nvCxnSpPr>
          <p:spPr>
            <a:xfrm flipV="1">
              <a:off x="3186239" y="3407701"/>
              <a:ext cx="841956" cy="981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Arrow Connector 212"/>
            <p:cNvCxnSpPr>
              <a:endCxn id="211" idx="2"/>
            </p:cNvCxnSpPr>
            <p:nvPr/>
          </p:nvCxnSpPr>
          <p:spPr>
            <a:xfrm flipV="1">
              <a:off x="3186239" y="3407701"/>
              <a:ext cx="841956" cy="3733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Arrow Connector 213"/>
            <p:cNvCxnSpPr>
              <a:stCxn id="181" idx="6"/>
              <a:endCxn id="211" idx="2"/>
            </p:cNvCxnSpPr>
            <p:nvPr/>
          </p:nvCxnSpPr>
          <p:spPr>
            <a:xfrm>
              <a:off x="3186240" y="3066578"/>
              <a:ext cx="841955" cy="34112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Arrow Connector 214"/>
            <p:cNvCxnSpPr>
              <a:stCxn id="177" idx="6"/>
              <a:endCxn id="211" idx="2"/>
            </p:cNvCxnSpPr>
            <p:nvPr/>
          </p:nvCxnSpPr>
          <p:spPr>
            <a:xfrm>
              <a:off x="3186241" y="2707856"/>
              <a:ext cx="841954" cy="6998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Arrow Connector 215"/>
            <p:cNvCxnSpPr>
              <a:stCxn id="172" idx="6"/>
              <a:endCxn id="211" idx="2"/>
            </p:cNvCxnSpPr>
            <p:nvPr/>
          </p:nvCxnSpPr>
          <p:spPr>
            <a:xfrm>
              <a:off x="3186242" y="2334552"/>
              <a:ext cx="841953" cy="107314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Oval 216"/>
            <p:cNvSpPr/>
            <p:nvPr/>
          </p:nvSpPr>
          <p:spPr>
            <a:xfrm>
              <a:off x="4028194" y="364715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18" name="Straight Arrow Connector 217"/>
            <p:cNvCxnSpPr>
              <a:endCxn id="217" idx="2"/>
            </p:cNvCxnSpPr>
            <p:nvPr/>
          </p:nvCxnSpPr>
          <p:spPr>
            <a:xfrm flipV="1">
              <a:off x="3186239" y="3790951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Arrow Connector 218"/>
            <p:cNvCxnSpPr>
              <a:stCxn id="185" idx="6"/>
              <a:endCxn id="217" idx="2"/>
            </p:cNvCxnSpPr>
            <p:nvPr/>
          </p:nvCxnSpPr>
          <p:spPr>
            <a:xfrm>
              <a:off x="3186239" y="3417514"/>
              <a:ext cx="841955" cy="37343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Arrow Connector 219"/>
            <p:cNvCxnSpPr>
              <a:stCxn id="181" idx="6"/>
              <a:endCxn id="217" idx="2"/>
            </p:cNvCxnSpPr>
            <p:nvPr/>
          </p:nvCxnSpPr>
          <p:spPr>
            <a:xfrm>
              <a:off x="3186240" y="3066578"/>
              <a:ext cx="841954" cy="72437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Arrow Connector 220"/>
            <p:cNvCxnSpPr>
              <a:stCxn id="177" idx="6"/>
              <a:endCxn id="217" idx="2"/>
            </p:cNvCxnSpPr>
            <p:nvPr/>
          </p:nvCxnSpPr>
          <p:spPr>
            <a:xfrm>
              <a:off x="3186241" y="2707856"/>
              <a:ext cx="841953" cy="108309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Arrow Connector 221"/>
            <p:cNvCxnSpPr>
              <a:stCxn id="172" idx="6"/>
              <a:endCxn id="217" idx="2"/>
            </p:cNvCxnSpPr>
            <p:nvPr/>
          </p:nvCxnSpPr>
          <p:spPr>
            <a:xfrm>
              <a:off x="3186242" y="2334552"/>
              <a:ext cx="841952" cy="145639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Arrow Connector 222"/>
            <p:cNvCxnSpPr>
              <a:stCxn id="193" idx="6"/>
              <a:endCxn id="173" idx="2"/>
            </p:cNvCxnSpPr>
            <p:nvPr/>
          </p:nvCxnSpPr>
          <p:spPr>
            <a:xfrm>
              <a:off x="4314660" y="2334551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Arrow Connector 223"/>
            <p:cNvCxnSpPr>
              <a:stCxn id="199" idx="6"/>
              <a:endCxn id="173" idx="2"/>
            </p:cNvCxnSpPr>
            <p:nvPr/>
          </p:nvCxnSpPr>
          <p:spPr>
            <a:xfrm flipV="1">
              <a:off x="4314659" y="2513568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Arrow Connector 224"/>
            <p:cNvCxnSpPr>
              <a:stCxn id="205" idx="6"/>
              <a:endCxn id="173" idx="2"/>
            </p:cNvCxnSpPr>
            <p:nvPr/>
          </p:nvCxnSpPr>
          <p:spPr>
            <a:xfrm flipV="1">
              <a:off x="4316507" y="2513568"/>
              <a:ext cx="785947" cy="5459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Arrow Connector 225"/>
            <p:cNvCxnSpPr>
              <a:stCxn id="211" idx="6"/>
              <a:endCxn id="173" idx="2"/>
            </p:cNvCxnSpPr>
            <p:nvPr/>
          </p:nvCxnSpPr>
          <p:spPr>
            <a:xfrm flipV="1">
              <a:off x="4314658" y="2513568"/>
              <a:ext cx="787796" cy="89413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Arrow Connector 226"/>
            <p:cNvCxnSpPr>
              <a:stCxn id="217" idx="6"/>
              <a:endCxn id="173" idx="2"/>
            </p:cNvCxnSpPr>
            <p:nvPr/>
          </p:nvCxnSpPr>
          <p:spPr>
            <a:xfrm flipV="1">
              <a:off x="4314657" y="2513568"/>
              <a:ext cx="787797" cy="127738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8" name="Oval 227"/>
            <p:cNvSpPr/>
            <p:nvPr/>
          </p:nvSpPr>
          <p:spPr>
            <a:xfrm>
              <a:off x="5102453" y="2745652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29" name="Straight Arrow Connector 228"/>
            <p:cNvCxnSpPr>
              <a:endCxn id="228" idx="2"/>
            </p:cNvCxnSpPr>
            <p:nvPr/>
          </p:nvCxnSpPr>
          <p:spPr>
            <a:xfrm>
              <a:off x="4314659" y="2710436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Arrow Connector 229"/>
            <p:cNvCxnSpPr>
              <a:endCxn id="228" idx="2"/>
            </p:cNvCxnSpPr>
            <p:nvPr/>
          </p:nvCxnSpPr>
          <p:spPr>
            <a:xfrm flipV="1">
              <a:off x="4314658" y="2889453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Arrow Connector 230"/>
            <p:cNvCxnSpPr>
              <a:endCxn id="228" idx="2"/>
            </p:cNvCxnSpPr>
            <p:nvPr/>
          </p:nvCxnSpPr>
          <p:spPr>
            <a:xfrm flipV="1">
              <a:off x="4316506" y="2889453"/>
              <a:ext cx="785947" cy="5459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Arrow Connector 231"/>
            <p:cNvCxnSpPr>
              <a:endCxn id="228" idx="2"/>
            </p:cNvCxnSpPr>
            <p:nvPr/>
          </p:nvCxnSpPr>
          <p:spPr>
            <a:xfrm flipV="1">
              <a:off x="4314657" y="2889453"/>
              <a:ext cx="787796" cy="89413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Arrow Connector 232"/>
            <p:cNvCxnSpPr>
              <a:stCxn id="193" idx="6"/>
              <a:endCxn id="228" idx="2"/>
            </p:cNvCxnSpPr>
            <p:nvPr/>
          </p:nvCxnSpPr>
          <p:spPr>
            <a:xfrm>
              <a:off x="4314660" y="2334551"/>
              <a:ext cx="787793" cy="55490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Oval 233"/>
            <p:cNvSpPr/>
            <p:nvPr/>
          </p:nvSpPr>
          <p:spPr>
            <a:xfrm>
              <a:off x="5102452" y="3088214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35" name="Straight Arrow Connector 234"/>
            <p:cNvCxnSpPr>
              <a:endCxn id="234" idx="2"/>
            </p:cNvCxnSpPr>
            <p:nvPr/>
          </p:nvCxnSpPr>
          <p:spPr>
            <a:xfrm>
              <a:off x="4314658" y="3052998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Arrow Connector 235"/>
            <p:cNvCxnSpPr>
              <a:endCxn id="234" idx="2"/>
            </p:cNvCxnSpPr>
            <p:nvPr/>
          </p:nvCxnSpPr>
          <p:spPr>
            <a:xfrm flipV="1">
              <a:off x="4314657" y="3232015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Arrow Connector 236"/>
            <p:cNvCxnSpPr>
              <a:endCxn id="234" idx="2"/>
            </p:cNvCxnSpPr>
            <p:nvPr/>
          </p:nvCxnSpPr>
          <p:spPr>
            <a:xfrm flipV="1">
              <a:off x="4316505" y="3232015"/>
              <a:ext cx="785947" cy="5459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Arrow Connector 237"/>
            <p:cNvCxnSpPr>
              <a:stCxn id="199" idx="6"/>
              <a:endCxn id="234" idx="2"/>
            </p:cNvCxnSpPr>
            <p:nvPr/>
          </p:nvCxnSpPr>
          <p:spPr>
            <a:xfrm>
              <a:off x="4314659" y="2712329"/>
              <a:ext cx="787793" cy="51968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Arrow Connector 238"/>
            <p:cNvCxnSpPr>
              <a:stCxn id="193" idx="6"/>
              <a:endCxn id="234" idx="2"/>
            </p:cNvCxnSpPr>
            <p:nvPr/>
          </p:nvCxnSpPr>
          <p:spPr>
            <a:xfrm>
              <a:off x="4314660" y="2334551"/>
              <a:ext cx="787792" cy="89746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0" name="Oval 239"/>
            <p:cNvSpPr/>
            <p:nvPr/>
          </p:nvSpPr>
          <p:spPr>
            <a:xfrm>
              <a:off x="5102454" y="3450552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41" name="Straight Arrow Connector 240"/>
            <p:cNvCxnSpPr>
              <a:endCxn id="240" idx="2"/>
            </p:cNvCxnSpPr>
            <p:nvPr/>
          </p:nvCxnSpPr>
          <p:spPr>
            <a:xfrm>
              <a:off x="4314660" y="3415336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Arrow Connector 241"/>
            <p:cNvCxnSpPr>
              <a:endCxn id="240" idx="2"/>
            </p:cNvCxnSpPr>
            <p:nvPr/>
          </p:nvCxnSpPr>
          <p:spPr>
            <a:xfrm flipV="1">
              <a:off x="4314659" y="3594353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Arrow Connector 242"/>
            <p:cNvCxnSpPr>
              <a:stCxn id="205" idx="6"/>
              <a:endCxn id="240" idx="2"/>
            </p:cNvCxnSpPr>
            <p:nvPr/>
          </p:nvCxnSpPr>
          <p:spPr>
            <a:xfrm>
              <a:off x="4316507" y="3059487"/>
              <a:ext cx="785947" cy="53486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Arrow Connector 243"/>
            <p:cNvCxnSpPr>
              <a:stCxn id="199" idx="6"/>
              <a:endCxn id="240" idx="2"/>
            </p:cNvCxnSpPr>
            <p:nvPr/>
          </p:nvCxnSpPr>
          <p:spPr>
            <a:xfrm>
              <a:off x="4314659" y="2712329"/>
              <a:ext cx="787795" cy="88202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Arrow Connector 244"/>
            <p:cNvCxnSpPr>
              <a:stCxn id="193" idx="6"/>
              <a:endCxn id="240" idx="2"/>
            </p:cNvCxnSpPr>
            <p:nvPr/>
          </p:nvCxnSpPr>
          <p:spPr>
            <a:xfrm>
              <a:off x="4314660" y="2334551"/>
              <a:ext cx="787794" cy="125980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8" name="Group 437"/>
          <p:cNvGrpSpPr/>
          <p:nvPr/>
        </p:nvGrpSpPr>
        <p:grpSpPr>
          <a:xfrm>
            <a:off x="5995285" y="1053178"/>
            <a:ext cx="2384321" cy="1068738"/>
            <a:chOff x="5779980" y="1200150"/>
            <a:chExt cx="2888610" cy="1294778"/>
          </a:xfrm>
        </p:grpSpPr>
        <p:sp>
          <p:nvSpPr>
            <p:cNvPr id="252" name="Oval 251"/>
            <p:cNvSpPr/>
            <p:nvPr/>
          </p:nvSpPr>
          <p:spPr>
            <a:xfrm>
              <a:off x="5779980" y="1937183"/>
              <a:ext cx="212675" cy="21352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53" name="Oval 252"/>
            <p:cNvSpPr/>
            <p:nvPr/>
          </p:nvSpPr>
          <p:spPr>
            <a:xfrm>
              <a:off x="5779980" y="1688499"/>
              <a:ext cx="212675" cy="21352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54" name="Oval 253"/>
            <p:cNvSpPr/>
            <p:nvPr/>
          </p:nvSpPr>
          <p:spPr>
            <a:xfrm>
              <a:off x="5779980" y="1439816"/>
              <a:ext cx="212675" cy="21352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55" name="Oval 254"/>
            <p:cNvSpPr/>
            <p:nvPr/>
          </p:nvSpPr>
          <p:spPr>
            <a:xfrm>
              <a:off x="6518522" y="1200151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57" name="Straight Arrow Connector 256"/>
            <p:cNvCxnSpPr>
              <a:stCxn id="254" idx="6"/>
              <a:endCxn id="255" idx="2"/>
            </p:cNvCxnSpPr>
            <p:nvPr/>
          </p:nvCxnSpPr>
          <p:spPr>
            <a:xfrm flipV="1">
              <a:off x="5992655" y="1306911"/>
              <a:ext cx="525867" cy="23966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Arrow Connector 257"/>
            <p:cNvCxnSpPr>
              <a:stCxn id="253" idx="6"/>
              <a:endCxn id="255" idx="2"/>
            </p:cNvCxnSpPr>
            <p:nvPr/>
          </p:nvCxnSpPr>
          <p:spPr>
            <a:xfrm flipV="1">
              <a:off x="5992655" y="1306911"/>
              <a:ext cx="525867" cy="48834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Arrow Connector 258"/>
            <p:cNvCxnSpPr>
              <a:stCxn id="252" idx="6"/>
              <a:endCxn id="255" idx="2"/>
            </p:cNvCxnSpPr>
            <p:nvPr/>
          </p:nvCxnSpPr>
          <p:spPr>
            <a:xfrm flipV="1">
              <a:off x="5992655" y="1306911"/>
              <a:ext cx="525867" cy="73703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0" name="Oval 259"/>
            <p:cNvSpPr/>
            <p:nvPr/>
          </p:nvSpPr>
          <p:spPr>
            <a:xfrm>
              <a:off x="6518521" y="1477298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61" name="Straight Arrow Connector 260"/>
            <p:cNvCxnSpPr>
              <a:stCxn id="254" idx="6"/>
              <a:endCxn id="260" idx="2"/>
            </p:cNvCxnSpPr>
            <p:nvPr/>
          </p:nvCxnSpPr>
          <p:spPr>
            <a:xfrm>
              <a:off x="5992655" y="1546576"/>
              <a:ext cx="525866" cy="3748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Arrow Connector 261"/>
            <p:cNvCxnSpPr>
              <a:stCxn id="253" idx="6"/>
              <a:endCxn id="260" idx="2"/>
            </p:cNvCxnSpPr>
            <p:nvPr/>
          </p:nvCxnSpPr>
          <p:spPr>
            <a:xfrm flipV="1">
              <a:off x="5992655" y="1584059"/>
              <a:ext cx="525866" cy="21120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Arrow Connector 262"/>
            <p:cNvCxnSpPr>
              <a:stCxn id="252" idx="6"/>
              <a:endCxn id="260" idx="2"/>
            </p:cNvCxnSpPr>
            <p:nvPr/>
          </p:nvCxnSpPr>
          <p:spPr>
            <a:xfrm flipV="1">
              <a:off x="5992655" y="1584059"/>
              <a:ext cx="525866" cy="45988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Oval 263"/>
            <p:cNvSpPr/>
            <p:nvPr/>
          </p:nvSpPr>
          <p:spPr>
            <a:xfrm>
              <a:off x="6518520" y="1743620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65" name="Straight Arrow Connector 264"/>
            <p:cNvCxnSpPr>
              <a:stCxn id="254" idx="6"/>
              <a:endCxn id="264" idx="2"/>
            </p:cNvCxnSpPr>
            <p:nvPr/>
          </p:nvCxnSpPr>
          <p:spPr>
            <a:xfrm>
              <a:off x="5992655" y="1546576"/>
              <a:ext cx="525865" cy="30380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Arrow Connector 265"/>
            <p:cNvCxnSpPr>
              <a:stCxn id="253" idx="6"/>
              <a:endCxn id="264" idx="2"/>
            </p:cNvCxnSpPr>
            <p:nvPr/>
          </p:nvCxnSpPr>
          <p:spPr>
            <a:xfrm>
              <a:off x="5992655" y="1795260"/>
              <a:ext cx="525865" cy="5512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Arrow Connector 266"/>
            <p:cNvCxnSpPr>
              <a:stCxn id="252" idx="6"/>
              <a:endCxn id="264" idx="2"/>
            </p:cNvCxnSpPr>
            <p:nvPr/>
          </p:nvCxnSpPr>
          <p:spPr>
            <a:xfrm flipV="1">
              <a:off x="5992655" y="1850381"/>
              <a:ext cx="525865" cy="19356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8" name="Oval 267"/>
            <p:cNvSpPr/>
            <p:nvPr/>
          </p:nvSpPr>
          <p:spPr>
            <a:xfrm>
              <a:off x="6518520" y="2004161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69" name="Straight Arrow Connector 268"/>
            <p:cNvCxnSpPr>
              <a:stCxn id="254" idx="6"/>
              <a:endCxn id="268" idx="2"/>
            </p:cNvCxnSpPr>
            <p:nvPr/>
          </p:nvCxnSpPr>
          <p:spPr>
            <a:xfrm>
              <a:off x="5992655" y="1546576"/>
              <a:ext cx="525864" cy="5643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Arrow Connector 269"/>
            <p:cNvCxnSpPr>
              <a:stCxn id="253" idx="6"/>
              <a:endCxn id="268" idx="2"/>
            </p:cNvCxnSpPr>
            <p:nvPr/>
          </p:nvCxnSpPr>
          <p:spPr>
            <a:xfrm>
              <a:off x="5992655" y="1795260"/>
              <a:ext cx="525864" cy="31566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Arrow Connector 270"/>
            <p:cNvCxnSpPr>
              <a:stCxn id="252" idx="6"/>
              <a:endCxn id="268" idx="2"/>
            </p:cNvCxnSpPr>
            <p:nvPr/>
          </p:nvCxnSpPr>
          <p:spPr>
            <a:xfrm>
              <a:off x="5992655" y="2043943"/>
              <a:ext cx="525864" cy="6697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2" name="Oval 271"/>
            <p:cNvSpPr/>
            <p:nvPr/>
          </p:nvSpPr>
          <p:spPr>
            <a:xfrm>
              <a:off x="6518522" y="2275023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73" name="Straight Arrow Connector 272"/>
            <p:cNvCxnSpPr>
              <a:stCxn id="254" idx="6"/>
              <a:endCxn id="272" idx="2"/>
            </p:cNvCxnSpPr>
            <p:nvPr/>
          </p:nvCxnSpPr>
          <p:spPr>
            <a:xfrm>
              <a:off x="5992655" y="1546576"/>
              <a:ext cx="525867" cy="83520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Arrow Connector 273"/>
            <p:cNvCxnSpPr>
              <a:stCxn id="253" idx="6"/>
              <a:endCxn id="272" idx="2"/>
            </p:cNvCxnSpPr>
            <p:nvPr/>
          </p:nvCxnSpPr>
          <p:spPr>
            <a:xfrm>
              <a:off x="5992655" y="1795260"/>
              <a:ext cx="525867" cy="58652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Arrow Connector 274"/>
            <p:cNvCxnSpPr>
              <a:stCxn id="252" idx="6"/>
              <a:endCxn id="272" idx="2"/>
            </p:cNvCxnSpPr>
            <p:nvPr/>
          </p:nvCxnSpPr>
          <p:spPr>
            <a:xfrm>
              <a:off x="5992655" y="2043943"/>
              <a:ext cx="525867" cy="33784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Oval 275"/>
            <p:cNvSpPr/>
            <p:nvPr/>
          </p:nvSpPr>
          <p:spPr>
            <a:xfrm>
              <a:off x="7086602" y="1200150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77" name="Straight Arrow Connector 276"/>
            <p:cNvCxnSpPr>
              <a:stCxn id="255" idx="6"/>
              <a:endCxn id="276" idx="2"/>
            </p:cNvCxnSpPr>
            <p:nvPr/>
          </p:nvCxnSpPr>
          <p:spPr>
            <a:xfrm flipV="1">
              <a:off x="6731197" y="1306910"/>
              <a:ext cx="35540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Arrow Connector 277"/>
            <p:cNvCxnSpPr>
              <a:stCxn id="260" idx="6"/>
              <a:endCxn id="276" idx="2"/>
            </p:cNvCxnSpPr>
            <p:nvPr/>
          </p:nvCxnSpPr>
          <p:spPr>
            <a:xfrm flipV="1">
              <a:off x="6731196" y="1306910"/>
              <a:ext cx="355406" cy="27714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Arrow Connector 278"/>
            <p:cNvCxnSpPr>
              <a:stCxn id="264" idx="6"/>
              <a:endCxn id="276" idx="2"/>
            </p:cNvCxnSpPr>
            <p:nvPr/>
          </p:nvCxnSpPr>
          <p:spPr>
            <a:xfrm flipV="1">
              <a:off x="6731195" y="1306910"/>
              <a:ext cx="355407" cy="54347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Arrow Connector 279"/>
            <p:cNvCxnSpPr>
              <a:stCxn id="268" idx="6"/>
              <a:endCxn id="276" idx="2"/>
            </p:cNvCxnSpPr>
            <p:nvPr/>
          </p:nvCxnSpPr>
          <p:spPr>
            <a:xfrm flipV="1">
              <a:off x="6731195" y="1306910"/>
              <a:ext cx="355407" cy="80401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Arrow Connector 280"/>
            <p:cNvCxnSpPr>
              <a:stCxn id="272" idx="6"/>
              <a:endCxn id="276" idx="2"/>
            </p:cNvCxnSpPr>
            <p:nvPr/>
          </p:nvCxnSpPr>
          <p:spPr>
            <a:xfrm flipV="1">
              <a:off x="6731197" y="1306910"/>
              <a:ext cx="355405" cy="107487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2" name="Oval 281"/>
            <p:cNvSpPr/>
            <p:nvPr/>
          </p:nvSpPr>
          <p:spPr>
            <a:xfrm>
              <a:off x="7086601" y="1480619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83" name="Straight Arrow Connector 282"/>
            <p:cNvCxnSpPr>
              <a:stCxn id="260" idx="6"/>
              <a:endCxn id="282" idx="2"/>
            </p:cNvCxnSpPr>
            <p:nvPr/>
          </p:nvCxnSpPr>
          <p:spPr>
            <a:xfrm>
              <a:off x="6731196" y="1584058"/>
              <a:ext cx="355405" cy="332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Arrow Connector 283"/>
            <p:cNvCxnSpPr>
              <a:stCxn id="264" idx="6"/>
              <a:endCxn id="282" idx="2"/>
            </p:cNvCxnSpPr>
            <p:nvPr/>
          </p:nvCxnSpPr>
          <p:spPr>
            <a:xfrm flipV="1">
              <a:off x="6731195" y="1587379"/>
              <a:ext cx="355406" cy="26300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Arrow Connector 284"/>
            <p:cNvCxnSpPr>
              <a:stCxn id="268" idx="6"/>
              <a:endCxn id="282" idx="2"/>
            </p:cNvCxnSpPr>
            <p:nvPr/>
          </p:nvCxnSpPr>
          <p:spPr>
            <a:xfrm flipV="1">
              <a:off x="6731195" y="1587379"/>
              <a:ext cx="355406" cy="52354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/>
            <p:cNvCxnSpPr>
              <a:stCxn id="272" idx="6"/>
              <a:endCxn id="288" idx="2"/>
            </p:cNvCxnSpPr>
            <p:nvPr/>
          </p:nvCxnSpPr>
          <p:spPr>
            <a:xfrm flipV="1">
              <a:off x="6731197" y="1845116"/>
              <a:ext cx="356776" cy="53666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Arrow Connector 286"/>
            <p:cNvCxnSpPr>
              <a:stCxn id="255" idx="6"/>
              <a:endCxn id="282" idx="2"/>
            </p:cNvCxnSpPr>
            <p:nvPr/>
          </p:nvCxnSpPr>
          <p:spPr>
            <a:xfrm>
              <a:off x="6731197" y="1306911"/>
              <a:ext cx="355404" cy="28046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8" name="Oval 287"/>
            <p:cNvSpPr/>
            <p:nvPr/>
          </p:nvSpPr>
          <p:spPr>
            <a:xfrm>
              <a:off x="7087973" y="1738356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89" name="Straight Arrow Connector 288"/>
            <p:cNvCxnSpPr>
              <a:stCxn id="264" idx="6"/>
              <a:endCxn id="288" idx="2"/>
            </p:cNvCxnSpPr>
            <p:nvPr/>
          </p:nvCxnSpPr>
          <p:spPr>
            <a:xfrm flipV="1">
              <a:off x="6731195" y="1845116"/>
              <a:ext cx="356778" cy="526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Arrow Connector 289"/>
            <p:cNvCxnSpPr>
              <a:stCxn id="268" idx="6"/>
              <a:endCxn id="288" idx="2"/>
            </p:cNvCxnSpPr>
            <p:nvPr/>
          </p:nvCxnSpPr>
          <p:spPr>
            <a:xfrm flipV="1">
              <a:off x="6731195" y="1845116"/>
              <a:ext cx="356778" cy="2658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Arrow Connector 290"/>
            <p:cNvCxnSpPr>
              <a:stCxn id="272" idx="6"/>
              <a:endCxn id="288" idx="2"/>
            </p:cNvCxnSpPr>
            <p:nvPr/>
          </p:nvCxnSpPr>
          <p:spPr>
            <a:xfrm flipV="1">
              <a:off x="6731197" y="1845116"/>
              <a:ext cx="356776" cy="53666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Arrow Connector 291"/>
            <p:cNvCxnSpPr>
              <a:stCxn id="260" idx="6"/>
              <a:endCxn id="288" idx="2"/>
            </p:cNvCxnSpPr>
            <p:nvPr/>
          </p:nvCxnSpPr>
          <p:spPr>
            <a:xfrm>
              <a:off x="6731196" y="1584058"/>
              <a:ext cx="356777" cy="26105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Arrow Connector 292"/>
            <p:cNvCxnSpPr>
              <a:stCxn id="255" idx="6"/>
              <a:endCxn id="288" idx="2"/>
            </p:cNvCxnSpPr>
            <p:nvPr/>
          </p:nvCxnSpPr>
          <p:spPr>
            <a:xfrm>
              <a:off x="6731197" y="1306911"/>
              <a:ext cx="356776" cy="5382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4" name="Oval 293"/>
            <p:cNvSpPr/>
            <p:nvPr/>
          </p:nvSpPr>
          <p:spPr>
            <a:xfrm>
              <a:off x="7086600" y="1996876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95" name="Straight Arrow Connector 294"/>
            <p:cNvCxnSpPr>
              <a:stCxn id="268" idx="6"/>
              <a:endCxn id="294" idx="2"/>
            </p:cNvCxnSpPr>
            <p:nvPr/>
          </p:nvCxnSpPr>
          <p:spPr>
            <a:xfrm flipV="1">
              <a:off x="6731195" y="2103636"/>
              <a:ext cx="355405" cy="728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Arrow Connector 295"/>
            <p:cNvCxnSpPr>
              <a:stCxn id="272" idx="6"/>
              <a:endCxn id="294" idx="2"/>
            </p:cNvCxnSpPr>
            <p:nvPr/>
          </p:nvCxnSpPr>
          <p:spPr>
            <a:xfrm flipV="1">
              <a:off x="6731197" y="2103636"/>
              <a:ext cx="355403" cy="27814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Arrow Connector 296"/>
            <p:cNvCxnSpPr>
              <a:stCxn id="264" idx="6"/>
              <a:endCxn id="294" idx="2"/>
            </p:cNvCxnSpPr>
            <p:nvPr/>
          </p:nvCxnSpPr>
          <p:spPr>
            <a:xfrm>
              <a:off x="6731195" y="1850380"/>
              <a:ext cx="355405" cy="25325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Arrow Connector 297"/>
            <p:cNvCxnSpPr>
              <a:stCxn id="260" idx="6"/>
              <a:endCxn id="294" idx="2"/>
            </p:cNvCxnSpPr>
            <p:nvPr/>
          </p:nvCxnSpPr>
          <p:spPr>
            <a:xfrm>
              <a:off x="6731196" y="1584058"/>
              <a:ext cx="355404" cy="51957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Arrow Connector 298"/>
            <p:cNvCxnSpPr>
              <a:stCxn id="255" idx="6"/>
              <a:endCxn id="294" idx="2"/>
            </p:cNvCxnSpPr>
            <p:nvPr/>
          </p:nvCxnSpPr>
          <p:spPr>
            <a:xfrm>
              <a:off x="6731197" y="1306911"/>
              <a:ext cx="355403" cy="79672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0" name="Oval 299"/>
            <p:cNvSpPr/>
            <p:nvPr/>
          </p:nvSpPr>
          <p:spPr>
            <a:xfrm>
              <a:off x="7086600" y="2281408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01" name="Straight Arrow Connector 300"/>
            <p:cNvCxnSpPr>
              <a:stCxn id="272" idx="6"/>
              <a:endCxn id="300" idx="2"/>
            </p:cNvCxnSpPr>
            <p:nvPr/>
          </p:nvCxnSpPr>
          <p:spPr>
            <a:xfrm>
              <a:off x="6731197" y="2381783"/>
              <a:ext cx="355403" cy="638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Arrow Connector 301"/>
            <p:cNvCxnSpPr>
              <a:stCxn id="268" idx="6"/>
              <a:endCxn id="300" idx="2"/>
            </p:cNvCxnSpPr>
            <p:nvPr/>
          </p:nvCxnSpPr>
          <p:spPr>
            <a:xfrm>
              <a:off x="6731195" y="2110921"/>
              <a:ext cx="355405" cy="27724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Arrow Connector 302"/>
            <p:cNvCxnSpPr>
              <a:stCxn id="264" idx="6"/>
              <a:endCxn id="300" idx="2"/>
            </p:cNvCxnSpPr>
            <p:nvPr/>
          </p:nvCxnSpPr>
          <p:spPr>
            <a:xfrm>
              <a:off x="6731195" y="1850380"/>
              <a:ext cx="355405" cy="5377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Arrow Connector 303"/>
            <p:cNvCxnSpPr>
              <a:stCxn id="260" idx="6"/>
              <a:endCxn id="300" idx="2"/>
            </p:cNvCxnSpPr>
            <p:nvPr/>
          </p:nvCxnSpPr>
          <p:spPr>
            <a:xfrm>
              <a:off x="6731196" y="1584058"/>
              <a:ext cx="355404" cy="80411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Arrow Connector 304"/>
            <p:cNvCxnSpPr>
              <a:stCxn id="255" idx="6"/>
              <a:endCxn id="300" idx="2"/>
            </p:cNvCxnSpPr>
            <p:nvPr/>
          </p:nvCxnSpPr>
          <p:spPr>
            <a:xfrm>
              <a:off x="6731197" y="1306911"/>
              <a:ext cx="355403" cy="108125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0" name="Oval 329"/>
            <p:cNvSpPr/>
            <p:nvPr/>
          </p:nvSpPr>
          <p:spPr>
            <a:xfrm>
              <a:off x="8455915" y="1333055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31" name="Straight Arrow Connector 330"/>
            <p:cNvCxnSpPr>
              <a:endCxn id="330" idx="2"/>
            </p:cNvCxnSpPr>
            <p:nvPr/>
          </p:nvCxnSpPr>
          <p:spPr>
            <a:xfrm>
              <a:off x="7871042" y="1306910"/>
              <a:ext cx="584873" cy="1329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Arrow Connector 331"/>
            <p:cNvCxnSpPr>
              <a:endCxn id="330" idx="2"/>
            </p:cNvCxnSpPr>
            <p:nvPr/>
          </p:nvCxnSpPr>
          <p:spPr>
            <a:xfrm flipV="1">
              <a:off x="7871041" y="1439816"/>
              <a:ext cx="584873" cy="14756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Arrow Connector 332"/>
            <p:cNvCxnSpPr>
              <a:endCxn id="330" idx="2"/>
            </p:cNvCxnSpPr>
            <p:nvPr/>
          </p:nvCxnSpPr>
          <p:spPr>
            <a:xfrm flipV="1">
              <a:off x="7872413" y="1439816"/>
              <a:ext cx="583501" cy="4053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Arrow Connector 333"/>
            <p:cNvCxnSpPr>
              <a:endCxn id="330" idx="2"/>
            </p:cNvCxnSpPr>
            <p:nvPr/>
          </p:nvCxnSpPr>
          <p:spPr>
            <a:xfrm flipV="1">
              <a:off x="7871041" y="1439816"/>
              <a:ext cx="584874" cy="66382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Arrow Connector 334"/>
            <p:cNvCxnSpPr>
              <a:endCxn id="330" idx="2"/>
            </p:cNvCxnSpPr>
            <p:nvPr/>
          </p:nvCxnSpPr>
          <p:spPr>
            <a:xfrm flipV="1">
              <a:off x="7871040" y="1439816"/>
              <a:ext cx="584875" cy="94835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6" name="Oval 335"/>
            <p:cNvSpPr/>
            <p:nvPr/>
          </p:nvSpPr>
          <p:spPr>
            <a:xfrm>
              <a:off x="8455914" y="1612119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37" name="Straight Arrow Connector 336"/>
            <p:cNvCxnSpPr>
              <a:endCxn id="336" idx="2"/>
            </p:cNvCxnSpPr>
            <p:nvPr/>
          </p:nvCxnSpPr>
          <p:spPr>
            <a:xfrm>
              <a:off x="7871041" y="1585974"/>
              <a:ext cx="584873" cy="1329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Arrow Connector 337"/>
            <p:cNvCxnSpPr>
              <a:endCxn id="336" idx="2"/>
            </p:cNvCxnSpPr>
            <p:nvPr/>
          </p:nvCxnSpPr>
          <p:spPr>
            <a:xfrm flipV="1">
              <a:off x="7871041" y="1718880"/>
              <a:ext cx="584873" cy="14756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Arrow Connector 338"/>
            <p:cNvCxnSpPr>
              <a:endCxn id="336" idx="2"/>
            </p:cNvCxnSpPr>
            <p:nvPr/>
          </p:nvCxnSpPr>
          <p:spPr>
            <a:xfrm flipV="1">
              <a:off x="7872413" y="1718880"/>
              <a:ext cx="583501" cy="4053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Arrow Connector 339"/>
            <p:cNvCxnSpPr>
              <a:endCxn id="336" idx="2"/>
            </p:cNvCxnSpPr>
            <p:nvPr/>
          </p:nvCxnSpPr>
          <p:spPr>
            <a:xfrm flipV="1">
              <a:off x="7871040" y="1718880"/>
              <a:ext cx="584874" cy="66382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Arrow Connector 340"/>
            <p:cNvCxnSpPr>
              <a:endCxn id="336" idx="2"/>
            </p:cNvCxnSpPr>
            <p:nvPr/>
          </p:nvCxnSpPr>
          <p:spPr>
            <a:xfrm>
              <a:off x="7871042" y="1306910"/>
              <a:ext cx="584872" cy="41196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2" name="Oval 341"/>
            <p:cNvSpPr/>
            <p:nvPr/>
          </p:nvSpPr>
          <p:spPr>
            <a:xfrm>
              <a:off x="8455913" y="1866444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43" name="Straight Arrow Connector 342"/>
            <p:cNvCxnSpPr>
              <a:endCxn id="342" idx="2"/>
            </p:cNvCxnSpPr>
            <p:nvPr/>
          </p:nvCxnSpPr>
          <p:spPr>
            <a:xfrm>
              <a:off x="7871041" y="1840299"/>
              <a:ext cx="584873" cy="1329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Arrow Connector 343"/>
            <p:cNvCxnSpPr>
              <a:endCxn id="342" idx="2"/>
            </p:cNvCxnSpPr>
            <p:nvPr/>
          </p:nvCxnSpPr>
          <p:spPr>
            <a:xfrm flipV="1">
              <a:off x="7871040" y="1973204"/>
              <a:ext cx="584873" cy="14756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Arrow Connector 344"/>
            <p:cNvCxnSpPr>
              <a:endCxn id="342" idx="2"/>
            </p:cNvCxnSpPr>
            <p:nvPr/>
          </p:nvCxnSpPr>
          <p:spPr>
            <a:xfrm flipV="1">
              <a:off x="7872412" y="1973204"/>
              <a:ext cx="583501" cy="4053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Arrow Connector 345"/>
            <p:cNvCxnSpPr>
              <a:endCxn id="342" idx="2"/>
            </p:cNvCxnSpPr>
            <p:nvPr/>
          </p:nvCxnSpPr>
          <p:spPr>
            <a:xfrm>
              <a:off x="7871041" y="1587380"/>
              <a:ext cx="584872" cy="38582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Arrow Connector 346"/>
            <p:cNvCxnSpPr>
              <a:endCxn id="342" idx="2"/>
            </p:cNvCxnSpPr>
            <p:nvPr/>
          </p:nvCxnSpPr>
          <p:spPr>
            <a:xfrm>
              <a:off x="7871042" y="1306910"/>
              <a:ext cx="584871" cy="66629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8" name="Oval 347"/>
            <p:cNvSpPr/>
            <p:nvPr/>
          </p:nvSpPr>
          <p:spPr>
            <a:xfrm>
              <a:off x="8455915" y="2135450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49" name="Straight Arrow Connector 348"/>
            <p:cNvCxnSpPr>
              <a:endCxn id="348" idx="2"/>
            </p:cNvCxnSpPr>
            <p:nvPr/>
          </p:nvCxnSpPr>
          <p:spPr>
            <a:xfrm>
              <a:off x="7871042" y="2109305"/>
              <a:ext cx="584873" cy="1329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Arrow Connector 349"/>
            <p:cNvCxnSpPr>
              <a:endCxn id="348" idx="2"/>
            </p:cNvCxnSpPr>
            <p:nvPr/>
          </p:nvCxnSpPr>
          <p:spPr>
            <a:xfrm flipV="1">
              <a:off x="7871041" y="2242210"/>
              <a:ext cx="584873" cy="14756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Arrow Connector 350"/>
            <p:cNvCxnSpPr>
              <a:endCxn id="348" idx="2"/>
            </p:cNvCxnSpPr>
            <p:nvPr/>
          </p:nvCxnSpPr>
          <p:spPr>
            <a:xfrm>
              <a:off x="7872413" y="1845116"/>
              <a:ext cx="583501" cy="39709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Arrow Connector 351"/>
            <p:cNvCxnSpPr>
              <a:endCxn id="348" idx="2"/>
            </p:cNvCxnSpPr>
            <p:nvPr/>
          </p:nvCxnSpPr>
          <p:spPr>
            <a:xfrm>
              <a:off x="7871041" y="1587380"/>
              <a:ext cx="584873" cy="65483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Arrow Connector 352"/>
            <p:cNvCxnSpPr>
              <a:endCxn id="348" idx="2"/>
            </p:cNvCxnSpPr>
            <p:nvPr/>
          </p:nvCxnSpPr>
          <p:spPr>
            <a:xfrm>
              <a:off x="7871042" y="1306910"/>
              <a:ext cx="584873" cy="9353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0" name="Oval 399"/>
            <p:cNvSpPr/>
            <p:nvPr/>
          </p:nvSpPr>
          <p:spPr>
            <a:xfrm>
              <a:off x="7086602" y="1200151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01" name="Oval 400"/>
            <p:cNvSpPr/>
            <p:nvPr/>
          </p:nvSpPr>
          <p:spPr>
            <a:xfrm>
              <a:off x="7086601" y="1477298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02" name="Oval 401"/>
            <p:cNvSpPr/>
            <p:nvPr/>
          </p:nvSpPr>
          <p:spPr>
            <a:xfrm>
              <a:off x="7086600" y="1743620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03" name="Oval 402"/>
            <p:cNvSpPr/>
            <p:nvPr/>
          </p:nvSpPr>
          <p:spPr>
            <a:xfrm>
              <a:off x="7086600" y="2004161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04" name="Oval 403"/>
            <p:cNvSpPr/>
            <p:nvPr/>
          </p:nvSpPr>
          <p:spPr>
            <a:xfrm>
              <a:off x="7086602" y="2275023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05" name="Oval 404"/>
            <p:cNvSpPr/>
            <p:nvPr/>
          </p:nvSpPr>
          <p:spPr>
            <a:xfrm>
              <a:off x="7654682" y="1200150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406" name="Straight Arrow Connector 405"/>
            <p:cNvCxnSpPr>
              <a:stCxn id="400" idx="6"/>
              <a:endCxn id="405" idx="2"/>
            </p:cNvCxnSpPr>
            <p:nvPr/>
          </p:nvCxnSpPr>
          <p:spPr>
            <a:xfrm flipV="1">
              <a:off x="7299277" y="1306910"/>
              <a:ext cx="35540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Arrow Connector 406"/>
            <p:cNvCxnSpPr>
              <a:stCxn id="401" idx="6"/>
              <a:endCxn id="405" idx="2"/>
            </p:cNvCxnSpPr>
            <p:nvPr/>
          </p:nvCxnSpPr>
          <p:spPr>
            <a:xfrm flipV="1">
              <a:off x="7299276" y="1306910"/>
              <a:ext cx="355406" cy="27714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Arrow Connector 407"/>
            <p:cNvCxnSpPr>
              <a:stCxn id="402" idx="6"/>
              <a:endCxn id="405" idx="2"/>
            </p:cNvCxnSpPr>
            <p:nvPr/>
          </p:nvCxnSpPr>
          <p:spPr>
            <a:xfrm flipV="1">
              <a:off x="7299275" y="1306910"/>
              <a:ext cx="355407" cy="54347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Arrow Connector 408"/>
            <p:cNvCxnSpPr>
              <a:stCxn id="403" idx="6"/>
              <a:endCxn id="405" idx="2"/>
            </p:cNvCxnSpPr>
            <p:nvPr/>
          </p:nvCxnSpPr>
          <p:spPr>
            <a:xfrm flipV="1">
              <a:off x="7299275" y="1306910"/>
              <a:ext cx="355407" cy="80401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Arrow Connector 409"/>
            <p:cNvCxnSpPr>
              <a:stCxn id="404" idx="6"/>
              <a:endCxn id="405" idx="2"/>
            </p:cNvCxnSpPr>
            <p:nvPr/>
          </p:nvCxnSpPr>
          <p:spPr>
            <a:xfrm flipV="1">
              <a:off x="7299277" y="1306910"/>
              <a:ext cx="355405" cy="107487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1" name="Oval 410"/>
            <p:cNvSpPr/>
            <p:nvPr/>
          </p:nvSpPr>
          <p:spPr>
            <a:xfrm>
              <a:off x="7654681" y="1480619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412" name="Straight Arrow Connector 411"/>
            <p:cNvCxnSpPr>
              <a:stCxn id="401" idx="6"/>
              <a:endCxn id="411" idx="2"/>
            </p:cNvCxnSpPr>
            <p:nvPr/>
          </p:nvCxnSpPr>
          <p:spPr>
            <a:xfrm>
              <a:off x="7299276" y="1584058"/>
              <a:ext cx="355405" cy="332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Arrow Connector 412"/>
            <p:cNvCxnSpPr>
              <a:stCxn id="402" idx="6"/>
              <a:endCxn id="411" idx="2"/>
            </p:cNvCxnSpPr>
            <p:nvPr/>
          </p:nvCxnSpPr>
          <p:spPr>
            <a:xfrm flipV="1">
              <a:off x="7299275" y="1587379"/>
              <a:ext cx="355406" cy="26300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Arrow Connector 413"/>
            <p:cNvCxnSpPr>
              <a:stCxn id="403" idx="6"/>
              <a:endCxn id="411" idx="2"/>
            </p:cNvCxnSpPr>
            <p:nvPr/>
          </p:nvCxnSpPr>
          <p:spPr>
            <a:xfrm flipV="1">
              <a:off x="7299275" y="1587379"/>
              <a:ext cx="355406" cy="52354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Arrow Connector 414"/>
            <p:cNvCxnSpPr>
              <a:stCxn id="404" idx="6"/>
              <a:endCxn id="417" idx="2"/>
            </p:cNvCxnSpPr>
            <p:nvPr/>
          </p:nvCxnSpPr>
          <p:spPr>
            <a:xfrm flipV="1">
              <a:off x="7299277" y="1845116"/>
              <a:ext cx="356776" cy="53666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Arrow Connector 415"/>
            <p:cNvCxnSpPr>
              <a:stCxn id="400" idx="6"/>
              <a:endCxn id="411" idx="2"/>
            </p:cNvCxnSpPr>
            <p:nvPr/>
          </p:nvCxnSpPr>
          <p:spPr>
            <a:xfrm>
              <a:off x="7299277" y="1306911"/>
              <a:ext cx="355404" cy="28046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7" name="Oval 416"/>
            <p:cNvSpPr/>
            <p:nvPr/>
          </p:nvSpPr>
          <p:spPr>
            <a:xfrm>
              <a:off x="7656053" y="1738356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418" name="Straight Arrow Connector 417"/>
            <p:cNvCxnSpPr>
              <a:stCxn id="402" idx="6"/>
              <a:endCxn id="417" idx="2"/>
            </p:cNvCxnSpPr>
            <p:nvPr/>
          </p:nvCxnSpPr>
          <p:spPr>
            <a:xfrm flipV="1">
              <a:off x="7299275" y="1845116"/>
              <a:ext cx="356778" cy="526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Arrow Connector 418"/>
            <p:cNvCxnSpPr>
              <a:stCxn id="403" idx="6"/>
              <a:endCxn id="417" idx="2"/>
            </p:cNvCxnSpPr>
            <p:nvPr/>
          </p:nvCxnSpPr>
          <p:spPr>
            <a:xfrm flipV="1">
              <a:off x="7299275" y="1845116"/>
              <a:ext cx="356778" cy="2658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Arrow Connector 419"/>
            <p:cNvCxnSpPr>
              <a:stCxn id="404" idx="6"/>
              <a:endCxn id="417" idx="2"/>
            </p:cNvCxnSpPr>
            <p:nvPr/>
          </p:nvCxnSpPr>
          <p:spPr>
            <a:xfrm flipV="1">
              <a:off x="7299277" y="1845116"/>
              <a:ext cx="356776" cy="53666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Arrow Connector 420"/>
            <p:cNvCxnSpPr>
              <a:stCxn id="401" idx="6"/>
              <a:endCxn id="417" idx="2"/>
            </p:cNvCxnSpPr>
            <p:nvPr/>
          </p:nvCxnSpPr>
          <p:spPr>
            <a:xfrm>
              <a:off x="7299276" y="1584058"/>
              <a:ext cx="356777" cy="26105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Arrow Connector 421"/>
            <p:cNvCxnSpPr>
              <a:stCxn id="400" idx="6"/>
              <a:endCxn id="417" idx="2"/>
            </p:cNvCxnSpPr>
            <p:nvPr/>
          </p:nvCxnSpPr>
          <p:spPr>
            <a:xfrm>
              <a:off x="7299277" y="1306911"/>
              <a:ext cx="356776" cy="5382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3" name="Oval 422"/>
            <p:cNvSpPr/>
            <p:nvPr/>
          </p:nvSpPr>
          <p:spPr>
            <a:xfrm>
              <a:off x="7654680" y="1996876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424" name="Straight Arrow Connector 423"/>
            <p:cNvCxnSpPr>
              <a:stCxn id="403" idx="6"/>
              <a:endCxn id="423" idx="2"/>
            </p:cNvCxnSpPr>
            <p:nvPr/>
          </p:nvCxnSpPr>
          <p:spPr>
            <a:xfrm flipV="1">
              <a:off x="7299275" y="2103636"/>
              <a:ext cx="355405" cy="728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Arrow Connector 424"/>
            <p:cNvCxnSpPr>
              <a:stCxn id="404" idx="6"/>
              <a:endCxn id="423" idx="2"/>
            </p:cNvCxnSpPr>
            <p:nvPr/>
          </p:nvCxnSpPr>
          <p:spPr>
            <a:xfrm flipV="1">
              <a:off x="7299277" y="2103636"/>
              <a:ext cx="355403" cy="27814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Arrow Connector 425"/>
            <p:cNvCxnSpPr>
              <a:stCxn id="402" idx="6"/>
              <a:endCxn id="423" idx="2"/>
            </p:cNvCxnSpPr>
            <p:nvPr/>
          </p:nvCxnSpPr>
          <p:spPr>
            <a:xfrm>
              <a:off x="7299275" y="1850380"/>
              <a:ext cx="355405" cy="25325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Arrow Connector 426"/>
            <p:cNvCxnSpPr>
              <a:stCxn id="401" idx="6"/>
              <a:endCxn id="423" idx="2"/>
            </p:cNvCxnSpPr>
            <p:nvPr/>
          </p:nvCxnSpPr>
          <p:spPr>
            <a:xfrm>
              <a:off x="7299276" y="1584058"/>
              <a:ext cx="355404" cy="51957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Arrow Connector 427"/>
            <p:cNvCxnSpPr>
              <a:stCxn id="400" idx="6"/>
              <a:endCxn id="423" idx="2"/>
            </p:cNvCxnSpPr>
            <p:nvPr/>
          </p:nvCxnSpPr>
          <p:spPr>
            <a:xfrm>
              <a:off x="7299277" y="1306911"/>
              <a:ext cx="355403" cy="79672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9" name="Oval 428"/>
            <p:cNvSpPr/>
            <p:nvPr/>
          </p:nvSpPr>
          <p:spPr>
            <a:xfrm>
              <a:off x="7654680" y="2281408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430" name="Straight Arrow Connector 429"/>
            <p:cNvCxnSpPr>
              <a:stCxn id="404" idx="6"/>
              <a:endCxn id="429" idx="2"/>
            </p:cNvCxnSpPr>
            <p:nvPr/>
          </p:nvCxnSpPr>
          <p:spPr>
            <a:xfrm>
              <a:off x="7299277" y="2381783"/>
              <a:ext cx="355403" cy="638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Arrow Connector 430"/>
            <p:cNvCxnSpPr>
              <a:stCxn id="403" idx="6"/>
              <a:endCxn id="429" idx="2"/>
            </p:cNvCxnSpPr>
            <p:nvPr/>
          </p:nvCxnSpPr>
          <p:spPr>
            <a:xfrm>
              <a:off x="7299275" y="2110921"/>
              <a:ext cx="355405" cy="27724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Arrow Connector 431"/>
            <p:cNvCxnSpPr>
              <a:stCxn id="402" idx="6"/>
              <a:endCxn id="429" idx="2"/>
            </p:cNvCxnSpPr>
            <p:nvPr/>
          </p:nvCxnSpPr>
          <p:spPr>
            <a:xfrm>
              <a:off x="7299275" y="1850380"/>
              <a:ext cx="355405" cy="5377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Arrow Connector 432"/>
            <p:cNvCxnSpPr>
              <a:stCxn id="401" idx="6"/>
              <a:endCxn id="429" idx="2"/>
            </p:cNvCxnSpPr>
            <p:nvPr/>
          </p:nvCxnSpPr>
          <p:spPr>
            <a:xfrm>
              <a:off x="7299276" y="1584058"/>
              <a:ext cx="355404" cy="80411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Arrow Connector 433"/>
            <p:cNvCxnSpPr>
              <a:stCxn id="400" idx="6"/>
              <a:endCxn id="429" idx="2"/>
            </p:cNvCxnSpPr>
            <p:nvPr/>
          </p:nvCxnSpPr>
          <p:spPr>
            <a:xfrm>
              <a:off x="7299277" y="1306911"/>
              <a:ext cx="355403" cy="108125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6" name="TextBox 435"/>
          <p:cNvSpPr txBox="1"/>
          <p:nvPr/>
        </p:nvSpPr>
        <p:spPr>
          <a:xfrm>
            <a:off x="304800" y="2315111"/>
            <a:ext cx="85833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Calibri"/>
              </a:rPr>
              <a:t>No. of input units: Dimension of features</a:t>
            </a:r>
          </a:p>
          <a:p>
            <a:r>
              <a:rPr lang="en-US" sz="2000" dirty="0">
                <a:solidFill>
                  <a:prstClr val="black"/>
                </a:solidFill>
                <a:latin typeface="Calibri"/>
              </a:rPr>
              <a:t>No. output units: Number of classes</a:t>
            </a:r>
          </a:p>
          <a:p>
            <a:r>
              <a:rPr lang="en-US" sz="2000" dirty="0">
                <a:solidFill>
                  <a:prstClr val="black"/>
                </a:solidFill>
                <a:latin typeface="Calibri"/>
              </a:rPr>
              <a:t>Reasonable default: 1 hidden layer, or if &gt;1 hidden layer, have same no. of hidden units in every layer (usually the more the better)</a:t>
            </a:r>
          </a:p>
        </p:txBody>
      </p:sp>
      <p:pic>
        <p:nvPicPr>
          <p:cNvPr id="437" name="Picture 43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367771"/>
            <a:ext cx="350520" cy="23050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156960" y="722520"/>
              <a:ext cx="8433000" cy="42278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7240" y="712440"/>
                <a:ext cx="8450280" cy="424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2739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Calibri"/>
              </a:rPr>
              <a:t>Training a neural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" y="662285"/>
            <a:ext cx="85833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sz="2400">
                <a:solidFill>
                  <a:prstClr val="black"/>
                </a:solidFill>
                <a:latin typeface="Calibri"/>
              </a:rPr>
              <a:t>Randomly initialize weights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  <a:p>
            <a:pPr marL="457200" indent="-457200">
              <a:buFontTx/>
              <a:buAutoNum type="arabicPeriod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Implement forward propagation to get               for any  </a:t>
            </a:r>
          </a:p>
          <a:p>
            <a:pPr marL="457200" indent="-457200">
              <a:buFontTx/>
              <a:buAutoNum type="arabicPeriod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Implement code to compute cost function</a:t>
            </a:r>
          </a:p>
          <a:p>
            <a:pPr marL="457200" indent="-457200">
              <a:buFontTx/>
              <a:buAutoNum type="arabicPeriod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Implement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backprop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to compute partial derivatives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630" y="1126995"/>
            <a:ext cx="350520" cy="23050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1137285"/>
            <a:ext cx="861060" cy="29146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8860" y="1521775"/>
            <a:ext cx="518160" cy="25527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7350" y="1777045"/>
            <a:ext cx="1049655" cy="453390"/>
          </a:xfrm>
          <a:prstGeom prst="rect">
            <a:avLst/>
          </a:prstGeom>
        </p:spPr>
      </p:pic>
      <p:sp>
        <p:nvSpPr>
          <p:cNvPr id="306" name="TextBox 305"/>
          <p:cNvSpPr txBox="1"/>
          <p:nvPr/>
        </p:nvSpPr>
        <p:spPr>
          <a:xfrm>
            <a:off x="396410" y="2266950"/>
            <a:ext cx="874759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for </a:t>
            </a:r>
            <a:r>
              <a:rPr lang="en-US" sz="20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= 1:m</a:t>
            </a:r>
          </a:p>
          <a:p>
            <a:pPr lvl="1"/>
            <a:r>
              <a:rPr lang="en-US" sz="2400" dirty="0">
                <a:solidFill>
                  <a:prstClr val="black"/>
                </a:solidFill>
                <a:latin typeface="Calibri"/>
                <a:cs typeface="Courier New" pitchFamily="49" charset="0"/>
                <a:sym typeface="Wingdings" pitchFamily="2" charset="2"/>
              </a:rPr>
              <a:t>Perform forward propagation and backpropagation using example</a:t>
            </a:r>
          </a:p>
          <a:p>
            <a:pPr lvl="1"/>
            <a:r>
              <a:rPr lang="en-US" sz="2400" dirty="0">
                <a:solidFill>
                  <a:prstClr val="black"/>
                </a:solidFill>
                <a:latin typeface="Calibri"/>
                <a:cs typeface="Courier New" pitchFamily="49" charset="0"/>
                <a:sym typeface="Wingdings" pitchFamily="2" charset="2"/>
              </a:rPr>
              <a:t>(Get activations        and delta terms       for	           ).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5140" y="3414084"/>
            <a:ext cx="327660" cy="23050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3402209"/>
            <a:ext cx="316230" cy="23050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890" y="3446794"/>
            <a:ext cx="1261110" cy="226695"/>
          </a:xfrm>
          <a:prstGeom prst="rect">
            <a:avLst/>
          </a:prstGeom>
        </p:spPr>
      </p:pic>
      <p:grpSp>
        <p:nvGrpSpPr>
          <p:cNvPr id="308" name="Group 307"/>
          <p:cNvGrpSpPr/>
          <p:nvPr/>
        </p:nvGrpSpPr>
        <p:grpSpPr>
          <a:xfrm>
            <a:off x="5449297" y="3844714"/>
            <a:ext cx="1990676" cy="1004128"/>
            <a:chOff x="1905000" y="2190750"/>
            <a:chExt cx="3483917" cy="1744001"/>
          </a:xfrm>
        </p:grpSpPr>
        <p:sp>
          <p:nvSpPr>
            <p:cNvPr id="313" name="Oval 312"/>
            <p:cNvSpPr/>
            <p:nvPr/>
          </p:nvSpPr>
          <p:spPr>
            <a:xfrm>
              <a:off x="1905000" y="3183496"/>
              <a:ext cx="286463" cy="28760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14" name="Oval 313"/>
            <p:cNvSpPr/>
            <p:nvPr/>
          </p:nvSpPr>
          <p:spPr>
            <a:xfrm>
              <a:off x="1905000" y="2848532"/>
              <a:ext cx="286463" cy="28760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15" name="Oval 314"/>
            <p:cNvSpPr/>
            <p:nvPr/>
          </p:nvSpPr>
          <p:spPr>
            <a:xfrm>
              <a:off x="1905000" y="2513568"/>
              <a:ext cx="286463" cy="28760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16" name="Oval 315"/>
            <p:cNvSpPr/>
            <p:nvPr/>
          </p:nvSpPr>
          <p:spPr>
            <a:xfrm>
              <a:off x="2899779" y="2190751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17" name="Oval 316"/>
            <p:cNvSpPr/>
            <p:nvPr/>
          </p:nvSpPr>
          <p:spPr>
            <a:xfrm>
              <a:off x="5102454" y="2369767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18" name="Straight Arrow Connector 317"/>
            <p:cNvCxnSpPr>
              <a:stCxn id="315" idx="6"/>
              <a:endCxn id="316" idx="2"/>
            </p:cNvCxnSpPr>
            <p:nvPr/>
          </p:nvCxnSpPr>
          <p:spPr>
            <a:xfrm flipV="1">
              <a:off x="2191463" y="2334552"/>
              <a:ext cx="708316" cy="3228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Arrow Connector 318"/>
            <p:cNvCxnSpPr>
              <a:stCxn id="314" idx="6"/>
              <a:endCxn id="316" idx="2"/>
            </p:cNvCxnSpPr>
            <p:nvPr/>
          </p:nvCxnSpPr>
          <p:spPr>
            <a:xfrm flipV="1">
              <a:off x="2191463" y="2334552"/>
              <a:ext cx="708316" cy="65778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Arrow Connector 319"/>
            <p:cNvCxnSpPr>
              <a:stCxn id="313" idx="6"/>
              <a:endCxn id="316" idx="2"/>
            </p:cNvCxnSpPr>
            <p:nvPr/>
          </p:nvCxnSpPr>
          <p:spPr>
            <a:xfrm flipV="1">
              <a:off x="2191463" y="2334552"/>
              <a:ext cx="708316" cy="9927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Oval 320"/>
            <p:cNvSpPr/>
            <p:nvPr/>
          </p:nvSpPr>
          <p:spPr>
            <a:xfrm>
              <a:off x="2899778" y="2564055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22" name="Straight Arrow Connector 321"/>
            <p:cNvCxnSpPr>
              <a:stCxn id="315" idx="6"/>
              <a:endCxn id="321" idx="2"/>
            </p:cNvCxnSpPr>
            <p:nvPr/>
          </p:nvCxnSpPr>
          <p:spPr>
            <a:xfrm>
              <a:off x="2191463" y="2657369"/>
              <a:ext cx="708315" cy="5048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Arrow Connector 322"/>
            <p:cNvCxnSpPr>
              <a:stCxn id="314" idx="6"/>
              <a:endCxn id="321" idx="2"/>
            </p:cNvCxnSpPr>
            <p:nvPr/>
          </p:nvCxnSpPr>
          <p:spPr>
            <a:xfrm flipV="1">
              <a:off x="2191463" y="2707856"/>
              <a:ext cx="708315" cy="28447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Arrow Connector 323"/>
            <p:cNvCxnSpPr>
              <a:stCxn id="313" idx="6"/>
              <a:endCxn id="321" idx="2"/>
            </p:cNvCxnSpPr>
            <p:nvPr/>
          </p:nvCxnSpPr>
          <p:spPr>
            <a:xfrm flipV="1">
              <a:off x="2191463" y="2707856"/>
              <a:ext cx="708315" cy="61944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5" name="Oval 324"/>
            <p:cNvSpPr/>
            <p:nvPr/>
          </p:nvSpPr>
          <p:spPr>
            <a:xfrm>
              <a:off x="2899777" y="2922777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26" name="Straight Arrow Connector 325"/>
            <p:cNvCxnSpPr>
              <a:stCxn id="315" idx="6"/>
              <a:endCxn id="325" idx="2"/>
            </p:cNvCxnSpPr>
            <p:nvPr/>
          </p:nvCxnSpPr>
          <p:spPr>
            <a:xfrm>
              <a:off x="2191463" y="2657369"/>
              <a:ext cx="708314" cy="40920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Arrow Connector 326"/>
            <p:cNvCxnSpPr>
              <a:stCxn id="314" idx="6"/>
              <a:endCxn id="325" idx="2"/>
            </p:cNvCxnSpPr>
            <p:nvPr/>
          </p:nvCxnSpPr>
          <p:spPr>
            <a:xfrm>
              <a:off x="2191463" y="2992333"/>
              <a:ext cx="708314" cy="742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Arrow Connector 327"/>
            <p:cNvCxnSpPr>
              <a:stCxn id="313" idx="6"/>
              <a:endCxn id="325" idx="2"/>
            </p:cNvCxnSpPr>
            <p:nvPr/>
          </p:nvCxnSpPr>
          <p:spPr>
            <a:xfrm flipV="1">
              <a:off x="2191463" y="3066578"/>
              <a:ext cx="708314" cy="2607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5" name="Oval 354"/>
            <p:cNvSpPr/>
            <p:nvPr/>
          </p:nvSpPr>
          <p:spPr>
            <a:xfrm>
              <a:off x="2899776" y="3273713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56" name="Straight Arrow Connector 355"/>
            <p:cNvCxnSpPr>
              <a:stCxn id="315" idx="6"/>
              <a:endCxn id="355" idx="2"/>
            </p:cNvCxnSpPr>
            <p:nvPr/>
          </p:nvCxnSpPr>
          <p:spPr>
            <a:xfrm>
              <a:off x="2191463" y="2657369"/>
              <a:ext cx="708313" cy="7601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Arrow Connector 356"/>
            <p:cNvCxnSpPr>
              <a:stCxn id="314" idx="6"/>
              <a:endCxn id="355" idx="2"/>
            </p:cNvCxnSpPr>
            <p:nvPr/>
          </p:nvCxnSpPr>
          <p:spPr>
            <a:xfrm>
              <a:off x="2191463" y="2992333"/>
              <a:ext cx="708313" cy="42518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Arrow Connector 357"/>
            <p:cNvCxnSpPr>
              <a:stCxn id="313" idx="6"/>
              <a:endCxn id="355" idx="2"/>
            </p:cNvCxnSpPr>
            <p:nvPr/>
          </p:nvCxnSpPr>
          <p:spPr>
            <a:xfrm>
              <a:off x="2191463" y="3327297"/>
              <a:ext cx="708313" cy="902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9" name="Oval 358"/>
            <p:cNvSpPr/>
            <p:nvPr/>
          </p:nvSpPr>
          <p:spPr>
            <a:xfrm>
              <a:off x="2899779" y="363855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60" name="Straight Arrow Connector 359"/>
            <p:cNvCxnSpPr>
              <a:stCxn id="315" idx="6"/>
              <a:endCxn id="359" idx="2"/>
            </p:cNvCxnSpPr>
            <p:nvPr/>
          </p:nvCxnSpPr>
          <p:spPr>
            <a:xfrm>
              <a:off x="2191463" y="2657369"/>
              <a:ext cx="708316" cy="112498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Arrow Connector 360"/>
            <p:cNvCxnSpPr>
              <a:stCxn id="314" idx="6"/>
              <a:endCxn id="359" idx="2"/>
            </p:cNvCxnSpPr>
            <p:nvPr/>
          </p:nvCxnSpPr>
          <p:spPr>
            <a:xfrm>
              <a:off x="2191463" y="2992333"/>
              <a:ext cx="708316" cy="79001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Arrow Connector 361"/>
            <p:cNvCxnSpPr>
              <a:stCxn id="313" idx="6"/>
              <a:endCxn id="359" idx="2"/>
            </p:cNvCxnSpPr>
            <p:nvPr/>
          </p:nvCxnSpPr>
          <p:spPr>
            <a:xfrm>
              <a:off x="2191463" y="3327297"/>
              <a:ext cx="708316" cy="45505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3" name="Oval 362"/>
            <p:cNvSpPr/>
            <p:nvPr/>
          </p:nvSpPr>
          <p:spPr>
            <a:xfrm>
              <a:off x="4028197" y="219075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64" name="Straight Arrow Connector 363"/>
            <p:cNvCxnSpPr>
              <a:stCxn id="316" idx="6"/>
              <a:endCxn id="363" idx="2"/>
            </p:cNvCxnSpPr>
            <p:nvPr/>
          </p:nvCxnSpPr>
          <p:spPr>
            <a:xfrm flipV="1">
              <a:off x="3186242" y="2334551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Arrow Connector 364"/>
            <p:cNvCxnSpPr>
              <a:stCxn id="321" idx="6"/>
              <a:endCxn id="363" idx="2"/>
            </p:cNvCxnSpPr>
            <p:nvPr/>
          </p:nvCxnSpPr>
          <p:spPr>
            <a:xfrm flipV="1">
              <a:off x="3186241" y="2334551"/>
              <a:ext cx="841956" cy="3733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Arrow Connector 365"/>
            <p:cNvCxnSpPr>
              <a:stCxn id="325" idx="6"/>
              <a:endCxn id="363" idx="2"/>
            </p:cNvCxnSpPr>
            <p:nvPr/>
          </p:nvCxnSpPr>
          <p:spPr>
            <a:xfrm flipV="1">
              <a:off x="3186240" y="2334551"/>
              <a:ext cx="841957" cy="73202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Arrow Connector 366"/>
            <p:cNvCxnSpPr>
              <a:stCxn id="355" idx="6"/>
              <a:endCxn id="363" idx="2"/>
            </p:cNvCxnSpPr>
            <p:nvPr/>
          </p:nvCxnSpPr>
          <p:spPr>
            <a:xfrm flipV="1">
              <a:off x="3186239" y="2334551"/>
              <a:ext cx="841958" cy="108296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Arrow Connector 367"/>
            <p:cNvCxnSpPr>
              <a:stCxn id="359" idx="6"/>
              <a:endCxn id="363" idx="2"/>
            </p:cNvCxnSpPr>
            <p:nvPr/>
          </p:nvCxnSpPr>
          <p:spPr>
            <a:xfrm flipV="1">
              <a:off x="3186242" y="2334551"/>
              <a:ext cx="841955" cy="144780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9" name="Oval 368"/>
            <p:cNvSpPr/>
            <p:nvPr/>
          </p:nvSpPr>
          <p:spPr>
            <a:xfrm>
              <a:off x="4028196" y="2568528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70" name="Straight Arrow Connector 369"/>
            <p:cNvCxnSpPr>
              <a:endCxn id="369" idx="2"/>
            </p:cNvCxnSpPr>
            <p:nvPr/>
          </p:nvCxnSpPr>
          <p:spPr>
            <a:xfrm flipV="1">
              <a:off x="3186241" y="2712329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Arrow Connector 370"/>
            <p:cNvCxnSpPr>
              <a:stCxn id="325" idx="6"/>
              <a:endCxn id="369" idx="2"/>
            </p:cNvCxnSpPr>
            <p:nvPr/>
          </p:nvCxnSpPr>
          <p:spPr>
            <a:xfrm flipV="1">
              <a:off x="3186240" y="2712329"/>
              <a:ext cx="841956" cy="35424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Arrow Connector 371"/>
            <p:cNvCxnSpPr>
              <a:endCxn id="369" idx="2"/>
            </p:cNvCxnSpPr>
            <p:nvPr/>
          </p:nvCxnSpPr>
          <p:spPr>
            <a:xfrm flipV="1">
              <a:off x="3186239" y="2712329"/>
              <a:ext cx="841957" cy="73202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Arrow Connector 372"/>
            <p:cNvCxnSpPr>
              <a:endCxn id="369" idx="2"/>
            </p:cNvCxnSpPr>
            <p:nvPr/>
          </p:nvCxnSpPr>
          <p:spPr>
            <a:xfrm flipV="1">
              <a:off x="3186238" y="2712329"/>
              <a:ext cx="841958" cy="108296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Arrow Connector 373"/>
            <p:cNvCxnSpPr>
              <a:stCxn id="316" idx="6"/>
              <a:endCxn id="369" idx="2"/>
            </p:cNvCxnSpPr>
            <p:nvPr/>
          </p:nvCxnSpPr>
          <p:spPr>
            <a:xfrm>
              <a:off x="3186242" y="2334552"/>
              <a:ext cx="841954" cy="37777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5" name="Oval 374"/>
            <p:cNvSpPr/>
            <p:nvPr/>
          </p:nvSpPr>
          <p:spPr>
            <a:xfrm>
              <a:off x="4030044" y="2915686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76" name="Straight Arrow Connector 375"/>
            <p:cNvCxnSpPr>
              <a:endCxn id="375" idx="2"/>
            </p:cNvCxnSpPr>
            <p:nvPr/>
          </p:nvCxnSpPr>
          <p:spPr>
            <a:xfrm flipV="1">
              <a:off x="3188089" y="3059487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Arrow Connector 376"/>
            <p:cNvCxnSpPr>
              <a:endCxn id="375" idx="2"/>
            </p:cNvCxnSpPr>
            <p:nvPr/>
          </p:nvCxnSpPr>
          <p:spPr>
            <a:xfrm flipV="1">
              <a:off x="3188088" y="3059487"/>
              <a:ext cx="841956" cy="3733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Arrow Connector 377"/>
            <p:cNvCxnSpPr>
              <a:endCxn id="375" idx="2"/>
            </p:cNvCxnSpPr>
            <p:nvPr/>
          </p:nvCxnSpPr>
          <p:spPr>
            <a:xfrm flipV="1">
              <a:off x="3188087" y="3059487"/>
              <a:ext cx="841957" cy="73202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Arrow Connector 378"/>
            <p:cNvCxnSpPr>
              <a:stCxn id="321" idx="6"/>
              <a:endCxn id="375" idx="2"/>
            </p:cNvCxnSpPr>
            <p:nvPr/>
          </p:nvCxnSpPr>
          <p:spPr>
            <a:xfrm>
              <a:off x="3186241" y="2707856"/>
              <a:ext cx="843803" cy="35163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/>
            <p:cNvCxnSpPr>
              <a:stCxn id="316" idx="6"/>
              <a:endCxn id="375" idx="2"/>
            </p:cNvCxnSpPr>
            <p:nvPr/>
          </p:nvCxnSpPr>
          <p:spPr>
            <a:xfrm>
              <a:off x="3186242" y="2334552"/>
              <a:ext cx="843802" cy="72493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1" name="Oval 380"/>
            <p:cNvSpPr/>
            <p:nvPr/>
          </p:nvSpPr>
          <p:spPr>
            <a:xfrm>
              <a:off x="4028195" y="326390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82" name="Straight Arrow Connector 381"/>
            <p:cNvCxnSpPr>
              <a:stCxn id="355" idx="6"/>
              <a:endCxn id="381" idx="2"/>
            </p:cNvCxnSpPr>
            <p:nvPr/>
          </p:nvCxnSpPr>
          <p:spPr>
            <a:xfrm flipV="1">
              <a:off x="3186239" y="3407701"/>
              <a:ext cx="841956" cy="981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Arrow Connector 382"/>
            <p:cNvCxnSpPr>
              <a:endCxn id="381" idx="2"/>
            </p:cNvCxnSpPr>
            <p:nvPr/>
          </p:nvCxnSpPr>
          <p:spPr>
            <a:xfrm flipV="1">
              <a:off x="3186239" y="3407701"/>
              <a:ext cx="841956" cy="37330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Arrow Connector 383"/>
            <p:cNvCxnSpPr>
              <a:stCxn id="325" idx="6"/>
              <a:endCxn id="381" idx="2"/>
            </p:cNvCxnSpPr>
            <p:nvPr/>
          </p:nvCxnSpPr>
          <p:spPr>
            <a:xfrm>
              <a:off x="3186240" y="3066578"/>
              <a:ext cx="841955" cy="34112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Arrow Connector 384"/>
            <p:cNvCxnSpPr>
              <a:stCxn id="321" idx="6"/>
              <a:endCxn id="381" idx="2"/>
            </p:cNvCxnSpPr>
            <p:nvPr/>
          </p:nvCxnSpPr>
          <p:spPr>
            <a:xfrm>
              <a:off x="3186241" y="2707856"/>
              <a:ext cx="841954" cy="69984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Arrow Connector 385"/>
            <p:cNvCxnSpPr>
              <a:stCxn id="316" idx="6"/>
              <a:endCxn id="381" idx="2"/>
            </p:cNvCxnSpPr>
            <p:nvPr/>
          </p:nvCxnSpPr>
          <p:spPr>
            <a:xfrm>
              <a:off x="3186242" y="2334552"/>
              <a:ext cx="841953" cy="107314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7" name="Oval 386"/>
            <p:cNvSpPr/>
            <p:nvPr/>
          </p:nvSpPr>
          <p:spPr>
            <a:xfrm>
              <a:off x="4028194" y="3647150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88" name="Straight Arrow Connector 387"/>
            <p:cNvCxnSpPr>
              <a:endCxn id="387" idx="2"/>
            </p:cNvCxnSpPr>
            <p:nvPr/>
          </p:nvCxnSpPr>
          <p:spPr>
            <a:xfrm flipV="1">
              <a:off x="3186239" y="3790951"/>
              <a:ext cx="841955" cy="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Arrow Connector 388"/>
            <p:cNvCxnSpPr>
              <a:stCxn id="355" idx="6"/>
              <a:endCxn id="387" idx="2"/>
            </p:cNvCxnSpPr>
            <p:nvPr/>
          </p:nvCxnSpPr>
          <p:spPr>
            <a:xfrm>
              <a:off x="3186239" y="3417514"/>
              <a:ext cx="841955" cy="37343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Arrow Connector 389"/>
            <p:cNvCxnSpPr>
              <a:stCxn id="325" idx="6"/>
              <a:endCxn id="387" idx="2"/>
            </p:cNvCxnSpPr>
            <p:nvPr/>
          </p:nvCxnSpPr>
          <p:spPr>
            <a:xfrm>
              <a:off x="3186240" y="3066578"/>
              <a:ext cx="841954" cy="72437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Arrow Connector 390"/>
            <p:cNvCxnSpPr>
              <a:stCxn id="321" idx="6"/>
              <a:endCxn id="387" idx="2"/>
            </p:cNvCxnSpPr>
            <p:nvPr/>
          </p:nvCxnSpPr>
          <p:spPr>
            <a:xfrm>
              <a:off x="3186241" y="2707856"/>
              <a:ext cx="841953" cy="1083095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Arrow Connector 391"/>
            <p:cNvCxnSpPr>
              <a:stCxn id="316" idx="6"/>
              <a:endCxn id="387" idx="2"/>
            </p:cNvCxnSpPr>
            <p:nvPr/>
          </p:nvCxnSpPr>
          <p:spPr>
            <a:xfrm>
              <a:off x="3186242" y="2334552"/>
              <a:ext cx="841952" cy="145639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Arrow Connector 392"/>
            <p:cNvCxnSpPr>
              <a:stCxn id="363" idx="6"/>
              <a:endCxn id="317" idx="2"/>
            </p:cNvCxnSpPr>
            <p:nvPr/>
          </p:nvCxnSpPr>
          <p:spPr>
            <a:xfrm>
              <a:off x="4314660" y="2334551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/>
            <p:cNvCxnSpPr>
              <a:stCxn id="369" idx="6"/>
              <a:endCxn id="317" idx="2"/>
            </p:cNvCxnSpPr>
            <p:nvPr/>
          </p:nvCxnSpPr>
          <p:spPr>
            <a:xfrm flipV="1">
              <a:off x="4314659" y="2513568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Straight Arrow Connector 394"/>
            <p:cNvCxnSpPr>
              <a:stCxn id="375" idx="6"/>
              <a:endCxn id="317" idx="2"/>
            </p:cNvCxnSpPr>
            <p:nvPr/>
          </p:nvCxnSpPr>
          <p:spPr>
            <a:xfrm flipV="1">
              <a:off x="4316507" y="2513568"/>
              <a:ext cx="785947" cy="5459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Arrow Connector 395"/>
            <p:cNvCxnSpPr>
              <a:stCxn id="381" idx="6"/>
              <a:endCxn id="317" idx="2"/>
            </p:cNvCxnSpPr>
            <p:nvPr/>
          </p:nvCxnSpPr>
          <p:spPr>
            <a:xfrm flipV="1">
              <a:off x="4314658" y="2513568"/>
              <a:ext cx="787796" cy="89413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Arrow Connector 396"/>
            <p:cNvCxnSpPr>
              <a:stCxn id="387" idx="6"/>
              <a:endCxn id="317" idx="2"/>
            </p:cNvCxnSpPr>
            <p:nvPr/>
          </p:nvCxnSpPr>
          <p:spPr>
            <a:xfrm flipV="1">
              <a:off x="4314657" y="2513568"/>
              <a:ext cx="787797" cy="127738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8" name="Oval 397"/>
            <p:cNvSpPr/>
            <p:nvPr/>
          </p:nvSpPr>
          <p:spPr>
            <a:xfrm>
              <a:off x="5102453" y="2745652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399" name="Straight Arrow Connector 398"/>
            <p:cNvCxnSpPr>
              <a:endCxn id="398" idx="2"/>
            </p:cNvCxnSpPr>
            <p:nvPr/>
          </p:nvCxnSpPr>
          <p:spPr>
            <a:xfrm>
              <a:off x="4314659" y="2710436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Arrow Connector 438"/>
            <p:cNvCxnSpPr>
              <a:endCxn id="398" idx="2"/>
            </p:cNvCxnSpPr>
            <p:nvPr/>
          </p:nvCxnSpPr>
          <p:spPr>
            <a:xfrm flipV="1">
              <a:off x="4314658" y="2889453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Arrow Connector 439"/>
            <p:cNvCxnSpPr>
              <a:endCxn id="398" idx="2"/>
            </p:cNvCxnSpPr>
            <p:nvPr/>
          </p:nvCxnSpPr>
          <p:spPr>
            <a:xfrm flipV="1">
              <a:off x="4316506" y="2889453"/>
              <a:ext cx="785947" cy="5459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Arrow Connector 440"/>
            <p:cNvCxnSpPr>
              <a:endCxn id="398" idx="2"/>
            </p:cNvCxnSpPr>
            <p:nvPr/>
          </p:nvCxnSpPr>
          <p:spPr>
            <a:xfrm flipV="1">
              <a:off x="4314657" y="2889453"/>
              <a:ext cx="787796" cy="894133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Arrow Connector 441"/>
            <p:cNvCxnSpPr>
              <a:stCxn id="363" idx="6"/>
              <a:endCxn id="398" idx="2"/>
            </p:cNvCxnSpPr>
            <p:nvPr/>
          </p:nvCxnSpPr>
          <p:spPr>
            <a:xfrm>
              <a:off x="4314660" y="2334551"/>
              <a:ext cx="787793" cy="55490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3" name="Oval 442"/>
            <p:cNvSpPr/>
            <p:nvPr/>
          </p:nvSpPr>
          <p:spPr>
            <a:xfrm>
              <a:off x="5102452" y="3088214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444" name="Straight Arrow Connector 443"/>
            <p:cNvCxnSpPr>
              <a:endCxn id="443" idx="2"/>
            </p:cNvCxnSpPr>
            <p:nvPr/>
          </p:nvCxnSpPr>
          <p:spPr>
            <a:xfrm>
              <a:off x="4314658" y="3052998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Arrow Connector 444"/>
            <p:cNvCxnSpPr>
              <a:endCxn id="443" idx="2"/>
            </p:cNvCxnSpPr>
            <p:nvPr/>
          </p:nvCxnSpPr>
          <p:spPr>
            <a:xfrm flipV="1">
              <a:off x="4314657" y="3232015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Arrow Connector 445"/>
            <p:cNvCxnSpPr>
              <a:endCxn id="443" idx="2"/>
            </p:cNvCxnSpPr>
            <p:nvPr/>
          </p:nvCxnSpPr>
          <p:spPr>
            <a:xfrm flipV="1">
              <a:off x="4316505" y="3232015"/>
              <a:ext cx="785947" cy="5459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Arrow Connector 446"/>
            <p:cNvCxnSpPr>
              <a:stCxn id="369" idx="6"/>
              <a:endCxn id="443" idx="2"/>
            </p:cNvCxnSpPr>
            <p:nvPr/>
          </p:nvCxnSpPr>
          <p:spPr>
            <a:xfrm>
              <a:off x="4314659" y="2712329"/>
              <a:ext cx="787793" cy="51968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Straight Arrow Connector 447"/>
            <p:cNvCxnSpPr>
              <a:stCxn id="363" idx="6"/>
              <a:endCxn id="443" idx="2"/>
            </p:cNvCxnSpPr>
            <p:nvPr/>
          </p:nvCxnSpPr>
          <p:spPr>
            <a:xfrm>
              <a:off x="4314660" y="2334551"/>
              <a:ext cx="787792" cy="89746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9" name="Oval 448"/>
            <p:cNvSpPr/>
            <p:nvPr/>
          </p:nvSpPr>
          <p:spPr>
            <a:xfrm>
              <a:off x="5102454" y="3450552"/>
              <a:ext cx="286463" cy="2876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450" name="Straight Arrow Connector 449"/>
            <p:cNvCxnSpPr>
              <a:endCxn id="449" idx="2"/>
            </p:cNvCxnSpPr>
            <p:nvPr/>
          </p:nvCxnSpPr>
          <p:spPr>
            <a:xfrm>
              <a:off x="4314660" y="3415336"/>
              <a:ext cx="787794" cy="17901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Arrow Connector 450"/>
            <p:cNvCxnSpPr>
              <a:endCxn id="449" idx="2"/>
            </p:cNvCxnSpPr>
            <p:nvPr/>
          </p:nvCxnSpPr>
          <p:spPr>
            <a:xfrm flipV="1">
              <a:off x="4314659" y="3594353"/>
              <a:ext cx="787795" cy="19876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Arrow Connector 451"/>
            <p:cNvCxnSpPr>
              <a:stCxn id="375" idx="6"/>
              <a:endCxn id="449" idx="2"/>
            </p:cNvCxnSpPr>
            <p:nvPr/>
          </p:nvCxnSpPr>
          <p:spPr>
            <a:xfrm>
              <a:off x="4316507" y="3059487"/>
              <a:ext cx="785947" cy="53486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Arrow Connector 452"/>
            <p:cNvCxnSpPr>
              <a:stCxn id="369" idx="6"/>
              <a:endCxn id="449" idx="2"/>
            </p:cNvCxnSpPr>
            <p:nvPr/>
          </p:nvCxnSpPr>
          <p:spPr>
            <a:xfrm>
              <a:off x="4314659" y="2712329"/>
              <a:ext cx="787795" cy="88202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Arrow Connector 453"/>
            <p:cNvCxnSpPr>
              <a:stCxn id="363" idx="6"/>
              <a:endCxn id="449" idx="2"/>
            </p:cNvCxnSpPr>
            <p:nvPr/>
          </p:nvCxnSpPr>
          <p:spPr>
            <a:xfrm>
              <a:off x="4314660" y="2334551"/>
              <a:ext cx="787794" cy="1259802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3030410"/>
            <a:ext cx="1022985" cy="29146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" name="Ink 4"/>
              <p14:cNvContentPartPr/>
              <p14:nvPr/>
            </p14:nvContentPartPr>
            <p14:xfrm>
              <a:off x="56520" y="879840"/>
              <a:ext cx="8490960" cy="413532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7160" y="870480"/>
                <a:ext cx="8512560" cy="415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7461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Calibri"/>
              </a:rPr>
              <a:t>Training a neural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" y="662285"/>
            <a:ext cx="858337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Use gradient checking to compare                   computed using backpropagation vs. using  numerical estimate of gradient          of          .</a:t>
            </a:r>
            <a:br>
              <a:rPr lang="en-US" sz="2400" dirty="0">
                <a:solidFill>
                  <a:prstClr val="black"/>
                </a:solidFill>
                <a:latin typeface="Calibri"/>
              </a:rPr>
            </a:br>
            <a:r>
              <a:rPr lang="en-US" sz="2400" dirty="0">
                <a:solidFill>
                  <a:prstClr val="black"/>
                </a:solidFill>
                <a:latin typeface="Calibri"/>
              </a:rPr>
              <a:t>Then disable gradient checking code.</a:t>
            </a:r>
          </a:p>
          <a:p>
            <a:pPr marL="457200" indent="-457200">
              <a:buFontTx/>
              <a:buAutoNum type="arabicPeriod" startAt="5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Use gradient descent or advanced optimization method with backpropagation to try to  minimize          as a function of parameters</a:t>
            </a:r>
          </a:p>
        </p:txBody>
      </p:sp>
      <p:pic>
        <p:nvPicPr>
          <p:cNvPr id="14" name="Picture 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440" y="1521775"/>
            <a:ext cx="518160" cy="25527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86778"/>
            <a:ext cx="1049655" cy="45339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875" y="2612325"/>
            <a:ext cx="518160" cy="25527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905" y="3005200"/>
            <a:ext cx="169545" cy="18478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" name="Ink 2"/>
              <p14:cNvContentPartPr/>
              <p14:nvPr/>
            </p14:nvContentPartPr>
            <p14:xfrm>
              <a:off x="63720" y="893880"/>
              <a:ext cx="7676280" cy="35128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3640" y="884520"/>
                <a:ext cx="7694280" cy="352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673337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09600" y="520303"/>
            <a:ext cx="7677150" cy="4032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7191" name="AutoShape 7"/>
          <p:cNvSpPr>
            <a:spLocks noChangeArrowheads="1"/>
          </p:cNvSpPr>
          <p:nvPr/>
        </p:nvSpPr>
        <p:spPr bwMode="auto">
          <a:xfrm>
            <a:off x="3790950" y="2024062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77192" name="AutoShape 8"/>
          <p:cNvSpPr>
            <a:spLocks noChangeArrowheads="1"/>
          </p:cNvSpPr>
          <p:nvPr/>
        </p:nvSpPr>
        <p:spPr bwMode="auto">
          <a:xfrm>
            <a:off x="3829050" y="2241946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77193" name="AutoShape 9"/>
          <p:cNvSpPr>
            <a:spLocks noChangeArrowheads="1"/>
          </p:cNvSpPr>
          <p:nvPr/>
        </p:nvSpPr>
        <p:spPr bwMode="auto">
          <a:xfrm>
            <a:off x="3810000" y="2463402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77194" name="AutoShape 10"/>
          <p:cNvSpPr>
            <a:spLocks noChangeArrowheads="1"/>
          </p:cNvSpPr>
          <p:nvPr/>
        </p:nvSpPr>
        <p:spPr bwMode="auto">
          <a:xfrm>
            <a:off x="3581400" y="2692002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77195" name="AutoShape 11"/>
          <p:cNvSpPr>
            <a:spLocks noChangeArrowheads="1"/>
          </p:cNvSpPr>
          <p:nvPr/>
        </p:nvSpPr>
        <p:spPr bwMode="auto">
          <a:xfrm>
            <a:off x="3657600" y="2920602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77196" name="AutoShape 12"/>
          <p:cNvSpPr>
            <a:spLocks noChangeArrowheads="1"/>
          </p:cNvSpPr>
          <p:nvPr/>
        </p:nvSpPr>
        <p:spPr bwMode="auto">
          <a:xfrm>
            <a:off x="3962400" y="2977752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77197" name="AutoShape 13"/>
          <p:cNvSpPr>
            <a:spLocks noChangeArrowheads="1"/>
          </p:cNvSpPr>
          <p:nvPr/>
        </p:nvSpPr>
        <p:spPr bwMode="auto">
          <a:xfrm>
            <a:off x="4114800" y="3149202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77198" name="AutoShape 14"/>
          <p:cNvSpPr>
            <a:spLocks noChangeArrowheads="1"/>
          </p:cNvSpPr>
          <p:nvPr/>
        </p:nvSpPr>
        <p:spPr bwMode="auto">
          <a:xfrm>
            <a:off x="4038600" y="3377802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77199" name="AutoShape 15"/>
          <p:cNvCxnSpPr>
            <a:cxnSpLocks noChangeShapeType="1"/>
          </p:cNvCxnSpPr>
          <p:nvPr/>
        </p:nvCxnSpPr>
        <p:spPr bwMode="auto">
          <a:xfrm>
            <a:off x="3692525" y="2777727"/>
            <a:ext cx="76200" cy="2286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7200" name="AutoShape 16"/>
          <p:cNvCxnSpPr>
            <a:cxnSpLocks noChangeShapeType="1"/>
          </p:cNvCxnSpPr>
          <p:nvPr/>
        </p:nvCxnSpPr>
        <p:spPr bwMode="auto">
          <a:xfrm flipH="1">
            <a:off x="3692525" y="2549127"/>
            <a:ext cx="228600" cy="2286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7201" name="AutoShape 17"/>
          <p:cNvCxnSpPr>
            <a:cxnSpLocks noChangeShapeType="1"/>
          </p:cNvCxnSpPr>
          <p:nvPr/>
        </p:nvCxnSpPr>
        <p:spPr bwMode="auto">
          <a:xfrm>
            <a:off x="3775075" y="3006327"/>
            <a:ext cx="304800" cy="571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7202" name="AutoShape 18"/>
          <p:cNvCxnSpPr>
            <a:cxnSpLocks noChangeShapeType="1"/>
          </p:cNvCxnSpPr>
          <p:nvPr/>
        </p:nvCxnSpPr>
        <p:spPr bwMode="auto">
          <a:xfrm>
            <a:off x="4068763" y="3063477"/>
            <a:ext cx="152400" cy="1714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7203" name="AutoShape 19"/>
          <p:cNvCxnSpPr>
            <a:cxnSpLocks noChangeShapeType="1"/>
          </p:cNvCxnSpPr>
          <p:nvPr/>
        </p:nvCxnSpPr>
        <p:spPr bwMode="auto">
          <a:xfrm flipH="1">
            <a:off x="4144963" y="3234927"/>
            <a:ext cx="76200" cy="2286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sp>
        <p:nvSpPr>
          <p:cNvPr id="477204" name="Line 20"/>
          <p:cNvSpPr>
            <a:spLocks noChangeShapeType="1"/>
          </p:cNvSpPr>
          <p:nvPr/>
        </p:nvSpPr>
        <p:spPr bwMode="auto">
          <a:xfrm>
            <a:off x="3905251" y="2109787"/>
            <a:ext cx="42863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77205" name="Line 21"/>
          <p:cNvSpPr>
            <a:spLocks noChangeShapeType="1"/>
          </p:cNvSpPr>
          <p:nvPr/>
        </p:nvSpPr>
        <p:spPr bwMode="auto">
          <a:xfrm flipH="1">
            <a:off x="3924301" y="2334815"/>
            <a:ext cx="23813" cy="21074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22" name="Picture 2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56" y="2516504"/>
            <a:ext cx="518160" cy="25527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090" y="3745230"/>
            <a:ext cx="422910" cy="33528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4080510"/>
            <a:ext cx="422910" cy="33528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" name="Ink 1"/>
              <p14:cNvContentPartPr/>
              <p14:nvPr/>
            </p14:nvContentPartPr>
            <p14:xfrm>
              <a:off x="542520" y="293400"/>
              <a:ext cx="8104680" cy="46429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2080" y="286560"/>
                <a:ext cx="8118360" cy="466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36301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7191" grpId="0" animBg="1"/>
      <p:bldP spid="477192" grpId="0" animBg="1"/>
      <p:bldP spid="477193" grpId="0" animBg="1"/>
      <p:bldP spid="477194" grpId="0" animBg="1"/>
      <p:bldP spid="477195" grpId="0" animBg="1"/>
      <p:bldP spid="477196" grpId="0" animBg="1"/>
      <p:bldP spid="477197" grpId="0" animBg="1"/>
      <p:bldP spid="477198" grpId="0" animBg="1"/>
      <p:bldP spid="477204" grpId="0" animBg="1"/>
      <p:bldP spid="47720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Neural Networks: Learning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47626" y="2337955"/>
            <a:ext cx="4648200" cy="1676400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Backpropagation example: Autonomous driving (optional)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4240669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4866501"/>
            <a:ext cx="20655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[Courtesy of Dean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Pomerleau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]</a:t>
            </a:r>
          </a:p>
        </p:txBody>
      </p:sp>
      <p:pic>
        <p:nvPicPr>
          <p:cNvPr id="1027" name="Picture 3" descr="C:\Users\ang\Desktop\Noname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6" t="8041" r="44637" b="25707"/>
          <a:stretch/>
        </p:blipFill>
        <p:spPr bwMode="auto">
          <a:xfrm>
            <a:off x="2113808" y="361950"/>
            <a:ext cx="5557652" cy="437808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11978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VIOUS_ACTIVE_SLIDE" val="48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y = 0 $ or $1$&#10;&#10;\end{document}"/>
  <p:tag name="IGUANATEXSIZE" val="2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y \in \mathbb{R}^K&#10;$&#10;&#10;\end{document}"/>
  <p:tag name="IGUANATEXSIZE" val="2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{ (x^{(1)}, y^{(1)}), (x^{(2)}, y^{(2)}), \dots, (x^{(m)}, y^{(m)}) \}&#10;$&#10;&#10;\end{document}"/>
  <p:tag name="IGUANATEXSIZE" val="2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L =&#10;$&#10;&#10;\end{document}"/>
  <p:tag name="IGUANATEXSIZE" val="2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s_l =&#10;$&#10;&#10;\end{document}"/>
  <p:tag name="IGUANATEXSIZE" val="2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l&#10;$&#10;&#10;\end{document}"/>
  <p:tag name="IGUANATEXSIZE" val="2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left[ \begin{smallmatrix}&#10;1\\0\\0\\0&#10;\end{smallmatrix} \right]&#10;$&#10;&#10;\end{document}"/>
  <p:tag name="IGUANATEXSIZE" val="2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left[ \begin{smallmatrix}&#10;0\\1\\0\\0&#10;\end{smallmatrix} \right]&#10;$&#10;&#10;\end{document}"/>
  <p:tag name="IGUANATEXSIZE" val="2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left[ \begin{smallmatrix}&#10;0\\0\\1\\0&#10;\end{smallmatrix} \right]&#10;$&#10;&#10;\end{document}"/>
  <p:tag name="IGUANATEXSIZE" val="2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left[ \begin{smallmatrix}&#10;0\\0\\0\\1&#10;\end{smallmatrix} \right]&#10;$&#10;&#10;\end{document}"/>
  <p:tag name="IGUANATEXSIZE" val="2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\displaystyle&#10;J(\theta) = -\frac{1}{m} \left[ \sum^m_{i=1} y^{(i)} \log h_\theta (x^{(i)}) + (1 - y^{(i)}) \log(1-h_\theta(x^{(i)})) \right] + \frac{\lambda}{2m} \sum^n_{j=1} \theta_j^2&#10;$&#10;&#10;\end{document}"/>
  <p:tag name="IGUANATEXSIZE" val="1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\displaystyle&#10;J(\Theta) = -\frac{1}{m} \left[ \sum^m_{i=1} \sum^K_{k=1} y^{(i)}_k \log (h_\Theta (x^{(i)}))_k + (1 - y^{(i)}_k) \log(1-(h_\Theta(x^{(i)}))_k) \right] &#10;$&#10;&#10;\end{document}"/>
  <p:tag name="IGUANATEXSIZE" val="1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\displaystyle&#10;+ \frac{\lambda}{2m} \sum^{L-1}_{l=1} \sum^{s_l}_{i=1} \sum^{s_{l+1}}_{j=1} (\Theta_{ji}^{(l)})^2&#10;$&#10;&#10;\end{document}"/>
  <p:tag name="IGUANATEXSIZE" val="1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h_\Theta(x) \in \mathbb{R}^K&#10;$&#10;&#10;\end{document}"/>
  <p:tag name="IGUANATEXSIZE" val="2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(h_\Theta(x))_i = i^{th}$ output&#10;&#10;\end{document}"/>
  <p:tag name="IGUANATEXSIZE" val="2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\displaystyle&#10;J(\Theta) = -\frac{1}{m} \left[ \sum^m_{i=1} \sum^K_{k=1} y^{(i)}_k \log h_\theta (x^{(i)})_k + (1 - y^{(i)}_k) \log(1-h_\theta(x^{(i)})_k) \right] &#10;$&#10;&#10;\end{document}"/>
  <p:tag name="IGUANATEXSIZE" val="1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\displaystyle&#10;+ \frac{\lambda}{2m} \sum^{L-1}_{l=1} \sum^{s_l}_{i=1} \sum^{s_{l+1}}_{j=1} (\Theta_j^{(l)})^2&#10;$&#10;&#10;\end{document}"/>
  <p:tag name="IGUANATEXSIZE" val="1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\displaystyle&#10;\min_\Theta J(\Theta)$&#10;&#10;\end{document}"/>
  <p:tag name="IGUANATEXSIZE" val="2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\displaystyle&#10;J(\Theta)$&#10;&#10;\end{document}"/>
  <p:tag name="IGUANATEXSIZE" val="2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frac{\partial}{\partial \Theta_{ij}^{(l)}} J(\Theta)&#10;$&#10;&#10;\end{document}"/>
  <p:tag name="IGUANATEXSIZE" val="2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1)} = x&#10;$&#10;&#10;\end{document}"/>
  <p:tag name="IGUANATEXSIZE" val="2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x&#10;$&#10;&#10;\end{document}"/>
  <p:tag name="IGUANATEXSIZE" val="2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y&#10;$&#10;&#10;\end{document}"/>
  <p:tag name="IGUANATEXSIZE" val="2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z^{(2)} = \Theta^{(1)} a^{(1)}&#10;$&#10;&#10;\end{document}"/>
  <p:tag name="IGUANATEXSIZE" val="2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2)} = g(z^{(2)})&#10;$&#10;&#10;\end{document}"/>
  <p:tag name="IGUANATEXSIZE" val="2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z^{(3)} = \Theta^{(2)} a^{(2)}&#10;$&#10;&#10;\end{document}"/>
  <p:tag name="IGUANATEXSIZE" val="2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3)} = g(z^{(3)})&#10;$&#10;&#10;\end{document}"/>
  <p:tag name="IGUANATEXSIZE" val="2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z^{(4)} = \Theta^{(3)} a^{(3)}&#10;$&#10;&#10;\end{document}"/>
  <p:tag name="IGUANATEXSIZE" val="2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4)} = h_\Theta(x) = g(z^{(4)})&#10;$&#10;&#10;\end{document}"/>
  <p:tag name="IGUANATEXSIZE" val="2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(add $&#10;a_0^{(2)}&#10;$)&#10;&#10;\end{document}"/>
  <p:tag name="IGUANATEXSIZE" val="2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(add $&#10;a_0^{(3)}&#10;$)&#10;&#10;\end{document}"/>
  <p:tag name="IGUANATEXSIZE" val="2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1)} = x&#10;$&#10;&#10;\end{document}"/>
  <p:tag name="IGUANATEXSIZE" val="2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x&#10;$&#10;&#10;\end{document}"/>
  <p:tag name="IGUANATEXSIZE" val="2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y&#10;$&#10;&#10;\end{document}"/>
  <p:tag name="IGUANATEXSIZE" val="2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z^{(2)} = \Theta^{(1)} a^{(1)}&#10;$&#10;&#10;\end{document}"/>
  <p:tag name="IGUANATEXSIZE" val="2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2)} = g(z^{(2)})&#10;$&#10;&#10;\end{document}"/>
  <p:tag name="IGUANATEXSIZE" val="2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z^{(3)} = \Theta^{(2)} a^{(2)}&#10;$&#10;&#10;\end{document}"/>
  <p:tag name="IGUANATEXSIZE" val="2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3)} = g(z^{(3)})&#10;$&#10;&#10;\end{document}"/>
  <p:tag name="IGUANATEXSIZE" val="2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z^{(4)} = \Theta^{(3)} a^{(3)}&#10;$&#10;&#10;\end{document}"/>
  <p:tag name="IGUANATEXSIZE" val="2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4)} = h_\Theta(x) = g(z^{(4)})&#10;$&#10;&#10;\end{document}"/>
  <p:tag name="IGUANATEXSIZE" val="2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(add $&#10;a_0^{(2)}&#10;$)&#10;&#10;\end{document}"/>
  <p:tag name="IGUANATEXSIZE" val="2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(add $&#10;a_0^{(3)}&#10;$)&#10;&#10;\end{document}"/>
  <p:tag name="IGUANATEXSIZE" val="2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1)} = x&#10;$&#10;&#10;\end{document}"/>
  <p:tag name="IGUANATEXSIZE" val="2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x&#10;$&#10;&#10;\end{document}"/>
  <p:tag name="IGUANATEXSIZE" val="2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y&#10;$&#10;&#10;\end{document}"/>
  <p:tag name="IGUANATEXSIZE" val="2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z^{(2)} = \Theta^{(1)} a^{(1)}&#10;$&#10;&#10;\end{document}"/>
  <p:tag name="IGUANATEXSIZE" val="2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2)} = g(z^{(2)})&#10;$&#10;&#10;\end{document}"/>
  <p:tag name="IGUANATEXSIZE" val="24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z^{(3)} = \Theta^{(2)} a^{(2)}&#10;$&#10;&#10;\end{document}"/>
  <p:tag name="IGUANATEXSIZE" val="2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3)} = g(z^{(3)})&#10;$&#10;&#10;\end{document}"/>
  <p:tag name="IGUANATEXSIZE" val="2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z^{(4)} = \Theta^{(3)} a^{(3)}&#10;$&#10;&#10;\end{document}"/>
  <p:tag name="IGUANATEXSIZE" val="2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4)} = h_\Theta(x) = g(z^{(4)})&#10;$&#10;&#10;\end{document}"/>
  <p:tag name="IGUANATEXSIZE" val="2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(add $&#10;a_0^{(2)}&#10;$)&#10;&#10;\end{document}"/>
  <p:tag name="IGUANATEXSIZE" val="24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(add $&#10;a_0^{(3)}&#10;$)&#10;&#10;\end{document}"/>
  <p:tag name="IGUANATEXSIZE" val="2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1)} = x&#10;$&#10;&#10;\end{document}"/>
  <p:tag name="IGUANATEXSIZE" val="24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x&#10;$&#10;&#10;\end{document}"/>
  <p:tag name="IGUANATEXSIZE" val="2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y&#10;$&#10;&#10;\end{document}"/>
  <p:tag name="IGUANATEXSIZE" val="24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z^{(2)} = \Theta^{(1)} a^{(1)}&#10;$&#10;&#10;\end{document}"/>
  <p:tag name="IGUANATEXSIZE" val="24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2)} = g(z^{(2)})&#10;$&#10;&#10;\end{document}"/>
  <p:tag name="IGUANATEXSIZE" val="24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z^{(3)} = \Theta^{(2)} a^{(2)}&#10;$&#10;&#10;\end{document}"/>
  <p:tag name="IGUANATEXSIZE" val="24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3)} = g(z^{(3)})&#10;$&#10;&#10;\end{document}"/>
  <p:tag name="IGUANATEXSIZE" val="2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z^{(4)} = \Theta^{(3)} a^{(3)}&#10;$&#10;&#10;\end{document}"/>
  <p:tag name="IGUANATEXSIZE" val="2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4)} = h_\Theta(x) = g(z^{(4)})&#10;$&#10;&#10;\end{document}"/>
  <p:tag name="IGUANATEXSIZE" val="2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(add $&#10;a_0^{(2)}&#10;$)&#10;&#10;\end{document}"/>
  <p:tag name="IGUANATEXSIZE" val="2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(add $&#10;a_0^{(3)}&#10;$)&#10;&#10;\end{document}"/>
  <p:tag name="IGUANATEXSIZE" val="2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1)} = x&#10;$&#10;&#10;\end{document}"/>
  <p:tag name="IGUANATEXSIZE" val="2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x&#10;$&#10;&#10;\end{document}"/>
  <p:tag name="IGUANATEXSIZE" val="2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y&#10;$&#10;&#10;\end{document}"/>
  <p:tag name="IGUANATEXSIZE" val="2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z^{(2)} = \Theta^{(1)} a^{(1)}&#10;$&#10;&#10;\end{document}"/>
  <p:tag name="IGUANATEXSIZE" val="2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2)} = g(z^{(2)})&#10;$&#10;&#10;\end{document}"/>
  <p:tag name="IGUANATEXSIZE" val="2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z^{(3)} = \Theta^{(2)} a^{(2)}&#10;$&#10;&#10;\end{document}"/>
  <p:tag name="IGUANATEXSIZE" val="2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3)} = g(z^{(3)})&#10;$&#10;&#10;\end{document}"/>
  <p:tag name="IGUANATEXSIZE" val="24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z^{(4)} = \Theta^{(3)} a^{(3)}&#10;$&#10;&#10;\end{document}"/>
  <p:tag name="IGUANATEXSIZE" val="2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4)} = h_\Theta(x) = g(z^{(4)})&#10;$&#10;&#10;\end{document}"/>
  <p:tag name="IGUANATEXSIZE" val="24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(add $&#10;a_0^{(2)}&#10;$)&#10;&#10;\end{document}"/>
  <p:tag name="IGUANATEXSIZE" val="24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(add $&#10;a_0^{(3)}&#10;$)&#10;&#10;\end{document}"/>
  <p:tag name="IGUANATEXSIZE" val="24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1)} = x&#10;$&#10;&#10;\end{document}"/>
  <p:tag name="IGUANATEXSIZE" val="24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x&#10;$&#10;&#10;\end{document}"/>
  <p:tag name="IGUANATEXSIZE" val="24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y&#10;$&#10;&#10;\end{document}"/>
  <p:tag name="IGUANATEXSIZE" val="24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z^{(2)} = \Theta^{(1)} a^{(1)}&#10;$&#10;&#10;\end{document}"/>
  <p:tag name="IGUANATEXSIZE" val="24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2)} = g(z^{(2)})&#10;$&#10;&#10;\end{document}"/>
  <p:tag name="IGUANATEXSIZE" val="24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z^{(3)} = \Theta^{(2)} a^{(2)}&#10;$&#10;&#10;\end{document}"/>
  <p:tag name="IGUANATEXSIZE" val="24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3)} = g(z^{(3)})&#10;$&#10;&#10;\end{document}"/>
  <p:tag name="IGUANATEXSIZE" val="24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z^{(4)} = \Theta^{(3)} a^{(3)}&#10;$&#10;&#10;\end{document}"/>
  <p:tag name="IGUANATEXSIZE" val="24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4)} = h_\Theta(x) = g(z^{(4)})&#10;$&#10;&#10;\end{document}"/>
  <p:tag name="IGUANATEXSIZE" val="24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(add $&#10;a_0^{(2)}&#10;$)&#10;&#10;\end{document}"/>
  <p:tag name="IGUANATEXSIZE" val="24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(add $&#10;a_0^{(3)}&#10;$)&#10;&#10;\end{document}"/>
  <p:tag name="IGUANATEXSIZE" val="24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1)} = x&#10;$&#10;&#10;\end{document}"/>
  <p:tag name="IGUANATEXSIZE" val="24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x&#10;$&#10;&#10;\end{document}"/>
  <p:tag name="IGUANATEXSIZE" val="24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y&#10;$&#10;&#10;\end{document}"/>
  <p:tag name="IGUANATEXSIZE" val="24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z^{(2)} = \Theta^{(1)} a^{(1)}&#10;$&#10;&#10;\end{document}"/>
  <p:tag name="IGUANATEXSIZE" val="24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2)} = g(z^{(2)})&#10;$&#10;&#10;\end{document}"/>
  <p:tag name="IGUANATEXSIZE" val="24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z^{(3)} = \Theta^{(2)} a^{(2)}&#10;$&#10;&#10;\end{document}"/>
  <p:tag name="IGUANATEXSIZE" val="24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3)} = g(z^{(3)})&#10;$&#10;&#10;\end{document}"/>
  <p:tag name="IGUANATEXSIZE" val="24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z^{(4)} = \Theta^{(3)} a^{(3)}&#10;$&#10;&#10;\end{document}"/>
  <p:tag name="IGUANATEXSIZE" val="24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4)} = h_\Theta(x) = g(z^{(4)})&#10;$&#10;&#10;\end{document}"/>
  <p:tag name="IGUANATEXSIZE" val="24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(add $&#10;a_0^{(2)}&#10;$)&#10;&#10;\end{document}"/>
  <p:tag name="IGUANATEXSIZE" val="24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(add $&#10;a_0^{(3)}&#10;$)&#10;&#10;\end{document}"/>
  <p:tag name="IGUANATEXSIZE" val="24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1)} = x&#10;$&#10;&#10;\end{document}"/>
  <p:tag name="IGUANATEXSIZE" val="24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x&#10;$&#10;&#10;\end{document}"/>
  <p:tag name="IGUANATEXSIZE" val="24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y&#10;$&#10;&#10;\end{document}"/>
  <p:tag name="IGUANATEXSIZE" val="24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z^{(2)} = \Theta^{(1)} a^{(1)}&#10;$&#10;&#10;\end{document}"/>
  <p:tag name="IGUANATEXSIZE" val="24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2)} = g(z^{(2)})&#10;$&#10;&#10;\end{document}"/>
  <p:tag name="IGUANATEXSIZE" val="24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z^{(3)} = \Theta^{(2)} a^{(2)}&#10;$&#10;&#10;\end{document}"/>
  <p:tag name="IGUANATEXSIZE" val="24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3)} = g(z^{(3)})&#10;$&#10;&#10;\end{document}"/>
  <p:tag name="IGUANATEXSIZE" val="24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z^{(4)} = \Theta^{(3)} a^{(3)}&#10;$&#10;&#10;\end{document}"/>
  <p:tag name="IGUANATEXSIZE" val="24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4)} = h_\Theta(x) = g(z^{(4)})&#10;$&#10;&#10;\end{document}"/>
  <p:tag name="IGUANATEXSIZE" val="24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(add $&#10;a_0^{(2)}&#10;$)&#10;&#10;\end{document}"/>
  <p:tag name="IGUANATEXSIZE" val="24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(add $&#10;a_0^{(3)}&#10;$)&#10;&#10;\end{document}"/>
  <p:tag name="IGUANATEXSIZE" val="24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1)} = x&#10;$&#10;&#10;\end{document}"/>
  <p:tag name="IGUANATEXSIZE" val="24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x&#10;$&#10;&#10;\end{document}"/>
  <p:tag name="IGUANATEXSIZE" val="24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y&#10;$&#10;&#10;\end{document}"/>
  <p:tag name="IGUANATEXSIZE" val="24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z^{(2)} = \Theta^{(1)} a^{(1)}&#10;$&#10;&#10;\end{document}"/>
  <p:tag name="IGUANATEXSIZE" val="24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2)} = g(z^{(2)})&#10;$&#10;&#10;\end{document}"/>
  <p:tag name="IGUANATEXSIZE" val="24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z^{(3)} = \Theta^{(2)} a^{(2)}&#10;$&#10;&#10;\end{document}"/>
  <p:tag name="IGUANATEXSIZE" val="24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3)} = g(z^{(3)})&#10;$&#10;&#10;\end{document}"/>
  <p:tag name="IGUANATEXSIZE" val="24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z^{(4)} = \Theta^{(3)} a^{(3)}&#10;$&#10;&#10;\end{document}"/>
  <p:tag name="IGUANATEXSIZE" val="24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4)} = h_\Theta(x) = g(z^{(4)})&#10;$&#10;&#10;\end{document}"/>
  <p:tag name="IGUANATEXSIZE" val="24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(add $&#10;a_0^{(2)}&#10;$)&#10;&#10;\end{document}"/>
  <p:tag name="IGUANATEXSIZE" val="24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(add $&#10;a_0^{(3)}&#10;$)&#10;&#10;\end{document}"/>
  <p:tag name="IGUANATEXSIZE" val="24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1)} = x&#10;$&#10;&#10;\end{document}"/>
  <p:tag name="IGUANATEXSIZE" val="24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x&#10;$&#10;&#10;\end{document}"/>
  <p:tag name="IGUANATEXSIZE" val="24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y&#10;$&#10;&#10;\end{document}"/>
  <p:tag name="IGUANATEXSIZE" val="24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z^{(2)} = \Theta^{(1)} a^{(1)}&#10;$&#10;&#10;\end{document}"/>
  <p:tag name="IGUANATEXSIZE" val="24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2)} = g(z^{(2)})&#10;$&#10;&#10;\end{document}"/>
  <p:tag name="IGUANATEXSIZE" val="24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z^{(3)} = \Theta^{(2)} a^{(2)}&#10;$&#10;&#10;\end{document}"/>
  <p:tag name="IGUANATEXSIZE" val="24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3)} = g(z^{(3)})&#10;$&#10;&#10;\end{document}"/>
  <p:tag name="IGUANATEXSIZE" val="24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z^{(4)} = \Theta^{(3)} a^{(3)}&#10;$&#10;&#10;\end{document}"/>
  <p:tag name="IGUANATEXSIZE" val="24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4)} = h_\Theta(x) = g(z^{(4)})&#10;$&#10;&#10;\end{document}"/>
  <p:tag name="IGUANATEXSIZE" val="24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(add $&#10;a_0^{(2)}&#10;$)&#10;&#10;\end{document}"/>
  <p:tag name="IGUANATEXSIZE" val="24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(add $&#10;a_0^{(3)}&#10;$)&#10;&#10;\end{document}"/>
  <p:tag name="IGUANATEXSIZE" val="24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_j^{(l)} =&#10;$&#10;&#10;\end{document}"/>
  <p:tag name="IGUANATEXSIZE" val="24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_j^{(l)} =&#10;$&#10;&#10;\end{document}"/>
  <p:tag name="IGUANATEXSIZE" val="24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l&#10;$&#10;&#10;\end{document}"/>
  <p:tag name="IGUANATEXSIZE" val="24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j&#10;$&#10;&#10;\end{document}"/>
  <p:tag name="IGUANATEXSIZE" val="24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_j^{(l)} =&#10;$&#10;&#10;\end{document}"/>
  <p:tag name="IGUANATEXSIZE" val="24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l&#10;$&#10;&#10;\end{document}"/>
  <p:tag name="IGUANATEXSIZE" val="24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j&#10;$&#10;&#10;\end{document}"/>
  <p:tag name="IGUANATEXSIZE" val="24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_j^{(l)} =&#10;$&#10;&#10;\end{document}"/>
  <p:tag name="IGUANATEXSIZE" val="24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_j^{(4)} = a_j^{(4)} - y_j &#10;$&#10;&#10;\end{document}"/>
  <p:tag name="IGUANATEXSIZE" val="24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l&#10;$&#10;&#10;\end{document}"/>
  <p:tag name="IGUANATEXSIZE" val="24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j&#10;$&#10;&#10;\end{document}"/>
  <p:tag name="IGUANATEXSIZE" val="24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_j^{(l)} =&#10;$&#10;&#10;\end{document}"/>
  <p:tag name="IGUANATEXSIZE" val="24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_j^{(4)} = a_j^{(4)} - y_j &#10;$&#10;&#10;\end{document}"/>
  <p:tag name="IGUANATEXSIZE" val="24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^{(3)} = (\Theta^{(3)})^T \delta^{(4)} .* g'(z^{(3)})&#10;$&#10;&#10;\end{document}"/>
  <p:tag name="IGUANATEXSIZE" val="24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^{(2)} = (\Theta&#10;^{(2)})^T \delta^{(3)} .* g'(z^{(2)})&#10;$&#10;&#10;\end{document}"/>
  <p:tag name="IGUANATEXSIZE" val="24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l&#10;$&#10;&#10;\end{document}"/>
  <p:tag name="IGUANATEXSIZE" val="24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j&#10;$&#10;&#10;\end{document}"/>
  <p:tag name="IGUANATEXSIZE" val="24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_j^{(l)} =&#10;$&#10;&#10;\end{document}"/>
  <p:tag name="IGUANATEXSIZE" val="24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_j^{(4)} = a_j^{(4)} - y_j &#10;$&#10;&#10;\end{document}"/>
  <p:tag name="IGUANATEXSIZE" val="24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^{(3)} = (\Theta^{(3)})^T \delta^{(4)} .* g'(z^{(3)})&#10;$&#10;&#10;\end{document}"/>
  <p:tag name="IGUANATEXSIZE" val="24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^{(2)} = (\Theta&#10;^{(2)})^T \delta^{(3)} .* g'(z^{(2)})&#10;$&#10;&#10;\end{document}"/>
  <p:tag name="IGUANATEXSIZE" val="24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l&#10;$&#10;&#10;\end{document}"/>
  <p:tag name="IGUANATEXSIZE" val="24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j&#10;$&#10;&#10;\end{document}"/>
  <p:tag name="IGUANATEXSIZE" val="24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_j^{(l)} =&#10;$&#10;&#10;\end{document}"/>
  <p:tag name="IGUANATEXSIZE" val="24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_j^{(4)} = a_j^{(4)} - y_j &#10;$&#10;&#10;\end{document}"/>
  <p:tag name="IGUANATEXSIZE" val="24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^{(3)} = (\Theta^{(3)})^T \delta^{(4)} .* g'(z^{(3)})&#10;$&#10;&#10;\end{document}"/>
  <p:tag name="IGUANATEXSIZE" val="24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^{(2)} = (\Theta&#10;^{(2)})^T \delta^{(3)} .* g'(z^{(2)})&#10;$&#10;&#10;\end{document}"/>
  <p:tag name="IGUANATEXSIZE" val="24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l&#10;$&#10;&#10;\end{document}"/>
  <p:tag name="IGUANATEXSIZE" val="24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j&#10;$&#10;&#10;\end{document}"/>
  <p:tag name="IGUANATEXSIZE" val="24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_j^{(l)} =&#10;$&#10;&#10;\end{document}"/>
  <p:tag name="IGUANATEXSIZE" val="24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_j^{(4)} = a_j^{(4)} - y_j &#10;$&#10;&#10;\end{document}"/>
  <p:tag name="IGUANATEXSIZE" val="24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^{(3)} = (\Theta^{(3)})^T \delta^{(4)} .* g'(z^{(3)})&#10;$&#10;&#10;\end{document}"/>
  <p:tag name="IGUANATEXSIZE" val="24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^{(2)} = (\Theta&#10;^{(2)})^T \delta^{(3)} .* g'(z^{(2)})&#10;$&#10;&#10;\end{document}"/>
  <p:tag name="IGUANATEXSIZE" val="24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l&#10;$&#10;&#10;\end{document}"/>
  <p:tag name="IGUANATEXSIZE" val="24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j&#10;$&#10;&#10;\end{document}"/>
  <p:tag name="IGUANATEXSIZE" val="24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_j^{(l)} =&#10;$&#10;&#10;\end{document}"/>
  <p:tag name="IGUANATEXSIZE" val="24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_j^{(4)} = a_j^{(4)} - y_j &#10;$&#10;&#10;\end{document}"/>
  <p:tag name="IGUANATEXSIZE" val="24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^{(3)} = (\Theta^{(3)})^T \delta^{(4)} .* g'(z^{(3)})&#10;$&#10;&#10;\end{document}"/>
  <p:tag name="IGUANATEXSIZE" val="24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^{(2)} = (\Theta&#10;^{(2)})^T \delta^{(3)} .* g'(z^{(2)})&#10;$&#10;&#10;\end{document}"/>
  <p:tag name="IGUANATEXSIZE" val="24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l&#10;$&#10;&#10;\end{document}"/>
  <p:tag name="IGUANATEXSIZE" val="24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j&#10;$&#10;&#10;\end{document}"/>
  <p:tag name="IGUANATEXSIZE" val="24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_j^{(l)} =&#10;$&#10;&#10;\end{document}"/>
  <p:tag name="IGUANATEXSIZE" val="24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_j^{(4)} = a_j^{(4)} - y_j &#10;$&#10;&#10;\end{document}"/>
  <p:tag name="IGUANATEXSIZE" val="24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^{(3)} = (\Theta^{(3)})^T \delta^{(4)} .* g'(z^{(3)})&#10;$&#10;&#10;\end{document}"/>
  <p:tag name="IGUANATEXSIZE" val="24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^{(2)} = (\Theta&#10;^{(2)})^T \delta^{(3)} .* g'(z^{(2)})&#10;$&#10;&#10;\end{document}"/>
  <p:tag name="IGUANATEXSIZE" val="24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l&#10;$&#10;&#10;\end{document}"/>
  <p:tag name="IGUANATEXSIZE" val="24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j&#10;$&#10;&#10;\end{document}"/>
  <p:tag name="IGUANATEXSIZE" val="24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_j^{(l)} =&#10;$&#10;&#10;\end{document}"/>
  <p:tag name="IGUANATEXSIZE" val="24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_j^{(4)} = a_j^{(4)} - y_j &#10;$&#10;&#10;\end{document}"/>
  <p:tag name="IGUANATEXSIZE" val="24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^{(3)} = (\Theta^{(3)})^T \delta^{(4)} .* g'(z^{(3)})&#10;$&#10;&#10;\end{document}"/>
  <p:tag name="IGUANATEXSIZE" val="24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^{(2)} = (\Theta&#10;^{(2)})^T \delta^{(3)} .* g'(z^{(2)})&#10;$&#10;&#10;\end{document}"/>
  <p:tag name="IGUANATEXSIZE" val="24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l&#10;$&#10;&#10;\end{document}"/>
  <p:tag name="IGUANATEXSIZE" val="24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j&#10;$&#10;&#10;\end{document}"/>
  <p:tag name="IGUANATEXSIZE" val="24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_j^{(l)} =&#10;$&#10;&#10;\end{document}"/>
  <p:tag name="IGUANATEXSIZE" val="24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_j^{(4)} = a_j^{(4)} - y_j &#10;$&#10;&#10;\end{document}"/>
  <p:tag name="IGUANATEXSIZE" val="24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^{(3)} = (\Theta^{(3)})^T \delta^{(4)} .* g'(z^{(3)})&#10;$&#10;&#10;\end{document}"/>
  <p:tag name="IGUANATEXSIZE" val="24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^{(2)} = (\Theta&#10;^{(2)})^T \delta^{(3)} .* g'(z^{(2)})&#10;$&#10;&#10;\end{document}"/>
  <p:tag name="IGUANATEXSIZE" val="24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l&#10;$&#10;&#10;\end{document}"/>
  <p:tag name="IGUANATEXSIZE" val="24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j&#10;$&#10;&#10;\end{document}"/>
  <p:tag name="IGUANATEXSIZE" val="24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_j^{(l)} =&#10;$&#10;&#10;\end{document}"/>
  <p:tag name="IGUANATEXSIZE" val="24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_j^{(4)} = a_j^{(4)} - y_j &#10;$&#10;&#10;\end{document}"/>
  <p:tag name="IGUANATEXSIZE" val="24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^{(3)} = (\Theta^{(3)})^T \delta^{(4)} .* g'(z^{(3)})&#10;$&#10;&#10;\end{document}"/>
  <p:tag name="IGUANATEXSIZE" val="24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^{(2)} = (\Theta&#10;^{(2)})^T \delta^{(3)} .* g'(z^{(2)})&#10;$&#10;&#10;\end{document}"/>
  <p:tag name="IGUANATEXSIZE" val="24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l&#10;$&#10;&#10;\end{document}"/>
  <p:tag name="IGUANATEXSIZE" val="24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j&#10;$&#10;&#10;\end{document}"/>
  <p:tag name="IGUANATEXSIZE" val="24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_j^{(l)} =&#10;$&#10;&#10;\end{document}"/>
  <p:tag name="IGUANATEXSIZE" val="24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_j^{(4)} = a_j^{(4)} - y_j &#10;$&#10;&#10;\end{document}"/>
  <p:tag name="IGUANATEXSIZE" val="24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^{(3)} = (\Theta^{(3)})^T \delta^{(4)} .* g'(z^{(3)})&#10;$&#10;&#10;\end{document}"/>
  <p:tag name="IGUANATEXSIZE" val="24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^{(2)} = (\Theta&#10;^{(2)})^T \delta^{(3)} .* g'(z^{(2)})&#10;$&#10;&#10;\end{document}"/>
  <p:tag name="IGUANATEXSIZE" val="24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l&#10;$&#10;&#10;\end{document}"/>
  <p:tag name="IGUANATEXSIZE" val="24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j&#10;$&#10;&#10;\end{document}"/>
  <p:tag name="IGUANATEXSIZE" val="24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_j^{(l)} =&#10;$&#10;&#10;\end{document}"/>
  <p:tag name="IGUANATEXSIZE" val="24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_j^{(4)} = a_j^{(4)} - y_j &#10;$&#10;&#10;\end{document}"/>
  <p:tag name="IGUANATEXSIZE" val="24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^{(3)} = (\Theta^{(3)})^T \delta^{(4)} .* g'(z^{(3)})&#10;$&#10;&#10;\end{document}"/>
  <p:tag name="IGUANATEXSIZE" val="24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^{(2)} = (\Theta&#10;^{(2)})^T \delta^{(3)} .* g'(z^{(2)})&#10;$&#10;&#10;\end{document}"/>
  <p:tag name="IGUANATEXSIZE" val="24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{ (x^{(1)}, y^{(1)}), \dots, (x^{(m)}, y^{(m)}) \}&#10;$&#10;&#10;\end{document}"/>
  <p:tag name="IGUANATEXSIZE" val="20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i = 1$ to $m&#10;$&#10;&#10;\end{document}"/>
  <p:tag name="IGUANATEXSIZE" val="20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1)} = x^{(i)}&#10;$&#10;&#10;\end{document}"/>
  <p:tag name="IGUANATEXSIZE" val="20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l)}&#10;$&#10;&#10;\end{document}"/>
  <p:tag name="IGUANATEXSIZE" val="20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l = 2,3,\dots,L&#10;$&#10;&#10;\end{document}"/>
  <p:tag name="IGUANATEXSIZE" val="20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y^{(i)}&#10;$&#10;&#10;\end{document}"/>
  <p:tag name="IGUANATEXSIZE" val="20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^{(L)} = a^{(L)}-y^{(i)}&#10;$&#10;&#10;\end{document}"/>
  <p:tag name="IGUANATEXSIZE" val="20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^{(L-1)}, \delta^{(L-2)}, \dots, \delta^{(2)}&#10;$&#10;&#10;\end{document}"/>
  <p:tag name="IGUANATEXSIZE" val="20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bigtriangleup_{ij}^{(l)} := \bigtriangleup_{ij}^{(l)} + a_j^{(l)}\delta_i^{(l+1)}&#10;$&#10;&#10;\end{document}"/>
  <p:tag name="IGUANATEXSIZE" val="20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bigtriangleup_{ij}^{(l)} = 0&#10;$&#10;&#10;\end{document}"/>
  <p:tag name="IGUANATEXSIZE" val="20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l,i,j&#10;$&#10;&#10;\end{document}"/>
  <p:tag name="IGUANATEXSIZE" val="20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{ (x^{(1)}, y^{(1)}), \dots, (x^{(m)}, y^{(m)}) \}&#10;$&#10;&#10;\end{document}"/>
  <p:tag name="IGUANATEXSIZE" val="20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i = 1$ to $m&#10;$&#10;&#10;\end{document}"/>
  <p:tag name="IGUANATEXSIZE" val="20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1)} = x^{(i)}&#10;$&#10;&#10;\end{document}"/>
  <p:tag name="IGUANATEXSIZE" val="20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l)}&#10;$&#10;&#10;\end{document}"/>
  <p:tag name="IGUANATEXSIZE" val="20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l = 2,3,\dots,L&#10;$&#10;&#10;\end{document}"/>
  <p:tag name="IGUANATEXSIZE" val="20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y^{(i)}&#10;$&#10;&#10;\end{document}"/>
  <p:tag name="IGUANATEXSIZE" val="20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^{(L)} = a^{(L)}-y^{(i)}&#10;$&#10;&#10;\end{document}"/>
  <p:tag name="IGUANATEXSIZE" val="20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^{(L-1)}, \delta^{(L-2)}, \dots, \delta^{(2)}&#10;$&#10;&#10;\end{document}"/>
  <p:tag name="IGUANATEXSIZE" val="20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bigtriangleup_{ij}^{(l)} := \bigtriangleup_{ij}^{(l)} + a_j^{(l)}\delta_i^{(l+1)}&#10;$&#10;&#10;\end{document}"/>
  <p:tag name="IGUANATEXSIZE" val="20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bigtriangleup_{ij}^{(l)} = 0&#10;$&#10;&#10;\end{document}"/>
  <p:tag name="IGUANATEXSIZE" val="20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l,i,j&#10;$&#10;&#10;\end{document}"/>
  <p:tag name="IGUANATEXSIZE" val="20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{ (x^{(1)}, y^{(1)}), \dots, (x^{(m)}, y^{(m)}) \}&#10;$&#10;&#10;\end{document}"/>
  <p:tag name="IGUANATEXSIZE" val="20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D_{ij}^{(l)} := \frac{1}{m}\bigtriangleup_{ij}^{(l)} + \lambda \Theta_{ij}^{(l)}&#10;$ if $j \neq 0$&#10;&#10;\end{document}"/>
  <p:tag name="IGUANATEXSIZE" val="20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D_{ij}^{(l)} := \frac{1}{m}\bigtriangleup_{ij}^{(l)}&#10;$ &#10;&#10;\end{document}"/>
  <p:tag name="IGUANATEXSIZE" val="20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&#10;if $j = 0$&#10;&#10;\end{document}"/>
  <p:tag name="IGUANATEXSIZE" val="20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frac{\partial}{\partial \Theta_{ij}^{(l)}}J(\Theta) = D_{ij}^{(l)}&#10;$&#10;&#10;\end{document}"/>
  <p:tag name="IGUANATEXSIZE" val="24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i = 1$ to $m&#10;$&#10;&#10;\end{document}"/>
  <p:tag name="IGUANATEXSIZE" val="20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1)} = x^{(i)}&#10;$&#10;&#10;\end{document}"/>
  <p:tag name="IGUANATEXSIZE" val="20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a^{(l)}&#10;$&#10;&#10;\end{document}"/>
  <p:tag name="IGUANATEXSIZE" val="20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l = 2,3,\dots,L&#10;$&#10;&#10;\end{document}"/>
  <p:tag name="IGUANATEXSIZE" val="20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y^{(i)}&#10;$&#10;&#10;\end{document}"/>
  <p:tag name="IGUANATEXSIZE" val="20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^{(L)} = a^{(L)}-y^{(i)}&#10;$&#10;&#10;\end{document}"/>
  <p:tag name="IGUANATEXSIZE" val="20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delta^{(L-1)}, \delta^{(L-2)}, \dots, \delta^{(2)}&#10;$&#10;&#10;\end{document}"/>
  <p:tag name="IGUANATEXSIZE" val="20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bigtriangleup_{ij}^{(l)} := \bigtriangleup_{ij}^{(l)} + a_j^{(l)}\delta_i^{(l+1)}&#10;$&#10;&#10;\end{document}"/>
  <p:tag name="IGUANATEXSIZE" val="20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bigtriangleup_{ij}^{(l)} = 0&#10;$&#10;&#10;\end{document}"/>
  <p:tag name="IGUANATEXSIZE" val="20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l,i,j&#10;$&#10;&#10;\end{document}"/>
  <p:tag name="IGUANATEXSIZE" val="20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x_1&#10;$&#10;\end{document}"/>
  <p:tag name="IGUANATEXSIZE" val="24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x_2&#10;$&#10;\end{document}"/>
  <p:tag name="IGUANATEXSIZE" val="24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x_1&#10;$&#10;\end{document}"/>
  <p:tag name="IGUANATEXSIZE" val="24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x_2&#10;$&#10;\end{document}"/>
  <p:tag name="IGUANATEXSIZE" val="24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x_1&#10;$&#10;\end{document}"/>
  <p:tag name="IGUANATEXSIZE" val="24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x_2&#10;$&#10;\end{document}"/>
  <p:tag name="IGUANATEXSIZE" val="24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x_1&#10;$&#10;\end{document}"/>
  <p:tag name="IGUANATEXSIZE" val="24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x_2&#10;$&#10;\end{document}"/>
  <p:tag name="IGUANATEXSIZE" val="24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x_1&#10;$&#10;\end{document}"/>
  <p:tag name="IGUANATEXSIZE" val="24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x_2&#10;$&#10;\end{document}"/>
  <p:tag name="IGUANATEXSIZE" val="24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x_1&#10;$&#10;\end{document}"/>
  <p:tag name="IGUANATEXSIZE" val="24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x_2&#10;$&#10;\end{document}"/>
  <p:tag name="IGUANATEXSIZE" val="24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x_1&#10;$&#10;\end{document}"/>
  <p:tag name="IGUANATEXSIZE" val="24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x_2&#10;$&#10;\end{document}"/>
  <p:tag name="IGUANATEXSIZE" val="24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x_1&#10;$&#10;\end{document}"/>
  <p:tag name="IGUANATEXSIZE" val="24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x_2&#10;$&#10;\end{document}"/>
  <p:tag name="IGUANATEXSIZE" val="24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x_1&#10;$&#10;\end{document}"/>
  <p:tag name="IGUANATEXSIZE" val="24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x_2&#10;$&#10;\end{document}"/>
  <p:tag name="IGUANATEXSIZE" val="24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x_1&#10;$&#10;\end{document}"/>
  <p:tag name="IGUANATEXSIZE" val="24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x_2&#10;$&#10;\end{document}"/>
  <p:tag name="IGUANATEXSIZE" val="24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\displaystyle&#10;J(\Theta) = -\frac{1}{m} \left[ \sum^m_{i=1} y^{(i)} \log (h_\Theta (x^{(i)})) + (1 - y^{(i)}) \log(1-(h_\Theta(x^{(i)}))) \right] &#10;$&#10;&#10;\end{document}"/>
  <p:tag name="IGUANATEXSIZE" val="18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\displaystyle&#10;+ \frac{\lambda}{2m} \sum^{L-1}_{l=1} \sum^{s_l}_{i=1} \sum^{s_{l+1}}_{j=1} (\Theta_{ji}^{(l)})^2&#10;$&#10;&#10;\end{document}"/>
  <p:tag name="IGUANATEXSIZE" val="18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x^{(i)}&#10;$&#10;&#10;\end{document}"/>
  <p:tag name="IGUANATEXSIZE" val="20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y^{(i)}&#10;$&#10;&#10;\end{document}"/>
  <p:tag name="IGUANATEXSIZE" val="20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lambda = 0&#10;$&#10;&#10;\end{document}"/>
  <p:tag name="IGUANATEXSIZE" val="20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cost(i) $= y^{(i)} \log h_\Theta (x^{(i)}) + (1-y^{(i)})\log h_\Theta (x^{(i)})&#10;$&#10;&#10;\end{document}"/>
  <p:tag name="IGUANATEXSIZE" val="20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cost(i) $\approx (h_\Theta (x^{(i)}) - y^{(i)})^2$&#10;&#10;\end{document}"/>
  <p:tag name="IGUANATEXSIZE" val="20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\delta_j^{(l)} =&#10;$&#10;\end{document}"/>
  <p:tag name="IGUANATEXSIZE" val="24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a_j^{(l)}&#10;$&#10;\end{document}"/>
  <p:tag name="IGUANATEXSIZE" val="24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j&#10;$&#10;\end{document}"/>
  <p:tag name="IGUANATEXSIZE" val="24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l&#10;$&#10;\end{document}"/>
  <p:tag name="IGUANATEXSIZE" val="24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\delta_j^{(l)} = \frac{\partial}{\partial z_j^{(l)}}$ cost(i)&#10;\end{document}"/>
  <p:tag name="IGUANATEXSIZE" val="24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j\geq 0&#10;$&#10;\end{document}"/>
  <p:tag name="IGUANATEXSIZE" val="24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cost(i) $= y^{(i)} \log h_\Theta (x^{(i)}) + (1-y^{(i)})\log h_\Theta (x^{(i)})&#10;$&#10;&#10;\end{document}"/>
  <p:tag name="IGUANATEXSIZE" val="20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x_1&#10;$&#10;\end{document}"/>
  <p:tag name="IGUANATEXSIZE" val="24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x_2&#10;$&#10;\end{document}"/>
  <p:tag name="IGUANATEXSIZE" val="24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\delta_j^{(l)} =&#10;$&#10;\end{document}"/>
  <p:tag name="IGUANATEXSIZE" val="24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a_j^{(l)}&#10;$&#10;\end{document}"/>
  <p:tag name="IGUANATEXSIZE" val="24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j&#10;$&#10;\end{document}"/>
  <p:tag name="IGUANATEXSIZE" val="24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l&#10;$&#10;\end{document}"/>
  <p:tag name="IGUANATEXSIZE" val="24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\delta_j^{(l)} = \frac{\partial}{\partial z_j^{(l)}}$ cost(i)&#10;\end{document}"/>
  <p:tag name="IGUANATEXSIZE" val="24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j\geq 0&#10;$&#10;\end{document}"/>
  <p:tag name="IGUANATEXSIZE" val="24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cost(i) $= y^{(i)} \log h_\Theta (x^{(i)}) + (1-y^{(i)})\log h_\Theta (x^{(i)})&#10;$&#10;&#10;\end{document}"/>
  <p:tag name="IGUANATEXSIZE" val="20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x_1&#10;$&#10;\end{document}"/>
  <p:tag name="IGUANATEXSIZE" val="24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x_2&#10;$&#10;\end{document}"/>
  <p:tag name="IGUANATEXSIZE" val="24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\delta_j^{(l)} =&#10;$&#10;\end{document}"/>
  <p:tag name="IGUANATEXSIZE" val="24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a_j^{(l)}&#10;$&#10;\end{document}"/>
  <p:tag name="IGUANATEXSIZE" val="24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j&#10;$&#10;\end{document}"/>
  <p:tag name="IGUANATEXSIZE" val="24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l&#10;$&#10;\end{document}"/>
  <p:tag name="IGUANATEXSIZE" val="24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\delta_j^{(l)} = \frac{\partial}{\partial z_j^{(l)}}$ cost(i)&#10;\end{document}"/>
  <p:tag name="IGUANATEXSIZE" val="24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j\geq 0&#10;$&#10;\end{document}"/>
  <p:tag name="IGUANATEXSIZE" val="24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cost(i) $= y^{(i)} \log h_\Theta (x^{(i)}) + (1-y^{(i)})\log h_\Theta (x^{(i)})&#10;$&#10;&#10;\end{document}"/>
  <p:tag name="IGUANATEXSIZE" val="20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x_1&#10;$&#10;\end{document}"/>
  <p:tag name="IGUANATEXSIZE" val="24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x_2&#10;$&#10;\end{document}"/>
  <p:tag name="IGUANATEXSIZE" val="24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\delta_j^{(l)} =&#10;$&#10;\end{document}"/>
  <p:tag name="IGUANATEXSIZE" val="24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a_j^{(l)}&#10;$&#10;\end{document}"/>
  <p:tag name="IGUANATEXSIZE" val="24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j&#10;$&#10;\end{document}"/>
  <p:tag name="IGUANATEXSIZE" val="24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l&#10;$&#10;\end{document}"/>
  <p:tag name="IGUANATEXSIZE" val="24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\delta_j^{(l)} = \frac{\partial}{\partial z_j^{(l)}}$ cost(i)&#10;\end{document}"/>
  <p:tag name="IGUANATEXSIZE" val="24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j\geq 0&#10;$&#10;\end{document}"/>
  <p:tag name="IGUANATEXSIZE" val="24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cost(i) $= y^{(i)} \log h_\Theta (x^{(i)}) + (1-y^{(i)})\log h_\Theta (x^{(i)})&#10;$&#10;&#10;\end{document}"/>
  <p:tag name="IGUANATEXSIZE" val="20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x_1&#10;$&#10;\end{document}"/>
  <p:tag name="IGUANATEXSIZE" val="24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x_2&#10;$&#10;\end{document}"/>
  <p:tag name="IGUANATEXSIZE" val="24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\delta_j^{(l)} =&#10;$&#10;\end{document}"/>
  <p:tag name="IGUANATEXSIZE" val="24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a_j^{(l)}&#10;$&#10;\end{document}"/>
  <p:tag name="IGUANATEXSIZE" val="24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j&#10;$&#10;\end{document}"/>
  <p:tag name="IGUANATEXSIZE" val="24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l&#10;$&#10;\end{document}"/>
  <p:tag name="IGUANATEXSIZE" val="24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\delta_j^{(l)} = \frac{\partial}{\partial z_j^{(l)}}$ cost(i)&#10;\end{document}"/>
  <p:tag name="IGUANATEXSIZE" val="24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j\geq 0&#10;$&#10;\end{document}"/>
  <p:tag name="IGUANATEXSIZE" val="24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cost(i) $= y^{(i)} \log h_\Theta (x^{(i)}) + (1-y^{(i)})\log h_\Theta (x^{(i)})&#10;$&#10;&#10;\end{document}"/>
  <p:tag name="IGUANATEXSIZE" val="20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x_1&#10;$&#10;\end{document}"/>
  <p:tag name="IGUANATEXSIZE" val="24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x_2&#10;$&#10;\end{document}"/>
  <p:tag name="IGUANATEXSIZE" val="24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\delta_j^{(l)} =&#10;$&#10;\end{document}"/>
  <p:tag name="IGUANATEXSIZE" val="24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a_j^{(l)}&#10;$&#10;\end{document}"/>
  <p:tag name="IGUANATEXSIZE" val="24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j&#10;$&#10;\end{document}"/>
  <p:tag name="IGUANATEXSIZE" val="24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l&#10;$&#10;\end{document}"/>
  <p:tag name="IGUANATEXSIZE" val="24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\delta_j^{(l)} = \frac{\partial}{\partial z_j^{(l)}}$ cost(i)&#10;\end{document}"/>
  <p:tag name="IGUANATEXSIZE" val="24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j\geq 0&#10;$&#10;\end{document}"/>
  <p:tag name="IGUANATEXSIZE" val="24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cost(i) $= y^{(i)} \log h_\Theta (x^{(i)}) + (1-y^{(i)})\log h_\Theta (x^{(i)})&#10;$&#10;&#10;\end{document}"/>
  <p:tag name="IGUANATEXSIZE" val="20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x_1&#10;$&#10;\end{document}"/>
  <p:tag name="IGUANATEXSIZE" val="24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x_2&#10;$&#10;\end{document}"/>
  <p:tag name="IGUANATEXSIZE" val="24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\delta_j^{(l)} =&#10;$&#10;\end{document}"/>
  <p:tag name="IGUANATEXSIZE" val="24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a_j^{(l)}&#10;$&#10;\end{document}"/>
  <p:tag name="IGUANATEXSIZE" val="24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j&#10;$&#10;\end{document}"/>
  <p:tag name="IGUANATEXSIZE" val="24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l&#10;$&#10;\end{document}"/>
  <p:tag name="IGUANATEXSIZE" val="24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\delta_j^{(l)} = \frac{\partial}{\partial z_j^{(l)}}$ cost(i)&#10;\end{document}"/>
  <p:tag name="IGUANATEXSIZE" val="24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j\geq 0&#10;$&#10;\end{document}"/>
  <p:tag name="IGUANATEXSIZE" val="24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cost(i) $= y^{(i)} \log h_\Theta (x^{(i)}) + (1-y^{(i)})\log h_\Theta (x^{(i)})&#10;$&#10;&#10;\end{document}"/>
  <p:tag name="IGUANATEXSIZE" val="20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x_1&#10;$&#10;\end{document}"/>
  <p:tag name="IGUANATEXSIZE" val="24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x_2&#10;$&#10;\end{document}"/>
  <p:tag name="IGUANATEXSIZE" val="24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x_1&#10;$&#10;\end{document}"/>
  <p:tag name="IGUANATEXSIZE" val="24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x_2&#10;$&#10;\end{document}"/>
  <p:tag name="IGUANATEXSIZE" val="24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+1&#10;$&#10;\end{document}"/>
  <p:tag name="IGUANATEXSIZE" val="24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x_1&#10;$&#10;\end{document}"/>
  <p:tag name="IGUANATEXSIZE" val="24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x_2&#10;$&#10;\end{document}"/>
  <p:tag name="IGUANATEXSIZE" val="24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z_1^{(2)} \rightarrow a_1^{(2)}&#10;$&#10;\end{document}"/>
  <p:tag name="IGUANATEXSIZE" val="24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z_2^{(2)} \rightarrow a_2^{(2)}&#10;$&#10;\end{document}"/>
  <p:tag name="IGUANATEXSIZE" val="24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z_1^{(3)} \rightarrow a_1^{(3)}&#10;$&#10;\end{document}"/>
  <p:tag name="IGUANATEXSIZE" val="24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z_2^{(3)} \rightarrow a_2^{(3)}&#10;$&#10;\end{document}"/>
  <p:tag name="IGUANATEXSIZE" val="24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z_1^{(4)} \rightarrow a_1^{(4)}&#10;$&#10;\end{document}"/>
  <p:tag name="IGUANATEXSIZE" val="24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\delta_j^{(l)} =&#10;$&#10;\end{document}"/>
  <p:tag name="IGUANATEXSIZE" val="24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a_j^{(l)}&#10;$&#10;\end{document}"/>
  <p:tag name="IGUANATEXSIZE" val="24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j&#10;$&#10;\end{document}"/>
  <p:tag name="IGUANATEXSIZE" val="24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l&#10;$&#10;\end{document}"/>
  <p:tag name="IGUANATEXSIZE" val="24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\delta_j^{(l)} = \frac{\partial}{\partial z_j^{(l)}}$ cost(i)&#10;\end{document}"/>
  <p:tag name="IGUANATEXSIZE" val="24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$&#10;j\geq 0&#10;$&#10;\end{document}"/>
  <p:tag name="IGUANATEXSIZE" val="24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cost(i) $= y^{(i)} \log h_\Theta (x^{(i)}) + (1-y^{(i)})\log h_\Theta (x^{(i)})&#10;$&#10;&#10;\end{document}"/>
  <p:tag name="IGUANATEXSIZE" val="20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Theta&#10;$&#10;&#10;\end{document}"/>
  <p:tag name="IGUANATEXSIZE" val="28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Theta&#10;$&#10;&#10;\end{document}"/>
  <p:tag name="IGUANATEXSIZE" val="28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{ij}^{(l)} = 0&#10;$ for all $i,j,l$.&#10;&#10;\end{document}"/>
  <p:tag name="IGUANATEXSIZE" val="20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&#10;\end{document}"/>
  <p:tag name="IGUANATEXSIZE" val="20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8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&#10;$&#10;&#10;\end{document}"/>
  <p:tag name="IGUANATEXSIZE" val="10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&#10;$&#10;&#10;\end{document}"/>
  <p:tag name="IGUANATEXSIZE" val="10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1&#10;$&#10;&#10;\end{document}"/>
  <p:tag name="IGUANATEXSIZE" val="10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1^{(2)}&#10;$&#10;&#10;\end{document}"/>
  <p:tag name="IGUANATEXSIZE" val="10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a_2^{(2)}&#10;$&#10;&#10;\end{document}"/>
  <p:tag name="IGUANATEXSIZE" val="10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\Theta_{ij}^{(l)} &#10;$&#10;&#10;\end{document}"/>
  <p:tag name="IGUANATEXSIZE" val="24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[ -\epsilon, \epsilon ]&#10;$&#10;&#10;\end{document}"/>
  <p:tag name="IGUANATEXSIZE" val="24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usepackage{color}&#10;\pagestyle{empty}&#10;\begin{document}&#10;&#10;$&#10;-\epsilon \leq \Theta_{ij}^{(l)} \leq \epsilon&#10;$&#10;&#10;\end{document}"/>
  <p:tag name="IGUANATEXSIZE" val="24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^{(i)}&#10;$&#10;&#10;\end{document}"/>
  <p:tag name="IGUANATEXSIZE" val="20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^{(i)}&#10;$&#10;&#10;\end{document}"/>
  <p:tag name="IGUANATEXSIZE" val="20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h_\Theta(x^{(i)})&#10;$&#10;&#10;\end{document}"/>
  <p:tag name="IGUANATEXSIZE" val="20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J(\Theta)&#10;$&#10;&#10;\end{document}"/>
  <p:tag name="IGUANATEXSIZE" val="20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frac{\partial}{\partial \Theta_{jk}^{(l)}} J(\Theta)&#10;$&#10;&#10;\end{document}"/>
  <p:tag name="IGUANATEXSIZE" val="20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a^{(l)}&#10;$&#10;&#10;\end{document}"/>
  <p:tag name="IGUANATEXSIZE" val="20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delta^{(l)}&#10;$&#10;&#10;\end{document}"/>
  <p:tag name="IGUANATEXSIZE" val="20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l = 2, \dots, L&#10;$&#10;&#10;\end{document}"/>
  <p:tag name="IGUANATEXSIZE" val="20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(x^{(i)}, y^{(i)})$&#10;&#10;\end{document}"/>
  <p:tag name="IGUANATEXSIZE" val="20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J(\Theta)&#10;$&#10;&#10;\end{document}"/>
  <p:tag name="IGUANATEXSIZE" val="20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frac{\partial}{\partial \Theta_{jk}^{(l)}} J(\Theta)&#10;$&#10;&#10;\end{document}"/>
  <p:tag name="IGUANATEXSIZE" val="20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J(\Theta)&#10;$&#10;&#10;\end{document}"/>
  <p:tag name="IGUANATEXSIZE" val="20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Theta&#10;$&#10;&#10;\end{document}"/>
  <p:tag name="IGUANATEXSIZE" val="20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J(\Theta)&#10;$&#10;&#10;\end{document}"/>
  <p:tag name="IGUANATEXSIZE" val="20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Theta_{11}^{(1)}&#10;$&#10;&#10;\end{document}"/>
  <p:tag name="IGUANATEXSIZE" val="20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Theta_{12}^{(1)}&#10;$&#10;&#10;\end{document}"/>
  <p:tag name="IGUANATEXSIZE" val="20"/>
</p:tagLst>
</file>

<file path=ppt/theme/theme1.xml><?xml version="1.0" encoding="utf-8"?>
<a:theme xmlns:a="http://schemas.openxmlformats.org/drawingml/2006/main" name="1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4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5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6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7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</Template>
  <TotalTime>5127</TotalTime>
  <Words>1852</Words>
  <Application>Microsoft Office PowerPoint</Application>
  <PresentationFormat>On-screen Show (16:9)</PresentationFormat>
  <Paragraphs>632</Paragraphs>
  <Slides>66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66</vt:i4>
      </vt:variant>
    </vt:vector>
  </HeadingPairs>
  <TitlesOfParts>
    <vt:vector size="79" baseType="lpstr">
      <vt:lpstr>Arial</vt:lpstr>
      <vt:lpstr>Calibri</vt:lpstr>
      <vt:lpstr>Cambria Math</vt:lpstr>
      <vt:lpstr>Courier New</vt:lpstr>
      <vt:lpstr>1_Lecture</vt:lpstr>
      <vt:lpstr>2_Office Theme</vt:lpstr>
      <vt:lpstr>3_Office Theme</vt:lpstr>
      <vt:lpstr>2_Lecture</vt:lpstr>
      <vt:lpstr>3_Lecture</vt:lpstr>
      <vt:lpstr>4_Lecture</vt:lpstr>
      <vt:lpstr>5_Lecture</vt:lpstr>
      <vt:lpstr>6_Lecture</vt:lpstr>
      <vt:lpstr>7_Lecture</vt:lpstr>
      <vt:lpstr>Cost function</vt:lpstr>
      <vt:lpstr>PowerPoint Presentation</vt:lpstr>
      <vt:lpstr>PowerPoint Presentation</vt:lpstr>
      <vt:lpstr>Backpropagation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Difference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Backpropagation intuition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Random initialization</vt:lpstr>
      <vt:lpstr>PowerPoint Presentation</vt:lpstr>
      <vt:lpstr>PowerPoint Presentation</vt:lpstr>
      <vt:lpstr>PowerPoint Presentation</vt:lpstr>
      <vt:lpstr>Putting it together</vt:lpstr>
      <vt:lpstr>PowerPoint Presentation</vt:lpstr>
      <vt:lpstr>PowerPoint Presentation</vt:lpstr>
      <vt:lpstr>PowerPoint Presentation</vt:lpstr>
      <vt:lpstr>PowerPoint Presentation</vt:lpstr>
      <vt:lpstr>Backpropagation example: Autonomous driving (optional)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Programming</dc:title>
  <dc:creator>OpenClassroom</dc:creator>
  <cp:lastModifiedBy>Mr.Hafeez Anwar</cp:lastModifiedBy>
  <cp:revision>413</cp:revision>
  <dcterms:created xsi:type="dcterms:W3CDTF">2010-07-08T21:59:02Z</dcterms:created>
  <dcterms:modified xsi:type="dcterms:W3CDTF">2025-10-19T03:14:03Z</dcterms:modified>
</cp:coreProperties>
</file>