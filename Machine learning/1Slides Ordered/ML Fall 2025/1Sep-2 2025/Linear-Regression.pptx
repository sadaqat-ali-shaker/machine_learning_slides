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1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80" r:id="rId15"/>
    <p:sldId id="276" r:id="rId16"/>
    <p:sldId id="277" r:id="rId17"/>
    <p:sldId id="278" r:id="rId18"/>
    <p:sldId id="281" r:id="rId19"/>
    <p:sldId id="282" r:id="rId20"/>
    <p:sldId id="283" r:id="rId21"/>
    <p:sldId id="264" r:id="rId22"/>
    <p:sldId id="284" r:id="rId23"/>
    <p:sldId id="285" r:id="rId24"/>
    <p:sldId id="286" r:id="rId25"/>
    <p:sldId id="287" r:id="rId26"/>
    <p:sldId id="288" r:id="rId27"/>
    <p:sldId id="265" r:id="rId28"/>
    <p:sldId id="266" r:id="rId29"/>
    <p:sldId id="289" r:id="rId30"/>
    <p:sldId id="296" r:id="rId31"/>
    <p:sldId id="297" r:id="rId32"/>
    <p:sldId id="298" r:id="rId33"/>
    <p:sldId id="299" r:id="rId34"/>
    <p:sldId id="301" r:id="rId35"/>
    <p:sldId id="302" r:id="rId36"/>
    <p:sldId id="300" r:id="rId37"/>
    <p:sldId id="303" r:id="rId38"/>
    <p:sldId id="305" r:id="rId39"/>
    <p:sldId id="304" r:id="rId40"/>
    <p:sldId id="291" r:id="rId41"/>
    <p:sldId id="292" r:id="rId42"/>
    <p:sldId id="293" r:id="rId43"/>
    <p:sldId id="306" r:id="rId44"/>
    <p:sldId id="294" r:id="rId45"/>
    <p:sldId id="295" r:id="rId46"/>
    <p:sldId id="307" r:id="rId47"/>
    <p:sldId id="308" r:id="rId48"/>
    <p:sldId id="309" r:id="rId49"/>
    <p:sldId id="313" r:id="rId50"/>
    <p:sldId id="314" r:id="rId51"/>
    <p:sldId id="315" r:id="rId52"/>
    <p:sldId id="316" r:id="rId53"/>
    <p:sldId id="317" r:id="rId54"/>
    <p:sldId id="310" r:id="rId55"/>
    <p:sldId id="311" r:id="rId56"/>
    <p:sldId id="318" r:id="rId57"/>
    <p:sldId id="319" r:id="rId58"/>
    <p:sldId id="312" r:id="rId59"/>
    <p:sldId id="320" r:id="rId60"/>
    <p:sldId id="321" r:id="rId61"/>
    <p:sldId id="322" r:id="rId62"/>
    <p:sldId id="323" r:id="rId63"/>
    <p:sldId id="324" r:id="rId64"/>
    <p:sldId id="331" r:id="rId65"/>
    <p:sldId id="332" r:id="rId66"/>
    <p:sldId id="333" r:id="rId67"/>
    <p:sldId id="334" r:id="rId68"/>
    <p:sldId id="335" r:id="rId69"/>
    <p:sldId id="336" r:id="rId70"/>
    <p:sldId id="325" r:id="rId71"/>
    <p:sldId id="337" r:id="rId72"/>
    <p:sldId id="338" r:id="rId73"/>
    <p:sldId id="339" r:id="rId74"/>
    <p:sldId id="340" r:id="rId75"/>
    <p:sldId id="327" r:id="rId76"/>
    <p:sldId id="341" r:id="rId77"/>
    <p:sldId id="342" r:id="rId78"/>
    <p:sldId id="343" r:id="rId79"/>
    <p:sldId id="344" r:id="rId80"/>
    <p:sldId id="346" r:id="rId81"/>
    <p:sldId id="345" r:id="rId82"/>
    <p:sldId id="347" r:id="rId83"/>
    <p:sldId id="348" r:id="rId84"/>
    <p:sldId id="349" r:id="rId85"/>
    <p:sldId id="350" r:id="rId86"/>
    <p:sldId id="353" r:id="rId87"/>
    <p:sldId id="354" r:id="rId88"/>
    <p:sldId id="352" r:id="rId89"/>
    <p:sldId id="351" r:id="rId90"/>
    <p:sldId id="355" r:id="rId91"/>
    <p:sldId id="371" r:id="rId92"/>
    <p:sldId id="373" r:id="rId93"/>
    <p:sldId id="374" r:id="rId94"/>
    <p:sldId id="376" r:id="rId95"/>
    <p:sldId id="377" r:id="rId96"/>
    <p:sldId id="356" r:id="rId97"/>
    <p:sldId id="357" r:id="rId98"/>
    <p:sldId id="358" r:id="rId99"/>
    <p:sldId id="360" r:id="rId100"/>
    <p:sldId id="362" r:id="rId101"/>
    <p:sldId id="363" r:id="rId102"/>
    <p:sldId id="364" r:id="rId103"/>
    <p:sldId id="368" r:id="rId104"/>
    <p:sldId id="369" r:id="rId105"/>
    <p:sldId id="370" r:id="rId106"/>
    <p:sldId id="378" r:id="rId107"/>
    <p:sldId id="379" r:id="rId108"/>
    <p:sldId id="380" r:id="rId109"/>
    <p:sldId id="381" r:id="rId110"/>
    <p:sldId id="382" r:id="rId111"/>
    <p:sldId id="384" r:id="rId112"/>
    <p:sldId id="383" r:id="rId113"/>
    <p:sldId id="385" r:id="rId114"/>
    <p:sldId id="386" r:id="rId115"/>
    <p:sldId id="388" r:id="rId116"/>
    <p:sldId id="387" r:id="rId117"/>
    <p:sldId id="389" r:id="rId118"/>
    <p:sldId id="328" r:id="rId119"/>
    <p:sldId id="390" r:id="rId120"/>
    <p:sldId id="391" r:id="rId121"/>
    <p:sldId id="392" r:id="rId122"/>
    <p:sldId id="329" r:id="rId123"/>
    <p:sldId id="393" r:id="rId124"/>
    <p:sldId id="394" r:id="rId125"/>
    <p:sldId id="402" r:id="rId126"/>
    <p:sldId id="403" r:id="rId127"/>
    <p:sldId id="404" r:id="rId128"/>
    <p:sldId id="408" r:id="rId129"/>
    <p:sldId id="409" r:id="rId130"/>
    <p:sldId id="405" r:id="rId131"/>
    <p:sldId id="411" r:id="rId132"/>
    <p:sldId id="407" r:id="rId133"/>
    <p:sldId id="406" r:id="rId134"/>
    <p:sldId id="410" r:id="rId135"/>
    <p:sldId id="395" r:id="rId136"/>
    <p:sldId id="412" r:id="rId137"/>
    <p:sldId id="396" r:id="rId138"/>
    <p:sldId id="413" r:id="rId139"/>
    <p:sldId id="414" r:id="rId140"/>
    <p:sldId id="397" r:id="rId141"/>
    <p:sldId id="398" r:id="rId142"/>
    <p:sldId id="415" r:id="rId143"/>
    <p:sldId id="416" r:id="rId144"/>
    <p:sldId id="421" r:id="rId145"/>
    <p:sldId id="420" r:id="rId146"/>
    <p:sldId id="419" r:id="rId147"/>
    <p:sldId id="418" r:id="rId148"/>
    <p:sldId id="417" r:id="rId149"/>
    <p:sldId id="422" r:id="rId150"/>
    <p:sldId id="399" r:id="rId151"/>
    <p:sldId id="431" r:id="rId152"/>
    <p:sldId id="430" r:id="rId153"/>
    <p:sldId id="429" r:id="rId154"/>
    <p:sldId id="432" r:id="rId155"/>
    <p:sldId id="428" r:id="rId156"/>
    <p:sldId id="426" r:id="rId157"/>
    <p:sldId id="425" r:id="rId158"/>
    <p:sldId id="424" r:id="rId159"/>
    <p:sldId id="433" r:id="rId160"/>
    <p:sldId id="434" r:id="rId161"/>
    <p:sldId id="435" r:id="rId162"/>
    <p:sldId id="400" r:id="rId163"/>
    <p:sldId id="436" r:id="rId164"/>
    <p:sldId id="437" r:id="rId165"/>
    <p:sldId id="438" r:id="rId166"/>
    <p:sldId id="439" r:id="rId167"/>
    <p:sldId id="440" r:id="rId168"/>
    <p:sldId id="330" r:id="rId169"/>
    <p:sldId id="442" r:id="rId170"/>
    <p:sldId id="441" r:id="rId171"/>
    <p:sldId id="445" r:id="rId172"/>
    <p:sldId id="443" r:id="rId173"/>
    <p:sldId id="444" r:id="rId174"/>
    <p:sldId id="447" r:id="rId175"/>
    <p:sldId id="448" r:id="rId176"/>
    <p:sldId id="446" r:id="rId177"/>
    <p:sldId id="449" r:id="rId178"/>
    <p:sldId id="450" r:id="rId179"/>
    <p:sldId id="451" r:id="rId180"/>
    <p:sldId id="454" r:id="rId181"/>
    <p:sldId id="455" r:id="rId182"/>
    <p:sldId id="456" r:id="rId183"/>
    <p:sldId id="457" r:id="rId184"/>
    <p:sldId id="458" r:id="rId185"/>
    <p:sldId id="459" r:id="rId186"/>
    <p:sldId id="460" r:id="rId187"/>
    <p:sldId id="463" r:id="rId188"/>
    <p:sldId id="462" r:id="rId189"/>
    <p:sldId id="466" r:id="rId190"/>
    <p:sldId id="464" r:id="rId191"/>
    <p:sldId id="465" r:id="rId192"/>
    <p:sldId id="467" r:id="rId193"/>
    <p:sldId id="468" r:id="rId194"/>
    <p:sldId id="469" r:id="rId195"/>
    <p:sldId id="470" r:id="rId196"/>
    <p:sldId id="471" r:id="rId197"/>
    <p:sldId id="472" r:id="rId198"/>
    <p:sldId id="474" r:id="rId199"/>
    <p:sldId id="473" r:id="rId200"/>
    <p:sldId id="475" r:id="rId201"/>
    <p:sldId id="476" r:id="rId202"/>
    <p:sldId id="477" r:id="rId203"/>
    <p:sldId id="478" r:id="rId204"/>
    <p:sldId id="479" r:id="rId205"/>
    <p:sldId id="480" r:id="rId206"/>
    <p:sldId id="481" r:id="rId207"/>
    <p:sldId id="482" r:id="rId208"/>
    <p:sldId id="483" r:id="rId209"/>
    <p:sldId id="484" r:id="rId2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9900"/>
    <a:srgbClr val="F6630D"/>
    <a:srgbClr val="FF0066"/>
    <a:srgbClr val="C4004F"/>
    <a:srgbClr val="0066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theme" Target="theme/theme1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presProps" Target="presProp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44:46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24575,'0'4'0,"1"-1"0,0 1 0,0-1 0,1 0 0,-1 1 0,1-1 0,0 0 0,-1 0 0,1 0 0,1 0 0,-1 0 0,0 0 0,5 4 0,3 4 0,40 52 0,3-2 0,103 93 0,-94-103 0,136 121 0,-19-11 0,-54-51 0,-86-75 0,2-1 0,80 51 0,18 9 0,-39-26 0,165 108 0,-170-107 0,38 25 0,233 166 0,-96-62 0,-87-64 0,-87-62 0,112 65 0,207 70 0,-236-119 0,-114-54 0,84 33 0,50 17 0,-168-70 0,180 67 0,-84-35 0,54 29 0,93 34 0,-31-14 0,-159-61 0,1-5 0,110 24 0,-49-15 0,203 63 0,-162-57 0,8 3 0,239 71 0,-234-69 0,-21-4 0,56 8 0,120 22 0,241 23 0,-464-74 0,350 49 0,-296-46 0,-121-15 0,118 7 0,-116-19 0,147 9 0,-20 6 0,228-12 0,-210-5 0,1156 2 0,-1316-2 0,62-12 0,-25 3 0,-37 4 0,0-2 0,-1-3 0,-1-2 0,0-2 0,93-43 0,-113 42 0,-2-1 0,48-39 0,-27 20 0,-40 28 0,0 1 0,-1-1 0,-1-1 0,1 1 0,-1-1 0,-1-1 0,0 1 0,0-1 0,-1 0 0,7-22 0,-2 8 0,-9 23 0,0 0 0,-1 0 0,1 0 0,-1 0 0,1 0 0,-1 0 0,1 0 0,-1 0 0,0 0 0,0-1 0,0 1 0,0 0 0,-1 0 0,1 0 0,-1 0 0,1 0 0,-1 0 0,1 0 0,-1 0 0,0 0 0,0 1 0,0-1 0,0 0 0,0 0 0,-1 1 0,1-1 0,-1 0 0,1 1 0,-1 0 0,1-1 0,-1 1 0,0 0 0,1 0 0,-1 0 0,0 0 0,0 0 0,0 0 0,0 0 0,-3 0 0,-10-4 0,1 1 0,-1 1 0,0 0 0,-19-1 0,32 4 0,-46-3 0,-34-5 0,75 7 0,-1-1 0,1 0 0,0 0 0,0-1 0,0 0 0,1 0 0,-1 0 0,-10-9 0,17 12 0,-1 0 0,1 0 0,0 0 0,0 0 0,0 0 0,-1 0 0,1 0 0,0 0 0,0 0 0,0 0 0,-1-1 0,1 1 0,0 0 0,0 0 0,0 0 0,-1 0 0,1 0 0,0-1 0,0 1 0,0 0 0,0 0 0,0 0 0,0-1 0,0 1 0,-1 0 0,1 0 0,0-1 0,0 1 0,0 0 0,0 0 0,0 0 0,0-1 0,0 1 0,0 0 0,0 0 0,0-1 0,0 1 0,0 0 0,0 0 0,0 0 0,0-1 0,1 1 0,-1 0 0,0 0 0,0-1 0,0 1 0,14-2 0,21 5 0,53 7 0,0-3 0,97-5 0,-182-3 0,1 1 0,0 0 0,-1 0 0,1 1 0,0-1 0,-1 1 0,1 0 0,-1 0 0,1 0 0,-1 0 0,1 0 0,-1 1 0,0 0 0,0-1 0,6 6 0,-7-5 0,0 1 0,1 0 0,-1 1 0,-1-1 0,1 0 0,0 1 0,-1-1 0,0 1 0,1-1 0,-2 1 0,1 0 0,0-1 0,-1 1 0,1 0 0,-1 5 0,-6 215 0,5-210-227,-1-1-1,-1 1 1,0 0-1,0-1 1,-10 22-1,3-17-6598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44:46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24575,'0'4'0,"1"-1"0,0 1 0,0-1 0,1 0 0,-1 1 0,1-1 0,0 0 0,-1 0 0,1 0 0,1 0 0,-1 0 0,0 0 0,5 4 0,3 4 0,40 52 0,3-2 0,103 93 0,-94-103 0,136 121 0,-19-11 0,-54-51 0,-86-75 0,2-1 0,80 51 0,18 9 0,-39-26 0,165 108 0,-170-107 0,38 25 0,233 166 0,-96-62 0,-87-64 0,-87-62 0,112 65 0,207 70 0,-236-119 0,-114-54 0,84 33 0,50 17 0,-168-70 0,180 67 0,-84-35 0,54 29 0,93 34 0,-31-14 0,-159-61 0,1-5 0,110 24 0,-49-15 0,203 63 0,-162-57 0,8 3 0,239 71 0,-234-69 0,-21-4 0,56 8 0,120 22 0,241 23 0,-464-74 0,350 49 0,-296-46 0,-121-15 0,118 7 0,-116-19 0,147 9 0,-20 6 0,228-12 0,-210-5 0,1156 2 0,-1316-2 0,62-12 0,-25 3 0,-37 4 0,0-2 0,-1-3 0,-1-2 0,0-2 0,93-43 0,-113 42 0,-2-1 0,48-39 0,-27 20 0,-40 28 0,0 1 0,-1-1 0,-1-1 0,1 1 0,-1-1 0,-1-1 0,0 1 0,0-1 0,-1 0 0,7-22 0,-2 8 0,-9 23 0,0 0 0,-1 0 0,1 0 0,-1 0 0,1 0 0,-1 0 0,1 0 0,-1 0 0,0 0 0,0-1 0,0 1 0,0 0 0,-1 0 0,1 0 0,-1 0 0,1 0 0,-1 0 0,1 0 0,-1 0 0,0 0 0,0 1 0,0-1 0,0 0 0,0 0 0,-1 1 0,1-1 0,-1 0 0,1 1 0,-1 0 0,1-1 0,-1 1 0,0 0 0,1 0 0,-1 0 0,0 0 0,0 0 0,0 0 0,0 0 0,-3 0 0,-10-4 0,1 1 0,-1 1 0,0 0 0,-19-1 0,32 4 0,-46-3 0,-34-5 0,75 7 0,-1-1 0,1 0 0,0 0 0,0-1 0,0 0 0,1 0 0,-1 0 0,-10-9 0,17 12 0,-1 0 0,1 0 0,0 0 0,0 0 0,0 0 0,-1 0 0,1 0 0,0 0 0,0 0 0,0 0 0,-1-1 0,1 1 0,0 0 0,0 0 0,0 0 0,-1 0 0,1 0 0,0-1 0,0 1 0,0 0 0,0 0 0,0 0 0,0-1 0,0 1 0,-1 0 0,1 0 0,0-1 0,0 1 0,0 0 0,0 0 0,0 0 0,0-1 0,0 1 0,0 0 0,0 0 0,0-1 0,0 1 0,0 0 0,0 0 0,0 0 0,0-1 0,1 1 0,-1 0 0,0 0 0,0-1 0,0 1 0,14-2 0,21 5 0,53 7 0,0-3 0,97-5 0,-182-3 0,1 1 0,0 0 0,-1 0 0,1 1 0,0-1 0,-1 1 0,1 0 0,-1 0 0,1 0 0,-1 0 0,1 0 0,-1 1 0,0 0 0,0-1 0,6 6 0,-7-5 0,0 1 0,1 0 0,-1 1 0,-1-1 0,1 0 0,0 1 0,-1-1 0,0 1 0,1-1 0,-2 1 0,1 0 0,0-1 0,-1 1 0,1 0 0,-1 5 0,-6 215 0,5-210-227,-1-1-1,-1 1 1,0 0-1,0-1 1,-10 22-1,3-17-6598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44:54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7010 24575,'30'-8'0,"-1"1"0,1 2 0,41-3 0,-30 4 0,442-24 0,7 30 0,-168 1 0,2226-3 0,-2392-8 0,245-42 0,-303 35 0,77 2 0,-27 4 0,630-136 0,387-86 0,-312 70 0,-433 49 0,690-282 0,-842 285 0,200-96 0,318-155 0,-348 161 0,-229 99 0,-123 66 0,121-33 0,4-1 0,-100 22 0,114-65 0,97-76 0,-104 59 0,435-293 0,-451 295 0,-17 13 0,-106 55 0,29-18 0,30-15 0,35-22 0,-31 12 0,-90 61 0,10-5 0,-22 17 0,51-46 0,46-37 0,-37 32 0,-69 47 0,-25 25 0,0 0 0,1 0 0,0 1 0,8-6 0,105-74 0,50-33 0,-97 68 0,27-16 0,53-9 0,-119 57 0,-2-1 0,46-36 0,0-1 0,-43 37 0,56-26 0,-86 44 0,21-12 0,0-1 0,33-27 0,12-6 0,59-29 0,166-71 0,56-32 0,15-16 0,-356 191 0,62-28 0,83-26 0,117-50 0,-104 37 0,226-117 0,-362 171 0,35-18 0,-22 9 0,69-27 0,13-6 0,-56 23 0,61-15 0,-3 2 0,-96 36 0,1 2 0,51-11 0,-17 5 0,21-4 0,24-7 0,-71 15 0,0 2 0,2 2 0,-1 2 0,48-2 0,97-16 0,-125 15 0,1 2 0,75 1 0,-70 9 0,1-3 0,72-12 0,-75 5 0,51-11 0,-101 16 0,-13 4 0,1-1 0,-1 0 0,1-1 0,-1 0 0,1 1 0,9-6 0,-15 6 0,1 1 0,0-1 0,-1 1 0,1-1 0,0 0 0,-1 1 0,1-1 0,-1 0 0,1 0 0,-1 1 0,1-1 0,-1 0 0,0 0 0,1 0 0,-1 1 0,0-1 0,0 0 0,1 0 0,-1-1 0,0 0 0,0 0 0,-1 0 0,1 0 0,-1 0 0,1 0 0,-1 1 0,0-1 0,1 0 0,-1 0 0,0 1 0,0-1 0,-2-2 0,-16-19 0,-1 1 0,0 1 0,-28-22 0,-33-34 0,135 120 0,-17-17 0,38 36 0,32 42 0,-94-91 0,-1 1 0,0 0 0,14 22 0,-26-34 0,1-1 0,-1 1 0,1-1 0,-1 0 0,0 1 0,0-1 0,0 1 0,0-1 0,0 1 0,0-1 0,0 1 0,0-1 0,0 0 0,-1 1 0,1-1 0,-1 1 0,1-1 0,-1 0 0,1 1 0,-1-1 0,0 0 0,0 0 0,0 1 0,1-1 0,-3 1 0,-30 31 0,24-26 0,-23 19 0,-2-1 0,-45 26 0,77-49-114,-1-1 1,1 1-1,-1-1 0,1 0 0,-1 0 1,0-1-1,1 1 0,-1 0 0,0-1 1,1 1-1,-5-1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44:46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24575,'0'4'0,"1"-1"0,0 1 0,0-1 0,1 0 0,-1 1 0,1-1 0,0 0 0,-1 0 0,1 0 0,1 0 0,-1 0 0,0 0 0,5 4 0,3 4 0,40 52 0,3-2 0,103 93 0,-94-103 0,136 121 0,-19-11 0,-54-51 0,-86-75 0,2-1 0,80 51 0,18 9 0,-39-26 0,165 108 0,-170-107 0,38 25 0,233 166 0,-96-62 0,-87-64 0,-87-62 0,112 65 0,207 70 0,-236-119 0,-114-54 0,84 33 0,50 17 0,-168-70 0,180 67 0,-84-35 0,54 29 0,93 34 0,-31-14 0,-159-61 0,1-5 0,110 24 0,-49-15 0,203 63 0,-162-57 0,8 3 0,239 71 0,-234-69 0,-21-4 0,56 8 0,120 22 0,241 23 0,-464-74 0,350 49 0,-296-46 0,-121-15 0,118 7 0,-116-19 0,147 9 0,-20 6 0,228-12 0,-210-5 0,1156 2 0,-1316-2 0,62-12 0,-25 3 0,-37 4 0,0-2 0,-1-3 0,-1-2 0,0-2 0,93-43 0,-113 42 0,-2-1 0,48-39 0,-27 20 0,-40 28 0,0 1 0,-1-1 0,-1-1 0,1 1 0,-1-1 0,-1-1 0,0 1 0,0-1 0,-1 0 0,7-22 0,-2 8 0,-9 23 0,0 0 0,-1 0 0,1 0 0,-1 0 0,1 0 0,-1 0 0,1 0 0,-1 0 0,0 0 0,0-1 0,0 1 0,0 0 0,-1 0 0,1 0 0,-1 0 0,1 0 0,-1 0 0,1 0 0,-1 0 0,0 0 0,0 1 0,0-1 0,0 0 0,0 0 0,-1 1 0,1-1 0,-1 0 0,1 1 0,-1 0 0,1-1 0,-1 1 0,0 0 0,1 0 0,-1 0 0,0 0 0,0 0 0,0 0 0,0 0 0,-3 0 0,-10-4 0,1 1 0,-1 1 0,0 0 0,-19-1 0,32 4 0,-46-3 0,-34-5 0,75 7 0,-1-1 0,1 0 0,0 0 0,0-1 0,0 0 0,1 0 0,-1 0 0,-10-9 0,17 12 0,-1 0 0,1 0 0,0 0 0,0 0 0,0 0 0,-1 0 0,1 0 0,0 0 0,0 0 0,0 0 0,-1-1 0,1 1 0,0 0 0,0 0 0,0 0 0,-1 0 0,1 0 0,0-1 0,0 1 0,0 0 0,0 0 0,0 0 0,0-1 0,0 1 0,-1 0 0,1 0 0,0-1 0,0 1 0,0 0 0,0 0 0,0 0 0,0-1 0,0 1 0,0 0 0,0 0 0,0-1 0,0 1 0,0 0 0,0 0 0,0 0 0,0-1 0,1 1 0,-1 0 0,0 0 0,0-1 0,0 1 0,14-2 0,21 5 0,53 7 0,0-3 0,97-5 0,-182-3 0,1 1 0,0 0 0,-1 0 0,1 1 0,0-1 0,-1 1 0,1 0 0,-1 0 0,1 0 0,-1 0 0,1 0 0,-1 1 0,0 0 0,0-1 0,6 6 0,-7-5 0,0 1 0,1 0 0,-1 1 0,-1-1 0,1 0 0,0 1 0,-1-1 0,0 1 0,1-1 0,-2 1 0,1 0 0,0-1 0,-1 1 0,1 0 0,-1 5 0,-6 215 0,5-210-227,-1-1-1,-1 1 1,0 0-1,0-1 1,-10 22-1,3-17-6598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44:54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7010 24575,'30'-8'0,"-1"1"0,1 2 0,41-3 0,-30 4 0,442-24 0,7 30 0,-168 1 0,2226-3 0,-2392-8 0,245-42 0,-303 35 0,77 2 0,-27 4 0,630-136 0,387-86 0,-312 70 0,-433 49 0,690-282 0,-842 285 0,200-96 0,318-155 0,-348 161 0,-229 99 0,-123 66 0,121-33 0,4-1 0,-100 22 0,114-65 0,97-76 0,-104 59 0,435-293 0,-451 295 0,-17 13 0,-106 55 0,29-18 0,30-15 0,35-22 0,-31 12 0,-90 61 0,10-5 0,-22 17 0,51-46 0,46-37 0,-37 32 0,-69 47 0,-25 25 0,0 0 0,1 0 0,0 1 0,8-6 0,105-74 0,50-33 0,-97 68 0,27-16 0,53-9 0,-119 57 0,-2-1 0,46-36 0,0-1 0,-43 37 0,56-26 0,-86 44 0,21-12 0,0-1 0,33-27 0,12-6 0,59-29 0,166-71 0,56-32 0,15-16 0,-356 191 0,62-28 0,83-26 0,117-50 0,-104 37 0,226-117 0,-362 171 0,35-18 0,-22 9 0,69-27 0,13-6 0,-56 23 0,61-15 0,-3 2 0,-96 36 0,1 2 0,51-11 0,-17 5 0,21-4 0,24-7 0,-71 15 0,0 2 0,2 2 0,-1 2 0,48-2 0,97-16 0,-125 15 0,1 2 0,75 1 0,-70 9 0,1-3 0,72-12 0,-75 5 0,51-11 0,-101 16 0,-13 4 0,1-1 0,-1 0 0,1-1 0,-1 0 0,1 1 0,9-6 0,-15 6 0,1 1 0,0-1 0,-1 1 0,1-1 0,0 0 0,-1 1 0,1-1 0,-1 0 0,1 0 0,-1 1 0,1-1 0,-1 0 0,0 0 0,1 0 0,-1 1 0,0-1 0,0 0 0,1 0 0,-1-1 0,0 0 0,0 0 0,-1 0 0,1 0 0,-1 0 0,1 0 0,-1 1 0,0-1 0,1 0 0,-1 0 0,0 1 0,0-1 0,-2-2 0,-16-19 0,-1 1 0,0 1 0,-28-22 0,-33-34 0,135 120 0,-17-17 0,38 36 0,32 42 0,-94-91 0,-1 1 0,0 0 0,14 22 0,-26-34 0,1-1 0,-1 1 0,1-1 0,-1 0 0,0 1 0,0-1 0,0 1 0,0-1 0,0 1 0,0-1 0,0 1 0,0-1 0,0 0 0,-1 1 0,1-1 0,-1 1 0,1-1 0,-1 0 0,1 1 0,-1-1 0,0 0 0,0 0 0,0 1 0,1-1 0,-3 1 0,-30 31 0,24-26 0,-23 19 0,-2-1 0,-45 26 0,77-49-114,-1-1 1,1 1-1,-1-1 0,1 0 0,-1 0 1,0-1-1,1 1 0,-1 0 0,0-1 1,1 1-1,-5-1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7:46.8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24575,'371'29'0,"-245"-14"0,148-1 0,-225-15 0,12-1 0,1 3 0,81 11 0,-78-4 0,94-2 0,-25-2 0,-25 9 0,33 1 0,358-13 0,-238-2 0,-237 0 0,-1-2 0,35-7 0,31-4 0,-65 11 0,0-1 0,-1-1 0,36-12 0,-38 10 0,1 0 0,0 2 0,0 1 0,32-3 0,1 7-1365,-32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7:52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6307 0 24575,'0'18'0,"1"4"0,-1 0 0,-1-1 0,-1 1 0,-1 0 0,-1-1 0,-9 31 0,-7 0 0,-2-2 0,-2-1 0,-2-1 0,-58 81 0,0-14 0,-102 130 0,-190 153 0,-96 1 0,244-213 0,133-112 0,-124 74 0,46-56 0,25-15 0,-135 105 0,227-144 0,-151 108 0,92-63 0,-53 45 0,-25 18 0,80-73 0,41-28 0,-78 65 0,38-4 0,-2 2 0,26-38 0,-40 36 0,89-74 0,-2-2 0,-75 43 0,63-41 0,-55 42 0,84-56 0,-48 25 0,7-5 0,-212 152 0,-54 32 0,285-194 0,23-15 0,-39 30 0,33-21 0,-31 17 0,32-21 0,-15 9 0,2-2 0,2 2 0,-39 33 0,48-36 0,0-1 0,-41 22 0,36-25 0,-55 46 0,77-57 0,0 1 0,-24 12 0,23-15 0,1 1 0,0 1 0,-14 12 0,13-9 0,1 1 0,-1 0 0,0-2 0,-1 0 0,0 0 0,0-1 0,-20 8 0,19-10 0,1 1 0,-1 0 0,2 1 0,-17 14 0,-13 8 0,25-17 0,15-12 0,1 1 0,-1-1 0,0 0 0,0 0 0,0 0 0,-1-1 0,1 1 0,-1-1 0,1 0 0,-1-1 0,0 1 0,-9 1 0,13-3 0,1-1 0,-1 1 0,1 0 0,-1 0 0,0-1 0,1 1 0,-1-1 0,1 1 0,-1-1 0,1 1 0,-1 0 0,1-1 0,0 0 0,-1 1 0,1-1 0,-1 1 0,1-1 0,0 1 0,0-1 0,-1 0 0,1 1 0,0-1 0,0 0 0,0 1 0,0-1 0,0 0 0,0 1 0,0-1 0,0 0 0,0 1 0,0-1 0,0 0 0,0 1 0,1-2 0,5-29 0,-4 25 0,45-146 0,-12 46 0,-28 87 0,1 0 0,19-34 0,-18 38 0,0-2 0,-1 1 0,7-23 0,-16 35 0,-6 10 0,-6 13 0,-103 200 0,101-193 0,12-22 0,0 0 0,1 0 0,-1 0 0,1 1 0,0-1 0,0 1 0,0 0 0,1-1 0,0 1 0,0 0 0,0 0 0,0 0 0,1 6 0,5 92 0,-5-101 0,0 0 0,-1 0 0,1 1 0,0-1 0,1 0 0,-1 0 0,0 0 0,1 0 0,-1 1 0,1-1 0,-1 0 0,1 0 0,0 0 0,0 0 0,0 0 0,0 0 0,0-1 0,1 1 0,-1 0 0,0 0 0,1-1 0,0 1 0,-1-1 0,1 1 0,0-1 0,2 2 0,2-1 0,0 0 0,-1-1 0,1 1 0,0-1 0,0 0 0,0-1 0,1 1 0,8-1 0,34 2 0,-1 2 0,1 2 0,63 17 0,7 16-1365,-98-35-5461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32.0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35.7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25.4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28.3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2:52.5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2:56.5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00.1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06.6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08.1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10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13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32.0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35.7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25.4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28.3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2:15.37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2:28.94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2:32.14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2:52.5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2:56.5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00.1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06.6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08.1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10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3:13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32.0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35.7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25.4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05:28.3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8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8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8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5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6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6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6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5.6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8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8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8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5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60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60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6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39.6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4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4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4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3.1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7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7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7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5.3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0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0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1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7.7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59:25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24575,'1'8'0,"0"1"0,0 0 0,1-1 0,1 1 0,0-1 0,0 0 0,0 0 0,7 12 0,8 18 0,2 14 0,2-2 0,3 0 0,1-1 0,36 47 0,-12-24 0,-27-37 0,49 58 0,-42-62 0,-2 1 0,42 64 0,156 216 0,-209-290 0,209 234 0,-118-140 0,113 147 0,-164-194 0,139 155 0,-10-14 0,-42-62 0,-69-75 0,138 143 0,289 283 0,-381-391 0,59 59 0,-142-130 0,70 53 0,13 11 0,-81-65 0,51 34 0,-8-7 0,-32-22 0,2-2 0,1-3 0,2-2 0,92 41 0,-52-24 0,-65-34 0,53 23 0,-10-10 0,122 68 0,-134-64 0,120 46 0,-34-16 0,-88-36 0,70 22 0,114 39 0,-158-55 0,107 26 0,-68-23 0,-94-28 0,52 6 0,-50-10 0,42 11 0,39 19 0,167 47 0,-194-61 0,137 14 0,30 7 0,-210-33 0,24 0 0,0-3 0,1-3 0,70-6 0,-23 0 0,1051 3 0,-1119-2 0,82-15 0,-43 4 0,-42 4 0,0-1 0,-1-3 0,0-1 0,-1-3 0,60-32 0,-51 17 0,-43 25 0,0 1 0,1 0 0,-1 1 0,1 0 0,1 0 0,10-3 0,-3 3 0,0-2 0,-1 0 0,0 0 0,28-19 0,57-47 0,-67 45 0,61-35 0,67-43 0,100-74 0,-195 138 0,-50 33 0,0-2 0,26-19 0,-1-10 0,-31 28 0,0 1 0,1 0 0,0 1 0,1 0 0,20-11 0,7 0 0,0-2 0,-2-2 0,-1-1 0,-1-2 0,-1-2 0,46-49 0,-79 77 0,0-1 0,-1-1 0,1 1 0,-1 0 0,0-1 0,1 1 0,-2-1 0,4-6 0,-5 9 0,0 1 0,0-1 0,0 0 0,0 0 0,0 0 0,0 0 0,0 0 0,0 0 0,0 0 0,0 0 0,-1 0 0,1 0 0,0 0 0,-1 0 0,1 0 0,-1 1 0,1-1 0,-1 0 0,1 0 0,-1 0 0,1 1 0,-1-1 0,0 0 0,1 1 0,-1-1 0,0 0 0,0 1 0,1-1 0,-1 1 0,0-1 0,0 1 0,0 0 0,0-1 0,0 1 0,0 0 0,1 0 0,-1-1 0,0 1 0,0 0 0,-1 0 0,-22-3 0,1 0 0,-1 2 0,1 0 0,-44 5 0,1 0 0,-212-3 0,723-1 0,-440 0 0,1 0 0,-1 0 0,0 0 0,1 1 0,-1 0 0,1 0 0,-1 1 0,0-1 0,8 4 0,-11-3 0,1 0 0,-1 0 0,0-1 0,0 1 0,0 0 0,0 1 0,0-1 0,0 0 0,0 0 0,-1 1 0,1-1 0,-1 1 0,0 0 0,0-1 0,0 1 0,0 0 0,0 0 0,0 0 0,0 4 0,2 28 0,-1 0 0,-2 0 0,-4 35 0,0 15 0,3 30 0,0-107-36,-3-10 125,-3-8-1507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6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6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6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49.9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59:25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24575,'1'8'0,"0"1"0,0 0 0,1-1 0,1 1 0,0-1 0,0 0 0,0 0 0,7 12 0,8 18 0,2 14 0,2-2 0,3 0 0,1-1 0,36 47 0,-12-24 0,-27-37 0,49 58 0,-42-62 0,-2 1 0,42 64 0,156 216 0,-209-290 0,209 234 0,-118-140 0,113 147 0,-164-194 0,139 155 0,-10-14 0,-42-62 0,-69-75 0,138 143 0,289 283 0,-381-391 0,59 59 0,-142-130 0,70 53 0,13 11 0,-81-65 0,51 34 0,-8-7 0,-32-22 0,2-2 0,1-3 0,2-2 0,92 41 0,-52-24 0,-65-34 0,53 23 0,-10-10 0,122 68 0,-134-64 0,120 46 0,-34-16 0,-88-36 0,70 22 0,114 39 0,-158-55 0,107 26 0,-68-23 0,-94-28 0,52 6 0,-50-10 0,42 11 0,39 19 0,167 47 0,-194-61 0,137 14 0,30 7 0,-210-33 0,24 0 0,0-3 0,1-3 0,70-6 0,-23 0 0,1051 3 0,-1119-2 0,82-15 0,-43 4 0,-42 4 0,0-1 0,-1-3 0,0-1 0,-1-3 0,60-32 0,-51 17 0,-43 25 0,0 1 0,1 0 0,-1 1 0,1 0 0,1 0 0,10-3 0,-3 3 0,0-2 0,-1 0 0,0 0 0,28-19 0,57-47 0,-67 45 0,61-35 0,67-43 0,100-74 0,-195 138 0,-50 33 0,0-2 0,26-19 0,-1-10 0,-31 28 0,0 1 0,1 0 0,0 1 0,1 0 0,20-11 0,7 0 0,0-2 0,-2-2 0,-1-1 0,-1-2 0,-1-2 0,46-49 0,-79 77 0,0-1 0,-1-1 0,1 1 0,-1 0 0,0-1 0,1 1 0,-2-1 0,4-6 0,-5 9 0,0 1 0,0-1 0,0 0 0,0 0 0,0 0 0,0 0 0,0 0 0,0 0 0,0 0 0,0 0 0,-1 0 0,1 0 0,0 0 0,-1 0 0,1 0 0,-1 1 0,1-1 0,-1 0 0,1 0 0,-1 0 0,1 1 0,-1-1 0,0 0 0,1 1 0,-1-1 0,0 0 0,0 1 0,1-1 0,-1 1 0,0-1 0,0 1 0,0 0 0,0-1 0,0 1 0,0 0 0,1 0 0,-1-1 0,0 1 0,0 0 0,-1 0 0,-22-3 0,1 0 0,-1 2 0,1 0 0,-44 5 0,1 0 0,-212-3 0,723-1 0,-440 0 0,1 0 0,-1 0 0,0 0 0,1 1 0,-1 0 0,1 0 0,-1 1 0,0-1 0,8 4 0,-11-3 0,1 0 0,-1 0 0,0-1 0,0 1 0,0 0 0,0 1 0,0-1 0,0 0 0,0 0 0,-1 1 0,1-1 0,-1 1 0,0 0 0,0-1 0,0 1 0,0 0 0,0 0 0,0 0 0,0 4 0,2 28 0,-1 0 0,-2 0 0,-4 35 0,0 15 0,3 30 0,0-107-36,-3-10 125,-3-8-1507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59:56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7911 24575,'2851'0'0,"-2120"-53"0,-485 6 0,-55 7 0,306-47 0,93-15 0,68-20 0,-439 79 0,-112 22 0,692-162 0,-634 124 0,224-114 0,-376 167 0,-2 0 0,635-281 0,-582 263 0,57-20 0,156-83 0,-40-1 0,133-75 0,183-83 0,-497 256 0,-1-2 0,65-49 0,-6 2 0,5 13 0,-5 3 0,211-127 0,-89 23 0,-99 64 0,370-313 0,28-20 0,-285 240 0,-161 120 0,-45 37 0,2 2 0,51-32 0,-13 18 0,260-167 0,-5-66 0,-219 176 0,-49 43 0,69-56 0,208-177 0,-93 74 0,22-43 0,-90 81 0,-14 41 0,-7 7 0,-16 16 0,13-12 0,-78 56 0,64-63 0,-143 135 0,0 1 0,1-1 0,0 1 0,0 1 0,14-8 0,-13 9 0,-1-1 0,0-1 0,0 1 0,0-2 0,10-8 0,23-25 0,2 2 0,1 1 0,88-54 0,-96 70 0,50-19 0,-2 0 0,171-102 0,173-83 0,-398 209 0,28-17 0,-31 17 0,39-18 0,8-4 0,-55 27 0,0 0 0,1 2 0,33-11 0,37-8 0,46-11 0,-79 25 0,-34 7 0,1 1 0,40-3 0,342 6 0,-199 4 0,153-3 0,368 2 0,-732-2 0,0 1 0,1-1 0,-1-1 0,1 1 0,-1 0 0,1-1 0,0 0 0,0 0 0,-1 0 0,1-1 0,1 1 0,-5-5 0,-45-39 0,50 43 0,-23-21 0,11 10 0,1 0 0,0 0 0,-15-21 0,29 35 0,0 0 0,-1-1 0,1 1 0,0-1 0,0 1 0,-1-1 0,1 1 0,0 0 0,0-1 0,0 1 0,-1-1 0,1 1 0,0-1 0,0 1 0,0-1 0,0 1 0,0-1 0,0 1 0,0-1 0,0 1 0,0-1 0,1 1 0,-1-1 0,0 1 0,0-1 0,0 1 0,0-1 0,1 1 0,-1 0 0,0-1 0,0 1 0,1-1 0,-1 1 0,0 0 0,1-1 0,-1 1 0,0 0 0,1-1 0,-1 1 0,1 0 0,-1 0 0,1-1 0,-1 1 0,0 0 0,1 0 0,-1 0 0,1-1 0,-1 1 0,1 0 0,-1 0 0,1 0 0,-1 0 0,1 0 0,-1 0 0,1 0 0,-1 0 0,1 0 0,0 1 0,32 1 0,-28 0 0,0 0 0,1 0 0,-1 0 0,0 1 0,-1 0 0,1-1 0,0 2 0,-1-1 0,1 1 0,-1-1 0,0 1 0,0 0 0,-1 1 0,1-1 0,3 7 0,3 7 0,-2-1 0,0 1 0,7 21 0,15 33 0,-27-66 0,0 0 0,0 0 0,0 1 0,0-1 0,-1 1 0,0-1 0,-1 1 0,2 9 0,-3-11 0,-1 0 0,1 0 0,-1 0 0,0 0 0,0 0 0,0-1 0,-1 1 0,0 0 0,0-1 0,0 1 0,0-1 0,-5 6 0,-3 4 0,0 0 0,-14 13 0,-14 18 0,-11 19-1365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2.56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59:25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24575,'1'8'0,"0"1"0,0 0 0,1-1 0,1 1 0,0-1 0,0 0 0,0 0 0,7 12 0,8 18 0,2 14 0,2-2 0,3 0 0,1-1 0,36 47 0,-12-24 0,-27-37 0,49 58 0,-42-62 0,-2 1 0,42 64 0,156 216 0,-209-290 0,209 234 0,-118-140 0,113 147 0,-164-194 0,139 155 0,-10-14 0,-42-62 0,-69-75 0,138 143 0,289 283 0,-381-391 0,59 59 0,-142-130 0,70 53 0,13 11 0,-81-65 0,51 34 0,-8-7 0,-32-22 0,2-2 0,1-3 0,2-2 0,92 41 0,-52-24 0,-65-34 0,53 23 0,-10-10 0,122 68 0,-134-64 0,120 46 0,-34-16 0,-88-36 0,70 22 0,114 39 0,-158-55 0,107 26 0,-68-23 0,-94-28 0,52 6 0,-50-10 0,42 11 0,39 19 0,167 47 0,-194-61 0,137 14 0,30 7 0,-210-33 0,24 0 0,0-3 0,1-3 0,70-6 0,-23 0 0,1051 3 0,-1119-2 0,82-15 0,-43 4 0,-42 4 0,0-1 0,-1-3 0,0-1 0,-1-3 0,60-32 0,-51 17 0,-43 25 0,0 1 0,1 0 0,-1 1 0,1 0 0,1 0 0,10-3 0,-3 3 0,0-2 0,-1 0 0,0 0 0,28-19 0,57-47 0,-67 45 0,61-35 0,67-43 0,100-74 0,-195 138 0,-50 33 0,0-2 0,26-19 0,-1-10 0,-31 28 0,0 1 0,1 0 0,0 1 0,1 0 0,20-11 0,7 0 0,0-2 0,-2-2 0,-1-1 0,-1-2 0,-1-2 0,46-49 0,-79 77 0,0-1 0,-1-1 0,1 1 0,-1 0 0,0-1 0,1 1 0,-2-1 0,4-6 0,-5 9 0,0 1 0,0-1 0,0 0 0,0 0 0,0 0 0,0 0 0,0 0 0,0 0 0,0 0 0,0 0 0,-1 0 0,1 0 0,0 0 0,-1 0 0,1 0 0,-1 1 0,1-1 0,-1 0 0,1 0 0,-1 0 0,1 1 0,-1-1 0,0 0 0,1 1 0,-1-1 0,0 0 0,0 1 0,1-1 0,-1 1 0,0-1 0,0 1 0,0 0 0,0-1 0,0 1 0,0 0 0,1 0 0,-1-1 0,0 1 0,0 0 0,-1 0 0,-22-3 0,1 0 0,-1 2 0,1 0 0,-44 5 0,1 0 0,-212-3 0,723-1 0,-440 0 0,1 0 0,-1 0 0,0 0 0,1 1 0,-1 0 0,1 0 0,-1 1 0,0-1 0,8 4 0,-11-3 0,1 0 0,-1 0 0,0-1 0,0 1 0,0 0 0,0 1 0,0-1 0,0 0 0,0 0 0,-1 1 0,1-1 0,-1 1 0,0 0 0,0-1 0,0 1 0,0 0 0,0 0 0,0 0 0,0 4 0,2 28 0,-1 0 0,-2 0 0,-4 35 0,0 15 0,3 30 0,0-107-36,-3-10 125,-3-8-1507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59:56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7911 24575,'2851'0'0,"-2120"-53"0,-485 6 0,-55 7 0,306-47 0,93-15 0,68-20 0,-439 79 0,-112 22 0,692-162 0,-634 124 0,224-114 0,-376 167 0,-2 0 0,635-281 0,-582 263 0,57-20 0,156-83 0,-40-1 0,133-75 0,183-83 0,-497 256 0,-1-2 0,65-49 0,-6 2 0,5 13 0,-5 3 0,211-127 0,-89 23 0,-99 64 0,370-313 0,28-20 0,-285 240 0,-161 120 0,-45 37 0,2 2 0,51-32 0,-13 18 0,260-167 0,-5-66 0,-219 176 0,-49 43 0,69-56 0,208-177 0,-93 74 0,22-43 0,-90 81 0,-14 41 0,-7 7 0,-16 16 0,13-12 0,-78 56 0,64-63 0,-143 135 0,0 1 0,1-1 0,0 1 0,0 1 0,14-8 0,-13 9 0,-1-1 0,0-1 0,0 1 0,0-2 0,10-8 0,23-25 0,2 2 0,1 1 0,88-54 0,-96 70 0,50-19 0,-2 0 0,171-102 0,173-83 0,-398 209 0,28-17 0,-31 17 0,39-18 0,8-4 0,-55 27 0,0 0 0,1 2 0,33-11 0,37-8 0,46-11 0,-79 25 0,-34 7 0,1 1 0,40-3 0,342 6 0,-199 4 0,153-3 0,368 2 0,-732-2 0,0 1 0,1-1 0,-1-1 0,1 1 0,-1 0 0,1-1 0,0 0 0,0 0 0,-1 0 0,1-1 0,1 1 0,-5-5 0,-45-39 0,50 43 0,-23-21 0,11 10 0,1 0 0,0 0 0,-15-21 0,29 35 0,0 0 0,-1-1 0,1 1 0,0-1 0,0 1 0,-1-1 0,1 1 0,0 0 0,0-1 0,0 1 0,-1-1 0,1 1 0,0-1 0,0 1 0,0-1 0,0 1 0,0-1 0,0 1 0,0-1 0,0 1 0,0-1 0,1 1 0,-1-1 0,0 1 0,0-1 0,0 1 0,0-1 0,1 1 0,-1 0 0,0-1 0,0 1 0,1-1 0,-1 1 0,0 0 0,1-1 0,-1 1 0,0 0 0,1-1 0,-1 1 0,1 0 0,-1 0 0,1-1 0,-1 1 0,0 0 0,1 0 0,-1 0 0,1-1 0,-1 1 0,1 0 0,-1 0 0,1 0 0,-1 0 0,1 0 0,-1 0 0,1 0 0,-1 0 0,1 0 0,0 1 0,32 1 0,-28 0 0,0 0 0,1 0 0,-1 0 0,0 1 0,-1 0 0,1-1 0,0 2 0,-1-1 0,1 1 0,-1-1 0,0 1 0,0 0 0,-1 1 0,1-1 0,3 7 0,3 7 0,-2-1 0,0 1 0,7 21 0,15 33 0,-27-66 0,0 0 0,0 0 0,0 1 0,0-1 0,-1 1 0,0-1 0,-1 1 0,2 9 0,-3-11 0,-1 0 0,1 0 0,-1 0 0,0 0 0,0 0 0,0-1 0,-1 1 0,0 0 0,0-1 0,0 1 0,0-1 0,-5 6 0,-3 4 0,0 0 0,-14 13 0,-14 18 0,-11 19-1365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2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5.0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59:25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24575,'1'8'0,"0"1"0,0 0 0,1-1 0,1 1 0,0-1 0,0 0 0,0 0 0,7 12 0,8 18 0,2 14 0,2-2 0,3 0 0,1-1 0,36 47 0,-12-24 0,-27-37 0,49 58 0,-42-62 0,-2 1 0,42 64 0,156 216 0,-209-290 0,209 234 0,-118-140 0,113 147 0,-164-194 0,139 155 0,-10-14 0,-42-62 0,-69-75 0,138 143 0,289 283 0,-381-391 0,59 59 0,-142-130 0,70 53 0,13 11 0,-81-65 0,51 34 0,-8-7 0,-32-22 0,2-2 0,1-3 0,2-2 0,92 41 0,-52-24 0,-65-34 0,53 23 0,-10-10 0,122 68 0,-134-64 0,120 46 0,-34-16 0,-88-36 0,70 22 0,114 39 0,-158-55 0,107 26 0,-68-23 0,-94-28 0,52 6 0,-50-10 0,42 11 0,39 19 0,167 47 0,-194-61 0,137 14 0,30 7 0,-210-33 0,24 0 0,0-3 0,1-3 0,70-6 0,-23 0 0,1051 3 0,-1119-2 0,82-15 0,-43 4 0,-42 4 0,0-1 0,-1-3 0,0-1 0,-1-3 0,60-32 0,-51 17 0,-43 25 0,0 1 0,1 0 0,-1 1 0,1 0 0,1 0 0,10-3 0,-3 3 0,0-2 0,-1 0 0,0 0 0,28-19 0,57-47 0,-67 45 0,61-35 0,67-43 0,100-74 0,-195 138 0,-50 33 0,0-2 0,26-19 0,-1-10 0,-31 28 0,0 1 0,1 0 0,0 1 0,1 0 0,20-11 0,7 0 0,0-2 0,-2-2 0,-1-1 0,-1-2 0,-1-2 0,46-49 0,-79 77 0,0-1 0,-1-1 0,1 1 0,-1 0 0,0-1 0,1 1 0,-2-1 0,4-6 0,-5 9 0,0 1 0,0-1 0,0 0 0,0 0 0,0 0 0,0 0 0,0 0 0,0 0 0,0 0 0,0 0 0,-1 0 0,1 0 0,0 0 0,-1 0 0,1 0 0,-1 1 0,1-1 0,-1 0 0,1 0 0,-1 0 0,1 1 0,-1-1 0,0 0 0,1 1 0,-1-1 0,0 0 0,0 1 0,1-1 0,-1 1 0,0-1 0,0 1 0,0 0 0,0-1 0,0 1 0,0 0 0,1 0 0,-1-1 0,0 1 0,0 0 0,-1 0 0,-22-3 0,1 0 0,-1 2 0,1 0 0,-44 5 0,1 0 0,-212-3 0,723-1 0,-440 0 0,1 0 0,-1 0 0,0 0 0,1 1 0,-1 0 0,1 0 0,-1 1 0,0-1 0,8 4 0,-11-3 0,1 0 0,-1 0 0,0-1 0,0 1 0,0 0 0,0 1 0,0-1 0,0 0 0,0 0 0,-1 1 0,1-1 0,-1 1 0,0 0 0,0-1 0,0 1 0,0 0 0,0 0 0,0 0 0,0 4 0,2 28 0,-1 0 0,-2 0 0,-4 35 0,0 15 0,3 30 0,0-107-36,-3-10 125,-3-8-1507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1:59:56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7911 24575,'2851'0'0,"-2120"-53"0,-485 6 0,-55 7 0,306-47 0,93-15 0,68-20 0,-439 79 0,-112 22 0,692-162 0,-634 124 0,224-114 0,-376 167 0,-2 0 0,635-281 0,-582 263 0,57-20 0,156-83 0,-40-1 0,133-75 0,183-83 0,-497 256 0,-1-2 0,65-49 0,-6 2 0,5 13 0,-5 3 0,211-127 0,-89 23 0,-99 64 0,370-313 0,28-20 0,-285 240 0,-161 120 0,-45 37 0,2 2 0,51-32 0,-13 18 0,260-167 0,-5-66 0,-219 176 0,-49 43 0,69-56 0,208-177 0,-93 74 0,22-43 0,-90 81 0,-14 41 0,-7 7 0,-16 16 0,13-12 0,-78 56 0,64-63 0,-143 135 0,0 1 0,1-1 0,0 1 0,0 1 0,14-8 0,-13 9 0,-1-1 0,0-1 0,0 1 0,0-2 0,10-8 0,23-25 0,2 2 0,1 1 0,88-54 0,-96 70 0,50-19 0,-2 0 0,171-102 0,173-83 0,-398 209 0,28-17 0,-31 17 0,39-18 0,8-4 0,-55 27 0,0 0 0,1 2 0,33-11 0,37-8 0,46-11 0,-79 25 0,-34 7 0,1 1 0,40-3 0,342 6 0,-199 4 0,153-3 0,368 2 0,-732-2 0,0 1 0,1-1 0,-1-1 0,1 1 0,-1 0 0,1-1 0,0 0 0,0 0 0,-1 0 0,1-1 0,1 1 0,-5-5 0,-45-39 0,50 43 0,-23-21 0,11 10 0,1 0 0,0 0 0,-15-21 0,29 35 0,0 0 0,-1-1 0,1 1 0,0-1 0,0 1 0,-1-1 0,1 1 0,0 0 0,0-1 0,0 1 0,-1-1 0,1 1 0,0-1 0,0 1 0,0-1 0,0 1 0,0-1 0,0 1 0,0-1 0,0 1 0,0-1 0,1 1 0,-1-1 0,0 1 0,0-1 0,0 1 0,0-1 0,1 1 0,-1 0 0,0-1 0,0 1 0,1-1 0,-1 1 0,0 0 0,1-1 0,-1 1 0,0 0 0,1-1 0,-1 1 0,1 0 0,-1 0 0,1-1 0,-1 1 0,0 0 0,1 0 0,-1 0 0,1-1 0,-1 1 0,1 0 0,-1 0 0,1 0 0,-1 0 0,1 0 0,-1 0 0,1 0 0,-1 0 0,1 0 0,0 1 0,32 1 0,-28 0 0,0 0 0,1 0 0,-1 0 0,0 1 0,-1 0 0,1-1 0,0 2 0,-1-1 0,1 1 0,-1-1 0,0 1 0,0 0 0,-1 1 0,1-1 0,3 7 0,3 7 0,-2-1 0,0 1 0,7 21 0,15 33 0,-27-66 0,0 0 0,0 0 0,0 1 0,0-1 0,-1 1 0,0-1 0,-1 1 0,2 9 0,-3-11 0,-1 0 0,1 0 0,-1 0 0,0 0 0,0 0 0,0-1 0,-1 1 0,0 0 0,0-1 0,0 1 0,0-1 0,-5 6 0,-3 4 0,0 0 0,-14 13 0,-14 18 0,-11 19-1365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56 1 23380,'-56'847'0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24575,'0'1609'-1365,"0"-1585"-5461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24163,'86'2738'0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150 163 24575,'-6'0'0,"-1"-1"0,1 0 0,0 0 0,0-1 0,-7-2 0,-25-4 0,37 8 0,0-1 0,0 1 0,0 0 0,0 0 0,0-1 0,1 1 0,-1 0 0,0-1 0,0 1 0,0-1 0,0 1 0,1-1 0,-1 1 0,0-1 0,0 0 0,1 1 0,-1-1 0,0 0 0,1 0 0,-1 1 0,1-1 0,-1 0 0,1 0 0,0 0 0,-1 0 0,1 0 0,0 1 0,-1-1 0,1 0 0,0 0 0,0 0 0,0 0 0,0 0 0,0 0 0,0-2 0,7-43 0,-4 26 0,-6-18 0,-5 23 0,7 15 0,1 0 0,-1 0 0,1 0 0,-1 0 0,1-1 0,-1 1 0,1 0 0,-1 0 0,0 0 0,1 0 0,-1 1 0,1-1 0,-1 0 0,1 0 0,-1 0 0,1 0 0,-1 1 0,1-1 0,-1 0 0,1 0 0,-1 1 0,1-1 0,-1 0 0,1 1 0,-1-1 0,1 0 0,-1 1 0,1-1 0,-1 2 0,-2 1 0,1 1 0,-1 0 0,1-1 0,0 1 0,0 0 0,0 1 0,1-1 0,-1 0 0,1 0 0,0 1 0,0-1 0,0 1 0,1-1 0,0 1 0,0 5 0,0-2 0,0 0 0,1 0 0,0 0 0,0 0 0,1 0 0,0 0 0,6 12 0,-6-15 0,0-1 0,1 1 0,0-1 0,0 0 0,0 0 0,0 0 0,1 0 0,-1-1 0,1 1 0,0-1 0,0 0 0,1 0 0,-1-1 0,0 1 0,1-1 0,0 0 0,-1 0 0,8 2 0,-1-2 0,1 0 0,-1-1 0,0 0 0,1 0 0,0-1 0,-1-1 0,13-1 0,-20 1 0,0 1 0,0-1 0,0 0 0,0 0 0,-1 0 0,1-1 0,0 0 0,-1 1 0,1-1 0,-1 0 0,0 0 0,0-1 0,1 1 0,-1-1 0,-1 0 0,1 0 0,0 1 0,-1-2 0,0 1 0,1 0 0,-1 0 0,0-1 0,-1 1 0,1-1 0,-1 0 0,1 0 0,-1 1 0,0-1 0,-1 0 0,1 0 0,-1 0 0,1 0 0,-1 0 0,0 0 0,-1 0 0,1 0 0,-1 1 0,0-1 0,0 0 0,0 0 0,0 0 0,0 1 0,-1-1 0,0 0 0,0 1 0,0 0 0,0-1 0,0 1 0,-5-4 0,2 2 0,-1 0 0,0 0 0,0 1 0,0-1 0,-1 2 0,1-1 0,-1 1 0,0 0 0,0 0 0,0 1 0,-14-3 0,6 2 0,1 1 0,0 1 0,-1 1 0,1 0 0,-19 2 0,30-1 0,0 0 0,-1 0 0,1 0 0,0 0 0,0 0 0,0 1 0,0-1 0,0 1 0,0 0 0,0 0 0,1 0 0,-1 1 0,1-1 0,-1 1 0,1-1 0,0 1 0,0 0 0,0-1 0,0 1 0,1 0 0,-1 0 0,1 1 0,0-1 0,-1 0 0,2 0 0,-1 1 0,0-1 0,1 0 0,-1 1 0,1-1 0,0 5 0,0-3 0,-1-1 0,1 1 0,1 0 0,-1 0 0,1 0 0,-1-1 0,1 1 0,1 0 0,-1-1 0,1 1 0,0-1 0,0 0 0,0 1 0,0-1 0,1 0 0,-1 0 0,1 0 0,0-1 0,1 1 0,-1-1 0,1 1 0,3 2 0,-1-3 0,0 0 0,0 0 0,0-1 0,1 1 0,-1-1 0,1-1 0,-1 1 0,1-1 0,0-1 0,-1 1 0,1-1 0,0 0 0,0 0 0,10-3 0,-14 3 0,0-1 0,0 0 0,0-1 0,0 1 0,0 0 0,0-1 0,0 1 0,-1-1 0,1 0 0,0 0 0,-1 0 0,0-1 0,1 1 0,-1 0 0,0-1 0,0 1 0,0-1 0,-1 0 0,1 0 0,-1 0 0,1 0 0,-1 0 0,0 0 0,0 0 0,-1 0 0,1 0 0,0 0 0,-1 0 0,0-1 0,0 1 0,0-6 0,-1 2 0,-1-1 0,0 1 0,0 0 0,0-1 0,-1 1 0,0 0 0,0 1 0,-1-1 0,0 0 0,0 1 0,-1 0 0,1 0 0,-1 0 0,-1 1 0,-5-6 0,10 10 0,1 1 0,-1-1 0,1 0 0,-1 1 0,0-1 0,1 1 0,-1-1 0,0 1 0,0-1 0,1 1 0,-1-1 0,0 1 0,0 0 0,1-1 0,-1 1 0,0 0 0,0 0 0,0 0 0,0 0 0,0 0 0,1 0 0,-1 0 0,0 0 0,0 0 0,0 0 0,0 0 0,1 0 0,-3 1 0,2 0 0,0 0 0,-1 0 0,1 0 0,0 1 0,-1-1 0,1 0 0,0 1 0,0-1 0,0 1 0,0-1 0,0 1 0,-1 3 0,-1 3 0,1 0 0,-1 0 0,1 0 0,-1 16 0,3-21 0,0 0 0,0-1 0,0 1 0,1 0 0,-1 0 0,1-1 0,-1 1 0,1-1 0,0 1 0,0 0 0,0-1 0,1 0 0,-1 1 0,1-1 0,-1 0 0,1 1 0,0-1 0,0 0 0,-1 0 0,2-1 0,-1 1 0,0 0 0,0-1 0,0 1 0,1-1 0,-1 0 0,1 1 0,-1-1 0,1 0 0,-1-1 0,1 1 0,0 0 0,0-1 0,2 1 0,9 1 0,1-1 0,-1 0 0,0-1 0,0 0 0,18-4 0,-30 4 0,0 0 0,1 0 0,-1 0 0,0 0 0,0-1 0,0 1 0,0-1 0,-1 1 0,1-1 0,0 0 0,0 0 0,0 0 0,0 0 0,-1 0 0,1 0 0,0 0 0,-1 0 0,1-1 0,-1 1 0,0-1 0,1 1 0,-1-1 0,2-3 0,-3 3 0,0 0 0,0 0 0,0 0 0,0 0 0,0 0 0,-1 0 0,1 0 0,-1 0 0,0 0 0,1 0 0,-1 1 0,0-1 0,0 0 0,0 0 0,0 1 0,0-1 0,-1 0 0,1 1 0,0 0 0,-1-1 0,1 1 0,-1 0 0,-2-2 0,-1-2 0,0 1 0,-1-1 0,1 2 0,-1-1 0,0 0 0,0 1 0,0 0 0,0 1 0,0-1 0,0 1 0,-1 1 0,1-1 0,-1 1 0,0 0 0,1 0 0,-1 1 0,0 0 0,1 0 0,-1 0 0,0 1 0,1 0 0,-1 1 0,0-1 0,1 1 0,0 1 0,0-1 0,-1 1 0,1 0 0,1 0 0,-1 1 0,0 0 0,-6 6 0,8-7 0,0 1 0,0 0 0,1 0 0,0 1 0,0-1 0,0 1 0,0-1 0,1 1 0,-1 0 0,1 0 0,0 0 0,1 0 0,0 1 0,-1-1 0,1 0 0,1 1 0,-1-1 0,1 0 0,0 1 0,0-1 0,1 0 0,0 1 0,1 5 0,-1-7 0,0 1 0,1 0 0,0-1 0,0 1 0,0-1 0,0 0 0,0 1 0,1-1 0,0 0 0,0 0 0,0-1 0,1 1 0,-1-1 0,1 0 0,0 1 0,-1-1 0,1-1 0,1 1 0,-1-1 0,0 0 0,1 0 0,-1 0 0,1 0 0,0-1 0,6 2 0,-8-3 0,-1 1 0,1-1 0,0 1 0,0-1 0,0 0 0,0 0 0,0 0 0,0-1 0,0 1 0,0-1 0,0 1 0,0-1 0,-1 0 0,1 0 0,0 0 0,-1-1 0,1 1 0,0-1 0,-1 1 0,5-5 0,-5 3 0,1 0 0,-1-1 0,1 0 0,-1 0 0,0 0 0,-1 0 0,1 0 0,-1 0 0,1 0 0,-1 0 0,-1 0 0,1-1 0,0-7 0,0-3 0,-1 0 0,0-1 0,-4-23 0,3 34 0,0 0 0,0 0 0,0 1 0,-1-1 0,1 0 0,-1 1 0,0-1 0,-1 1 0,1 0 0,-1 0 0,1 0 0,-1 0 0,-1 0 0,1 1 0,-4-4 0,6 6-49,0 0 1,1 1-1,-1-1 0,0 1 0,0-1 1,0 1-1,0-1 0,0 1 0,0-1 1,0 1-1,0 0 0,0 0 0,0 0 1,0-1-1,0 1 0,0 0 0,0 0 1,0 0-1,0 1 0,-1-1 0,1 0 1,0 0-1,0 0 0,0 1 0,0-1 0,0 1 1,-1 0-1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24575,'-11'0'0,"0"1"0,0 0 0,0 1 0,0 0 0,1 1 0,-1 0 0,1 0 0,0 1 0,0 1 0,0 0 0,0 0 0,1 1 0,-12 8 0,15-8 0,-1-1 0,1 1 0,0 1 0,1-1 0,-1 1 0,1 0 0,0 0 0,1 0 0,0 1 0,0-1 0,0 1 0,1 0 0,1 0 0,-1 1 0,1-1 0,0 0 0,0 12 0,1-3 0,0-1 0,1 1 0,1 0 0,0-1 0,5 22 0,-5-34 0,0 0 0,1 0 0,-1 0 0,1 0 0,0 0 0,0 0 0,0 0 0,1-1 0,-1 1 0,1-1 0,0 0 0,0 0 0,0 0 0,0 0 0,1 0 0,-1 0 0,1-1 0,0 0 0,-1 0 0,1 0 0,0 0 0,0-1 0,0 1 0,1-1 0,4 1 0,-4-1 0,1 0 0,-1 0 0,1-1 0,-1 1 0,1-1 0,-1-1 0,1 1 0,-1-1 0,1 0 0,-1 0 0,0-1 0,1 1 0,-1-1 0,0 0 0,0-1 0,0 1 0,-1-1 0,1 0 0,0 0 0,-1 0 0,0-1 0,0 0 0,0 1 0,0-1 0,-1-1 0,1 1 0,-1-1 0,0 1 0,-1-1 0,5-8 0,-2 0 0,1-1 0,-2 1 0,0-1 0,0 0 0,-1 0 0,-1-1 0,0 1 0,-2-1 0,1 1 0,-3-24 0,1 30 0,0 1 0,-1 0 0,0 0 0,0 0 0,0 0 0,-1 0 0,0 0 0,0 1 0,-1-1 0,1 1 0,-7-7 0,9 11 0,-1 0 0,0 1 0,0-1 0,0 0 0,0 1 0,0-1 0,0 1 0,-1 0 0,1-1 0,0 1 0,-1 0 0,1 1 0,-1-1 0,1 0 0,-1 1 0,1-1 0,-1 1 0,1 0 0,-1 0 0,1 0 0,-1 0 0,0 0 0,1 0 0,-1 1 0,1 0 0,-1-1 0,1 1 0,-1 0 0,1 0 0,0 0 0,0 0 0,-1 1 0,1-1 0,-3 3 0,0 0 0,0 0 0,0 1 0,1 0 0,0-1 0,0 1 0,0 0 0,1 1 0,-1-1 0,1 1 0,1 0 0,-1-1 0,1 1 0,0 0 0,0 1 0,0-1 0,1 0 0,0 0 0,1 1 0,-1-1 0,1 0 0,1 11 0,-1-13 0,0 1 0,1 0 0,0 0 0,0-1 0,0 1 0,0 0 0,1-1 0,-1 1 0,1-1 0,0 0 0,0 0 0,1 0 0,0 0 0,-1 0 0,1 0 0,0 0 0,1-1 0,-1 0 0,1 1 0,-1-1 0,1-1 0,0 1 0,0 0 0,0-1 0,1 0 0,-1 0 0,1 0 0,-1-1 0,6 2 0,-7-2 0,0-1 0,0 1 0,0-1 0,1 0 0,-1 0 0,0 0 0,0 0 0,0 0 0,0-1 0,0 0 0,0 1 0,0-1 0,0 0 0,0-1 0,0 1 0,-1 0 0,1-1 0,0 1 0,-1-1 0,1 0 0,-1 0 0,1 0 0,-1 0 0,3-4 0,-3 3 0,0-1 0,0 0 0,0 0 0,0 0 0,-1 0 0,0 0 0,0 0 0,0 0 0,0 0 0,0-1 0,-1 1 0,0 0 0,0 0 0,0-1 0,0 1 0,-1 0 0,-1-7 0,0 6 0,1 1 0,-1 0 0,0 0 0,0 0 0,0 1 0,-1-1 0,1 0 0,-1 1 0,0 0 0,0-1 0,0 1 0,0 0 0,-1 1 0,1-1 0,-1 1 0,0-1 0,0 1 0,0 0 0,-5-2 0,6 3 0,0 0 0,-1-1 0,1 1 0,0 0 0,-1 1 0,1-1 0,-1 1 0,1-1 0,-1 1 0,1 0 0,-1 1 0,1-1 0,0 0 0,-1 1 0,1 0 0,-1 0 0,1 0 0,0 0 0,0 0 0,-1 1 0,1 0 0,0-1 0,0 1 0,1 0 0,-4 3 0,3-2 0,1 1 0,-1-1 0,1 1 0,0 0 0,0-1 0,0 1 0,0 0 0,1 0 0,0 1 0,-1-1 0,2 0 0,-1 0 0,0 7 0,1 61 0,2-51 0,-2-15 0,0 1 0,0-1 0,1 0 0,0 0 0,1 1 0,-1-1 0,1 0 0,0 0 0,1-1 0,0 1 0,4 8 0,-4-11 0,-1 0 0,1 0 0,0-1 0,0 1 0,0-1 0,0 1 0,1-1 0,-1 0 0,1 0 0,-1 0 0,1-1 0,0 1 0,0-1 0,-1 0 0,1 0 0,0 0 0,0-1 0,0 1 0,5-1 0,-2 0 0,0 0 0,0-1 0,0 0 0,0 0 0,0-1 0,-1 0 0,1 0 0,0 0 0,-1-1 0,1 0 0,-1 0 0,0-1 0,0 1 0,0-1 0,-1-1 0,1 1 0,-1-1 0,0 0 0,0 0 0,-1-1 0,0 1 0,0-1 0,6-10 0,-7 10 0,0 0 0,0 0 0,0 0 0,-1-1 0,0 1 0,0-1 0,0 0 0,-1 0 0,0 0 0,-1 1 0,1-1 0,-1 0 0,-1 0 0,1 0 0,-1 0 0,0 0 0,-1 1 0,0-1 0,0 0 0,0 1 0,-1-1 0,0 1 0,0 0 0,-5-8 0,4 9 0,-1 1 0,1-1 0,-1 0 0,0 1 0,-1 0 0,1 0 0,-1 1 0,0 0 0,0 0 0,0 0 0,-6-2 0,-13-3 0,-36-8 0,56 15 0,2 0 0,0 1 0,0-1 0,-1 1 0,1-1 0,0 1 0,0 0 0,-1 0 0,1 1 0,0-1 0,0 1 0,-1-1 0,1 1 0,0 0 0,0 0 0,0 1 0,0-1 0,0 0 0,0 1 0,1 0 0,-1 0 0,-4 3 0,4-1 0,-1 0 0,1 0 0,0 1 0,1-1 0,-1 1 0,1-1 0,0 1 0,0 0 0,0 0 0,1 0 0,-1 0 0,0 9 0,1-5 0,0 1 0,1-1 0,0 0 0,1 0 0,0 1 0,0-1 0,3 11 0,-2-14 0,-1-1 0,1 0 0,0 0 0,1 1 0,-1-2 0,1 1 0,0 0 0,0 0 0,0-1 0,1 1 0,6 5 0,-7-7 0,1-1 0,-1 1 0,0-1 0,1 0 0,0 0 0,-1 0 0,1-1 0,0 1 0,0-1 0,0 0 0,0 0 0,6 0 0,-8-1 0,0 0 0,0 0 0,0 0 0,-1-1 0,1 1 0,0 0 0,0-1 0,-1 0 0,1 1 0,0-1 0,-1 0 0,1 0 0,0 0 0,-1 0 0,0 0 0,1 0 0,-1-1 0,0 1 0,1 0 0,-1-1 0,0 1 0,0-1 0,0 1 0,0-1 0,0 1 0,0-1 0,-1 0 0,1 0 0,-1 1 0,1-4 0,3-9 0,-1-1 0,-1 0 0,-1 1 0,0-1 0,-1 0 0,0 0 0,-1 1 0,-1-1 0,0 0 0,-1 1 0,-1 0 0,0 0 0,-1 0 0,0 0 0,-11-18 0,15 30-40,0 0 0,-1 0 0,1 0 0,-1 0-1,1 0 1,-1 0 0,1 0 0,-1 1 0,0-1 0,0 1 0,0-1-1,0 1 1,0 0 0,0 0 0,0 0 0,0 0 0,-1 0-1,1 0 1,0 1 0,0-1 0,-1 1 0,1-1 0,-1 1 0,1 0-1,0 0 1,-1 0 0,1 0 0,0 1 0,-1-1 0,1 1-1,0-1 1,-1 1 0,-3 2 0,-10 7-6786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144 114 24575,'-105'120'0,"101"-116"0,0 0 0,1 0 0,0 0 0,-1 1 0,2 0 0,-1-1 0,0 1 0,1 0 0,0 0 0,0 0 0,1 1 0,0-1 0,-1 0 0,2 1 0,-1-1 0,0 1 0,1-1 0,0 0 0,1 1 0,-1-1 0,1 1 0,0-1 0,0 0 0,1 1 0,-1-1 0,1 0 0,1 0 0,-1 0 0,1 0 0,4 6 0,-3-5 0,1 1 0,-1-1 0,2 0 0,-1 0 0,1-1 0,-1 1 0,2-1 0,-1-1 0,0 1 0,1-1 0,0 0 0,0-1 0,0 1 0,1-1 0,-1-1 0,1 1 0,-1-1 0,1-1 0,0 0 0,12 1 0,-16-2 0,-1 0 0,0 0 0,0-1 0,0 0 0,0 1 0,0-1 0,1 0 0,-2-1 0,1 1 0,0 0 0,0-1 0,0 0 0,-1 1 0,1-1 0,-1 0 0,5-5 0,-3 2 0,1 0 0,-1-1 0,-1 1 0,1-1 0,-1 0 0,0 0 0,3-11 0,1-6 0,-2 0 0,0 0 0,2-36 0,-5 38 0,0-2 0,0-1 0,-1 1 0,-4-34 0,2 51 0,1 1 0,-1 0 0,-1-1 0,1 1 0,-1 0 0,0 0 0,0 0 0,0 0 0,-1 0 0,1 0 0,-1 1 0,-1-1 0,1 1 0,0 0 0,-1 0 0,0 0 0,0 0 0,0 1 0,-1 0 0,-5-4 0,2 3 0,0 0 0,-1 0 0,1 1 0,-1 1 0,1-1 0,-1 1 0,0 1 0,1 0 0,-1 0 0,-16 1 0,21 0 0,-1 1 0,1-1 0,-1 1 0,1 0 0,-1 1 0,1-1 0,0 1 0,0 0 0,0 0 0,0 0 0,0 0 0,0 1 0,0-1 0,1 1 0,-1 0 0,1 0 0,0 1 0,0-1 0,0 1 0,0-1 0,1 1 0,-4 6 0,2 1 0,-1 0 0,1 0 0,1 0 0,0 1 0,1-1 0,0 1 0,1-1 0,0 1 0,1 0 0,0 0 0,1-1 0,2 16 0,-2-19 0,1 0 0,0-1 0,0 1 0,1-1 0,0 1 0,0-1 0,0 0 0,1 0 0,0-1 0,1 1 0,-1-1 0,1 0 0,1 0 0,-1 0 0,1-1 0,0 1 0,0-2 0,0 1 0,9 4 0,-12-7 0,1 0 0,-1-1 0,0 1 0,1-1 0,-1 0 0,1 0 0,-1 0 0,1 0 0,-1-1 0,1 0 0,0 1 0,-1-1 0,1-1 0,-1 1 0,1 0 0,0-1 0,-1 0 0,1 0 0,-1 0 0,0 0 0,1 0 0,-1-1 0,0 0 0,1 1 0,-1-1 0,0 0 0,-1-1 0,1 1 0,0 0 0,-1-1 0,1 0 0,3-4 0,-3 3 0,0-1 0,-1 0 0,1 0 0,-1 0 0,0 0 0,0 0 0,-1 0 0,1 0 0,-1-1 0,0 1 0,-1-1 0,1 1 0,-1-1 0,0 1 0,0-1 0,-1 1 0,0-1 0,0 1 0,0 0 0,0-1 0,-3-4 0,1 4 0,0 1 0,0-1 0,0 1 0,-1 0 0,1 0 0,-1 1 0,0-1 0,-1 1 0,1 0 0,-1 0 0,0 0 0,0 1 0,0-1 0,0 1 0,-1 0 0,1 1 0,-9-3 0,13 5 0,0 0 0,0 0 0,0 0 0,0 0 0,1 0 0,-1 0 0,0 1 0,0-1 0,0 0 0,1 0 0,-1 1 0,0-1 0,0 1 0,1-1 0,-1 1 0,0-1 0,1 1 0,-1-1 0,1 1 0,-1 0 0,0-1 0,1 1 0,-1 0 0,1-1 0,0 1 0,-1 0 0,1 0 0,0-1 0,-1 1 0,1 0 0,0 0 0,0 0 0,0 0 0,-1 1 0,-2 33 0,3-31 0,-1 4 0,1 0 0,0 0 0,1 0 0,0 0 0,0 0 0,0 0 0,1-1 0,0 1 0,1 0 0,0-1 0,0 1 0,0-1 0,1 0 0,0 0 0,1 0 0,0-1 0,0 1 0,10 9 0,-14-15 0,1 1 0,-1-1 0,1 1 0,-1-1 0,1 0 0,0 0 0,-1 0 0,1 0 0,0 0 0,0 0 0,0-1 0,0 1 0,0 0 0,0-1 0,0 0 0,0 1 0,0-1 0,0 0 0,0 0 0,0 0 0,0 0 0,3-1 0,-2-1 0,0 1 0,0 0 0,0-1 0,-1 1 0,1-1 0,-1 0 0,1 0 0,-1 0 0,0 0 0,0-1 0,0 1 0,0-1 0,3-3 0,0-3 0,0 0 0,0-1 0,-1 1 0,0-1 0,-1 0 0,0-1 0,3-18 0,-4 20 0,-2-1 0,1 0 0,-1 0 0,-1 0 0,0 0 0,0 0 0,-3-12 0,3 19 0,0 1 0,0-1 0,0 0 0,0 1 0,-1-1 0,1 1 0,-1-1 0,1 1 0,-1 0 0,0 0 0,0 0 0,0 0 0,0 0 0,0 0 0,0 0 0,-1 1 0,1-1 0,-1 1 0,1 0 0,-1-1 0,1 1 0,-1 0 0,0 1 0,1-1 0,-1 0 0,0 1 0,0-1 0,1 1 0,-6 0 0,1 1 0,0-1 0,0 2 0,1-1 0,-1 1 0,0 0 0,1 0 0,-1 0 0,1 1 0,-1 0 0,1 1 0,0-1 0,1 1 0,-1 0 0,1 1 0,-1-1 0,1 1 0,0 0 0,1 1 0,0-1 0,-1 1 0,2 0 0,-1 0 0,1 0 0,0 0 0,0 0 0,0 1 0,1-1 0,0 1 0,0 0 0,0 8 0,1-9 0,0 1 0,0 0 0,1-1 0,0 1 0,0-1 0,1 1 0,0-1 0,0 1 0,0-1 0,1 1 0,0-1 0,0 0 0,1 0 0,3 7 0,-3-8 0,1 0 0,-1-1 0,1 0 0,0 0 0,0 0 0,0 0 0,0 0 0,1-1 0,-1 0 0,1 0 0,0 0 0,0-1 0,0 1 0,0-1 0,1 0 0,-1-1 0,1 1 0,9 0 0,-11-1 5,0 0 1,1-1-1,-1 0 0,1 0 0,-1 0 0,1-1 1,-1 1-1,0-1 0,1 0 0,-1 0 1,0-1-1,0 1 0,1-1 0,-1 0 0,-1 0 1,1-1-1,0 1 0,0-1 0,-1 1 0,0-1 1,1 0-1,2-4 0,-1 0-140,0 0 0,0 0 0,-1-1 0,1 1 0,-2-1 0,1 0 0,-1 0 0,-1 0 0,1 0 0,1-14 0,-1-6-6691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24575,'35'2'0,"55"9"0,5 1 0,152-10 0,-2 0 0,-143 12 0,6 0 0,95 4 0,-28 11 0,-136-24 0,1-1 0,52-2 0,-63-3 0,1 1 0,0 2 0,-1 1 0,1 1 0,47 13 0,74 31 0,-131-44 0,1 0 0,40 0 0,-39-3 0,1 1 0,26 5 0,21 6 0,-46-10 0,-1 2 0,1 0 0,22 9 0,-14-4 0,1-1 0,-1-2 0,1-1 0,47 1 0,53 10 0,-23 6-1365,-75-18-5461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24575,'4'5'0,"0"0"0,0 0 0,-1 1 0,0-1 0,4 9 0,10 16 0,0-7 0,-7-10 0,-1 1 0,0 0 0,13 26 0,-7-7 0,24 36 0,10 22 0,-20-29 0,-17-41 0,-1 1 0,-1 1 0,-1-1 0,-1 1 0,-1 1 0,5 36 0,-9-42 0,0-1 0,1 1 0,1-1 0,10 26 0,-1-6 0,5 37-1365,-12-51-5461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0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0 285 24575,'7'0'0,"-1"1"0,1 0 0,0 1 0,-1 0 0,1 0 0,-1 0 0,11 6 0,18 6 0,-3-6 0,0-1 0,1-2 0,46 2 0,103-8 0,-93 0 0,1755-2 0,-992 5 0,-799-5 0,73-12 0,-42 3 0,-8 0 0,-42 6 0,56-3 0,-56 8 0,-1-2 0,1-1 0,-1-2 0,55-16 0,-32 7 0,1 2 0,82-9 0,-104 17 0,50-16 0,21-3 0,-36 17 0,-34 3 0,39-7 0,39-18 0,42-8 0,-125 29 33,33-11 1,-43 11-321,0 2 1,1 0 0,-1 1-1,25-2 1,-23 6-6540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1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24475,'1497'0'0,"-1750"-126"0,506 252 0,-506 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1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2514 45 24241,'-2513'0'0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1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670 543 24575,'-1'-4'0,"-1"0"0,1 0 0,-1 0 0,0 0 0,-1 0 0,1 0 0,0 1 0,-1-1 0,0 1 0,0 0 0,-6-5 0,3 2 0,-53-53 0,-3 2 0,-96-67 0,106 83 0,39 30 0,0-1 0,-1 2 0,-1 0 0,0 1 0,0 0 0,-1 1 0,-29-11 0,-108-36 0,221 53 0,24 4 0,164-4 0,-251 2 0,-1-1 0,1 0 0,0 0 0,0 0 0,-1-1 0,1 0 0,-1 0 0,8-4 0,-12 6 0,0 0 0,1 0 0,-1-1 0,1 1 0,-1 0 0,0 0 0,1-1 0,-1 1 0,0 0 0,1-1 0,-1 1 0,0-1 0,0 1 0,1 0 0,-1-1 0,0 1 0,0-1 0,0 1 0,0 0 0,1-1 0,-1 1 0,0-1 0,0 1 0,0-1 0,0 1 0,0-1 0,0 1 0,0-1 0,0 1 0,0-1 0,-1 1 0,1-1 0,-1 0 0,0-1 0,-1 1 0,1 0 0,0 0 0,-1 0 0,1 0 0,-1 0 0,1 0 0,-1 0 0,0 0 0,1 0 0,-1 1 0,-3-1 0,-21-5 0,-1 1 0,1 1 0,-1 2 0,0 1 0,1 0 0,-31 5 0,-14-1 0,46-4 0,15 0 0,0 1 0,0 0 0,0 1 0,0 0 0,-13 3 0,21-3 0,-1 0 0,1 0 0,-1 0 0,1 0 0,0 0 0,0 1 0,-1-1 0,1 1 0,0 0 0,0-1 0,0 1 0,1 0 0,-1 0 0,0 0 0,1 0 0,-1 0 0,1 1 0,0-1 0,0 0 0,0 1 0,0-1 0,0 1 0,0-1 0,1 1 0,-1 2 0,-1 12 0,1-1 0,1 0 0,0 0 0,1 0 0,1 1 0,1-1 0,7 26 0,1 8 0,-4 17-1365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1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2847 24575,'4'-2'0,"0"0"0,0 0 0,0 0 0,0 0 0,-1-1 0,1 0 0,0 0 0,-1 0 0,0 0 0,0 0 0,4-4 0,-3 2 0,17-16 0,-1-1 0,-1 0 0,-1-1 0,24-41 0,27-79 0,-31 63 0,-22 41 0,21-75 0,-12 34 0,-2 7 0,-3 10 0,44-95 0,-54 140 0,22-29 0,0 2 0,-10 6 0,22-58 0,-32 68 0,0 1 0,2 1 0,0 0 0,2 1 0,24-29 0,-23 32 0,0 0 0,-1-1 0,18-38 0,23-36 0,109-152 0,-97 151 0,-45 69 0,-3-1 0,0-1 0,22-48 0,58-108 0,-8 18 0,-79 136 0,-11 25 0,0 0 0,1 0 0,0 0 0,1 1 0,0 0 0,10-13 0,2-1 0,-2 0 0,16-30 0,-11 19 0,30-64-1365,-37 73-5461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11:57.1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566 1493 24575,'2'-119'0,"-5"-132"0,-1 223 0,-1 0 0,-2 1 0,-19-53 0,16 54 0,1 0 0,2 0 0,0 0 0,-4-45 0,10-8 0,1 45 0,-1 1 0,-7-40 0,-6-70 0,10 81 0,-12-35 0,8 54 0,4 32 0,1 0 0,-1 0 0,-1 0 0,0 1 0,0-1 0,-1 1 0,-1 1 0,1-1 0,-2 1 0,1 0 0,-1 1 0,-11-10 0,-19-24 0,34 38 0,0-1 0,0 1 0,-1 0 0,1 0 0,-1 0 0,-9-5 0,12 8 0,0 0 0,1 0 0,-1 0 0,0 1 0,0-1 0,1 1 0,-1-1 0,0 1 0,0 0 0,0-1 0,0 1 0,0 0 0,0 0 0,1 1 0,-1-1 0,0 0 0,0 1 0,0-1 0,0 1 0,1-1 0,-1 1 0,0 0 0,0 0 0,1 0 0,-3 1 0,-12 11 0,0 1 0,1 1 0,1 0 0,0 1 0,1 1 0,-11 18 0,0 6 0,-31 69 0,38-59-1365,13-28-5461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29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23778,'2212'-55'0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36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0 149 24575,'1'4'0,"0"0"0,0 0 0,0 0 0,0 0 0,1 0 0,-1 0 0,1 0 0,0 0 0,0-1 0,1 1 0,-1-1 0,1 1 0,-1-1 0,1 0 0,0 0 0,1 0 0,4 3 0,10 8 0,39 21 0,-43-27 0,205 101 0,-35-21 0,-49-27 0,1 0 0,-63-26 0,103 35 0,-107-44 0,-42-16 0,84 36 0,-66-27 0,1-2 0,93 22 0,-18-7 0,257 67 0,-333-91 0,-14-3 0,-1 2 0,41 13 0,36 15 0,1-5 0,2-4 0,122 13 0,130 26 0,-325-58 0,0-1 0,73 1 0,-43-4 0,18 6 0,138 35 0,-148-26 0,1-4 0,113 8 0,-31-8 0,16 1 0,1468-15 0,-741-1 0,-863-1 0,63-11 0,-61 6 0,58-1 0,-52 5 0,56-10 0,-26 3 0,6-2 0,-33 5 0,59-2 0,-78 9 0,22 0 0,-1-2 0,1-2 0,-1-2 0,64-16 0,-79 13 0,59-5 0,-58 9 0,57-13 0,183-36 0,-233 47 0,187-41 0,-181 37 0,-27 5 0,39-4 0,-15 4 0,-1-2 0,75-24 0,29-6 0,-124 33 0,40-16 0,4-2 0,-46 15 0,0-1 0,0-2 0,-1 0 0,-1-2 0,0 0 0,22-18 0,18-11 0,-35 28 0,0 0 0,39-12 0,-43 17 0,0 0 0,0-1 0,-1-2 0,29-19 0,-28 15 0,0 1 0,0 1 0,1 1 0,1 1 0,1 1 0,31-9 0,-15 5 0,47-24 0,-12 5 0,40-15 0,17-4 0,-110 42 0,31-20 0,8-4 0,-53 31 0,23-12 0,59-35 0,-92 50 0,1 1 0,-1-1 0,1 1 0,0-1 0,-1 1 0,1-1 0,0 1 0,-1 0 0,1-1 0,0 1 0,0 0 0,-1 0 0,1-1 0,0 1 0,0 0 0,0 0 0,-1 0 0,1 0 0,0 0 0,0 0 0,0 0 0,-1 0 0,1 0 0,0 1 0,0-1 0,0 0 0,0 1 0,0 0 0,0 0 0,0 0 0,0 0 0,0 0 0,0 0 0,-1 1 0,1-1 0,0 0 0,-1 0 0,1 1 0,-1-1 0,0 0 0,1 1 0,-1 1 0,2 10 0,-1-1 0,-2 25 0,0-28 0,1 70 0,-4 71 0,-1-122 0,5-26 0,0-1 0,0 0 0,0 0 0,-1 0 0,1 1 0,0-1 0,-1 0 0,1 0 0,-1 0 0,0 0 0,1 0 0,-1 0 0,0 0 0,1 0 0,-1 0 0,0 0 0,0 0 0,-1 1 0,1-3 0,1 1 0,-1 0 0,1-1 0,-1 1 0,1-1 0,-1 0 0,1 1 0,-1-1 0,1 1 0,-1-1 0,1 0 0,0 1 0,0-1 0,-1 0 0,1 1 0,0-1 0,0 0 0,0 0 0,-1 1 0,1-1 0,0 0 0,0 1 0,0-3 0,-2-21 0,2 23 0,0-26 0,1 0 0,1 0 0,8-36 0,-5 36 0,-1 0 0,-1 0 0,-2-32 0,-1 54 0,-1 0 0,1 0 0,-1 0 0,-1 0 0,1 0 0,-1 0 0,0 1 0,0-1 0,0 1 0,0-1 0,-1 1 0,0 0 0,-5-7 0,-3 1 0,0-1 0,-1 1 0,-14-9 0,-3-3 0,16 14 0,0 0 0,0 1 0,-1 0 0,1 1 0,-1 0 0,-29-6 0,-33-14 0,69 23 0,-8-3 0,1-1 0,-1 0 0,1-1 0,1-1 0,-14-10 0,38 20 0,0 0 0,0 1 0,17 5 0,31 14 45,-32-11-750,36 10 0,-42-16-6121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44.9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58 24575,'0'-1'0,"1"0"0,-1 1 0,0-1 0,1 1 0,-1-1 0,0 0 0,1 1 0,-1-1 0,1 1 0,-1-1 0,1 1 0,-1-1 0,1 1 0,-1 0 0,1-1 0,-1 1 0,1 0 0,0-1 0,-1 1 0,1 0 0,0 0 0,-1-1 0,1 1 0,0 0 0,23-5 0,-16 3 0,82-14 0,178-8 0,99 25 0,-149 1 0,2485-2-1365,-2670 0-5461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52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10436 24575,'7'1'0,"0"0"0,0 0 0,-1 0 0,1 1 0,0 0 0,-1 0 0,1 1 0,7 4 0,50 32 0,-59-36 0,296 165 0,-270-152 0,-2-3 0,59 19 0,0-1 0,-22-3 0,27 13 0,135 38 0,-225-78 0,504 151 0,-401-116 0,1-4 0,1-5 0,163 19 0,337-17 0,1148-31 0,-1597-2 0,1-8 0,261-51 0,60-24 0,-393 70 0,113-38 0,81-45 0,-30 11 0,294-72 0,-417 125 0,24-10 0,258-113 0,-315 111 0,-1-3 0,-3-4 0,133-105 0,-17-17 0,39-30 0,-50 34 0,-80 66 0,79-96 0,-184 190 0,29-38 0,63-103 0,-11 15 0,-10 22 0,48-62 0,-57 81 0,-39 49 0,53-56 0,121-150 0,-60 65 0,-54 76 0,86-94 0,37-47 0,-84 91 0,224-275 0,21-114 0,-295 435 0,-52 77 0,43-75 0,61-93 0,-5 8 0,-39 57 0,-23 40 0,7-35 0,16-24 0,-13 17 0,-14 25 0,-13 37 0,91-158 0,57-74 0,-187 297 0,207-327 0,37-53 0,-204 316 0,60-128 0,-93 174 0,39-53 0,7-11 0,-25 33 0,-24 41 0,0-1 0,23-56 0,47-129 0,31-15 0,-46 93 0,25-36 0,-28 53 0,-29 55 0,3 2 0,64-72 0,-58 74 0,23-24 0,164-145 0,-142 137 0,18-13 0,-95 90 0,68-55 0,83-88 0,-152 143 0,0 0 0,1 1 0,1 0 0,37-19 0,-29 17 0,36-26 0,-45 30 0,0 1 0,0 0 0,1 1 0,1 2 0,29-10 0,-20 7 0,144-48 0,-143 50 0,0 1 0,42-5 0,3 0 0,82-15 0,-123 22 0,-7 1 0,-1-1 0,0-1 0,46-16 0,-54 16 0,1 0 0,0 2 0,1 0 0,-1 1 0,1 1 0,19 0 0,-11 1 0,-1-2 0,30-6 0,33-17 0,-60 17 0,1 0 0,0 2 0,1 1 0,31-2 0,-49 7 0,33-1 0,67-11 0,-54 5 0,0 3 0,119 6 0,-69 1 0,1174-2 0,-1260-2 0,0 0 0,32-8 0,-29 5 0,38-3 0,58 8 0,31-1 0,-69-12 0,-55 7 0,48-2 0,463 7 81,-262 3-1527,-254-2-5380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55.2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24575,'3'1'0,"-1"-1"0,0 1 0,1 0 0,-1-1 0,0 1 0,0 0 0,1 0 0,-1 0 0,0 1 0,0-1 0,0 1 0,0-1 0,1 2 0,27 27 0,-19-19 0,41 54 0,-45-57 0,1 0 0,-1 1 0,-1 0 0,1 0 0,-2 1 0,1 0 0,-1 0 0,-1 0 0,4 13 0,-7-21 0,-1 1 0,0 0 0,-1 0 0,1 0 0,0 0 0,-1 0 0,0 0 0,1-1 0,-1 1 0,0 0 0,-1 0 0,1-1 0,0 1 0,-1-1 0,1 1 0,-1-1 0,-2 3 0,-37 38 0,37-40 0,-56 55-1365,43-44-5461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29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23778,'2212'-55'0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36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0 149 24575,'1'4'0,"0"0"0,0 0 0,0 0 0,0 0 0,1 0 0,-1 0 0,1 0 0,0 0 0,0-1 0,1 1 0,-1-1 0,1 1 0,-1-1 0,1 0 0,0 0 0,1 0 0,4 3 0,10 8 0,39 21 0,-43-27 0,205 101 0,-35-21 0,-49-27 0,1 0 0,-63-26 0,103 35 0,-107-44 0,-42-16 0,84 36 0,-66-27 0,1-2 0,93 22 0,-18-7 0,257 67 0,-333-91 0,-14-3 0,-1 2 0,41 13 0,36 15 0,1-5 0,2-4 0,122 13 0,130 26 0,-325-58 0,0-1 0,73 1 0,-43-4 0,18 6 0,138 35 0,-148-26 0,1-4 0,113 8 0,-31-8 0,16 1 0,1468-15 0,-741-1 0,-863-1 0,63-11 0,-61 6 0,58-1 0,-52 5 0,56-10 0,-26 3 0,6-2 0,-33 5 0,59-2 0,-78 9 0,22 0 0,-1-2 0,1-2 0,-1-2 0,64-16 0,-79 13 0,59-5 0,-58 9 0,57-13 0,183-36 0,-233 47 0,187-41 0,-181 37 0,-27 5 0,39-4 0,-15 4 0,-1-2 0,75-24 0,29-6 0,-124 33 0,40-16 0,4-2 0,-46 15 0,0-1 0,0-2 0,-1 0 0,-1-2 0,0 0 0,22-18 0,18-11 0,-35 28 0,0 0 0,39-12 0,-43 17 0,0 0 0,0-1 0,-1-2 0,29-19 0,-28 15 0,0 1 0,0 1 0,1 1 0,1 1 0,1 1 0,31-9 0,-15 5 0,47-24 0,-12 5 0,40-15 0,17-4 0,-110 42 0,31-20 0,8-4 0,-53 31 0,23-12 0,59-35 0,-92 50 0,1 1 0,-1-1 0,1 1 0,0-1 0,-1 1 0,1-1 0,0 1 0,-1 0 0,1-1 0,0 1 0,0 0 0,-1 0 0,1-1 0,0 1 0,0 0 0,0 0 0,-1 0 0,1 0 0,0 0 0,0 0 0,0 0 0,-1 0 0,1 0 0,0 1 0,0-1 0,0 0 0,0 1 0,0 0 0,0 0 0,0 0 0,0 0 0,0 0 0,0 0 0,-1 1 0,1-1 0,0 0 0,-1 0 0,1 1 0,-1-1 0,0 0 0,1 1 0,-1 1 0,2 10 0,-1-1 0,-2 25 0,0-28 0,1 70 0,-4 71 0,-1-122 0,5-26 0,0-1 0,0 0 0,0 0 0,-1 0 0,1 1 0,0-1 0,-1 0 0,1 0 0,-1 0 0,0 0 0,1 0 0,-1 0 0,0 0 0,1 0 0,-1 0 0,0 0 0,0 0 0,-1 1 0,1-3 0,1 1 0,-1 0 0,1-1 0,-1 1 0,1-1 0,-1 0 0,1 1 0,-1-1 0,1 1 0,-1-1 0,1 0 0,0 1 0,0-1 0,-1 0 0,1 1 0,0-1 0,0 0 0,0 0 0,-1 1 0,1-1 0,0 0 0,0 1 0,0-3 0,-2-21 0,2 23 0,0-26 0,1 0 0,1 0 0,8-36 0,-5 36 0,-1 0 0,-1 0 0,-2-32 0,-1 54 0,-1 0 0,1 0 0,-1 0 0,-1 0 0,1 0 0,-1 0 0,0 1 0,0-1 0,0 1 0,0-1 0,-1 1 0,0 0 0,-5-7 0,-3 1 0,0-1 0,-1 1 0,-14-9 0,-3-3 0,16 14 0,0 0 0,0 1 0,-1 0 0,1 1 0,-1 0 0,-29-6 0,-33-14 0,69 23 0,-8-3 0,1-1 0,-1 0 0,1-1 0,1-1 0,-14-10 0,38 20 0,0 0 0,0 1 0,17 5 0,31 14 45,-32-11-750,36 10 0,-42-16-6121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44.9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58 24575,'0'-1'0,"1"0"0,-1 1 0,0-1 0,1 1 0,-1-1 0,0 0 0,1 1 0,-1-1 0,1 1 0,-1-1 0,1 1 0,-1-1 0,1 1 0,-1 0 0,1-1 0,-1 1 0,1 0 0,0-1 0,-1 1 0,1 0 0,0 0 0,-1-1 0,1 1 0,0 0 0,23-5 0,-16 3 0,82-14 0,178-8 0,99 25 0,-149 1 0,2485-2-1365,-2670 0-5461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52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10436 24575,'7'1'0,"0"0"0,0 0 0,-1 0 0,1 1 0,0 0 0,-1 0 0,1 1 0,7 4 0,50 32 0,-59-36 0,296 165 0,-270-152 0,-2-3 0,59 19 0,0-1 0,-22-3 0,27 13 0,135 38 0,-225-78 0,504 151 0,-401-116 0,1-4 0,1-5 0,163 19 0,337-17 0,1148-31 0,-1597-2 0,1-8 0,261-51 0,60-24 0,-393 70 0,113-38 0,81-45 0,-30 11 0,294-72 0,-417 125 0,24-10 0,258-113 0,-315 111 0,-1-3 0,-3-4 0,133-105 0,-17-17 0,39-30 0,-50 34 0,-80 66 0,79-96 0,-184 190 0,29-38 0,63-103 0,-11 15 0,-10 22 0,48-62 0,-57 81 0,-39 49 0,53-56 0,121-150 0,-60 65 0,-54 76 0,86-94 0,37-47 0,-84 91 0,224-275 0,21-114 0,-295 435 0,-52 77 0,43-75 0,61-93 0,-5 8 0,-39 57 0,-23 40 0,7-35 0,16-24 0,-13 17 0,-14 25 0,-13 37 0,91-158 0,57-74 0,-187 297 0,207-327 0,37-53 0,-204 316 0,60-128 0,-93 174 0,39-53 0,7-11 0,-25 33 0,-24 41 0,0-1 0,23-56 0,47-129 0,31-15 0,-46 93 0,25-36 0,-28 53 0,-29 55 0,3 2 0,64-72 0,-58 74 0,23-24 0,164-145 0,-142 137 0,18-13 0,-95 90 0,68-55 0,83-88 0,-152 143 0,0 0 0,1 1 0,1 0 0,37-19 0,-29 17 0,36-26 0,-45 30 0,0 1 0,0 0 0,1 1 0,1 2 0,29-10 0,-20 7 0,144-48 0,-143 50 0,0 1 0,42-5 0,3 0 0,82-15 0,-123 22 0,-7 1 0,-1-1 0,0-1 0,46-16 0,-54 16 0,1 0 0,0 2 0,1 0 0,-1 1 0,1 1 0,19 0 0,-11 1 0,-1-2 0,30-6 0,33-17 0,-60 17 0,1 0 0,0 2 0,1 1 0,31-2 0,-49 7 0,33-1 0,67-11 0,-54 5 0,0 3 0,119 6 0,-69 1 0,1174-2 0,-1260-2 0,0 0 0,32-8 0,-29 5 0,38-3 0,58 8 0,31-1 0,-69-12 0,-55 7 0,48-2 0,463 7 81,-262 3-1527,-254-2-5380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25:55.2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24575,'3'1'0,"-1"-1"0,0 1 0,1 0 0,-1-1 0,0 1 0,0 0 0,1 0 0,-1 0 0,0 1 0,0-1 0,0 1 0,0-1 0,1 2 0,27 27 0,-19-19 0,41 54 0,-45-57 0,1 0 0,-1 1 0,-1 0 0,1 0 0,-2 1 0,1 0 0,-1 0 0,-1 0 0,4 13 0,-7-21 0,-1 1 0,0 0 0,-1 0 0,1 0 0,0 0 0,-1 0 0,0 0 0,1-1 0,-1 1 0,0 0 0,-1 0 0,1-1 0,0 1 0,-1-1 0,1 1 0,-1-1 0,-2 3 0,-37 38 0,37-40 0,-56 55-1365,43-44-5461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30:38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24504,'13772'6971'0,"-13905"-7150"0,266 358 0,-357-180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6T12:30:42.9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4:16:49.7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24575,'154'12'0,"-55"-3"0,562 14 0,-36-7 0,46-9 20,-389-10-1405,-234 3-5441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4:17:07.5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1546 24401,'1079'-1546'0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4:17:05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1 688 24575,'66'0'0,"0"-4"0,-1-2 0,1-3 0,-1-4 0,-1-1 0,95-36 0,-77 21 0,127-25 0,-120 34 0,104-39 0,-65 16 0,-73 27 0,81-38 0,-104 41 0,54-17 0,-63 24 0,-1-1 0,0-1 0,0-1 0,-1-1 0,23-15 0,52-32 0,-65 41 0,-2-2 0,44-33 0,-59 39-455,1 1 0,32-19 0,-20 17-6371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4:17:09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 24575,'11'0'0,"14"0"0,10 0 0,10 0 0,8 0 0,3 0 0,2 0 0,2 0 0,-2 0 0,0 0 0,1-3 0,-3-2 0,-10 0-8191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4:17:11.5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24575,'1'4'0,"0"0"0,1-1 0,0 1 0,0-1 0,0 0 0,0 1 0,0-1 0,1 0 0,-1 0 0,1-1 0,5 5 0,-1 0 0,8 8 0,1-1 0,20 14 0,-25-21 0,0 0 0,-1 1 0,0 0 0,-1 1 0,0 0 0,0 1 0,-1 0 0,0 0 0,8 15 0,-15-21 0,0 0 0,0 0 0,-1 0 0,0 0 0,1 0 0,-1 1 0,-1-1 0,1 0 0,-1 0 0,1 0 0,-1 0 0,0 0 0,-1 0 0,1 0 0,-1 0 0,0 0 0,0 0 0,0-1 0,0 1 0,0-1 0,-6 6 0,-3 5 0,0-1 0,-1-1 0,-1 0 0,-14 11 0,-45 25-1365,54-32-5461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4:55:27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0 126 24514,'2540'0'0,"-2790"-125"0,500 250 0,-500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4:55:30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7T04:56:57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0 182 24514,'3677'0'0,"-4039"-181"0,724 362 0,-724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33:07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23209,'3175'-26'0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33:10.0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24455,'768'1403'0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33:15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397 304 24575,'0'-304'0,"0"580"0,0-275 0,0 0 0,0 0 0,0 0 0,0 0 0,0 0 0,0 1 0,0-1 0,0 0 0,0 0 0,-1 0 0,1 0 0,0 0 0,-1 0 0,1 0 0,-1 0 0,1 0 0,-1 0 0,1 0 0,-1 0 0,0 0 0,0 0 0,1 0 0,-1 0 0,0-1 0,0 1 0,0 0 0,0 0 0,0-1 0,0 1 0,0-1 0,0 1 0,0-1 0,0 0 0,0 1 0,0-1 0,0 0 0,0 1 0,-1-1 0,1 0 0,0 0 0,0 0 0,0 0 0,-2-1 0,-6 0 0,0-1 0,1-1 0,-1 0 0,-15-7 0,2 1 0,-119-29 115,56 17-1595,27 5-5346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33:07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23209,'3175'-26'0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33:10.0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24455,'768'1403'0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33:15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397 304 24575,'0'-304'0,"0"580"0,0-275 0,0 0 0,0 0 0,0 0 0,0 0 0,0 0 0,0 1 0,0-1 0,0 0 0,0 0 0,-1 0 0,1 0 0,0 0 0,-1 0 0,1 0 0,-1 0 0,1 0 0,-1 0 0,1 0 0,-1 0 0,0 0 0,0 0 0,1 0 0,-1 0 0,0-1 0,0 1 0,0 0 0,0 0 0,0-1 0,0 1 0,0-1 0,0 1 0,0-1 0,0 0 0,0 1 0,0-1 0,0 0 0,0 1 0,-1-1 0,1 0 0,0 0 0,0 0 0,0 0 0,-2-1 0,-6 0 0,0-1 0,1-1 0,-1 0 0,-15-7 0,2 1 0,-119-29 115,56 17-1595,27 5-5346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41:48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0 110 24575,'631'-16'0,"208"3"0,-517 15 0,3290-2 0,-3102-17 0,-288 7 0,-3-2 0,151-3 0,-289 14 0,456-13 0,314 1 0,-526 15 0,-124-2-1365,-121 0-5461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41:55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6500 6856 24575,'8'-1'0,"1"0"0,-1 0 0,1-1 0,-1 0 0,1-1 0,-1 0 0,0 0 0,14-8 0,56-40 0,0-11 0,-4-3 0,87-97 0,18-37 0,-106 119 0,-47 54 0,-1-2 0,22-33 0,13-17 0,-36 49 0,28-45 0,0 0 0,-40 60 0,-1-2 0,0 1 0,-1-1 0,0-1 0,-2 0 0,9-22 0,0-41 0,-15 67 0,0 0 0,1 1 0,0-1 0,0 1 0,1 0 0,1 0 0,0 0 0,1 0 0,9-12 0,-1 5 0,-1 0 0,-1-1 0,-1-1 0,0 1 0,-2-2 0,0 1 0,-1-1 0,-2-1 0,0 1 0,-1-1 0,-2 0 0,2-41 0,-5-364 0,-5 166 0,6-194 0,-2 440 0,-1-1 0,0 0 0,-1 1 0,0-1 0,-2 1 0,-7-19 0,-47-95 0,1 6 0,50 102 0,-1-6 0,-1 1 0,-2 0 0,0 1 0,-2 0 0,-33-46 0,-70-93 0,51 67 0,-15-5 0,-136-134 0,138 155 0,29 34 0,-69-52 0,-26-23 0,-153-136 0,214 190 0,5 1 0,-4 4 0,-151-91 0,95 72 0,90 51 0,-1 2 0,-89-37 0,-33-10 0,-38-13 0,59 32 0,-76-22 0,219 78 0,-407-120 0,164 51 0,50 17 0,-234-60 0,145 42 0,-82-21 0,212 37 0,40 13 0,-53-6 0,-70-23 0,-119-32 0,180 54 0,-59-12 0,147 39 0,-118-44 0,6 1 0,-103-18 0,39 19 0,116 32 0,129 23 0,25 10 0,0 0 0,0-1 0,0 1 0,0 0 0,0-1 0,0 1 0,0 0 0,0 0 0,0-1 0,1 1 0,-1 0 0,0 0 0,0-1 0,0 1 0,0 0 0,1 0 0,-1 0 0,0-1 0,0 1 0,1 0 0,-1 0 0,0 0 0,0 0 0,1 0 0,-1-1 0,0 1 0,0 0 0,1 0 0,-1 0 0,0 0 0,1 0 0,-1 0 0,0 0 0,0 0 0,1 0 0,-1 0 0,0 0 0,1 0 0,-1 0 0,56-3 0,564 2 0,-273 3 0,-596-4 0,-397 5 0,631-3 0,-1 1 0,1 1 0,0 0 0,-26 8 0,40-10 0,1 0 0,-1 0 0,0 0 0,0 0 0,1 0 0,-1 0 0,0 0 0,1 0 0,-1 1 0,0-1 0,1 0 0,-1 1 0,0-1 0,1 0 0,-1 1 0,1-1 0,-1 1 0,1-1 0,-1 1 0,1-1 0,-1 1 0,1-1 0,-1 1 0,1-1 0,0 1 0,-1 0 0,1-1 0,0 1 0,-1 0 0,1-1 0,0 1 0,0 0 0,0-1 0,0 1 0,-1 0 0,1-1 0,0 1 0,0 0 0,0 0 0,1-1 0,-1 1 0,0 0 0,0-1 0,0 1 0,0 0 0,1-1 0,-1 1 0,0 0 0,1-1 0,-1 1 0,0-1 0,1 1 0,-1 0 0,1-1 0,-1 1 0,1-1 0,0 1 0,39 26 0,-32-23 0,59 37 0,-30-17 0,57 27 0,-74-39 0,0 0 0,-1 1 0,0 1 0,-1 1 0,-1 0 0,0 2 0,27 33 0,-25-27 0,0-2 0,2 0 0,1-1 0,37 27 0,6-7-1365,-38-22-5461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59:09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0 241 24575,'507'-17'0,"-239"6"0,-31-1 0,163-2 0,-281 14 0,195-25 0,-41 0 0,3 0 0,-119 8 0,267 5 0,-159 10 0,-68-11 0,32 0 0,1638 11 0,-912 5 0,-642-17 0,-59 2 0,65-2 0,33 0 0,1089 12 67,-736 4-1499,-647-2-5394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8T09:59:14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7971 6803 24575,'0'-3'0,"1"-1"0,0 1 0,0 0 0,0 0 0,0 0 0,1 0 0,-1 0 0,1 0 0,0 0 0,0 0 0,0 0 0,0 1 0,0-1 0,0 1 0,4-3 0,41-31 0,206-112 0,-173 101 0,-43 26 0,0-1 0,-2-1 0,52-46 0,-35 19 0,81-103 0,-61 75 0,-59 66 0,0-1 0,-1 0 0,0-1 0,-1 0 0,0-1 0,-1 0 0,11-23 0,29-75 0,19-48 0,-62 138 0,0-1 0,-1 0 0,-2 0 0,0 0 0,0-31 0,-6-457 0,0 172 0,0 286 0,-1 0 0,-3 1 0,-2 0 0,-3 0 0,-2 1 0,-23-59 0,23 69 0,2 0 0,2-1 0,-6-63 0,5 31 0,3 48 0,-1 1 0,0 1 0,-2-1 0,-1 1 0,-1 1 0,-2 0 0,-24-34 0,-25-48 0,-71-126 0,109 192 0,-1 0 0,-50-57 0,48 63 0,-11-10 0,-48-42 0,16 18 0,-256-232 0,204 192 0,58 54 0,-141-89 0,-89-24 0,74 43 0,87 55 0,-261-97 0,148 69 0,-276-103 0,170 84 0,125 43 0,-229-78 0,68 46 0,123 38 0,-271-83 0,130 58 0,100 27 0,-45-19 0,-187-49 0,348 96 0,130 28 0,-115-33 0,-65-28 0,36 13 0,-429-97 0,415 98 0,89 20 0,84 24 0,33 4 0,24 4 0,30 1 0,-41 3 0,318 1 0,-101 1 0,-668-1 0,439-1 0,4 0 0,0 0 0,0 0 0,0 1 0,1 0 0,-1 0 0,0 1 0,1 0 0,-15 5 0,22-7 0,-1 1 0,1-1 0,0 0 0,-1 1 0,1-1 0,0 0 0,0 0 0,-1 1 0,1-1 0,0 1 0,0-1 0,0 0 0,-1 1 0,1-1 0,0 0 0,0 1 0,0-1 0,0 1 0,0-1 0,0 1 0,0-1 0,0 0 0,0 1 0,0-1 0,0 1 0,0-1 0,0 0 0,0 1 0,0-1 0,0 1 0,0-1 0,1 0 0,-1 1 0,0-1 0,0 1 0,0-1 0,1 0 0,-1 1 0,0-1 0,1 1 0,13 13 0,-12-12 0,34 24 0,0-1 0,2-1 0,64 28 0,56 35 0,-78-32-1365,-50-31-5461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DD6AF-7CA2-414C-9E1F-939568B0E3D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79F85-7FA3-4545-8B13-0EB16A1F8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03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79F85-7FA3-4545-8B13-0EB16A1F8D7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4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6853-A07E-8C68-6A69-1EAF8E85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C98C4-3D10-1533-A2BF-079658A4C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F7967-292C-8F1A-90F7-4DACE5531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F8D3D-13CD-AE49-64DB-CACD2391B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79F85-7FA3-4545-8B13-0EB16A1F8D7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7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79F85-7FA3-4545-8B13-0EB16A1F8D7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23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46DDA-B0ED-2693-6151-ACCDCB40A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F3ACB-4590-BFA0-079D-615419838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9C2AB-B5AC-ED28-4C36-B7C1232E0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8E26C-C471-C8F7-0670-6669283C3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79F85-7FA3-4545-8B13-0EB16A1F8D7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24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36EEF-CFCD-9CD8-ABBA-EB68186E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73DED-B2EA-FEF4-6CD6-F84ACBA24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C8C8B-3686-F019-2FB1-9EC6F38AD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F375C-23A4-0751-8DDF-C7DE01B00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79F85-7FA3-4545-8B13-0EB16A1F8D7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2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D5A2-C0CD-32E8-2F97-6DE284395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C5875-4D80-5346-91DC-9B5EB99A8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0386E-FE3F-271C-1EDB-97FF4566F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8903-4318-5899-DC98-79C7BE0E6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79F85-7FA3-4545-8B13-0EB16A1F8D70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04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954F-ACBE-566E-4584-F86C506D5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A566B-F8D3-267D-4C1D-46118070D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45D89-BBE9-EB92-D25B-293667C0C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9A302-FD20-2EAE-CFF5-FD479AA37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79F85-7FA3-4545-8B13-0EB16A1F8D7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20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79F85-7FA3-4545-8B13-0EB16A1F8D70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09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B254-3686-DF92-9784-68CA3909C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E73FF-BB93-1CEF-8591-E772EDAD1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BA46D-2D77-53CB-5E78-97A45D4C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87B00-F3C9-8F7D-3554-3E9792E7D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B69B9-806E-0AE4-B596-1C610204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5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476B-4519-355F-061F-EB4053F5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B61D4-FD26-DD12-50A1-8C5EAC6D4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90CE4-2590-D016-0D17-8BED89B0A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6796D-E0DF-EA17-A23B-B5FA2577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85802-7235-BAFC-8905-4C979CE2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1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29AD9-6EDB-D63F-EAA0-56A02FFA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DD31-A8C7-8DDF-3DA3-B68E7790F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DAB3F-39D4-4282-9D31-ED7DE23F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55DBA-26A4-C06E-3C74-4586E883B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B8A06-314D-1A52-0065-8ADA698A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3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157E-5CFA-6113-8C8F-8509848D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6911A-53E2-948C-E089-F2C5A419C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CC232-C01B-86CF-F491-8658C1360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00B47-EB0B-3DB3-1B1E-4CF037CD4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FBD47-862B-D335-FA65-E634258E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A538A-86C6-9C83-3EA7-D9EA2825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E484-5ECB-CC0A-F2FD-952D3162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7AD1E-8425-D0E2-74AD-8110861A6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EE9C3-6994-B7C7-5F66-AAD38A897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86450D-2A97-EA9B-579C-594C857CB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D549D-00E4-FCDF-CDBA-086A6D135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68C64-041B-8E62-DF25-9E0C15D0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C8B81-0285-2758-F4D7-5343EF4BB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DCC74-761E-D414-6466-5BE975FE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66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1CBB-A344-714F-ED5E-790DD80D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B9C12-D79E-2306-FF67-4C08E592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93F01-1C94-49B8-6017-EA4E0E83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0590F-3A00-E362-4F0C-8E7DC3CF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70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9B477-A99B-A90A-BC69-23A6152F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576A3-9C30-C226-E818-468E2D16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97380-3137-942E-32F1-28A5FD2AF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9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1B33B-F48D-18C8-7F73-391FCCBA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0889-3E3C-F84A-FF60-C589CD81B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2FDC0-AEB5-53F6-3665-4FB05B5C2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D5EFE-A67C-0E89-1498-83FBA385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2E9B0-65E3-4CD5-9614-75E84E96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C2623-8C71-46B5-6EED-74133564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5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C1F1-1D8E-C4DB-E433-15FE1BC6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2ECE7-9DBE-41D4-6530-87AC88172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A1846-281E-9827-5443-3A71E8187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770AC-577C-5976-482F-C4F389C7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E7F9D-DCB4-885A-BB63-9EC55F68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F8B61-7851-C49E-5526-17060E27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45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EAC3-64AD-23FE-25CA-81770341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4EAB4-B400-A0EB-0891-8494CAFE4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23398-AAEA-2A6D-5129-ED1ADD35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77F70-BE2E-D7B0-8BCC-1DA38F3FD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076A4-7EAF-5FD2-04E4-787B927CF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9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40507-3874-E6D5-1CE9-DC1A9DE9A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D18A4-42DA-EED5-2434-3C1CB9418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8163C-5804-6D45-0A1E-4AA75182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DA4F0-CBE9-E465-1484-783EFDC46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0E2D1-61C6-BC24-9F93-7A5D4F34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DF8BA-9465-DC1A-1FDA-CC46A9C4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121E5-F3F4-D176-8BA3-2E792B402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54927-1D69-4D32-58D6-402702BEF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ECE16-3DB7-44DD-B924-D9AB2C8CA783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90AA2-4AB4-DAB9-4EBE-1054F3251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783DD-3956-51C6-7C60-C70673CF6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37D7F-4C64-43A9-93FF-0820CB1B7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9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7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9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7.png"/><Relationship Id="rId5" Type="http://schemas.openxmlformats.org/officeDocument/2006/relationships/image" Target="../media/image50.png"/><Relationship Id="rId15" Type="http://schemas.openxmlformats.org/officeDocument/2006/relationships/image" Target="../media/image61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6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66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64.png"/><Relationship Id="rId5" Type="http://schemas.openxmlformats.org/officeDocument/2006/relationships/image" Target="../media/image50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49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9.png"/><Relationship Id="rId4" Type="http://schemas.openxmlformats.org/officeDocument/2006/relationships/image" Target="../media/image71.png"/><Relationship Id="rId9" Type="http://schemas.openxmlformats.org/officeDocument/2006/relationships/image" Target="../media/image78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81.png"/><Relationship Id="rId5" Type="http://schemas.openxmlformats.org/officeDocument/2006/relationships/image" Target="../media/image71.png"/><Relationship Id="rId10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81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82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83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84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85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5" Type="http://schemas.openxmlformats.org/officeDocument/2006/relationships/image" Target="../media/image72.png"/><Relationship Id="rId10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8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customXml" Target="../ink/ink1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5" Type="http://schemas.openxmlformats.org/officeDocument/2006/relationships/image" Target="../media/image72.png"/><Relationship Id="rId10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8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customXml" Target="../ink/ink2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5" Type="http://schemas.openxmlformats.org/officeDocument/2006/relationships/image" Target="../media/image72.png"/><Relationship Id="rId15" Type="http://schemas.openxmlformats.org/officeDocument/2006/relationships/image" Target="../media/image89.png"/><Relationship Id="rId10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3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8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customXml" Target="../ink/ink4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5" Type="http://schemas.openxmlformats.org/officeDocument/2006/relationships/image" Target="../media/image72.png"/><Relationship Id="rId15" Type="http://schemas.openxmlformats.org/officeDocument/2006/relationships/image" Target="../media/image89.png"/><Relationship Id="rId10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5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5" Type="http://schemas.openxmlformats.org/officeDocument/2006/relationships/image" Target="../media/image72.png"/><Relationship Id="rId10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7" Type="http://schemas.openxmlformats.org/officeDocument/2006/relationships/image" Target="../media/image9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87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customXml" Target="../ink/ink7.xml"/><Relationship Id="rId3" Type="http://schemas.openxmlformats.org/officeDocument/2006/relationships/image" Target="../media/image70.png"/><Relationship Id="rId7" Type="http://schemas.openxmlformats.org/officeDocument/2006/relationships/image" Target="../media/image90.png"/><Relationship Id="rId12" Type="http://schemas.openxmlformats.org/officeDocument/2006/relationships/image" Target="../media/image9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customXml" Target="../ink/ink6.xml"/><Relationship Id="rId5" Type="http://schemas.openxmlformats.org/officeDocument/2006/relationships/image" Target="../media/image72.png"/><Relationship Id="rId10" Type="http://schemas.openxmlformats.org/officeDocument/2006/relationships/image" Target="../media/image87.png"/><Relationship Id="rId4" Type="http://schemas.openxmlformats.org/officeDocument/2006/relationships/image" Target="../media/image71.png"/><Relationship Id="rId9" Type="http://schemas.openxmlformats.org/officeDocument/2006/relationships/image" Target="../media/image92.png"/><Relationship Id="rId14" Type="http://schemas.openxmlformats.org/officeDocument/2006/relationships/image" Target="../media/image94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7" Type="http://schemas.openxmlformats.org/officeDocument/2006/relationships/image" Target="../media/image9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87.png"/><Relationship Id="rId4" Type="http://schemas.openxmlformats.org/officeDocument/2006/relationships/image" Target="../media/image71.png"/><Relationship Id="rId9" Type="http://schemas.openxmlformats.org/officeDocument/2006/relationships/image" Target="../media/image92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customXml" Target="../ink/ink9.xml"/><Relationship Id="rId18" Type="http://schemas.openxmlformats.org/officeDocument/2006/relationships/image" Target="../media/image99.png"/><Relationship Id="rId3" Type="http://schemas.openxmlformats.org/officeDocument/2006/relationships/image" Target="../media/image70.png"/><Relationship Id="rId7" Type="http://schemas.openxmlformats.org/officeDocument/2006/relationships/image" Target="../media/image95.png"/><Relationship Id="rId12" Type="http://schemas.openxmlformats.org/officeDocument/2006/relationships/image" Target="../media/image96.png"/><Relationship Id="rId17" Type="http://schemas.openxmlformats.org/officeDocument/2006/relationships/customXml" Target="../ink/ink11.xml"/><Relationship Id="rId2" Type="http://schemas.openxmlformats.org/officeDocument/2006/relationships/image" Target="../media/image69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customXml" Target="../ink/ink8.xml"/><Relationship Id="rId5" Type="http://schemas.openxmlformats.org/officeDocument/2006/relationships/image" Target="../media/image72.png"/><Relationship Id="rId15" Type="http://schemas.openxmlformats.org/officeDocument/2006/relationships/customXml" Target="../ink/ink10.xml"/><Relationship Id="rId10" Type="http://schemas.openxmlformats.org/officeDocument/2006/relationships/image" Target="../media/image87.png"/><Relationship Id="rId19" Type="http://schemas.openxmlformats.org/officeDocument/2006/relationships/image" Target="../media/image100.png"/><Relationship Id="rId4" Type="http://schemas.openxmlformats.org/officeDocument/2006/relationships/image" Target="../media/image71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9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04.png"/><Relationship Id="rId26" Type="http://schemas.openxmlformats.org/officeDocument/2006/relationships/image" Target="../media/image96.png"/><Relationship Id="rId3" Type="http://schemas.openxmlformats.org/officeDocument/2006/relationships/image" Target="../media/image70.png"/><Relationship Id="rId21" Type="http://schemas.openxmlformats.org/officeDocument/2006/relationships/customXml" Target="../ink/ink17.xml"/><Relationship Id="rId34" Type="http://schemas.openxmlformats.org/officeDocument/2006/relationships/image" Target="../media/image100.png"/><Relationship Id="rId7" Type="http://schemas.openxmlformats.org/officeDocument/2006/relationships/image" Target="../media/image95.png"/><Relationship Id="rId12" Type="http://schemas.openxmlformats.org/officeDocument/2006/relationships/image" Target="../media/image101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image" Target="../media/image108.png"/><Relationship Id="rId2" Type="http://schemas.openxmlformats.org/officeDocument/2006/relationships/image" Target="../media/image69.png"/><Relationship Id="rId16" Type="http://schemas.openxmlformats.org/officeDocument/2006/relationships/image" Target="../media/image103.png"/><Relationship Id="rId20" Type="http://schemas.openxmlformats.org/officeDocument/2006/relationships/image" Target="../media/image105.png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customXml" Target="../ink/ink12.xml"/><Relationship Id="rId24" Type="http://schemas.openxmlformats.org/officeDocument/2006/relationships/image" Target="../media/image107.png"/><Relationship Id="rId32" Type="http://schemas.openxmlformats.org/officeDocument/2006/relationships/image" Target="../media/image99.png"/><Relationship Id="rId5" Type="http://schemas.openxmlformats.org/officeDocument/2006/relationships/image" Target="../media/image72.png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97.png"/><Relationship Id="rId10" Type="http://schemas.openxmlformats.org/officeDocument/2006/relationships/image" Target="../media/image87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" Type="http://schemas.openxmlformats.org/officeDocument/2006/relationships/image" Target="../media/image71.png"/><Relationship Id="rId9" Type="http://schemas.openxmlformats.org/officeDocument/2006/relationships/image" Target="../media/image92.png"/><Relationship Id="rId14" Type="http://schemas.openxmlformats.org/officeDocument/2006/relationships/image" Target="../media/image102.png"/><Relationship Id="rId22" Type="http://schemas.openxmlformats.org/officeDocument/2006/relationships/image" Target="../media/image106.png"/><Relationship Id="rId27" Type="http://schemas.openxmlformats.org/officeDocument/2006/relationships/customXml" Target="../ink/ink20.xml"/><Relationship Id="rId30" Type="http://schemas.openxmlformats.org/officeDocument/2006/relationships/image" Target="../media/image98.png"/><Relationship Id="rId8" Type="http://schemas.openxmlformats.org/officeDocument/2006/relationships/image" Target="../media/image91.png"/></Relationships>
</file>

<file path=ppt/slides/_rels/slide9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9" Type="http://schemas.openxmlformats.org/officeDocument/2006/relationships/image" Target="../media/image99.png"/><Relationship Id="rId21" Type="http://schemas.openxmlformats.org/officeDocument/2006/relationships/image" Target="../media/image102.png"/><Relationship Id="rId34" Type="http://schemas.openxmlformats.org/officeDocument/2006/relationships/customXml" Target="../ink/ink34.xml"/><Relationship Id="rId7" Type="http://schemas.openxmlformats.org/officeDocument/2006/relationships/image" Target="../media/image95.png"/><Relationship Id="rId2" Type="http://schemas.openxmlformats.org/officeDocument/2006/relationships/image" Target="../media/image69.png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29" Type="http://schemas.openxmlformats.org/officeDocument/2006/relationships/image" Target="../media/image106.png"/><Relationship Id="rId41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29.xml"/><Relationship Id="rId32" Type="http://schemas.openxmlformats.org/officeDocument/2006/relationships/customXml" Target="../ink/ink33.xml"/><Relationship Id="rId37" Type="http://schemas.openxmlformats.org/officeDocument/2006/relationships/image" Target="../media/image98.png"/><Relationship Id="rId40" Type="http://schemas.openxmlformats.org/officeDocument/2006/relationships/image" Target="../media/image108.png"/><Relationship Id="rId5" Type="http://schemas.openxmlformats.org/officeDocument/2006/relationships/image" Target="../media/image72.png"/><Relationship Id="rId15" Type="http://schemas.openxmlformats.org/officeDocument/2006/relationships/image" Target="../media/image111.png"/><Relationship Id="rId23" Type="http://schemas.openxmlformats.org/officeDocument/2006/relationships/image" Target="../media/image103.png"/><Relationship Id="rId28" Type="http://schemas.openxmlformats.org/officeDocument/2006/relationships/customXml" Target="../ink/ink31.xml"/><Relationship Id="rId36" Type="http://schemas.openxmlformats.org/officeDocument/2006/relationships/customXml" Target="../ink/ink35.xml"/><Relationship Id="rId10" Type="http://schemas.openxmlformats.org/officeDocument/2006/relationships/image" Target="../media/image109.png"/><Relationship Id="rId19" Type="http://schemas.openxmlformats.org/officeDocument/2006/relationships/image" Target="../media/image101.png"/><Relationship Id="rId31" Type="http://schemas.openxmlformats.org/officeDocument/2006/relationships/image" Target="../media/image107.png"/><Relationship Id="rId4" Type="http://schemas.openxmlformats.org/officeDocument/2006/relationships/image" Target="../media/image71.png"/><Relationship Id="rId9" Type="http://schemas.openxmlformats.org/officeDocument/2006/relationships/image" Target="../media/image92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105.png"/><Relationship Id="rId30" Type="http://schemas.openxmlformats.org/officeDocument/2006/relationships/customXml" Target="../ink/ink32.xml"/><Relationship Id="rId35" Type="http://schemas.openxmlformats.org/officeDocument/2006/relationships/image" Target="../media/image97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23.xml"/><Relationship Id="rId17" Type="http://schemas.openxmlformats.org/officeDocument/2006/relationships/image" Target="../media/image112.png"/><Relationship Id="rId25" Type="http://schemas.openxmlformats.org/officeDocument/2006/relationships/image" Target="../media/image104.png"/><Relationship Id="rId33" Type="http://schemas.openxmlformats.org/officeDocument/2006/relationships/image" Target="../media/image96.png"/><Relationship Id="rId38" Type="http://schemas.openxmlformats.org/officeDocument/2006/relationships/customXml" Target="../ink/ink36.xml"/></Relationships>
</file>

<file path=ppt/slides/_rels/slide9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18" Type="http://schemas.openxmlformats.org/officeDocument/2006/relationships/customXml" Target="../ink/ink40.xml"/><Relationship Id="rId26" Type="http://schemas.openxmlformats.org/officeDocument/2006/relationships/customXml" Target="../ink/ink44.xml"/><Relationship Id="rId39" Type="http://schemas.openxmlformats.org/officeDocument/2006/relationships/image" Target="../media/image99.png"/><Relationship Id="rId21" Type="http://schemas.openxmlformats.org/officeDocument/2006/relationships/image" Target="../media/image102.png"/><Relationship Id="rId34" Type="http://schemas.openxmlformats.org/officeDocument/2006/relationships/customXml" Target="../ink/ink48.xml"/><Relationship Id="rId7" Type="http://schemas.openxmlformats.org/officeDocument/2006/relationships/image" Target="../media/image113.png"/><Relationship Id="rId2" Type="http://schemas.openxmlformats.org/officeDocument/2006/relationships/image" Target="../media/image69.png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29" Type="http://schemas.openxmlformats.org/officeDocument/2006/relationships/image" Target="../media/image106.png"/><Relationship Id="rId41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43.xml"/><Relationship Id="rId32" Type="http://schemas.openxmlformats.org/officeDocument/2006/relationships/customXml" Target="../ink/ink47.xml"/><Relationship Id="rId37" Type="http://schemas.openxmlformats.org/officeDocument/2006/relationships/image" Target="../media/image98.png"/><Relationship Id="rId40" Type="http://schemas.openxmlformats.org/officeDocument/2006/relationships/image" Target="../media/image108.png"/><Relationship Id="rId5" Type="http://schemas.openxmlformats.org/officeDocument/2006/relationships/image" Target="../media/image72.png"/><Relationship Id="rId15" Type="http://schemas.openxmlformats.org/officeDocument/2006/relationships/image" Target="../media/image111.png"/><Relationship Id="rId23" Type="http://schemas.openxmlformats.org/officeDocument/2006/relationships/image" Target="../media/image103.png"/><Relationship Id="rId28" Type="http://schemas.openxmlformats.org/officeDocument/2006/relationships/customXml" Target="../ink/ink45.xml"/><Relationship Id="rId36" Type="http://schemas.openxmlformats.org/officeDocument/2006/relationships/customXml" Target="../ink/ink49.xml"/><Relationship Id="rId10" Type="http://schemas.openxmlformats.org/officeDocument/2006/relationships/image" Target="../media/image114.png"/><Relationship Id="rId19" Type="http://schemas.openxmlformats.org/officeDocument/2006/relationships/image" Target="../media/image101.png"/><Relationship Id="rId31" Type="http://schemas.openxmlformats.org/officeDocument/2006/relationships/image" Target="../media/image107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Relationship Id="rId27" Type="http://schemas.openxmlformats.org/officeDocument/2006/relationships/image" Target="../media/image105.png"/><Relationship Id="rId30" Type="http://schemas.openxmlformats.org/officeDocument/2006/relationships/customXml" Target="../ink/ink46.xml"/><Relationship Id="rId35" Type="http://schemas.openxmlformats.org/officeDocument/2006/relationships/image" Target="../media/image97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37.xml"/><Relationship Id="rId17" Type="http://schemas.openxmlformats.org/officeDocument/2006/relationships/image" Target="../media/image112.png"/><Relationship Id="rId25" Type="http://schemas.openxmlformats.org/officeDocument/2006/relationships/image" Target="../media/image104.png"/><Relationship Id="rId33" Type="http://schemas.openxmlformats.org/officeDocument/2006/relationships/image" Target="../media/image96.png"/><Relationship Id="rId38" Type="http://schemas.openxmlformats.org/officeDocument/2006/relationships/customXml" Target="../ink/ink50.xml"/></Relationships>
</file>

<file path=ppt/slides/_rels/slide9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18" Type="http://schemas.openxmlformats.org/officeDocument/2006/relationships/customXml" Target="../ink/ink54.xml"/><Relationship Id="rId26" Type="http://schemas.openxmlformats.org/officeDocument/2006/relationships/customXml" Target="../ink/ink58.xml"/><Relationship Id="rId39" Type="http://schemas.openxmlformats.org/officeDocument/2006/relationships/image" Target="../media/image99.png"/><Relationship Id="rId21" Type="http://schemas.openxmlformats.org/officeDocument/2006/relationships/image" Target="../media/image102.png"/><Relationship Id="rId34" Type="http://schemas.openxmlformats.org/officeDocument/2006/relationships/customXml" Target="../ink/ink62.xml"/><Relationship Id="rId7" Type="http://schemas.openxmlformats.org/officeDocument/2006/relationships/image" Target="../media/image115.png"/><Relationship Id="rId2" Type="http://schemas.openxmlformats.org/officeDocument/2006/relationships/image" Target="../media/image69.png"/><Relationship Id="rId16" Type="http://schemas.openxmlformats.org/officeDocument/2006/relationships/customXml" Target="../ink/ink53.xml"/><Relationship Id="rId20" Type="http://schemas.openxmlformats.org/officeDocument/2006/relationships/customXml" Target="../ink/ink55.xml"/><Relationship Id="rId29" Type="http://schemas.openxmlformats.org/officeDocument/2006/relationships/image" Target="../media/image106.png"/><Relationship Id="rId41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57.xml"/><Relationship Id="rId32" Type="http://schemas.openxmlformats.org/officeDocument/2006/relationships/customXml" Target="../ink/ink61.xml"/><Relationship Id="rId37" Type="http://schemas.openxmlformats.org/officeDocument/2006/relationships/image" Target="../media/image98.png"/><Relationship Id="rId40" Type="http://schemas.openxmlformats.org/officeDocument/2006/relationships/image" Target="../media/image108.png"/><Relationship Id="rId5" Type="http://schemas.openxmlformats.org/officeDocument/2006/relationships/image" Target="../media/image72.png"/><Relationship Id="rId15" Type="http://schemas.openxmlformats.org/officeDocument/2006/relationships/image" Target="../media/image111.png"/><Relationship Id="rId23" Type="http://schemas.openxmlformats.org/officeDocument/2006/relationships/image" Target="../media/image103.png"/><Relationship Id="rId28" Type="http://schemas.openxmlformats.org/officeDocument/2006/relationships/customXml" Target="../ink/ink59.xml"/><Relationship Id="rId36" Type="http://schemas.openxmlformats.org/officeDocument/2006/relationships/customXml" Target="../ink/ink63.xml"/><Relationship Id="rId10" Type="http://schemas.openxmlformats.org/officeDocument/2006/relationships/image" Target="../media/image116.png"/><Relationship Id="rId19" Type="http://schemas.openxmlformats.org/officeDocument/2006/relationships/image" Target="../media/image101.png"/><Relationship Id="rId31" Type="http://schemas.openxmlformats.org/officeDocument/2006/relationships/image" Target="../media/image107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52.xml"/><Relationship Id="rId22" Type="http://schemas.openxmlformats.org/officeDocument/2006/relationships/customXml" Target="../ink/ink56.xml"/><Relationship Id="rId27" Type="http://schemas.openxmlformats.org/officeDocument/2006/relationships/image" Target="../media/image105.png"/><Relationship Id="rId30" Type="http://schemas.openxmlformats.org/officeDocument/2006/relationships/customXml" Target="../ink/ink60.xml"/><Relationship Id="rId35" Type="http://schemas.openxmlformats.org/officeDocument/2006/relationships/image" Target="../media/image97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51.xml"/><Relationship Id="rId17" Type="http://schemas.openxmlformats.org/officeDocument/2006/relationships/image" Target="../media/image112.png"/><Relationship Id="rId25" Type="http://schemas.openxmlformats.org/officeDocument/2006/relationships/image" Target="../media/image104.png"/><Relationship Id="rId33" Type="http://schemas.openxmlformats.org/officeDocument/2006/relationships/image" Target="../media/image96.png"/><Relationship Id="rId38" Type="http://schemas.openxmlformats.org/officeDocument/2006/relationships/customXml" Target="../ink/ink64.xml"/></Relationships>
</file>

<file path=ppt/slides/_rels/slide9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18" Type="http://schemas.openxmlformats.org/officeDocument/2006/relationships/customXml" Target="../ink/ink68.xml"/><Relationship Id="rId26" Type="http://schemas.openxmlformats.org/officeDocument/2006/relationships/customXml" Target="../ink/ink72.xml"/><Relationship Id="rId39" Type="http://schemas.openxmlformats.org/officeDocument/2006/relationships/image" Target="../media/image99.png"/><Relationship Id="rId21" Type="http://schemas.openxmlformats.org/officeDocument/2006/relationships/image" Target="../media/image102.png"/><Relationship Id="rId34" Type="http://schemas.openxmlformats.org/officeDocument/2006/relationships/customXml" Target="../ink/ink76.xml"/><Relationship Id="rId7" Type="http://schemas.openxmlformats.org/officeDocument/2006/relationships/image" Target="../media/image117.png"/><Relationship Id="rId2" Type="http://schemas.openxmlformats.org/officeDocument/2006/relationships/image" Target="../media/image69.png"/><Relationship Id="rId16" Type="http://schemas.openxmlformats.org/officeDocument/2006/relationships/customXml" Target="../ink/ink67.xml"/><Relationship Id="rId20" Type="http://schemas.openxmlformats.org/officeDocument/2006/relationships/customXml" Target="../ink/ink69.xml"/><Relationship Id="rId29" Type="http://schemas.openxmlformats.org/officeDocument/2006/relationships/image" Target="../media/image106.png"/><Relationship Id="rId41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71.xml"/><Relationship Id="rId32" Type="http://schemas.openxmlformats.org/officeDocument/2006/relationships/customXml" Target="../ink/ink75.xml"/><Relationship Id="rId37" Type="http://schemas.openxmlformats.org/officeDocument/2006/relationships/image" Target="../media/image98.png"/><Relationship Id="rId40" Type="http://schemas.openxmlformats.org/officeDocument/2006/relationships/image" Target="../media/image108.png"/><Relationship Id="rId5" Type="http://schemas.openxmlformats.org/officeDocument/2006/relationships/image" Target="../media/image72.png"/><Relationship Id="rId15" Type="http://schemas.openxmlformats.org/officeDocument/2006/relationships/image" Target="../media/image111.png"/><Relationship Id="rId23" Type="http://schemas.openxmlformats.org/officeDocument/2006/relationships/image" Target="../media/image103.png"/><Relationship Id="rId28" Type="http://schemas.openxmlformats.org/officeDocument/2006/relationships/customXml" Target="../ink/ink73.xml"/><Relationship Id="rId36" Type="http://schemas.openxmlformats.org/officeDocument/2006/relationships/customXml" Target="../ink/ink77.xml"/><Relationship Id="rId10" Type="http://schemas.openxmlformats.org/officeDocument/2006/relationships/image" Target="../media/image118.png"/><Relationship Id="rId19" Type="http://schemas.openxmlformats.org/officeDocument/2006/relationships/image" Target="../media/image101.png"/><Relationship Id="rId31" Type="http://schemas.openxmlformats.org/officeDocument/2006/relationships/image" Target="../media/image107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66.xml"/><Relationship Id="rId22" Type="http://schemas.openxmlformats.org/officeDocument/2006/relationships/customXml" Target="../ink/ink70.xml"/><Relationship Id="rId27" Type="http://schemas.openxmlformats.org/officeDocument/2006/relationships/image" Target="../media/image105.png"/><Relationship Id="rId30" Type="http://schemas.openxmlformats.org/officeDocument/2006/relationships/customXml" Target="../ink/ink74.xml"/><Relationship Id="rId35" Type="http://schemas.openxmlformats.org/officeDocument/2006/relationships/image" Target="../media/image97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65.xml"/><Relationship Id="rId17" Type="http://schemas.openxmlformats.org/officeDocument/2006/relationships/image" Target="../media/image112.png"/><Relationship Id="rId25" Type="http://schemas.openxmlformats.org/officeDocument/2006/relationships/image" Target="../media/image104.png"/><Relationship Id="rId33" Type="http://schemas.openxmlformats.org/officeDocument/2006/relationships/image" Target="../media/image96.png"/><Relationship Id="rId38" Type="http://schemas.openxmlformats.org/officeDocument/2006/relationships/customXml" Target="../ink/ink78.xml"/></Relationships>
</file>

<file path=ppt/slides/_rels/slide10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18" Type="http://schemas.openxmlformats.org/officeDocument/2006/relationships/customXml" Target="../ink/ink82.xml"/><Relationship Id="rId26" Type="http://schemas.openxmlformats.org/officeDocument/2006/relationships/customXml" Target="../ink/ink86.xml"/><Relationship Id="rId39" Type="http://schemas.openxmlformats.org/officeDocument/2006/relationships/image" Target="../media/image99.png"/><Relationship Id="rId21" Type="http://schemas.openxmlformats.org/officeDocument/2006/relationships/image" Target="../media/image102.png"/><Relationship Id="rId34" Type="http://schemas.openxmlformats.org/officeDocument/2006/relationships/customXml" Target="../ink/ink90.xml"/><Relationship Id="rId7" Type="http://schemas.openxmlformats.org/officeDocument/2006/relationships/image" Target="../media/image119.png"/><Relationship Id="rId2" Type="http://schemas.openxmlformats.org/officeDocument/2006/relationships/image" Target="../media/image69.png"/><Relationship Id="rId16" Type="http://schemas.openxmlformats.org/officeDocument/2006/relationships/customXml" Target="../ink/ink81.xml"/><Relationship Id="rId20" Type="http://schemas.openxmlformats.org/officeDocument/2006/relationships/customXml" Target="../ink/ink83.xml"/><Relationship Id="rId29" Type="http://schemas.openxmlformats.org/officeDocument/2006/relationships/image" Target="../media/image106.png"/><Relationship Id="rId41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85.xml"/><Relationship Id="rId32" Type="http://schemas.openxmlformats.org/officeDocument/2006/relationships/customXml" Target="../ink/ink89.xml"/><Relationship Id="rId37" Type="http://schemas.openxmlformats.org/officeDocument/2006/relationships/image" Target="../media/image98.png"/><Relationship Id="rId40" Type="http://schemas.openxmlformats.org/officeDocument/2006/relationships/image" Target="../media/image108.png"/><Relationship Id="rId5" Type="http://schemas.openxmlformats.org/officeDocument/2006/relationships/image" Target="../media/image72.png"/><Relationship Id="rId15" Type="http://schemas.openxmlformats.org/officeDocument/2006/relationships/image" Target="../media/image111.png"/><Relationship Id="rId23" Type="http://schemas.openxmlformats.org/officeDocument/2006/relationships/image" Target="../media/image103.png"/><Relationship Id="rId28" Type="http://schemas.openxmlformats.org/officeDocument/2006/relationships/customXml" Target="../ink/ink87.xml"/><Relationship Id="rId36" Type="http://schemas.openxmlformats.org/officeDocument/2006/relationships/customXml" Target="../ink/ink91.xml"/><Relationship Id="rId10" Type="http://schemas.openxmlformats.org/officeDocument/2006/relationships/image" Target="../media/image120.png"/><Relationship Id="rId19" Type="http://schemas.openxmlformats.org/officeDocument/2006/relationships/image" Target="../media/image101.png"/><Relationship Id="rId31" Type="http://schemas.openxmlformats.org/officeDocument/2006/relationships/image" Target="../media/image107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80.xml"/><Relationship Id="rId22" Type="http://schemas.openxmlformats.org/officeDocument/2006/relationships/customXml" Target="../ink/ink84.xml"/><Relationship Id="rId27" Type="http://schemas.openxmlformats.org/officeDocument/2006/relationships/image" Target="../media/image105.png"/><Relationship Id="rId30" Type="http://schemas.openxmlformats.org/officeDocument/2006/relationships/customXml" Target="../ink/ink88.xml"/><Relationship Id="rId35" Type="http://schemas.openxmlformats.org/officeDocument/2006/relationships/image" Target="../media/image97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79.xml"/><Relationship Id="rId17" Type="http://schemas.openxmlformats.org/officeDocument/2006/relationships/image" Target="../media/image112.png"/><Relationship Id="rId25" Type="http://schemas.openxmlformats.org/officeDocument/2006/relationships/image" Target="../media/image104.png"/><Relationship Id="rId33" Type="http://schemas.openxmlformats.org/officeDocument/2006/relationships/image" Target="../media/image96.png"/><Relationship Id="rId38" Type="http://schemas.openxmlformats.org/officeDocument/2006/relationships/customXml" Target="../ink/ink92.xml"/></Relationships>
</file>

<file path=ppt/slides/_rels/slide10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png"/><Relationship Id="rId18" Type="http://schemas.openxmlformats.org/officeDocument/2006/relationships/customXml" Target="../ink/ink96.xml"/><Relationship Id="rId26" Type="http://schemas.openxmlformats.org/officeDocument/2006/relationships/customXml" Target="../ink/ink100.xml"/><Relationship Id="rId39" Type="http://schemas.openxmlformats.org/officeDocument/2006/relationships/image" Target="../media/image99.png"/><Relationship Id="rId21" Type="http://schemas.openxmlformats.org/officeDocument/2006/relationships/image" Target="../media/image102.png"/><Relationship Id="rId34" Type="http://schemas.openxmlformats.org/officeDocument/2006/relationships/customXml" Target="../ink/ink104.xml"/><Relationship Id="rId7" Type="http://schemas.openxmlformats.org/officeDocument/2006/relationships/image" Target="../media/image121.png"/><Relationship Id="rId2" Type="http://schemas.openxmlformats.org/officeDocument/2006/relationships/image" Target="../media/image69.png"/><Relationship Id="rId16" Type="http://schemas.openxmlformats.org/officeDocument/2006/relationships/customXml" Target="../ink/ink95.xml"/><Relationship Id="rId20" Type="http://schemas.openxmlformats.org/officeDocument/2006/relationships/customXml" Target="../ink/ink97.xml"/><Relationship Id="rId29" Type="http://schemas.openxmlformats.org/officeDocument/2006/relationships/image" Target="../media/image106.png"/><Relationship Id="rId41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99.xml"/><Relationship Id="rId32" Type="http://schemas.openxmlformats.org/officeDocument/2006/relationships/customXml" Target="../ink/ink103.xml"/><Relationship Id="rId37" Type="http://schemas.openxmlformats.org/officeDocument/2006/relationships/image" Target="../media/image98.png"/><Relationship Id="rId40" Type="http://schemas.openxmlformats.org/officeDocument/2006/relationships/image" Target="../media/image108.png"/><Relationship Id="rId5" Type="http://schemas.openxmlformats.org/officeDocument/2006/relationships/image" Target="../media/image72.png"/><Relationship Id="rId15" Type="http://schemas.openxmlformats.org/officeDocument/2006/relationships/image" Target="../media/image111.png"/><Relationship Id="rId23" Type="http://schemas.openxmlformats.org/officeDocument/2006/relationships/image" Target="../media/image103.png"/><Relationship Id="rId28" Type="http://schemas.openxmlformats.org/officeDocument/2006/relationships/customXml" Target="../ink/ink101.xml"/><Relationship Id="rId36" Type="http://schemas.openxmlformats.org/officeDocument/2006/relationships/customXml" Target="../ink/ink105.xml"/><Relationship Id="rId10" Type="http://schemas.openxmlformats.org/officeDocument/2006/relationships/image" Target="../media/image122.png"/><Relationship Id="rId19" Type="http://schemas.openxmlformats.org/officeDocument/2006/relationships/image" Target="../media/image101.png"/><Relationship Id="rId31" Type="http://schemas.openxmlformats.org/officeDocument/2006/relationships/image" Target="../media/image107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94.xml"/><Relationship Id="rId22" Type="http://schemas.openxmlformats.org/officeDocument/2006/relationships/customXml" Target="../ink/ink98.xml"/><Relationship Id="rId27" Type="http://schemas.openxmlformats.org/officeDocument/2006/relationships/image" Target="../media/image105.png"/><Relationship Id="rId30" Type="http://schemas.openxmlformats.org/officeDocument/2006/relationships/customXml" Target="../ink/ink102.xml"/><Relationship Id="rId35" Type="http://schemas.openxmlformats.org/officeDocument/2006/relationships/image" Target="../media/image97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93.xml"/><Relationship Id="rId17" Type="http://schemas.openxmlformats.org/officeDocument/2006/relationships/image" Target="../media/image112.png"/><Relationship Id="rId25" Type="http://schemas.openxmlformats.org/officeDocument/2006/relationships/image" Target="../media/image104.png"/><Relationship Id="rId33" Type="http://schemas.openxmlformats.org/officeDocument/2006/relationships/image" Target="../media/image96.png"/><Relationship Id="rId38" Type="http://schemas.openxmlformats.org/officeDocument/2006/relationships/customXml" Target="../ink/ink106.xml"/></Relationships>
</file>

<file path=ppt/slides/_rels/slide10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png"/><Relationship Id="rId18" Type="http://schemas.openxmlformats.org/officeDocument/2006/relationships/customXml" Target="../ink/ink110.xml"/><Relationship Id="rId26" Type="http://schemas.openxmlformats.org/officeDocument/2006/relationships/customXml" Target="../ink/ink114.xml"/><Relationship Id="rId39" Type="http://schemas.openxmlformats.org/officeDocument/2006/relationships/image" Target="../media/image98.png"/><Relationship Id="rId21" Type="http://schemas.openxmlformats.org/officeDocument/2006/relationships/image" Target="../media/image101.png"/><Relationship Id="rId34" Type="http://schemas.openxmlformats.org/officeDocument/2006/relationships/customXml" Target="../ink/ink118.xml"/><Relationship Id="rId42" Type="http://schemas.openxmlformats.org/officeDocument/2006/relationships/image" Target="../media/image125.png"/><Relationship Id="rId7" Type="http://schemas.openxmlformats.org/officeDocument/2006/relationships/image" Target="../media/image123.png"/><Relationship Id="rId2" Type="http://schemas.openxmlformats.org/officeDocument/2006/relationships/image" Target="../media/image69.png"/><Relationship Id="rId16" Type="http://schemas.openxmlformats.org/officeDocument/2006/relationships/customXml" Target="../ink/ink109.xml"/><Relationship Id="rId20" Type="http://schemas.openxmlformats.org/officeDocument/2006/relationships/customXml" Target="../ink/ink111.xml"/><Relationship Id="rId29" Type="http://schemas.openxmlformats.org/officeDocument/2006/relationships/image" Target="../media/image105.png"/><Relationship Id="rId41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113.xml"/><Relationship Id="rId32" Type="http://schemas.openxmlformats.org/officeDocument/2006/relationships/customXml" Target="../ink/ink117.xml"/><Relationship Id="rId37" Type="http://schemas.openxmlformats.org/officeDocument/2006/relationships/image" Target="../media/image97.png"/><Relationship Id="rId40" Type="http://schemas.openxmlformats.org/officeDocument/2006/relationships/customXml" Target="../ink/ink121.xml"/><Relationship Id="rId5" Type="http://schemas.openxmlformats.org/officeDocument/2006/relationships/image" Target="../media/image72.png"/><Relationship Id="rId15" Type="http://schemas.openxmlformats.org/officeDocument/2006/relationships/image" Target="../media/image110.png"/><Relationship Id="rId23" Type="http://schemas.openxmlformats.org/officeDocument/2006/relationships/image" Target="../media/image102.png"/><Relationship Id="rId28" Type="http://schemas.openxmlformats.org/officeDocument/2006/relationships/customXml" Target="../ink/ink115.xml"/><Relationship Id="rId36" Type="http://schemas.openxmlformats.org/officeDocument/2006/relationships/customXml" Target="../ink/ink119.xml"/><Relationship Id="rId10" Type="http://schemas.openxmlformats.org/officeDocument/2006/relationships/image" Target="../media/image122.png"/><Relationship Id="rId19" Type="http://schemas.openxmlformats.org/officeDocument/2006/relationships/image" Target="../media/image112.png"/><Relationship Id="rId31" Type="http://schemas.openxmlformats.org/officeDocument/2006/relationships/image" Target="../media/image106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108.xml"/><Relationship Id="rId22" Type="http://schemas.openxmlformats.org/officeDocument/2006/relationships/customXml" Target="../ink/ink112.xml"/><Relationship Id="rId27" Type="http://schemas.openxmlformats.org/officeDocument/2006/relationships/image" Target="../media/image104.png"/><Relationship Id="rId30" Type="http://schemas.openxmlformats.org/officeDocument/2006/relationships/customXml" Target="../ink/ink116.xml"/><Relationship Id="rId35" Type="http://schemas.openxmlformats.org/officeDocument/2006/relationships/image" Target="../media/image96.png"/><Relationship Id="rId43" Type="http://schemas.openxmlformats.org/officeDocument/2006/relationships/image" Target="../media/image100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107.xml"/><Relationship Id="rId17" Type="http://schemas.openxmlformats.org/officeDocument/2006/relationships/image" Target="../media/image111.png"/><Relationship Id="rId25" Type="http://schemas.openxmlformats.org/officeDocument/2006/relationships/image" Target="../media/image103.png"/><Relationship Id="rId33" Type="http://schemas.openxmlformats.org/officeDocument/2006/relationships/image" Target="../media/image107.png"/><Relationship Id="rId38" Type="http://schemas.openxmlformats.org/officeDocument/2006/relationships/customXml" Target="../ink/ink120.xml"/></Relationships>
</file>

<file path=ppt/slides/_rels/slide10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png"/><Relationship Id="rId18" Type="http://schemas.openxmlformats.org/officeDocument/2006/relationships/customXml" Target="../ink/ink125.xml"/><Relationship Id="rId26" Type="http://schemas.openxmlformats.org/officeDocument/2006/relationships/customXml" Target="../ink/ink129.xml"/><Relationship Id="rId39" Type="http://schemas.openxmlformats.org/officeDocument/2006/relationships/image" Target="../media/image97.png"/><Relationship Id="rId21" Type="http://schemas.openxmlformats.org/officeDocument/2006/relationships/image" Target="../media/image112.png"/><Relationship Id="rId34" Type="http://schemas.openxmlformats.org/officeDocument/2006/relationships/customXml" Target="../ink/ink133.xml"/><Relationship Id="rId42" Type="http://schemas.openxmlformats.org/officeDocument/2006/relationships/customXml" Target="../ink/ink137.xml"/><Relationship Id="rId7" Type="http://schemas.openxmlformats.org/officeDocument/2006/relationships/image" Target="../media/image126.png"/><Relationship Id="rId2" Type="http://schemas.openxmlformats.org/officeDocument/2006/relationships/image" Target="../media/image69.png"/><Relationship Id="rId16" Type="http://schemas.openxmlformats.org/officeDocument/2006/relationships/customXml" Target="../ink/ink124.xml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128.xml"/><Relationship Id="rId32" Type="http://schemas.openxmlformats.org/officeDocument/2006/relationships/customXml" Target="../ink/ink132.xml"/><Relationship Id="rId37" Type="http://schemas.openxmlformats.org/officeDocument/2006/relationships/image" Target="../media/image96.png"/><Relationship Id="rId40" Type="http://schemas.openxmlformats.org/officeDocument/2006/relationships/customXml" Target="../ink/ink136.xml"/><Relationship Id="rId45" Type="http://schemas.openxmlformats.org/officeDocument/2006/relationships/image" Target="../media/image100.png"/><Relationship Id="rId5" Type="http://schemas.openxmlformats.org/officeDocument/2006/relationships/image" Target="../media/image72.png"/><Relationship Id="rId15" Type="http://schemas.openxmlformats.org/officeDocument/2006/relationships/image" Target="../media/image127.png"/><Relationship Id="rId23" Type="http://schemas.openxmlformats.org/officeDocument/2006/relationships/image" Target="../media/image101.png"/><Relationship Id="rId28" Type="http://schemas.openxmlformats.org/officeDocument/2006/relationships/customXml" Target="../ink/ink130.xml"/><Relationship Id="rId36" Type="http://schemas.openxmlformats.org/officeDocument/2006/relationships/customXml" Target="../ink/ink134.xml"/><Relationship Id="rId10" Type="http://schemas.openxmlformats.org/officeDocument/2006/relationships/image" Target="../media/image122.png"/><Relationship Id="rId19" Type="http://schemas.openxmlformats.org/officeDocument/2006/relationships/image" Target="../media/image111.png"/><Relationship Id="rId31" Type="http://schemas.openxmlformats.org/officeDocument/2006/relationships/image" Target="../media/image105.png"/><Relationship Id="rId44" Type="http://schemas.openxmlformats.org/officeDocument/2006/relationships/image" Target="../media/image128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123.xml"/><Relationship Id="rId22" Type="http://schemas.openxmlformats.org/officeDocument/2006/relationships/customXml" Target="../ink/ink127.xml"/><Relationship Id="rId27" Type="http://schemas.openxmlformats.org/officeDocument/2006/relationships/image" Target="../media/image103.png"/><Relationship Id="rId30" Type="http://schemas.openxmlformats.org/officeDocument/2006/relationships/customXml" Target="../ink/ink131.xml"/><Relationship Id="rId35" Type="http://schemas.openxmlformats.org/officeDocument/2006/relationships/image" Target="../media/image107.png"/><Relationship Id="rId43" Type="http://schemas.openxmlformats.org/officeDocument/2006/relationships/image" Target="../media/image99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122.xml"/><Relationship Id="rId17" Type="http://schemas.openxmlformats.org/officeDocument/2006/relationships/image" Target="../media/image110.png"/><Relationship Id="rId25" Type="http://schemas.openxmlformats.org/officeDocument/2006/relationships/image" Target="../media/image102.png"/><Relationship Id="rId33" Type="http://schemas.openxmlformats.org/officeDocument/2006/relationships/image" Target="../media/image106.png"/><Relationship Id="rId38" Type="http://schemas.openxmlformats.org/officeDocument/2006/relationships/customXml" Target="../ink/ink135.xml"/><Relationship Id="rId20" Type="http://schemas.openxmlformats.org/officeDocument/2006/relationships/customXml" Target="../ink/ink126.xml"/><Relationship Id="rId41" Type="http://schemas.openxmlformats.org/officeDocument/2006/relationships/image" Target="../media/image98.png"/></Relationships>
</file>

<file path=ppt/slides/_rels/slide10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png"/><Relationship Id="rId18" Type="http://schemas.openxmlformats.org/officeDocument/2006/relationships/customXml" Target="../ink/ink141.xml"/><Relationship Id="rId26" Type="http://schemas.openxmlformats.org/officeDocument/2006/relationships/customXml" Target="../ink/ink145.xml"/><Relationship Id="rId39" Type="http://schemas.openxmlformats.org/officeDocument/2006/relationships/image" Target="../media/image97.png"/><Relationship Id="rId21" Type="http://schemas.openxmlformats.org/officeDocument/2006/relationships/image" Target="../media/image112.png"/><Relationship Id="rId34" Type="http://schemas.openxmlformats.org/officeDocument/2006/relationships/customXml" Target="../ink/ink149.xml"/><Relationship Id="rId42" Type="http://schemas.openxmlformats.org/officeDocument/2006/relationships/customXml" Target="../ink/ink153.xml"/><Relationship Id="rId7" Type="http://schemas.openxmlformats.org/officeDocument/2006/relationships/image" Target="../media/image129.png"/><Relationship Id="rId2" Type="http://schemas.openxmlformats.org/officeDocument/2006/relationships/image" Target="../media/image69.png"/><Relationship Id="rId16" Type="http://schemas.openxmlformats.org/officeDocument/2006/relationships/customXml" Target="../ink/ink140.xml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144.xml"/><Relationship Id="rId32" Type="http://schemas.openxmlformats.org/officeDocument/2006/relationships/customXml" Target="../ink/ink148.xml"/><Relationship Id="rId37" Type="http://schemas.openxmlformats.org/officeDocument/2006/relationships/image" Target="../media/image96.png"/><Relationship Id="rId40" Type="http://schemas.openxmlformats.org/officeDocument/2006/relationships/customXml" Target="../ink/ink152.xml"/><Relationship Id="rId45" Type="http://schemas.openxmlformats.org/officeDocument/2006/relationships/image" Target="../media/image100.png"/><Relationship Id="rId5" Type="http://schemas.openxmlformats.org/officeDocument/2006/relationships/image" Target="../media/image72.png"/><Relationship Id="rId15" Type="http://schemas.openxmlformats.org/officeDocument/2006/relationships/image" Target="../media/image127.png"/><Relationship Id="rId23" Type="http://schemas.openxmlformats.org/officeDocument/2006/relationships/image" Target="../media/image101.png"/><Relationship Id="rId28" Type="http://schemas.openxmlformats.org/officeDocument/2006/relationships/customXml" Target="../ink/ink146.xml"/><Relationship Id="rId36" Type="http://schemas.openxmlformats.org/officeDocument/2006/relationships/customXml" Target="../ink/ink150.xml"/><Relationship Id="rId10" Type="http://schemas.openxmlformats.org/officeDocument/2006/relationships/image" Target="../media/image122.png"/><Relationship Id="rId19" Type="http://schemas.openxmlformats.org/officeDocument/2006/relationships/image" Target="../media/image111.png"/><Relationship Id="rId31" Type="http://schemas.openxmlformats.org/officeDocument/2006/relationships/image" Target="../media/image105.png"/><Relationship Id="rId44" Type="http://schemas.openxmlformats.org/officeDocument/2006/relationships/image" Target="../media/image130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139.xml"/><Relationship Id="rId22" Type="http://schemas.openxmlformats.org/officeDocument/2006/relationships/customXml" Target="../ink/ink143.xml"/><Relationship Id="rId27" Type="http://schemas.openxmlformats.org/officeDocument/2006/relationships/image" Target="../media/image103.png"/><Relationship Id="rId30" Type="http://schemas.openxmlformats.org/officeDocument/2006/relationships/customXml" Target="../ink/ink147.xml"/><Relationship Id="rId35" Type="http://schemas.openxmlformats.org/officeDocument/2006/relationships/image" Target="../media/image107.png"/><Relationship Id="rId43" Type="http://schemas.openxmlformats.org/officeDocument/2006/relationships/image" Target="../media/image99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138.xml"/><Relationship Id="rId17" Type="http://schemas.openxmlformats.org/officeDocument/2006/relationships/image" Target="../media/image110.png"/><Relationship Id="rId25" Type="http://schemas.openxmlformats.org/officeDocument/2006/relationships/image" Target="../media/image102.png"/><Relationship Id="rId33" Type="http://schemas.openxmlformats.org/officeDocument/2006/relationships/image" Target="../media/image106.png"/><Relationship Id="rId38" Type="http://schemas.openxmlformats.org/officeDocument/2006/relationships/customXml" Target="../ink/ink151.xml"/><Relationship Id="rId20" Type="http://schemas.openxmlformats.org/officeDocument/2006/relationships/customXml" Target="../ink/ink142.xml"/><Relationship Id="rId41" Type="http://schemas.openxmlformats.org/officeDocument/2006/relationships/image" Target="../media/image98.png"/></Relationships>
</file>

<file path=ppt/slides/_rels/slide10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png"/><Relationship Id="rId18" Type="http://schemas.openxmlformats.org/officeDocument/2006/relationships/customXml" Target="../ink/ink157.xml"/><Relationship Id="rId26" Type="http://schemas.openxmlformats.org/officeDocument/2006/relationships/customXml" Target="../ink/ink161.xml"/><Relationship Id="rId39" Type="http://schemas.openxmlformats.org/officeDocument/2006/relationships/image" Target="../media/image97.png"/><Relationship Id="rId21" Type="http://schemas.openxmlformats.org/officeDocument/2006/relationships/image" Target="../media/image112.png"/><Relationship Id="rId34" Type="http://schemas.openxmlformats.org/officeDocument/2006/relationships/customXml" Target="../ink/ink165.xml"/><Relationship Id="rId42" Type="http://schemas.openxmlformats.org/officeDocument/2006/relationships/customXml" Target="../ink/ink169.xml"/><Relationship Id="rId7" Type="http://schemas.openxmlformats.org/officeDocument/2006/relationships/image" Target="../media/image131.png"/><Relationship Id="rId2" Type="http://schemas.openxmlformats.org/officeDocument/2006/relationships/image" Target="../media/image69.png"/><Relationship Id="rId16" Type="http://schemas.openxmlformats.org/officeDocument/2006/relationships/customXml" Target="../ink/ink156.xml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7.png"/><Relationship Id="rId24" Type="http://schemas.openxmlformats.org/officeDocument/2006/relationships/customXml" Target="../ink/ink160.xml"/><Relationship Id="rId32" Type="http://schemas.openxmlformats.org/officeDocument/2006/relationships/customXml" Target="../ink/ink164.xml"/><Relationship Id="rId37" Type="http://schemas.openxmlformats.org/officeDocument/2006/relationships/image" Target="../media/image96.png"/><Relationship Id="rId40" Type="http://schemas.openxmlformats.org/officeDocument/2006/relationships/customXml" Target="../ink/ink168.xml"/><Relationship Id="rId45" Type="http://schemas.openxmlformats.org/officeDocument/2006/relationships/image" Target="../media/image100.png"/><Relationship Id="rId5" Type="http://schemas.openxmlformats.org/officeDocument/2006/relationships/image" Target="../media/image72.png"/><Relationship Id="rId15" Type="http://schemas.openxmlformats.org/officeDocument/2006/relationships/image" Target="../media/image127.png"/><Relationship Id="rId23" Type="http://schemas.openxmlformats.org/officeDocument/2006/relationships/image" Target="../media/image101.png"/><Relationship Id="rId28" Type="http://schemas.openxmlformats.org/officeDocument/2006/relationships/customXml" Target="../ink/ink162.xml"/><Relationship Id="rId36" Type="http://schemas.openxmlformats.org/officeDocument/2006/relationships/customXml" Target="../ink/ink166.xml"/><Relationship Id="rId10" Type="http://schemas.openxmlformats.org/officeDocument/2006/relationships/image" Target="../media/image122.png"/><Relationship Id="rId19" Type="http://schemas.openxmlformats.org/officeDocument/2006/relationships/image" Target="../media/image111.png"/><Relationship Id="rId31" Type="http://schemas.openxmlformats.org/officeDocument/2006/relationships/image" Target="../media/image105.png"/><Relationship Id="rId44" Type="http://schemas.openxmlformats.org/officeDocument/2006/relationships/image" Target="../media/image132.png"/><Relationship Id="rId4" Type="http://schemas.openxmlformats.org/officeDocument/2006/relationships/image" Target="../media/image71.png"/><Relationship Id="rId9" Type="http://schemas.openxmlformats.org/officeDocument/2006/relationships/image" Target="../media/image80.png"/><Relationship Id="rId14" Type="http://schemas.openxmlformats.org/officeDocument/2006/relationships/customXml" Target="../ink/ink155.xml"/><Relationship Id="rId22" Type="http://schemas.openxmlformats.org/officeDocument/2006/relationships/customXml" Target="../ink/ink159.xml"/><Relationship Id="rId27" Type="http://schemas.openxmlformats.org/officeDocument/2006/relationships/image" Target="../media/image103.png"/><Relationship Id="rId30" Type="http://schemas.openxmlformats.org/officeDocument/2006/relationships/customXml" Target="../ink/ink163.xml"/><Relationship Id="rId35" Type="http://schemas.openxmlformats.org/officeDocument/2006/relationships/image" Target="../media/image107.png"/><Relationship Id="rId43" Type="http://schemas.openxmlformats.org/officeDocument/2006/relationships/image" Target="../media/image99.png"/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12" Type="http://schemas.openxmlformats.org/officeDocument/2006/relationships/customXml" Target="../ink/ink154.xml"/><Relationship Id="rId17" Type="http://schemas.openxmlformats.org/officeDocument/2006/relationships/image" Target="../media/image110.png"/><Relationship Id="rId25" Type="http://schemas.openxmlformats.org/officeDocument/2006/relationships/image" Target="../media/image102.png"/><Relationship Id="rId33" Type="http://schemas.openxmlformats.org/officeDocument/2006/relationships/image" Target="../media/image106.png"/><Relationship Id="rId38" Type="http://schemas.openxmlformats.org/officeDocument/2006/relationships/customXml" Target="../ink/ink167.xml"/><Relationship Id="rId20" Type="http://schemas.openxmlformats.org/officeDocument/2006/relationships/customXml" Target="../ink/ink158.xml"/><Relationship Id="rId41" Type="http://schemas.openxmlformats.org/officeDocument/2006/relationships/image" Target="../media/image98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134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135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136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137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customXml" Target="../ink/ink171.xml"/><Relationship Id="rId18" Type="http://schemas.openxmlformats.org/officeDocument/2006/relationships/image" Target="../media/image141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customXml" Target="../ink/ink173.xml"/><Relationship Id="rId2" Type="http://schemas.openxmlformats.org/officeDocument/2006/relationships/image" Target="../media/image69.png"/><Relationship Id="rId16" Type="http://schemas.openxmlformats.org/officeDocument/2006/relationships/image" Target="../media/image140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customXml" Target="../ink/ink170.xml"/><Relationship Id="rId5" Type="http://schemas.openxmlformats.org/officeDocument/2006/relationships/image" Target="../media/image72.png"/><Relationship Id="rId15" Type="http://schemas.openxmlformats.org/officeDocument/2006/relationships/customXml" Target="../ink/ink172.xml"/><Relationship Id="rId10" Type="http://schemas.openxmlformats.org/officeDocument/2006/relationships/image" Target="../media/image137.png"/><Relationship Id="rId19" Type="http://schemas.openxmlformats.org/officeDocument/2006/relationships/customXml" Target="../ink/ink174.xml"/><Relationship Id="rId4" Type="http://schemas.openxmlformats.org/officeDocument/2006/relationships/image" Target="../media/image71.png"/><Relationship Id="rId9" Type="http://schemas.openxmlformats.org/officeDocument/2006/relationships/image" Target="../media/image87.png"/><Relationship Id="rId14" Type="http://schemas.openxmlformats.org/officeDocument/2006/relationships/image" Target="../media/image139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customXml" Target="../ink/ink176.xml"/><Relationship Id="rId18" Type="http://schemas.openxmlformats.org/officeDocument/2006/relationships/image" Target="../media/image141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customXml" Target="../ink/ink178.xml"/><Relationship Id="rId2" Type="http://schemas.openxmlformats.org/officeDocument/2006/relationships/image" Target="../media/image69.png"/><Relationship Id="rId16" Type="http://schemas.openxmlformats.org/officeDocument/2006/relationships/image" Target="../media/image140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customXml" Target="../ink/ink175.xml"/><Relationship Id="rId5" Type="http://schemas.openxmlformats.org/officeDocument/2006/relationships/image" Target="../media/image72.png"/><Relationship Id="rId15" Type="http://schemas.openxmlformats.org/officeDocument/2006/relationships/customXml" Target="../ink/ink177.xml"/><Relationship Id="rId10" Type="http://schemas.openxmlformats.org/officeDocument/2006/relationships/image" Target="../media/image137.png"/><Relationship Id="rId19" Type="http://schemas.openxmlformats.org/officeDocument/2006/relationships/customXml" Target="../ink/ink179.xml"/><Relationship Id="rId4" Type="http://schemas.openxmlformats.org/officeDocument/2006/relationships/image" Target="../media/image71.png"/><Relationship Id="rId9" Type="http://schemas.openxmlformats.org/officeDocument/2006/relationships/image" Target="../media/image87.png"/><Relationship Id="rId14" Type="http://schemas.openxmlformats.org/officeDocument/2006/relationships/image" Target="../media/image139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137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137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137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customXml" Target="../ink/ink181.xml"/><Relationship Id="rId3" Type="http://schemas.openxmlformats.org/officeDocument/2006/relationships/image" Target="../media/image70.png"/><Relationship Id="rId7" Type="http://schemas.openxmlformats.org/officeDocument/2006/relationships/image" Target="../media/image133.png"/><Relationship Id="rId12" Type="http://schemas.openxmlformats.org/officeDocument/2006/relationships/image" Target="../media/image14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customXml" Target="../ink/ink180.xml"/><Relationship Id="rId5" Type="http://schemas.openxmlformats.org/officeDocument/2006/relationships/image" Target="../media/image72.png"/><Relationship Id="rId10" Type="http://schemas.openxmlformats.org/officeDocument/2006/relationships/image" Target="../media/image137.png"/><Relationship Id="rId4" Type="http://schemas.openxmlformats.org/officeDocument/2006/relationships/image" Target="../media/image71.png"/><Relationship Id="rId9" Type="http://schemas.openxmlformats.org/officeDocument/2006/relationships/image" Target="../media/image87.png"/><Relationship Id="rId14" Type="http://schemas.openxmlformats.org/officeDocument/2006/relationships/image" Target="../media/image144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8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9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6.png"/><Relationship Id="rId4" Type="http://schemas.openxmlformats.org/officeDocument/2006/relationships/image" Target="../media/image152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4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customXml" Target="../ink/ink186.xml"/><Relationship Id="rId3" Type="http://schemas.openxmlformats.org/officeDocument/2006/relationships/image" Target="../media/image153.png"/><Relationship Id="rId7" Type="http://schemas.openxmlformats.org/officeDocument/2006/relationships/customXml" Target="../ink/ink183.xml"/><Relationship Id="rId12" Type="http://schemas.openxmlformats.org/officeDocument/2006/relationships/image" Target="../media/image15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11" Type="http://schemas.openxmlformats.org/officeDocument/2006/relationships/customXml" Target="../ink/ink185.xml"/><Relationship Id="rId5" Type="http://schemas.openxmlformats.org/officeDocument/2006/relationships/customXml" Target="../ink/ink182.xml"/><Relationship Id="rId10" Type="http://schemas.openxmlformats.org/officeDocument/2006/relationships/image" Target="../media/image157.png"/><Relationship Id="rId4" Type="http://schemas.openxmlformats.org/officeDocument/2006/relationships/image" Target="../media/image154.png"/><Relationship Id="rId9" Type="http://schemas.openxmlformats.org/officeDocument/2006/relationships/customXml" Target="../ink/ink184.xml"/><Relationship Id="rId14" Type="http://schemas.openxmlformats.org/officeDocument/2006/relationships/image" Target="../media/image15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4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0.png"/><Relationship Id="rId4" Type="http://schemas.openxmlformats.org/officeDocument/2006/relationships/image" Target="../media/image154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4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3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8.png"/><Relationship Id="rId7" Type="http://schemas.openxmlformats.org/officeDocument/2006/relationships/image" Target="../media/image170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8.xml"/><Relationship Id="rId5" Type="http://schemas.openxmlformats.org/officeDocument/2006/relationships/image" Target="../media/image169.png"/><Relationship Id="rId10" Type="http://schemas.openxmlformats.org/officeDocument/2006/relationships/image" Target="../media/image172.png"/><Relationship Id="rId4" Type="http://schemas.openxmlformats.org/officeDocument/2006/relationships/customXml" Target="../ink/ink187.xml"/><Relationship Id="rId9" Type="http://schemas.openxmlformats.org/officeDocument/2006/relationships/customXml" Target="../ink/ink189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2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2.png"/><Relationship Id="rId4" Type="http://schemas.openxmlformats.org/officeDocument/2006/relationships/image" Target="../media/image184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8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5" Type="http://schemas.openxmlformats.org/officeDocument/2006/relationships/image" Target="../media/image192.png"/><Relationship Id="rId4" Type="http://schemas.openxmlformats.org/officeDocument/2006/relationships/image" Target="../media/image185.png"/></Relationships>
</file>

<file path=ppt/slides/_rels/slide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93.png"/><Relationship Id="rId7" Type="http://schemas.openxmlformats.org/officeDocument/2006/relationships/image" Target="../media/image194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9.png"/><Relationship Id="rId5" Type="http://schemas.openxmlformats.org/officeDocument/2006/relationships/image" Target="../media/image195.png"/><Relationship Id="rId4" Type="http://schemas.openxmlformats.org/officeDocument/2006/relationships/image" Target="../media/image185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9.png"/><Relationship Id="rId5" Type="http://schemas.openxmlformats.org/officeDocument/2006/relationships/image" Target="../media/image195.png"/><Relationship Id="rId4" Type="http://schemas.openxmlformats.org/officeDocument/2006/relationships/image" Target="../media/image185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8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85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7" Type="http://schemas.openxmlformats.org/officeDocument/2006/relationships/image" Target="../media/image18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5" Type="http://schemas.openxmlformats.org/officeDocument/2006/relationships/image" Target="../media/image195.png"/><Relationship Id="rId4" Type="http://schemas.openxmlformats.org/officeDocument/2006/relationships/image" Target="../media/image185.png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1.png"/><Relationship Id="rId7" Type="http://schemas.openxmlformats.org/officeDocument/2006/relationships/image" Target="../media/image200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customXml" Target="../ink/ink190.xml"/><Relationship Id="rId7" Type="http://schemas.openxmlformats.org/officeDocument/2006/relationships/customXml" Target="../ink/ink192.xml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.png"/><Relationship Id="rId5" Type="http://schemas.openxmlformats.org/officeDocument/2006/relationships/customXml" Target="../ink/ink191.xml"/><Relationship Id="rId4" Type="http://schemas.openxmlformats.org/officeDocument/2006/relationships/image" Target="../media/image208.png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customXml" Target="../ink/ink193.xml"/><Relationship Id="rId7" Type="http://schemas.openxmlformats.org/officeDocument/2006/relationships/customXml" Target="../ink/ink195.xml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.png"/><Relationship Id="rId5" Type="http://schemas.openxmlformats.org/officeDocument/2006/relationships/customXml" Target="../ink/ink194.xml"/><Relationship Id="rId4" Type="http://schemas.openxmlformats.org/officeDocument/2006/relationships/image" Target="../media/image208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0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4.png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7" Type="http://schemas.openxmlformats.org/officeDocument/2006/relationships/image" Target="../media/image218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7.xml"/><Relationship Id="rId5" Type="http://schemas.openxmlformats.org/officeDocument/2006/relationships/image" Target="../media/image217.png"/><Relationship Id="rId4" Type="http://schemas.openxmlformats.org/officeDocument/2006/relationships/customXml" Target="../ink/ink196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216.png"/><Relationship Id="rId7" Type="http://schemas.openxmlformats.org/officeDocument/2006/relationships/customXml" Target="../ink/ink199.xml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png"/><Relationship Id="rId5" Type="http://schemas.openxmlformats.org/officeDocument/2006/relationships/customXml" Target="../ink/ink198.xml"/><Relationship Id="rId4" Type="http://schemas.openxmlformats.org/officeDocument/2006/relationships/image" Target="../media/image22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0.png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AE85F86B-CC04-6AF5-D4B5-F97F75C5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37"/>
          <a:stretch/>
        </p:blipFill>
        <p:spPr>
          <a:xfrm>
            <a:off x="2028825" y="1143000"/>
            <a:ext cx="8134350" cy="403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85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house size&#10;&#10;Description automatically generated">
            <a:extLst>
              <a:ext uri="{FF2B5EF4-FFF2-40B4-BE49-F238E27FC236}">
                <a16:creationId xmlns:a16="http://schemas.microsoft.com/office/drawing/2014/main" id="{DC531204-329E-5372-FE36-9C424DDA2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26"/>
          <a:stretch/>
        </p:blipFill>
        <p:spPr>
          <a:xfrm>
            <a:off x="2028825" y="1143000"/>
            <a:ext cx="8134350" cy="40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4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house size&#10;&#10;Description automatically generated">
            <a:extLst>
              <a:ext uri="{FF2B5EF4-FFF2-40B4-BE49-F238E27FC236}">
                <a16:creationId xmlns:a16="http://schemas.microsoft.com/office/drawing/2014/main" id="{22741A13-5BF6-98AD-A4A4-06A4FA6EA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00"/>
          <a:stretch/>
        </p:blipFill>
        <p:spPr>
          <a:xfrm>
            <a:off x="2028825" y="1143000"/>
            <a:ext cx="8134350" cy="401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33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6DDDC7F9-D61A-6336-E566-912E26A65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43000"/>
            <a:ext cx="8134350" cy="400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66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379B-4E3A-9D35-CF28-284303EC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8F3F3FB4-171F-1B10-6C49-615A84BE3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4300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6ACAD3-B296-B62C-38AC-0E6CFAC3077B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47194-0385-B643-93BC-CCAA9C35FF0E}"/>
              </a:ext>
            </a:extLst>
          </p:cNvPr>
          <p:cNvCxnSpPr>
            <a:endCxn id="2" idx="0"/>
          </p:cNvCxnSpPr>
          <p:nvPr/>
        </p:nvCxnSpPr>
        <p:spPr>
          <a:xfrm>
            <a:off x="5545931" y="3505200"/>
            <a:ext cx="0" cy="274320"/>
          </a:xfrm>
          <a:prstGeom prst="straightConnector1">
            <a:avLst/>
          </a:prstGeom>
          <a:ln w="4762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345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6DD2-1EBC-D1A2-FD32-E036B72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16C0924D-2B12-CE3E-0606-F62C86832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4300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ED5A8F-3A59-C4E3-D6FB-D02680BFBB55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9BE747-E093-1A18-992D-EA0F59105900}"/>
              </a:ext>
            </a:extLst>
          </p:cNvPr>
          <p:cNvCxnSpPr>
            <a:endCxn id="2" idx="0"/>
          </p:cNvCxnSpPr>
          <p:nvPr/>
        </p:nvCxnSpPr>
        <p:spPr>
          <a:xfrm>
            <a:off x="5545931" y="3505200"/>
            <a:ext cx="0" cy="274320"/>
          </a:xfrm>
          <a:prstGeom prst="straightConnector1">
            <a:avLst/>
          </a:prstGeom>
          <a:ln w="4762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27070BC-CBE3-CF38-F3D2-0EDDDFC3A45D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077314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86DA7-1249-AF1D-24C5-39F6FF1DE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415CA752-F16C-711D-B42C-B5E45694B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4300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328CFF-286C-DB34-766A-4055FAAB478C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583428-EF45-6961-1A01-7CB0153CE708}"/>
              </a:ext>
            </a:extLst>
          </p:cNvPr>
          <p:cNvCxnSpPr>
            <a:endCxn id="2" idx="0"/>
          </p:cNvCxnSpPr>
          <p:nvPr/>
        </p:nvCxnSpPr>
        <p:spPr>
          <a:xfrm>
            <a:off x="5545931" y="3505200"/>
            <a:ext cx="0" cy="274320"/>
          </a:xfrm>
          <a:prstGeom prst="straightConnector1">
            <a:avLst/>
          </a:prstGeom>
          <a:ln w="4762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80A0E46-0342-6BCB-1FEC-4582B1625F05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472E04-B007-C00C-16C2-F786462800C2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785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3799-5F86-5488-8C65-9813907D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C1612E18-3A8C-DE46-06FE-E879F2859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B68280-4940-C5DF-4F00-0643771204CE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115E4C-13C7-0723-0513-6A8D9E74FD5F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334A81-D3C2-2FF2-211F-6C1A74EA7986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625F52-F314-527E-AFE0-AB174148CFA5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600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EDCE-C335-1F87-46F3-2DBB956C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0D231B70-77C0-F725-2251-5527F48C6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A89017-7D45-9054-ACAA-09804B742779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FAC2FD-44E0-DA1B-13EA-D320AE6EB657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3D72CA-7372-D390-8F00-4D2A85E50D4D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1F3BEC-7DF6-F9A1-3877-18C08931D319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616715-DEF0-3BE4-1A0F-3FF0761B55D4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DD3F25-9FCF-5AF9-3098-15F191F389E7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</p:spTree>
    <p:extLst>
      <p:ext uri="{BB962C8B-B14F-4D97-AF65-F5344CB8AC3E}">
        <p14:creationId xmlns:p14="http://schemas.microsoft.com/office/powerpoint/2010/main" val="3323944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B21E6-D6AB-D185-A3E7-B42C5841B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2FB27AA4-0D40-6BFB-22DC-79060830C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262C41-91E2-CC5D-7E34-8DA07500C4E8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E38B1F-0935-74E7-84F3-A77EF2654F70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2B60EC1-EED7-CC64-7F32-D95D0A7CAC69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BE1859-5CCF-E703-4487-EF717A107FBE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EE31EA-91AF-CEE4-0AF4-408084B949C8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27A559-F32A-38F8-B353-204FB17C015E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94581-2515-9931-D1A4-3F795DCA7631}"/>
              </a:ext>
            </a:extLst>
          </p:cNvPr>
          <p:cNvSpPr txBox="1"/>
          <p:nvPr/>
        </p:nvSpPr>
        <p:spPr>
          <a:xfrm>
            <a:off x="4035613" y="4594312"/>
            <a:ext cx="3020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Supervised Learning Model</a:t>
            </a:r>
          </a:p>
        </p:txBody>
      </p:sp>
    </p:spTree>
    <p:extLst>
      <p:ext uri="{BB962C8B-B14F-4D97-AF65-F5344CB8AC3E}">
        <p14:creationId xmlns:p14="http://schemas.microsoft.com/office/powerpoint/2010/main" val="270304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22F1-4A4E-69B1-F66D-422F8977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BA97338F-C3B7-1D14-8B32-CE59AB37E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6CC094-BDA9-651C-FBA2-B7F21837AE94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8F347B-FE5C-35D3-2DC6-EFB4C4131807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8E8B49-B8CE-C9D2-5A71-2EB6D1C8FFF3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EF0D49-2E25-C728-7A98-A6820B104C21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EC186F-177F-993F-B264-006FED21A910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A8DE8C-16F8-F2AD-267E-7A63AE3296C3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7F6BF-8FE8-CBA0-BB81-79E5EF113890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253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8E046-CE78-002E-9FF8-528C71044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E55E733A-1A51-87E5-4A70-C20333890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4D0AFA-5CC7-B1FB-5877-EFC9BEDDF6F9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10C624-C091-3AF8-1ABD-7784F5CEB297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B622CC-F5AF-21B0-1283-85CD5F00E94F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66F589-2AD4-1F9C-01F6-25261BB82E99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80D17F-8551-1A11-7598-AB14CF9FE234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1C6041-4E47-CBDF-A50E-3175EF57612B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00D64-7BB8-6702-D73F-9D481866D054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85088A-AAB2-D5E5-CEFC-7EAA96C1ED2A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2198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E2AB-390A-F7B3-6AB3-2631ED8A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FFDB6A74-75CD-75E1-F37C-61192F854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917174-35C4-FEB8-BFD3-E7CBAAEDFC53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273CA0-B7F8-C1A6-4F88-7BD97BA6F146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A61292C-7637-7AC3-3BEA-8232C797DD35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EA4581-084B-52B4-8013-F8DD55A809CD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29ECCF-3F86-5119-25D8-1E356C52106D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77F58B-F857-14F6-D4BE-5964D6D5BD59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E9CD16-9163-C755-1AD0-45797710670E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FD07C-E048-317C-EEA8-247A39317EE0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9AECBD-3E25-AE97-0540-F6F06146547A}"/>
              </a:ext>
            </a:extLst>
          </p:cNvPr>
          <p:cNvCxnSpPr/>
          <p:nvPr/>
        </p:nvCxnSpPr>
        <p:spPr>
          <a:xfrm flipH="1">
            <a:off x="2194560" y="3261360"/>
            <a:ext cx="215646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CCF94B-7D08-8615-06F1-11F7E1FC3482}"/>
              </a:ext>
            </a:extLst>
          </p:cNvPr>
          <p:cNvSpPr txBox="1"/>
          <p:nvPr/>
        </p:nvSpPr>
        <p:spPr>
          <a:xfrm>
            <a:off x="731520" y="38862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1.5, 0</a:t>
            </a:r>
          </a:p>
        </p:txBody>
      </p:sp>
    </p:spTree>
    <p:extLst>
      <p:ext uri="{BB962C8B-B14F-4D97-AF65-F5344CB8AC3E}">
        <p14:creationId xmlns:p14="http://schemas.microsoft.com/office/powerpoint/2010/main" val="3116743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38323-468E-645F-9464-EE396B66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23D9756F-08B0-FB63-C5E5-A0580CD2C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DFF702-D048-5359-F4E0-D795768F03E0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18B329-8A52-F300-667F-264C9D80ECDC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1CB4D72-A6F4-6DB9-EF41-10341642C347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66DDC8-D9E3-BB63-A526-1AADBCDB249B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590508-8517-BFFF-AF7D-209661F3BACD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8F33F0E-C23A-72FE-DCCB-E18CDE076E7C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62683-B9D3-0FCB-04E7-A42A8DCFE645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0F26EA-753E-A3E6-4D17-266467092B37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1BF97B-2701-E09C-83F3-14E766007D96}"/>
              </a:ext>
            </a:extLst>
          </p:cNvPr>
          <p:cNvCxnSpPr/>
          <p:nvPr/>
        </p:nvCxnSpPr>
        <p:spPr>
          <a:xfrm flipH="1">
            <a:off x="2194560" y="3261360"/>
            <a:ext cx="215646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6FADD6-009D-57D5-26E8-3700E304AEC1}"/>
              </a:ext>
            </a:extLst>
          </p:cNvPr>
          <p:cNvSpPr txBox="1"/>
          <p:nvPr/>
        </p:nvSpPr>
        <p:spPr>
          <a:xfrm>
            <a:off x="731520" y="38862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1.5, 0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6AF22-B38A-E842-D1A3-7E486023AF5E}"/>
              </a:ext>
            </a:extLst>
          </p:cNvPr>
          <p:cNvSpPr txBox="1"/>
          <p:nvPr/>
        </p:nvSpPr>
        <p:spPr>
          <a:xfrm>
            <a:off x="9031006" y="4592393"/>
            <a:ext cx="234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Classification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2089284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98F4-6E5B-EFD6-6C6E-33F9B9AF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F8E91ECC-5CC4-D802-2F38-AA74D43C0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C4B175-CB18-ACA5-9E5F-0BEFF41F8D87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85E176-107B-24CB-5214-CC82EE8BE08A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87B46CD-FC7D-EA12-D401-4AD1071B1D49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6B5D20-E5CC-59D7-3EFC-F62ACD17CE95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734971-E5FD-439A-73DA-F2AA4191ACAE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A6D925-1174-2F38-6AFD-BC654F7AF659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D5689-68FC-0123-905B-F1629AD4B45D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00EE1-3312-360A-53D2-EF97BBEEDE91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1CDF1E-E970-4205-F629-689373717EFA}"/>
              </a:ext>
            </a:extLst>
          </p:cNvPr>
          <p:cNvCxnSpPr/>
          <p:nvPr/>
        </p:nvCxnSpPr>
        <p:spPr>
          <a:xfrm flipH="1">
            <a:off x="2194560" y="3261360"/>
            <a:ext cx="215646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6E6E23-C76F-B3CF-F909-2659D2EF6198}"/>
              </a:ext>
            </a:extLst>
          </p:cNvPr>
          <p:cNvSpPr txBox="1"/>
          <p:nvPr/>
        </p:nvSpPr>
        <p:spPr>
          <a:xfrm>
            <a:off x="731520" y="38862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1.5, 0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5D370B-DDAB-16E0-AEBF-491CA7B13310}"/>
              </a:ext>
            </a:extLst>
          </p:cNvPr>
          <p:cNvSpPr txBox="1"/>
          <p:nvPr/>
        </p:nvSpPr>
        <p:spPr>
          <a:xfrm>
            <a:off x="9031006" y="4592393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Classification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7030A0"/>
                </a:solidFill>
              </a:rPr>
              <a:t>categories</a:t>
            </a:r>
            <a:r>
              <a:rPr lang="en-US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7879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4FAA-C7DB-60E7-7450-DCAC07EA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FD34A56D-C51D-BCCA-CF2A-42F71C0E1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703A34-C2AD-4366-71C8-4F83ABF20DE4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3CC3AA-1111-3DA1-EC01-CCD24FFFEECD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DF3451A-D761-D13C-14BD-1CC1E6709D50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BD0A0D-EC69-9CAA-2B88-34CE43255661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F203F1-A3F9-B574-3511-F9D43C3C0B4F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D5A2EBD-E40E-1B14-1A46-1C2A63EAF175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487A3-EA1F-7156-AE2C-2F4AD75F8A71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AB14B-A6C4-996E-63C8-FAA0D535414F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0DF4EE-4618-9258-2323-0308D861CB74}"/>
              </a:ext>
            </a:extLst>
          </p:cNvPr>
          <p:cNvCxnSpPr/>
          <p:nvPr/>
        </p:nvCxnSpPr>
        <p:spPr>
          <a:xfrm flipH="1">
            <a:off x="2194560" y="3261360"/>
            <a:ext cx="215646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AB1878-4548-A14B-F2F8-9526B359B99D}"/>
              </a:ext>
            </a:extLst>
          </p:cNvPr>
          <p:cNvSpPr txBox="1"/>
          <p:nvPr/>
        </p:nvSpPr>
        <p:spPr>
          <a:xfrm>
            <a:off x="731520" y="38862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1.5, 0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43F90-0E76-6D94-D280-71F00A990FFD}"/>
              </a:ext>
            </a:extLst>
          </p:cNvPr>
          <p:cNvSpPr txBox="1"/>
          <p:nvPr/>
        </p:nvSpPr>
        <p:spPr>
          <a:xfrm>
            <a:off x="9031006" y="4592393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Classification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7030A0"/>
                </a:solidFill>
              </a:rPr>
              <a:t>categories</a:t>
            </a:r>
            <a:r>
              <a:rPr lang="en-US" b="1" dirty="0"/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F39379-6F3B-C156-836D-A0C9D8DB361C}"/>
              </a:ext>
            </a:extLst>
          </p:cNvPr>
          <p:cNvSpPr txBox="1"/>
          <p:nvPr/>
        </p:nvSpPr>
        <p:spPr>
          <a:xfrm>
            <a:off x="8961120" y="1470660"/>
            <a:ext cx="1371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Categories </a:t>
            </a:r>
          </a:p>
          <a:p>
            <a:r>
              <a:rPr lang="en-US" b="1" dirty="0">
                <a:solidFill>
                  <a:srgbClr val="7030A0"/>
                </a:solidFill>
              </a:rPr>
              <a:t>cat</a:t>
            </a:r>
          </a:p>
          <a:p>
            <a:r>
              <a:rPr lang="en-US" b="1" dirty="0">
                <a:solidFill>
                  <a:srgbClr val="7030A0"/>
                </a:solidFill>
              </a:rPr>
              <a:t>dog</a:t>
            </a:r>
          </a:p>
        </p:txBody>
      </p:sp>
    </p:spTree>
    <p:extLst>
      <p:ext uri="{BB962C8B-B14F-4D97-AF65-F5344CB8AC3E}">
        <p14:creationId xmlns:p14="http://schemas.microsoft.com/office/powerpoint/2010/main" val="3370010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FCF2-6DAB-3DFA-4D63-D5E0F64E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623DABBD-4417-B367-81A7-269BB2DE9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0939AA-2015-FF6F-B9F6-2D396269BF34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533FC7-FA14-4C90-9D17-DCAD7ABCA679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7ECEE18-034A-92EB-B38C-BD0B708F8385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B3099A-780C-7737-C465-9B1906488FB5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784AD5-FFF0-B66A-3EC2-4145520A2770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F8EA39-24D9-216D-484A-A883A7BF4588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3D34E-CC9E-E876-0691-EAFAD748D16D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43C4D6-A8C1-FA2C-089A-C116A7D49A42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316882-611D-3961-CE53-B777FDF2C1BB}"/>
              </a:ext>
            </a:extLst>
          </p:cNvPr>
          <p:cNvCxnSpPr/>
          <p:nvPr/>
        </p:nvCxnSpPr>
        <p:spPr>
          <a:xfrm flipH="1">
            <a:off x="2194560" y="3261360"/>
            <a:ext cx="215646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2DBFF48-DBE4-5FFB-FD2A-9595F60ECA04}"/>
              </a:ext>
            </a:extLst>
          </p:cNvPr>
          <p:cNvSpPr txBox="1"/>
          <p:nvPr/>
        </p:nvSpPr>
        <p:spPr>
          <a:xfrm>
            <a:off x="731520" y="38862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1.5, 0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CADC96-397A-F2F7-7AD7-F6991F5C446C}"/>
              </a:ext>
            </a:extLst>
          </p:cNvPr>
          <p:cNvSpPr txBox="1"/>
          <p:nvPr/>
        </p:nvSpPr>
        <p:spPr>
          <a:xfrm>
            <a:off x="9031006" y="4592393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Classification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7030A0"/>
                </a:solidFill>
              </a:rPr>
              <a:t>categories</a:t>
            </a:r>
            <a:r>
              <a:rPr lang="en-US" b="1" dirty="0"/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A8EEE-7FE5-404B-2601-D2F81CE776D6}"/>
              </a:ext>
            </a:extLst>
          </p:cNvPr>
          <p:cNvSpPr txBox="1"/>
          <p:nvPr/>
        </p:nvSpPr>
        <p:spPr>
          <a:xfrm>
            <a:off x="8961120" y="1470660"/>
            <a:ext cx="1371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Categories </a:t>
            </a:r>
          </a:p>
          <a:p>
            <a:r>
              <a:rPr lang="en-US" b="1" dirty="0">
                <a:solidFill>
                  <a:srgbClr val="7030A0"/>
                </a:solidFill>
              </a:rPr>
              <a:t>cat</a:t>
            </a:r>
          </a:p>
          <a:p>
            <a:r>
              <a:rPr lang="en-US" b="1" dirty="0">
                <a:solidFill>
                  <a:srgbClr val="7030A0"/>
                </a:solidFill>
              </a:rPr>
              <a:t>dog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9FF9C-5BBC-BD41-7341-6D9B7B270F5C}"/>
              </a:ext>
            </a:extLst>
          </p:cNvPr>
          <p:cNvSpPr txBox="1"/>
          <p:nvPr/>
        </p:nvSpPr>
        <p:spPr>
          <a:xfrm>
            <a:off x="8957060" y="277528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disease </a:t>
            </a:r>
          </a:p>
        </p:txBody>
      </p:sp>
    </p:spTree>
    <p:extLst>
      <p:ext uri="{BB962C8B-B14F-4D97-AF65-F5344CB8AC3E}">
        <p14:creationId xmlns:p14="http://schemas.microsoft.com/office/powerpoint/2010/main" val="825740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5C8D-0915-92C1-9876-895859E99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42A61905-EB16-4326-1336-3A59BC81C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15BE7D-95AE-C357-696B-B49FF45B23BE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8301CD-EAB0-5806-EAB9-882EA7ACCAFA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90BF8A-DC9D-0C55-507E-8BA62EE172C5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1BF449-0904-21F1-1CEF-54CFDD86E467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3FB43B-D22B-CC7F-B65A-7C54458E8260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C16C83-1BE6-829C-8D8A-54DB920B4141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74D5C-8D22-20B3-4F99-751FA85B22FC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403E07-0E35-9347-DB5C-98B6709522B1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30A6AE-FB6F-EE3C-6F2D-B7724957C1B4}"/>
              </a:ext>
            </a:extLst>
          </p:cNvPr>
          <p:cNvCxnSpPr/>
          <p:nvPr/>
        </p:nvCxnSpPr>
        <p:spPr>
          <a:xfrm flipH="1">
            <a:off x="2194560" y="3261360"/>
            <a:ext cx="215646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0C21E7-CEA4-3182-C405-21CD92C89423}"/>
              </a:ext>
            </a:extLst>
          </p:cNvPr>
          <p:cNvSpPr txBox="1"/>
          <p:nvPr/>
        </p:nvSpPr>
        <p:spPr>
          <a:xfrm>
            <a:off x="731520" y="38862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1.5, 0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E87E20-5F90-F088-8458-E89E1EC8C7A7}"/>
              </a:ext>
            </a:extLst>
          </p:cNvPr>
          <p:cNvSpPr txBox="1"/>
          <p:nvPr/>
        </p:nvSpPr>
        <p:spPr>
          <a:xfrm>
            <a:off x="9031006" y="4592393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Classification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7030A0"/>
                </a:solidFill>
              </a:rPr>
              <a:t>categories</a:t>
            </a:r>
            <a:r>
              <a:rPr lang="en-US" b="1" dirty="0"/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58E3FB-F0FE-F8AE-BC0E-3D4E9B46E738}"/>
              </a:ext>
            </a:extLst>
          </p:cNvPr>
          <p:cNvSpPr txBox="1"/>
          <p:nvPr/>
        </p:nvSpPr>
        <p:spPr>
          <a:xfrm>
            <a:off x="8961120" y="1470660"/>
            <a:ext cx="1371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Categories </a:t>
            </a:r>
          </a:p>
          <a:p>
            <a:r>
              <a:rPr lang="en-US" b="1" dirty="0">
                <a:solidFill>
                  <a:srgbClr val="7030A0"/>
                </a:solidFill>
              </a:rPr>
              <a:t>cat</a:t>
            </a:r>
          </a:p>
          <a:p>
            <a:r>
              <a:rPr lang="en-US" b="1" dirty="0">
                <a:solidFill>
                  <a:srgbClr val="7030A0"/>
                </a:solidFill>
              </a:rPr>
              <a:t>dog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44735-519F-0B78-8258-5AD0D640F80E}"/>
              </a:ext>
            </a:extLst>
          </p:cNvPr>
          <p:cNvSpPr txBox="1"/>
          <p:nvPr/>
        </p:nvSpPr>
        <p:spPr>
          <a:xfrm>
            <a:off x="8957060" y="277528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disease 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1C1E9E4-2E72-C9FE-B1FD-7F07BA036A37}"/>
              </a:ext>
            </a:extLst>
          </p:cNvPr>
          <p:cNvSpPr/>
          <p:nvPr/>
        </p:nvSpPr>
        <p:spPr>
          <a:xfrm>
            <a:off x="9412822" y="1800582"/>
            <a:ext cx="356018" cy="623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3106ED-4F84-B0E1-8225-D596A875773F}"/>
              </a:ext>
            </a:extLst>
          </p:cNvPr>
          <p:cNvSpPr txBox="1"/>
          <p:nvPr/>
        </p:nvSpPr>
        <p:spPr>
          <a:xfrm>
            <a:off x="10679715" y="188214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8191D9-9C23-0D6B-62B6-DA1572FDF580}"/>
              </a:ext>
            </a:extLst>
          </p:cNvPr>
          <p:cNvCxnSpPr>
            <a:stCxn id="17" idx="1"/>
            <a:endCxn id="18" idx="1"/>
          </p:cNvCxnSpPr>
          <p:nvPr/>
        </p:nvCxnSpPr>
        <p:spPr>
          <a:xfrm>
            <a:off x="9768840" y="2112526"/>
            <a:ext cx="910875" cy="44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5DC004C-FFAE-E2CA-B4FE-9D02FBCA3AC7}"/>
              </a:ext>
            </a:extLst>
          </p:cNvPr>
          <p:cNvSpPr txBox="1"/>
          <p:nvPr/>
        </p:nvSpPr>
        <p:spPr>
          <a:xfrm>
            <a:off x="10733055" y="2758992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10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8EEAE6-7987-E622-F828-E8889389895E}"/>
              </a:ext>
            </a:extLst>
          </p:cNvPr>
          <p:cNvCxnSpPr/>
          <p:nvPr/>
        </p:nvCxnSpPr>
        <p:spPr>
          <a:xfrm>
            <a:off x="9877532" y="2990582"/>
            <a:ext cx="910875" cy="44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35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C0A8-7878-F19A-330D-F85F1758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1CEF6D6D-E25A-9EA8-7079-8B1BC11CE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611337-2BB0-3DDA-DB48-FDA10D8CD043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B7CC39-A0D7-0256-71B7-8A18BC38B460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A1687F-E117-F873-A834-3CACB30A7A24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F52506-9252-54EF-F6C4-B52131318D91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8D75C6-8F80-F132-1F48-51D8E42A8304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7F2138-A740-1A77-778E-B87318FD3A59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F9DD9-BA2F-8F39-5422-C4044762A271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46DEC-6873-AC28-8897-266E0ED23045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2051CE-B0AB-E1B0-964F-E2918FDF2859}"/>
              </a:ext>
            </a:extLst>
          </p:cNvPr>
          <p:cNvCxnSpPr/>
          <p:nvPr/>
        </p:nvCxnSpPr>
        <p:spPr>
          <a:xfrm flipH="1">
            <a:off x="2194560" y="3261360"/>
            <a:ext cx="215646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D19B4D-B8A5-3112-2C94-B623AAB692B9}"/>
              </a:ext>
            </a:extLst>
          </p:cNvPr>
          <p:cNvSpPr txBox="1"/>
          <p:nvPr/>
        </p:nvSpPr>
        <p:spPr>
          <a:xfrm>
            <a:off x="731520" y="38862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1.5, 0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20093-4230-C06D-AAD8-67EADCB08734}"/>
              </a:ext>
            </a:extLst>
          </p:cNvPr>
          <p:cNvSpPr txBox="1"/>
          <p:nvPr/>
        </p:nvSpPr>
        <p:spPr>
          <a:xfrm>
            <a:off x="9031006" y="4592393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Classification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7030A0"/>
                </a:solidFill>
              </a:rPr>
              <a:t>categories</a:t>
            </a:r>
            <a:r>
              <a:rPr lang="en-US" b="1" dirty="0"/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8D127-C9B8-D07E-F7D5-05DF2368C76A}"/>
              </a:ext>
            </a:extLst>
          </p:cNvPr>
          <p:cNvSpPr txBox="1"/>
          <p:nvPr/>
        </p:nvSpPr>
        <p:spPr>
          <a:xfrm>
            <a:off x="8961120" y="1470660"/>
            <a:ext cx="1371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Categories </a:t>
            </a:r>
          </a:p>
          <a:p>
            <a:r>
              <a:rPr lang="en-US" b="1" dirty="0">
                <a:solidFill>
                  <a:srgbClr val="7030A0"/>
                </a:solidFill>
              </a:rPr>
              <a:t>cat</a:t>
            </a:r>
          </a:p>
          <a:p>
            <a:r>
              <a:rPr lang="en-US" b="1" dirty="0">
                <a:solidFill>
                  <a:srgbClr val="7030A0"/>
                </a:solidFill>
              </a:rPr>
              <a:t>dog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1218DF-9AF7-F8FC-70BE-E4E3F64F9319}"/>
              </a:ext>
            </a:extLst>
          </p:cNvPr>
          <p:cNvSpPr txBox="1"/>
          <p:nvPr/>
        </p:nvSpPr>
        <p:spPr>
          <a:xfrm>
            <a:off x="8957060" y="277528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disease 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E1221AD7-D2B1-C378-EBB6-F401F8FC83DB}"/>
              </a:ext>
            </a:extLst>
          </p:cNvPr>
          <p:cNvSpPr/>
          <p:nvPr/>
        </p:nvSpPr>
        <p:spPr>
          <a:xfrm>
            <a:off x="9412822" y="1800582"/>
            <a:ext cx="356018" cy="623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DE54E6-FD14-E85C-D8E5-43C12E59A1C2}"/>
              </a:ext>
            </a:extLst>
          </p:cNvPr>
          <p:cNvSpPr txBox="1"/>
          <p:nvPr/>
        </p:nvSpPr>
        <p:spPr>
          <a:xfrm>
            <a:off x="10679715" y="188214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AE4079-C201-978F-060B-8777CD56AF84}"/>
              </a:ext>
            </a:extLst>
          </p:cNvPr>
          <p:cNvCxnSpPr>
            <a:stCxn id="17" idx="1"/>
            <a:endCxn id="18" idx="1"/>
          </p:cNvCxnSpPr>
          <p:nvPr/>
        </p:nvCxnSpPr>
        <p:spPr>
          <a:xfrm>
            <a:off x="9768840" y="2112526"/>
            <a:ext cx="910875" cy="44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CBDE3A3-9510-9BE2-A031-799699C39300}"/>
              </a:ext>
            </a:extLst>
          </p:cNvPr>
          <p:cNvSpPr txBox="1"/>
          <p:nvPr/>
        </p:nvSpPr>
        <p:spPr>
          <a:xfrm>
            <a:off x="10733055" y="2758992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10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8206F0-CB62-EF31-C0F3-A4C278BFFDE6}"/>
              </a:ext>
            </a:extLst>
          </p:cNvPr>
          <p:cNvCxnSpPr/>
          <p:nvPr/>
        </p:nvCxnSpPr>
        <p:spPr>
          <a:xfrm>
            <a:off x="9877532" y="2990582"/>
            <a:ext cx="910875" cy="44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7E8B412-CBD2-7B34-93BC-6A7DB37DD5B7}"/>
              </a:ext>
            </a:extLst>
          </p:cNvPr>
          <p:cNvSpPr txBox="1"/>
          <p:nvPr/>
        </p:nvSpPr>
        <p:spPr>
          <a:xfrm>
            <a:off x="8928313" y="5468409"/>
            <a:ext cx="2591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Small number of 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possible Outputs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586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D6B7-68A4-63A5-88B7-BBDE9CCE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x and green dots&#10;&#10;Description automatically generated">
            <a:extLst>
              <a:ext uri="{FF2B5EF4-FFF2-40B4-BE49-F238E27FC236}">
                <a16:creationId xmlns:a16="http://schemas.microsoft.com/office/drawing/2014/main" id="{2CA7A052-BE0E-A610-25FB-E6A384850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0"/>
          <a:stretch/>
        </p:blipFill>
        <p:spPr>
          <a:xfrm>
            <a:off x="2028825" y="1112520"/>
            <a:ext cx="8134350" cy="4005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2C7DAC-F471-2523-5F58-E05EA783EB5A}"/>
              </a:ext>
            </a:extLst>
          </p:cNvPr>
          <p:cNvSpPr txBox="1"/>
          <p:nvPr/>
        </p:nvSpPr>
        <p:spPr>
          <a:xfrm>
            <a:off x="5212080" y="368503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1250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7836D6-708C-9DEA-E0AE-B8E9452F4A7B}"/>
              </a:ext>
            </a:extLst>
          </p:cNvPr>
          <p:cNvCxnSpPr>
            <a:cxnSpLocks/>
          </p:cNvCxnSpPr>
          <p:nvPr/>
        </p:nvCxnSpPr>
        <p:spPr>
          <a:xfrm>
            <a:off x="5545931" y="2735580"/>
            <a:ext cx="0" cy="1005840"/>
          </a:xfrm>
          <a:prstGeom prst="straightConnector1">
            <a:avLst/>
          </a:prstGeom>
          <a:ln w="53975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7186D0-11E3-6CB4-35CC-A68BED1EC242}"/>
              </a:ext>
            </a:extLst>
          </p:cNvPr>
          <p:cNvSpPr txBox="1"/>
          <p:nvPr/>
        </p:nvSpPr>
        <p:spPr>
          <a:xfrm>
            <a:off x="3836062" y="1770102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Linear Regression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D43549-4B91-F7CA-3711-D7917A371AE5}"/>
              </a:ext>
            </a:extLst>
          </p:cNvPr>
          <p:cNvCxnSpPr>
            <a:cxnSpLocks/>
          </p:cNvCxnSpPr>
          <p:nvPr/>
        </p:nvCxnSpPr>
        <p:spPr>
          <a:xfrm flipV="1">
            <a:off x="4427220" y="1770102"/>
            <a:ext cx="3108960" cy="1491258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07BFBB-A651-59CC-CD3B-636BC71BB81D}"/>
              </a:ext>
            </a:extLst>
          </p:cNvPr>
          <p:cNvCxnSpPr/>
          <p:nvPr/>
        </p:nvCxnSpPr>
        <p:spPr>
          <a:xfrm flipH="1">
            <a:off x="3836062" y="2735580"/>
            <a:ext cx="1709869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73A336-B148-00A7-B05B-FD1A2953F2CD}"/>
              </a:ext>
            </a:extLst>
          </p:cNvPr>
          <p:cNvSpPr txBox="1"/>
          <p:nvPr/>
        </p:nvSpPr>
        <p:spPr>
          <a:xfrm>
            <a:off x="3211450" y="2427684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220K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478A5-3196-074F-CCA3-F0C1EBD0575D}"/>
              </a:ext>
            </a:extLst>
          </p:cNvPr>
          <p:cNvSpPr txBox="1"/>
          <p:nvPr/>
        </p:nvSpPr>
        <p:spPr>
          <a:xfrm>
            <a:off x="4035613" y="4594312"/>
            <a:ext cx="3020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Supervised Learning </a:t>
            </a:r>
            <a:r>
              <a:rPr lang="en-US" b="1" dirty="0"/>
              <a:t>Model</a:t>
            </a:r>
          </a:p>
          <a:p>
            <a:r>
              <a:rPr lang="en-US" b="1" dirty="0"/>
              <a:t>Data has “</a:t>
            </a:r>
            <a:r>
              <a:rPr lang="en-US" b="1" dirty="0">
                <a:solidFill>
                  <a:srgbClr val="FF0000"/>
                </a:solidFill>
              </a:rPr>
              <a:t>Right Answers</a:t>
            </a:r>
            <a:r>
              <a:rPr lang="en-US" b="1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8740E-44DB-2CE6-977E-6115519F90C8}"/>
              </a:ext>
            </a:extLst>
          </p:cNvPr>
          <p:cNvSpPr txBox="1"/>
          <p:nvPr/>
        </p:nvSpPr>
        <p:spPr>
          <a:xfrm>
            <a:off x="347533" y="4594311"/>
            <a:ext cx="226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Regression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0066FF"/>
                </a:solidFill>
              </a:rPr>
              <a:t>numbers</a:t>
            </a:r>
            <a:r>
              <a:rPr lang="en-US" b="1" dirty="0"/>
              <a:t>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DD8FF5-3EDD-C414-1125-230CCC22B104}"/>
              </a:ext>
            </a:extLst>
          </p:cNvPr>
          <p:cNvCxnSpPr/>
          <p:nvPr/>
        </p:nvCxnSpPr>
        <p:spPr>
          <a:xfrm flipH="1">
            <a:off x="2194560" y="3261360"/>
            <a:ext cx="2156460" cy="73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D8E42B8-47E9-9E0B-B462-2BA721A77541}"/>
              </a:ext>
            </a:extLst>
          </p:cNvPr>
          <p:cNvSpPr txBox="1"/>
          <p:nvPr/>
        </p:nvSpPr>
        <p:spPr>
          <a:xfrm>
            <a:off x="731520" y="3886200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1.5, 0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2EA9A-93E2-8A25-DA88-8B68398722C1}"/>
              </a:ext>
            </a:extLst>
          </p:cNvPr>
          <p:cNvSpPr txBox="1"/>
          <p:nvPr/>
        </p:nvSpPr>
        <p:spPr>
          <a:xfrm>
            <a:off x="9031006" y="4592393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Classification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Model</a:t>
            </a:r>
          </a:p>
          <a:p>
            <a:r>
              <a:rPr lang="en-US" b="1" dirty="0"/>
              <a:t>Predicts “</a:t>
            </a:r>
            <a:r>
              <a:rPr lang="en-US" b="1" dirty="0">
                <a:solidFill>
                  <a:srgbClr val="7030A0"/>
                </a:solidFill>
              </a:rPr>
              <a:t>categories</a:t>
            </a:r>
            <a:r>
              <a:rPr lang="en-US" b="1" dirty="0"/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0E60F4-7E2C-3AEF-4B73-2C4517DFF79F}"/>
              </a:ext>
            </a:extLst>
          </p:cNvPr>
          <p:cNvSpPr txBox="1"/>
          <p:nvPr/>
        </p:nvSpPr>
        <p:spPr>
          <a:xfrm>
            <a:off x="8961120" y="1470660"/>
            <a:ext cx="1371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Categories </a:t>
            </a:r>
          </a:p>
          <a:p>
            <a:r>
              <a:rPr lang="en-US" b="1" dirty="0">
                <a:solidFill>
                  <a:srgbClr val="7030A0"/>
                </a:solidFill>
              </a:rPr>
              <a:t>cat</a:t>
            </a:r>
          </a:p>
          <a:p>
            <a:r>
              <a:rPr lang="en-US" b="1" dirty="0">
                <a:solidFill>
                  <a:srgbClr val="7030A0"/>
                </a:solidFill>
              </a:rPr>
              <a:t>dog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3877AD-D18A-4898-B725-38515E0748E1}"/>
              </a:ext>
            </a:extLst>
          </p:cNvPr>
          <p:cNvSpPr txBox="1"/>
          <p:nvPr/>
        </p:nvSpPr>
        <p:spPr>
          <a:xfrm>
            <a:off x="8957060" y="277528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disease 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2E663EE2-1F92-E11F-CB26-9B07C5F2AE17}"/>
              </a:ext>
            </a:extLst>
          </p:cNvPr>
          <p:cNvSpPr/>
          <p:nvPr/>
        </p:nvSpPr>
        <p:spPr>
          <a:xfrm>
            <a:off x="9412822" y="1800582"/>
            <a:ext cx="356018" cy="6238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0496D-6E61-D11B-DB72-92F14A50C41F}"/>
              </a:ext>
            </a:extLst>
          </p:cNvPr>
          <p:cNvSpPr txBox="1"/>
          <p:nvPr/>
        </p:nvSpPr>
        <p:spPr>
          <a:xfrm>
            <a:off x="10679715" y="188214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6D4B87-1D68-3560-D274-25ED60766839}"/>
              </a:ext>
            </a:extLst>
          </p:cNvPr>
          <p:cNvCxnSpPr>
            <a:stCxn id="17" idx="1"/>
            <a:endCxn id="18" idx="1"/>
          </p:cNvCxnSpPr>
          <p:nvPr/>
        </p:nvCxnSpPr>
        <p:spPr>
          <a:xfrm>
            <a:off x="9768840" y="2112526"/>
            <a:ext cx="910875" cy="44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FC443D4-72E5-C37C-0A39-237513B2A943}"/>
              </a:ext>
            </a:extLst>
          </p:cNvPr>
          <p:cNvSpPr txBox="1"/>
          <p:nvPr/>
        </p:nvSpPr>
        <p:spPr>
          <a:xfrm>
            <a:off x="10733055" y="2758992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10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E9C7CF-BC59-EFB1-B4F0-7E6908EEF51F}"/>
              </a:ext>
            </a:extLst>
          </p:cNvPr>
          <p:cNvCxnSpPr/>
          <p:nvPr/>
        </p:nvCxnSpPr>
        <p:spPr>
          <a:xfrm>
            <a:off x="9877532" y="2990582"/>
            <a:ext cx="910875" cy="44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E4B3B25-2C6D-7217-55D8-4EBC88A8C172}"/>
              </a:ext>
            </a:extLst>
          </p:cNvPr>
          <p:cNvSpPr txBox="1"/>
          <p:nvPr/>
        </p:nvSpPr>
        <p:spPr>
          <a:xfrm>
            <a:off x="8928313" y="5468409"/>
            <a:ext cx="2591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Small number of 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possible Outputs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B94972-C54C-8F41-AD12-7501FA09ECF0}"/>
              </a:ext>
            </a:extLst>
          </p:cNvPr>
          <p:cNvSpPr txBox="1"/>
          <p:nvPr/>
        </p:nvSpPr>
        <p:spPr>
          <a:xfrm>
            <a:off x="183738" y="5468408"/>
            <a:ext cx="2591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6FF"/>
                </a:solidFill>
              </a:rPr>
              <a:t>Infinitely many </a:t>
            </a:r>
          </a:p>
          <a:p>
            <a:r>
              <a:rPr lang="en-US" sz="2400" b="1" dirty="0">
                <a:solidFill>
                  <a:srgbClr val="0066FF"/>
                </a:solidFill>
              </a:rPr>
              <a:t>possible Outputs</a:t>
            </a:r>
          </a:p>
        </p:txBody>
      </p:sp>
    </p:spTree>
    <p:extLst>
      <p:ext uri="{BB962C8B-B14F-4D97-AF65-F5344CB8AC3E}">
        <p14:creationId xmlns:p14="http://schemas.microsoft.com/office/powerpoint/2010/main" val="2367956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7B45A088-95FD-62AB-58BA-F9394B236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25" b="13081"/>
          <a:stretch/>
        </p:blipFill>
        <p:spPr>
          <a:xfrm>
            <a:off x="2028825" y="1143000"/>
            <a:ext cx="4732193" cy="397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417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9D462-3848-F3C2-10C7-894749AD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3C333436-93C5-620A-0473-65CBFDA26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82" b="13081"/>
          <a:stretch/>
        </p:blipFill>
        <p:spPr>
          <a:xfrm>
            <a:off x="2028825" y="1143000"/>
            <a:ext cx="8103466" cy="397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27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8127-D931-124D-D161-98435774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DAED60F1-B85C-5DF4-8825-053261292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82" b="13081"/>
          <a:stretch/>
        </p:blipFill>
        <p:spPr>
          <a:xfrm>
            <a:off x="2028825" y="1143000"/>
            <a:ext cx="8103466" cy="39739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0DAFB5-2E98-508D-7F24-46175E36DF7B}"/>
              </a:ext>
            </a:extLst>
          </p:cNvPr>
          <p:cNvSpPr/>
          <p:nvPr/>
        </p:nvSpPr>
        <p:spPr>
          <a:xfrm>
            <a:off x="7259782" y="2299855"/>
            <a:ext cx="2189018" cy="267854"/>
          </a:xfrm>
          <a:prstGeom prst="rect">
            <a:avLst/>
          </a:prstGeom>
          <a:noFill/>
          <a:ln w="412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60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115F-B7BB-BD73-A69F-62BFBC7A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E0AA6693-36F3-77F6-E163-E754FC69D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82" b="13081"/>
          <a:stretch/>
        </p:blipFill>
        <p:spPr>
          <a:xfrm>
            <a:off x="2028825" y="1143000"/>
            <a:ext cx="8103466" cy="39739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FFEEED-C86D-C8F6-120B-DE8D30C11CBA}"/>
              </a:ext>
            </a:extLst>
          </p:cNvPr>
          <p:cNvSpPr/>
          <p:nvPr/>
        </p:nvSpPr>
        <p:spPr>
          <a:xfrm>
            <a:off x="7259782" y="2299855"/>
            <a:ext cx="2189018" cy="267854"/>
          </a:xfrm>
          <a:prstGeom prst="rect">
            <a:avLst/>
          </a:prstGeom>
          <a:noFill/>
          <a:ln w="412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32C108-105A-7431-A71F-B8735F62A084}"/>
              </a:ext>
            </a:extLst>
          </p:cNvPr>
          <p:cNvCxnSpPr>
            <a:cxnSpLocks/>
          </p:cNvCxnSpPr>
          <p:nvPr/>
        </p:nvCxnSpPr>
        <p:spPr>
          <a:xfrm flipH="1">
            <a:off x="5449455" y="2516981"/>
            <a:ext cx="1865745" cy="126069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1F0139F-0803-FA6B-724E-539C523CC377}"/>
              </a:ext>
            </a:extLst>
          </p:cNvPr>
          <p:cNvSpPr txBox="1"/>
          <p:nvPr/>
        </p:nvSpPr>
        <p:spPr>
          <a:xfrm>
            <a:off x="5017899" y="3814677"/>
            <a:ext cx="67839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66"/>
                </a:solidFill>
              </a:rPr>
              <a:t>2104</a:t>
            </a:r>
          </a:p>
        </p:txBody>
      </p:sp>
    </p:spTree>
    <p:extLst>
      <p:ext uri="{BB962C8B-B14F-4D97-AF65-F5344CB8AC3E}">
        <p14:creationId xmlns:p14="http://schemas.microsoft.com/office/powerpoint/2010/main" val="1041764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CFD3-6A0D-D169-460F-5A0EBAE0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53DF18C7-3569-28FA-D182-122D9D7B5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82" b="13081"/>
          <a:stretch/>
        </p:blipFill>
        <p:spPr>
          <a:xfrm>
            <a:off x="2028825" y="1143000"/>
            <a:ext cx="8103466" cy="39739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02F732-A3FB-AA61-56A3-18322436379E}"/>
              </a:ext>
            </a:extLst>
          </p:cNvPr>
          <p:cNvSpPr/>
          <p:nvPr/>
        </p:nvSpPr>
        <p:spPr>
          <a:xfrm>
            <a:off x="7259782" y="2299855"/>
            <a:ext cx="2189018" cy="267854"/>
          </a:xfrm>
          <a:prstGeom prst="rect">
            <a:avLst/>
          </a:prstGeom>
          <a:noFill/>
          <a:ln w="412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2CFC30-39D1-C3CF-3F76-7E909CD3F3B8}"/>
              </a:ext>
            </a:extLst>
          </p:cNvPr>
          <p:cNvCxnSpPr>
            <a:cxnSpLocks/>
          </p:cNvCxnSpPr>
          <p:nvPr/>
        </p:nvCxnSpPr>
        <p:spPr>
          <a:xfrm flipH="1">
            <a:off x="5449455" y="2516981"/>
            <a:ext cx="1865745" cy="12606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FA5737F-6F1D-A779-B669-6790CB0652E9}"/>
              </a:ext>
            </a:extLst>
          </p:cNvPr>
          <p:cNvSpPr txBox="1"/>
          <p:nvPr/>
        </p:nvSpPr>
        <p:spPr>
          <a:xfrm>
            <a:off x="5017899" y="3814677"/>
            <a:ext cx="67839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66"/>
                </a:solidFill>
              </a:rPr>
              <a:t>2104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12215D-1CCC-A51E-1092-FCC04C3AE877}"/>
              </a:ext>
            </a:extLst>
          </p:cNvPr>
          <p:cNvCxnSpPr/>
          <p:nvPr/>
        </p:nvCxnSpPr>
        <p:spPr>
          <a:xfrm flipH="1" flipV="1">
            <a:off x="2705100" y="2217420"/>
            <a:ext cx="6278880" cy="1828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77DCE8-C941-79A8-9B1B-9855FAFCE04C}"/>
              </a:ext>
            </a:extLst>
          </p:cNvPr>
          <p:cNvSpPr txBox="1"/>
          <p:nvPr/>
        </p:nvSpPr>
        <p:spPr>
          <a:xfrm>
            <a:off x="1946804" y="2030968"/>
            <a:ext cx="5549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66"/>
                </a:solidFill>
              </a:rPr>
              <a:t>400</a:t>
            </a:r>
          </a:p>
        </p:txBody>
      </p:sp>
    </p:spTree>
    <p:extLst>
      <p:ext uri="{BB962C8B-B14F-4D97-AF65-F5344CB8AC3E}">
        <p14:creationId xmlns:p14="http://schemas.microsoft.com/office/powerpoint/2010/main" val="3811652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5B60-11C7-5D72-4CAD-027A9B3D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6A0E13EC-8BE9-7CD1-E247-A0DCA9EB7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82" b="13081"/>
          <a:stretch/>
        </p:blipFill>
        <p:spPr>
          <a:xfrm>
            <a:off x="2028825" y="1143000"/>
            <a:ext cx="8103466" cy="39739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0ACEF6-B0B4-0700-5066-F92E111A8CA9}"/>
              </a:ext>
            </a:extLst>
          </p:cNvPr>
          <p:cNvSpPr/>
          <p:nvPr/>
        </p:nvSpPr>
        <p:spPr>
          <a:xfrm>
            <a:off x="7259782" y="2299855"/>
            <a:ext cx="2189018" cy="267854"/>
          </a:xfrm>
          <a:prstGeom prst="rect">
            <a:avLst/>
          </a:prstGeom>
          <a:noFill/>
          <a:ln w="412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E95EC-F092-42B8-99BB-983068D5B1F8}"/>
              </a:ext>
            </a:extLst>
          </p:cNvPr>
          <p:cNvSpPr txBox="1"/>
          <p:nvPr/>
        </p:nvSpPr>
        <p:spPr>
          <a:xfrm>
            <a:off x="5017899" y="3814677"/>
            <a:ext cx="67839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66"/>
                </a:solidFill>
              </a:rPr>
              <a:t>2104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C2674-7BCD-8800-AC78-F4DAE5C85120}"/>
              </a:ext>
            </a:extLst>
          </p:cNvPr>
          <p:cNvSpPr txBox="1"/>
          <p:nvPr/>
        </p:nvSpPr>
        <p:spPr>
          <a:xfrm>
            <a:off x="1946804" y="2030968"/>
            <a:ext cx="5549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66"/>
                </a:solidFill>
              </a:rPr>
              <a:t>400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5196B2-98AA-5E63-B8B0-41453901F50F}"/>
              </a:ext>
            </a:extLst>
          </p:cNvPr>
          <p:cNvSpPr/>
          <p:nvPr/>
        </p:nvSpPr>
        <p:spPr>
          <a:xfrm>
            <a:off x="5265420" y="2118360"/>
            <a:ext cx="220980" cy="267854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FC52CF-BCED-48AA-633D-7A3A8F3B8AC1}"/>
              </a:ext>
            </a:extLst>
          </p:cNvPr>
          <p:cNvCxnSpPr/>
          <p:nvPr/>
        </p:nvCxnSpPr>
        <p:spPr>
          <a:xfrm>
            <a:off x="4716780" y="2232660"/>
            <a:ext cx="472440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010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AE15EA7-B283-6192-667B-EFA29FA7A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66"/>
          <a:stretch/>
        </p:blipFill>
        <p:spPr>
          <a:xfrm>
            <a:off x="2028825" y="1143000"/>
            <a:ext cx="81343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62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5B709C3-3AF4-E7C1-E246-C744D4BC0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00"/>
          <a:stretch/>
        </p:blipFill>
        <p:spPr>
          <a:xfrm>
            <a:off x="2028825" y="1143000"/>
            <a:ext cx="81343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3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6B37F23-B981-B33E-EED3-1710E3D1B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22"/>
          <a:stretch/>
        </p:blipFill>
        <p:spPr>
          <a:xfrm>
            <a:off x="2028825" y="1143000"/>
            <a:ext cx="813435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21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8522F-A44B-AD1F-2EB3-28C87BC4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4AE3966-E093-5495-52D8-0513806FA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22"/>
          <a:stretch/>
        </p:blipFill>
        <p:spPr>
          <a:xfrm>
            <a:off x="2028825" y="1143000"/>
            <a:ext cx="8134350" cy="4013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1A1873-1725-DB83-6C03-C5F5CF47074F}"/>
              </a:ext>
            </a:extLst>
          </p:cNvPr>
          <p:cNvSpPr txBox="1"/>
          <p:nvPr/>
        </p:nvSpPr>
        <p:spPr>
          <a:xfrm>
            <a:off x="2946400" y="4152900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C7B5972C-4A31-F259-FA2B-ED8C8BB545C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4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7C93-A230-5242-AB7A-BF73C307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whiteboard&#10;&#10;Description automatically generated">
            <a:extLst>
              <a:ext uri="{FF2B5EF4-FFF2-40B4-BE49-F238E27FC236}">
                <a16:creationId xmlns:a16="http://schemas.microsoft.com/office/drawing/2014/main" id="{37E5B4B1-140F-76A3-A117-89726E4D6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83"/>
          <a:stretch/>
        </p:blipFill>
        <p:spPr>
          <a:xfrm>
            <a:off x="2028825" y="1143000"/>
            <a:ext cx="8134350" cy="39647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4778CC-DA2B-57FF-004B-AFF8768466C4}"/>
              </a:ext>
            </a:extLst>
          </p:cNvPr>
          <p:cNvSpPr txBox="1"/>
          <p:nvPr/>
        </p:nvSpPr>
        <p:spPr>
          <a:xfrm>
            <a:off x="2946400" y="4152900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9A5726-7515-066F-15D7-CFBE80EFCA33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25860E-C866-82E2-CE04-53C4500E6DBC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28952256-F041-3342-E7EC-75D8A8E6EF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A4DB7CA-9321-55C4-15BB-2BC22D9FBB0A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F679D08-322A-A467-64EB-6D8E622A54F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130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12FF-3A88-C595-77FA-873350661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whiteboard&#10;&#10;Description automatically generated">
            <a:extLst>
              <a:ext uri="{FF2B5EF4-FFF2-40B4-BE49-F238E27FC236}">
                <a16:creationId xmlns:a16="http://schemas.microsoft.com/office/drawing/2014/main" id="{07B272CC-8970-18F5-3DAE-012C145A7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79"/>
          <a:stretch/>
        </p:blipFill>
        <p:spPr>
          <a:xfrm>
            <a:off x="2028825" y="1143000"/>
            <a:ext cx="8134350" cy="39831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58C39C-30C4-EA74-79B5-EDC68AAE8139}"/>
              </a:ext>
            </a:extLst>
          </p:cNvPr>
          <p:cNvSpPr txBox="1"/>
          <p:nvPr/>
        </p:nvSpPr>
        <p:spPr>
          <a:xfrm>
            <a:off x="2946400" y="4152900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3A346E-AEE6-2A3A-03D3-15A8C33FB29A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F939BF-38B0-9376-235C-81F78C45CA89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03A624EE-8BDB-A1FB-069A-4927485499C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14CE205-DEE9-5F51-4B65-657131151D3E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0E23E14-ED4E-B569-AC1D-84474C29545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D2C98C4-3C44-58C2-76E1-AF16A8AD4904}"/>
              </a:ext>
            </a:extLst>
          </p:cNvPr>
          <p:cNvSpPr/>
          <p:nvPr/>
        </p:nvSpPr>
        <p:spPr>
          <a:xfrm>
            <a:off x="4276436" y="3731491"/>
            <a:ext cx="1320800" cy="4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60DED-A36C-134B-4BA7-3F7FF28C2C72}"/>
              </a:ext>
            </a:extLst>
          </p:cNvPr>
          <p:cNvSpPr/>
          <p:nvPr/>
        </p:nvSpPr>
        <p:spPr>
          <a:xfrm>
            <a:off x="4215391" y="2303534"/>
            <a:ext cx="319233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04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8A45-EC9B-E270-AF94-76D5F0AD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E87793E7-08C2-F979-BD4E-496D2EDDD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93"/>
          <a:stretch/>
        </p:blipFill>
        <p:spPr>
          <a:xfrm>
            <a:off x="2028825" y="1143000"/>
            <a:ext cx="8134350" cy="3918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89321E-9144-E3A8-180D-31780C32413B}"/>
              </a:ext>
            </a:extLst>
          </p:cNvPr>
          <p:cNvSpPr txBox="1"/>
          <p:nvPr/>
        </p:nvSpPr>
        <p:spPr>
          <a:xfrm>
            <a:off x="2946400" y="4152900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80ED03-4E4B-29E7-4882-FA308A3A2EDD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A630FC-AD9B-157D-04A9-34E754656360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268BE93A-095F-E505-70D6-0AA62A4FB7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912CF3A3-4201-96FD-5ABF-3371AA72B892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A9AA747-A632-3CBD-3107-0DE4B10E73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CAB0CB8-F94B-CEEB-3850-11AAA03C3126}"/>
              </a:ext>
            </a:extLst>
          </p:cNvPr>
          <p:cNvSpPr/>
          <p:nvPr/>
        </p:nvSpPr>
        <p:spPr>
          <a:xfrm>
            <a:off x="4276436" y="3731491"/>
            <a:ext cx="1320800" cy="4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A3B6E-ECED-ED55-175B-033EC86778DC}"/>
              </a:ext>
            </a:extLst>
          </p:cNvPr>
          <p:cNvSpPr/>
          <p:nvPr/>
        </p:nvSpPr>
        <p:spPr>
          <a:xfrm>
            <a:off x="4215391" y="2303534"/>
            <a:ext cx="319233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CFC86-29EE-7CBB-4481-0F06A96E82E1}"/>
              </a:ext>
            </a:extLst>
          </p:cNvPr>
          <p:cNvSpPr txBox="1"/>
          <p:nvPr/>
        </p:nvSpPr>
        <p:spPr>
          <a:xfrm>
            <a:off x="5927237" y="255847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47</a:t>
            </a:r>
          </a:p>
        </p:txBody>
      </p:sp>
    </p:spTree>
    <p:extLst>
      <p:ext uri="{BB962C8B-B14F-4D97-AF65-F5344CB8AC3E}">
        <p14:creationId xmlns:p14="http://schemas.microsoft.com/office/powerpoint/2010/main" val="1153443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8713-A623-15FE-DA14-C83B5547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3E2B22E-5021-89D0-3680-1FF1C6ADF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77"/>
          <a:stretch/>
        </p:blipFill>
        <p:spPr>
          <a:xfrm>
            <a:off x="2028825" y="1143000"/>
            <a:ext cx="8134350" cy="39924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10FECE-E1DA-2864-5B99-F7DBF7A70A2D}"/>
              </a:ext>
            </a:extLst>
          </p:cNvPr>
          <p:cNvSpPr txBox="1"/>
          <p:nvPr/>
        </p:nvSpPr>
        <p:spPr>
          <a:xfrm>
            <a:off x="2946400" y="4152900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A6A602-EE83-3368-F01D-5DDC6B1CA852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B89418-EEF9-CCAA-3F07-82EE6ADD6F4D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6B60F0D5-0D8D-5C14-107E-49BCCD15968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B15AD1E-1238-DCE6-735E-14984AF6E6F4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D433CEB7-04A9-A20B-15EE-D046EE97004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3116E0A-9DCB-E53F-8732-6B42ADFF49A7}"/>
              </a:ext>
            </a:extLst>
          </p:cNvPr>
          <p:cNvSpPr/>
          <p:nvPr/>
        </p:nvSpPr>
        <p:spPr>
          <a:xfrm>
            <a:off x="4276436" y="3731491"/>
            <a:ext cx="1320800" cy="4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570C4-3D00-B233-CA12-15A6AB6C28F7}"/>
              </a:ext>
            </a:extLst>
          </p:cNvPr>
          <p:cNvSpPr/>
          <p:nvPr/>
        </p:nvSpPr>
        <p:spPr>
          <a:xfrm>
            <a:off x="4215391" y="2303534"/>
            <a:ext cx="319233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DCCB84-4287-FDCB-C1FF-832628C14913}"/>
              </a:ext>
            </a:extLst>
          </p:cNvPr>
          <p:cNvSpPr/>
          <p:nvPr/>
        </p:nvSpPr>
        <p:spPr>
          <a:xfrm>
            <a:off x="5639857" y="2558474"/>
            <a:ext cx="7660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68F519-B437-7242-4F80-FC88EEAB3099}"/>
              </a:ext>
            </a:extLst>
          </p:cNvPr>
          <p:cNvSpPr txBox="1"/>
          <p:nvPr/>
        </p:nvSpPr>
        <p:spPr>
          <a:xfrm>
            <a:off x="5927237" y="255847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C1DF8F-204D-7897-F0BD-F90236286B67}"/>
              </a:ext>
            </a:extLst>
          </p:cNvPr>
          <p:cNvSpPr txBox="1"/>
          <p:nvPr/>
        </p:nvSpPr>
        <p:spPr>
          <a:xfrm>
            <a:off x="6689147" y="3066549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1566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AAB3A-D730-686F-9F01-9A812432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F7334B5-C51B-08E7-A972-E1D6A48B1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77"/>
          <a:stretch/>
        </p:blipFill>
        <p:spPr>
          <a:xfrm>
            <a:off x="2028825" y="1143000"/>
            <a:ext cx="8134350" cy="39924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408A21-7097-4F60-BE87-6DC570BA27CB}"/>
              </a:ext>
            </a:extLst>
          </p:cNvPr>
          <p:cNvSpPr txBox="1"/>
          <p:nvPr/>
        </p:nvSpPr>
        <p:spPr>
          <a:xfrm>
            <a:off x="2946400" y="4152900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4EBAA-7E5C-A7F0-5760-B94AC7F415FF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413425-B8F6-D28A-8BD9-413D6E8F799E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F772405F-B930-5AE7-088A-18EC4859DF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FD553A2-25A3-CE45-C346-7F47D0C240EE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B1BD87A5-497E-8891-8EB3-25CCB9882C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9D636A8-8ADD-9145-1A9D-4933680CF9E1}"/>
              </a:ext>
            </a:extLst>
          </p:cNvPr>
          <p:cNvSpPr/>
          <p:nvPr/>
        </p:nvSpPr>
        <p:spPr>
          <a:xfrm>
            <a:off x="4276436" y="3731491"/>
            <a:ext cx="1320800" cy="4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556A1F-A30D-7A02-B1B6-501B74C2B2A2}"/>
              </a:ext>
            </a:extLst>
          </p:cNvPr>
          <p:cNvSpPr/>
          <p:nvPr/>
        </p:nvSpPr>
        <p:spPr>
          <a:xfrm>
            <a:off x="4215391" y="2303534"/>
            <a:ext cx="319233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C5070D-A147-9512-A6BA-04B37D47BC6F}"/>
              </a:ext>
            </a:extLst>
          </p:cNvPr>
          <p:cNvSpPr/>
          <p:nvPr/>
        </p:nvSpPr>
        <p:spPr>
          <a:xfrm>
            <a:off x="5639857" y="2558474"/>
            <a:ext cx="7660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94083-8327-DDCB-94AB-942CB767DEDC}"/>
              </a:ext>
            </a:extLst>
          </p:cNvPr>
          <p:cNvSpPr txBox="1"/>
          <p:nvPr/>
        </p:nvSpPr>
        <p:spPr>
          <a:xfrm>
            <a:off x="5927237" y="255847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3783FA-52DC-B2BD-4798-F35A3C42BC68}"/>
              </a:ext>
            </a:extLst>
          </p:cNvPr>
          <p:cNvSpPr txBox="1"/>
          <p:nvPr/>
        </p:nvSpPr>
        <p:spPr>
          <a:xfrm>
            <a:off x="6689147" y="3066549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8FC8F9-FF26-0D58-0CD6-220298425B10}"/>
              </a:ext>
            </a:extLst>
          </p:cNvPr>
          <p:cNvSpPr txBox="1"/>
          <p:nvPr/>
        </p:nvSpPr>
        <p:spPr>
          <a:xfrm>
            <a:off x="2880370" y="4903402"/>
            <a:ext cx="2662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8393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CB5EF-F338-EA84-95B8-8B6F39A5F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4CF78AB-D372-8F59-9BA1-A0B7C3037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77"/>
          <a:stretch/>
        </p:blipFill>
        <p:spPr>
          <a:xfrm>
            <a:off x="2028825" y="1143000"/>
            <a:ext cx="8134350" cy="39924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CB71E1-CF22-A4F6-2FBB-0B3761502827}"/>
              </a:ext>
            </a:extLst>
          </p:cNvPr>
          <p:cNvSpPr txBox="1"/>
          <p:nvPr/>
        </p:nvSpPr>
        <p:spPr>
          <a:xfrm>
            <a:off x="2946400" y="4152900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B9732-289A-ABE3-678A-F5145E5003FB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180D1-B2A9-16E1-2697-3AFA3043316E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A2052C16-3DF2-DC44-8F8D-BFA800F237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48FD38B-BE0B-3411-3BEE-D046D1262E40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8A3F6ED0-C681-496D-2284-C01E3F5D39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D97A8F7-5FDC-6BD3-B788-97BD92C30C4E}"/>
              </a:ext>
            </a:extLst>
          </p:cNvPr>
          <p:cNvSpPr/>
          <p:nvPr/>
        </p:nvSpPr>
        <p:spPr>
          <a:xfrm>
            <a:off x="4276436" y="3731491"/>
            <a:ext cx="1320800" cy="4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62187-6734-C9F1-EC08-4C3060E5114F}"/>
              </a:ext>
            </a:extLst>
          </p:cNvPr>
          <p:cNvSpPr/>
          <p:nvPr/>
        </p:nvSpPr>
        <p:spPr>
          <a:xfrm>
            <a:off x="4215391" y="2303534"/>
            <a:ext cx="319233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F7A37A-5267-5323-7CC1-95ED1A2D0979}"/>
              </a:ext>
            </a:extLst>
          </p:cNvPr>
          <p:cNvSpPr/>
          <p:nvPr/>
        </p:nvSpPr>
        <p:spPr>
          <a:xfrm>
            <a:off x="5639857" y="2558474"/>
            <a:ext cx="7660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10189C-CEAC-5B26-61E7-72E8E69FC443}"/>
              </a:ext>
            </a:extLst>
          </p:cNvPr>
          <p:cNvSpPr txBox="1"/>
          <p:nvPr/>
        </p:nvSpPr>
        <p:spPr>
          <a:xfrm>
            <a:off x="5927237" y="255847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5BC1D-CCA9-0F9C-77D6-14062AAE8A30}"/>
              </a:ext>
            </a:extLst>
          </p:cNvPr>
          <p:cNvSpPr txBox="1"/>
          <p:nvPr/>
        </p:nvSpPr>
        <p:spPr>
          <a:xfrm>
            <a:off x="6689147" y="3066549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C0799B-4823-5865-B183-B2A0F522F9F1}"/>
              </a:ext>
            </a:extLst>
          </p:cNvPr>
          <p:cNvSpPr txBox="1"/>
          <p:nvPr/>
        </p:nvSpPr>
        <p:spPr>
          <a:xfrm>
            <a:off x="2880370" y="4737151"/>
            <a:ext cx="2662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2E178F-82FB-AAE2-322A-69A905C8569D}"/>
              </a:ext>
            </a:extLst>
          </p:cNvPr>
          <p:cNvSpPr txBox="1"/>
          <p:nvPr/>
        </p:nvSpPr>
        <p:spPr>
          <a:xfrm>
            <a:off x="6689147" y="4737150"/>
            <a:ext cx="3054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3000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3000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289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49F33-D0A8-24BC-06A8-134D0ABA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whiteboard with a black and white text&#10;&#10;Description automatically generated">
            <a:extLst>
              <a:ext uri="{FF2B5EF4-FFF2-40B4-BE49-F238E27FC236}">
                <a16:creationId xmlns:a16="http://schemas.microsoft.com/office/drawing/2014/main" id="{A12EB418-04CF-7C23-C0E0-AD954978A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43"/>
          <a:stretch/>
        </p:blipFill>
        <p:spPr>
          <a:xfrm>
            <a:off x="2028825" y="1143000"/>
            <a:ext cx="8134350" cy="39528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EDD121C-5E20-C800-4501-5A4A3772EB5E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7CF952-58AB-E9B2-311C-A6A47DB301DC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4546DF7F-DAEF-472F-A371-82657BEF23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DD516E5-54D9-A181-B34E-5BABCCBF9214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CEEF2955-8335-87CC-7323-BF81044BCE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5F87BB8-EA2F-F4D1-4D8D-7C16A8C0E109}"/>
              </a:ext>
            </a:extLst>
          </p:cNvPr>
          <p:cNvSpPr/>
          <p:nvPr/>
        </p:nvSpPr>
        <p:spPr>
          <a:xfrm>
            <a:off x="4276436" y="3731491"/>
            <a:ext cx="1320800" cy="4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710AB-8590-ADCF-3561-976529AFEFD9}"/>
              </a:ext>
            </a:extLst>
          </p:cNvPr>
          <p:cNvSpPr/>
          <p:nvPr/>
        </p:nvSpPr>
        <p:spPr>
          <a:xfrm>
            <a:off x="4215391" y="2303534"/>
            <a:ext cx="319233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9D12FC-FBB8-6BC1-C95C-7C4E76532479}"/>
              </a:ext>
            </a:extLst>
          </p:cNvPr>
          <p:cNvSpPr/>
          <p:nvPr/>
        </p:nvSpPr>
        <p:spPr>
          <a:xfrm>
            <a:off x="5639857" y="2558474"/>
            <a:ext cx="7660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0B999-5539-B110-6333-FC695DF4E83E}"/>
              </a:ext>
            </a:extLst>
          </p:cNvPr>
          <p:cNvSpPr txBox="1"/>
          <p:nvPr/>
        </p:nvSpPr>
        <p:spPr>
          <a:xfrm>
            <a:off x="5927237" y="255847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36001B-ED1B-05BB-5936-66DB7866C0A8}"/>
              </a:ext>
            </a:extLst>
          </p:cNvPr>
          <p:cNvSpPr txBox="1"/>
          <p:nvPr/>
        </p:nvSpPr>
        <p:spPr>
          <a:xfrm>
            <a:off x="2880370" y="4737151"/>
            <a:ext cx="3143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E7E2C9-953D-59CD-53A3-653CB1CF9B72}"/>
              </a:ext>
            </a:extLst>
          </p:cNvPr>
          <p:cNvSpPr txBox="1"/>
          <p:nvPr/>
        </p:nvSpPr>
        <p:spPr>
          <a:xfrm>
            <a:off x="6689147" y="4737150"/>
            <a:ext cx="3054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3000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3000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58496-0E45-5A21-2BE9-4FB8E57EDC3F}"/>
              </a:ext>
            </a:extLst>
          </p:cNvPr>
          <p:cNvSpPr/>
          <p:nvPr/>
        </p:nvSpPr>
        <p:spPr>
          <a:xfrm>
            <a:off x="6503437" y="3747366"/>
            <a:ext cx="14835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B63CF-4E4A-162A-AA8B-043B90BFF634}"/>
              </a:ext>
            </a:extLst>
          </p:cNvPr>
          <p:cNvSpPr/>
          <p:nvPr/>
        </p:nvSpPr>
        <p:spPr>
          <a:xfrm>
            <a:off x="6120491" y="3069936"/>
            <a:ext cx="14835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3F364-4D67-65CA-401D-AEFA74D85C2C}"/>
              </a:ext>
            </a:extLst>
          </p:cNvPr>
          <p:cNvSpPr txBox="1"/>
          <p:nvPr/>
        </p:nvSpPr>
        <p:spPr>
          <a:xfrm>
            <a:off x="6753839" y="3062254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7DA9DC-4281-AB50-3CF2-72097E845343}"/>
              </a:ext>
            </a:extLst>
          </p:cNvPr>
          <p:cNvSpPr/>
          <p:nvPr/>
        </p:nvSpPr>
        <p:spPr>
          <a:xfrm>
            <a:off x="2318370" y="4039003"/>
            <a:ext cx="36088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3C22C-A2B4-A08F-862C-CB5093A421A2}"/>
              </a:ext>
            </a:extLst>
          </p:cNvPr>
          <p:cNvSpPr txBox="1"/>
          <p:nvPr/>
        </p:nvSpPr>
        <p:spPr>
          <a:xfrm>
            <a:off x="2946400" y="4152900"/>
            <a:ext cx="3490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b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563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33A6D-E66B-80F8-B5AD-A4A73D87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whiteboard with a black and white text&#10;&#10;Description automatically generated">
            <a:extLst>
              <a:ext uri="{FF2B5EF4-FFF2-40B4-BE49-F238E27FC236}">
                <a16:creationId xmlns:a16="http://schemas.microsoft.com/office/drawing/2014/main" id="{5FD80E3B-72F3-4184-329E-0466B37C7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43"/>
          <a:stretch/>
        </p:blipFill>
        <p:spPr>
          <a:xfrm>
            <a:off x="2028825" y="1143000"/>
            <a:ext cx="8134350" cy="39528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E041D3-4D0E-8BD8-BB79-72629E8B76CD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26556D-42C8-EB62-9E1A-3834E7962772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73E939B3-0F87-52AC-4624-E2FB270AB1D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9CCE3BD-175C-43B1-05DB-6426250B4D5E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894F9A9B-BEA8-D374-CA24-536842F133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E4DA2F3-66A1-09A5-AB48-07A1A98695D7}"/>
              </a:ext>
            </a:extLst>
          </p:cNvPr>
          <p:cNvSpPr/>
          <p:nvPr/>
        </p:nvSpPr>
        <p:spPr>
          <a:xfrm>
            <a:off x="4276436" y="3731491"/>
            <a:ext cx="1320800" cy="4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50A6D1-20F4-4913-0EA8-6AC8831BBBAD}"/>
              </a:ext>
            </a:extLst>
          </p:cNvPr>
          <p:cNvSpPr/>
          <p:nvPr/>
        </p:nvSpPr>
        <p:spPr>
          <a:xfrm>
            <a:off x="4215391" y="2303534"/>
            <a:ext cx="319233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CD0699-C3FD-B558-C25E-70776CC97D7E}"/>
              </a:ext>
            </a:extLst>
          </p:cNvPr>
          <p:cNvSpPr/>
          <p:nvPr/>
        </p:nvSpPr>
        <p:spPr>
          <a:xfrm>
            <a:off x="5639857" y="2558474"/>
            <a:ext cx="7660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FB3AE-4EA3-FAFE-E188-EEB81376D872}"/>
              </a:ext>
            </a:extLst>
          </p:cNvPr>
          <p:cNvSpPr txBox="1"/>
          <p:nvPr/>
        </p:nvSpPr>
        <p:spPr>
          <a:xfrm>
            <a:off x="5927237" y="255847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4254B6-A79D-FA3C-459D-0E426101DE03}"/>
              </a:ext>
            </a:extLst>
          </p:cNvPr>
          <p:cNvSpPr txBox="1"/>
          <p:nvPr/>
        </p:nvSpPr>
        <p:spPr>
          <a:xfrm>
            <a:off x="2880370" y="4737151"/>
            <a:ext cx="3143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52DA7A-2B06-0F00-B0DA-FCD53B418C0C}"/>
              </a:ext>
            </a:extLst>
          </p:cNvPr>
          <p:cNvSpPr txBox="1"/>
          <p:nvPr/>
        </p:nvSpPr>
        <p:spPr>
          <a:xfrm>
            <a:off x="6689147" y="4737150"/>
            <a:ext cx="3054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3000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3000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3C0796-93E9-1950-5AD9-28DA4CFC5EF6}"/>
              </a:ext>
            </a:extLst>
          </p:cNvPr>
          <p:cNvSpPr/>
          <p:nvPr/>
        </p:nvSpPr>
        <p:spPr>
          <a:xfrm>
            <a:off x="6503437" y="3747366"/>
            <a:ext cx="14835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53ECB0-CD84-E467-C731-6F4811BCD80D}"/>
              </a:ext>
            </a:extLst>
          </p:cNvPr>
          <p:cNvSpPr/>
          <p:nvPr/>
        </p:nvSpPr>
        <p:spPr>
          <a:xfrm>
            <a:off x="6120491" y="3069936"/>
            <a:ext cx="14835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F8CCA2-1687-18BC-5256-77DD5BE78173}"/>
              </a:ext>
            </a:extLst>
          </p:cNvPr>
          <p:cNvSpPr txBox="1"/>
          <p:nvPr/>
        </p:nvSpPr>
        <p:spPr>
          <a:xfrm>
            <a:off x="6753839" y="3062254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C6D776-3D94-03F1-04E6-AC1C645D5B00}"/>
              </a:ext>
            </a:extLst>
          </p:cNvPr>
          <p:cNvSpPr/>
          <p:nvPr/>
        </p:nvSpPr>
        <p:spPr>
          <a:xfrm>
            <a:off x="2318370" y="4039003"/>
            <a:ext cx="36088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08EB54-B7E0-0C6E-45B2-916063AB31A4}"/>
              </a:ext>
            </a:extLst>
          </p:cNvPr>
          <p:cNvSpPr txBox="1"/>
          <p:nvPr/>
        </p:nvSpPr>
        <p:spPr>
          <a:xfrm>
            <a:off x="2946400" y="4152900"/>
            <a:ext cx="3490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b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8F654-52B6-A3D4-D3E1-229219B9B15C}"/>
              </a:ext>
            </a:extLst>
          </p:cNvPr>
          <p:cNvSpPr txBox="1"/>
          <p:nvPr/>
        </p:nvSpPr>
        <p:spPr>
          <a:xfrm>
            <a:off x="1132627" y="5783521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sz="2400" dirty="0"/>
              <a:t> = 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1416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7354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93382-EBE6-5124-E23C-983F052C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whiteboard with a black and white text&#10;&#10;Description automatically generated">
            <a:extLst>
              <a:ext uri="{FF2B5EF4-FFF2-40B4-BE49-F238E27FC236}">
                <a16:creationId xmlns:a16="http://schemas.microsoft.com/office/drawing/2014/main" id="{D52F02BF-0C86-E93F-D7C8-83F3FE825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43"/>
          <a:stretch/>
        </p:blipFill>
        <p:spPr>
          <a:xfrm>
            <a:off x="2028825" y="1143000"/>
            <a:ext cx="8134350" cy="39528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A71D33-99C5-F4AF-8646-9F36507291A5}"/>
              </a:ext>
            </a:extLst>
          </p:cNvPr>
          <p:cNvSpPr/>
          <p:nvPr/>
        </p:nvSpPr>
        <p:spPr>
          <a:xfrm>
            <a:off x="2438400" y="3819525"/>
            <a:ext cx="1433513" cy="333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6B34EE-F98B-6FE4-31A2-0CD987E1FF0F}"/>
              </a:ext>
            </a:extLst>
          </p:cNvPr>
          <p:cNvSpPr/>
          <p:nvPr/>
        </p:nvSpPr>
        <p:spPr>
          <a:xfrm>
            <a:off x="3486150" y="2286000"/>
            <a:ext cx="566738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46DEFAB2-2BD4-D744-1361-E587ADCBBD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76550" y="3143250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C7FD566-E190-2F66-6F12-9CE88327E1BE}"/>
              </a:ext>
            </a:extLst>
          </p:cNvPr>
          <p:cNvSpPr/>
          <p:nvPr/>
        </p:nvSpPr>
        <p:spPr>
          <a:xfrm>
            <a:off x="4599712" y="2258292"/>
            <a:ext cx="566738" cy="30018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0478F60E-1AB3-24A6-715E-F3F26FE0CF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60459" y="3075133"/>
            <a:ext cx="1778000" cy="444500"/>
          </a:xfrm>
          <a:prstGeom prst="curvedConnector3">
            <a:avLst>
              <a:gd name="adj1" fmla="val -7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88299F9-ED60-A614-2737-70B6FDB7F286}"/>
              </a:ext>
            </a:extLst>
          </p:cNvPr>
          <p:cNvSpPr/>
          <p:nvPr/>
        </p:nvSpPr>
        <p:spPr>
          <a:xfrm>
            <a:off x="4276436" y="3731491"/>
            <a:ext cx="1320800" cy="421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C152D0-0D36-064C-0696-906BA6F8E542}"/>
              </a:ext>
            </a:extLst>
          </p:cNvPr>
          <p:cNvSpPr/>
          <p:nvPr/>
        </p:nvSpPr>
        <p:spPr>
          <a:xfrm>
            <a:off x="4215391" y="2303534"/>
            <a:ext cx="319233" cy="1662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82C7D-E1C5-D987-11CE-E94CAD410539}"/>
              </a:ext>
            </a:extLst>
          </p:cNvPr>
          <p:cNvSpPr/>
          <p:nvPr/>
        </p:nvSpPr>
        <p:spPr>
          <a:xfrm>
            <a:off x="5639857" y="2558474"/>
            <a:ext cx="7660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BDED3-1756-8306-7893-D8B03D6D4CE9}"/>
              </a:ext>
            </a:extLst>
          </p:cNvPr>
          <p:cNvSpPr txBox="1"/>
          <p:nvPr/>
        </p:nvSpPr>
        <p:spPr>
          <a:xfrm>
            <a:off x="5927237" y="255847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842528-6FF3-3309-8CF1-C2211D27D38E}"/>
              </a:ext>
            </a:extLst>
          </p:cNvPr>
          <p:cNvSpPr txBox="1"/>
          <p:nvPr/>
        </p:nvSpPr>
        <p:spPr>
          <a:xfrm>
            <a:off x="2880370" y="4737151"/>
            <a:ext cx="3143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E1AC41-7842-3F62-7901-0A2CFF1333BA}"/>
              </a:ext>
            </a:extLst>
          </p:cNvPr>
          <p:cNvSpPr txBox="1"/>
          <p:nvPr/>
        </p:nvSpPr>
        <p:spPr>
          <a:xfrm>
            <a:off x="6689147" y="4737150"/>
            <a:ext cx="3054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3000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30000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) = 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en-US" sz="2400" dirty="0"/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838DE-A5E1-D718-7409-5E4E60B2E17E}"/>
              </a:ext>
            </a:extLst>
          </p:cNvPr>
          <p:cNvSpPr/>
          <p:nvPr/>
        </p:nvSpPr>
        <p:spPr>
          <a:xfrm>
            <a:off x="6503437" y="3747366"/>
            <a:ext cx="14835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8D13CC-5DD0-829D-91B2-9C5492A65618}"/>
              </a:ext>
            </a:extLst>
          </p:cNvPr>
          <p:cNvSpPr/>
          <p:nvPr/>
        </p:nvSpPr>
        <p:spPr>
          <a:xfrm>
            <a:off x="6120491" y="3069936"/>
            <a:ext cx="14835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CC93E-7061-6C29-390C-551FFF5BE0C5}"/>
              </a:ext>
            </a:extLst>
          </p:cNvPr>
          <p:cNvSpPr txBox="1"/>
          <p:nvPr/>
        </p:nvSpPr>
        <p:spPr>
          <a:xfrm>
            <a:off x="6753839" y="3062254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AEF874-7066-A9DA-E451-C2B23A553173}"/>
              </a:ext>
            </a:extLst>
          </p:cNvPr>
          <p:cNvSpPr/>
          <p:nvPr/>
        </p:nvSpPr>
        <p:spPr>
          <a:xfrm>
            <a:off x="2318370" y="4039003"/>
            <a:ext cx="3608867" cy="454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758C82-673B-CA83-5C4B-A9985E2D3873}"/>
              </a:ext>
            </a:extLst>
          </p:cNvPr>
          <p:cNvSpPr txBox="1"/>
          <p:nvPr/>
        </p:nvSpPr>
        <p:spPr>
          <a:xfrm>
            <a:off x="2946400" y="4152900"/>
            <a:ext cx="3490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8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2104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 b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=400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32329-B274-7E47-D290-076170519B87}"/>
              </a:ext>
            </a:extLst>
          </p:cNvPr>
          <p:cNvSpPr txBox="1"/>
          <p:nvPr/>
        </p:nvSpPr>
        <p:spPr>
          <a:xfrm>
            <a:off x="1132627" y="5783521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30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sz="2400" dirty="0"/>
              <a:t> = </a:t>
            </a:r>
            <a:r>
              <a:rPr lang="en-US" sz="2400" b="1" i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1416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420A98-31F9-6D57-F3F8-9A8723C3278B}"/>
                  </a:ext>
                </a:extLst>
              </p:cNvPr>
              <p:cNvSpPr txBox="1"/>
              <p:nvPr/>
            </p:nvSpPr>
            <p:spPr>
              <a:xfrm>
                <a:off x="3444572" y="5627351"/>
                <a:ext cx="1356462" cy="633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solidFill>
                      <a:srgbClr val="CC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i="1" baseline="30000" dirty="0">
                    <a:solidFill>
                      <a:srgbClr val="0066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360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i="1" baseline="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420A98-31F9-6D57-F3F8-9A8723C32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572" y="5627351"/>
                <a:ext cx="1356462" cy="633571"/>
              </a:xfrm>
              <a:prstGeom prst="rect">
                <a:avLst/>
              </a:prstGeom>
              <a:blipFill>
                <a:blip r:embed="rId3"/>
                <a:stretch>
                  <a:fillRect l="-6726" r="-1794" b="-16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7C976FE8-075E-A5C5-1250-3F86A644A389}"/>
              </a:ext>
            </a:extLst>
          </p:cNvPr>
          <p:cNvSpPr txBox="1"/>
          <p:nvPr/>
        </p:nvSpPr>
        <p:spPr>
          <a:xfrm>
            <a:off x="4936836" y="5822742"/>
            <a:ext cx="18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</a:rPr>
              <a:t>NOT EXPONENT</a:t>
            </a:r>
          </a:p>
        </p:txBody>
      </p:sp>
    </p:spTree>
    <p:extLst>
      <p:ext uri="{BB962C8B-B14F-4D97-AF65-F5344CB8AC3E}">
        <p14:creationId xmlns:p14="http://schemas.microsoft.com/office/powerpoint/2010/main" val="5881841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107A6-99C7-3EA0-BD28-741809B4BE2F}"/>
              </a:ext>
            </a:extLst>
          </p:cNvPr>
          <p:cNvSpPr txBox="1"/>
          <p:nvPr/>
        </p:nvSpPr>
        <p:spPr>
          <a:xfrm>
            <a:off x="3059656" y="2844225"/>
            <a:ext cx="6072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Linear Regression – Hypothesis </a:t>
            </a:r>
          </a:p>
        </p:txBody>
      </p:sp>
    </p:spTree>
    <p:extLst>
      <p:ext uri="{BB962C8B-B14F-4D97-AF65-F5344CB8AC3E}">
        <p14:creationId xmlns:p14="http://schemas.microsoft.com/office/powerpoint/2010/main" val="1779259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51E6269D-3A5F-8F4F-08CF-963168050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0"/>
          <a:stretch/>
        </p:blipFill>
        <p:spPr>
          <a:xfrm>
            <a:off x="2028825" y="1143000"/>
            <a:ext cx="8134350" cy="437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72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crosses&#10;&#10;Description automatically generated">
            <a:extLst>
              <a:ext uri="{FF2B5EF4-FFF2-40B4-BE49-F238E27FC236}">
                <a16:creationId xmlns:a16="http://schemas.microsoft.com/office/drawing/2014/main" id="{FB774AFA-2498-0BE4-B399-A79CAC150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0"/>
          <a:stretch/>
        </p:blipFill>
        <p:spPr>
          <a:xfrm>
            <a:off x="2028825" y="1143000"/>
            <a:ext cx="8134350" cy="43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981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A483-C94E-66C1-187E-C87A77D8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crosses&#10;&#10;Description automatically generated">
            <a:extLst>
              <a:ext uri="{FF2B5EF4-FFF2-40B4-BE49-F238E27FC236}">
                <a16:creationId xmlns:a16="http://schemas.microsoft.com/office/drawing/2014/main" id="{93FBF0A9-50EF-1AA9-CD80-A24B16B64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0"/>
          <a:stretch/>
        </p:blipFill>
        <p:spPr>
          <a:xfrm>
            <a:off x="2028825" y="1143000"/>
            <a:ext cx="8134350" cy="432511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4DC6D4-B22D-AED9-615B-8E949FC01421}"/>
              </a:ext>
            </a:extLst>
          </p:cNvPr>
          <p:cNvCxnSpPr/>
          <p:nvPr/>
        </p:nvCxnSpPr>
        <p:spPr>
          <a:xfrm flipV="1">
            <a:off x="5989320" y="1554480"/>
            <a:ext cx="3383280" cy="1271016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with red and green lines&#10;&#10;Description automatically generated">
            <a:extLst>
              <a:ext uri="{FF2B5EF4-FFF2-40B4-BE49-F238E27FC236}">
                <a16:creationId xmlns:a16="http://schemas.microsoft.com/office/drawing/2014/main" id="{C9798150-74F2-E859-37E7-135C293B77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00" b="3600"/>
          <a:stretch/>
        </p:blipFill>
        <p:spPr>
          <a:xfrm>
            <a:off x="2028825" y="4270248"/>
            <a:ext cx="8134350" cy="14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320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text&#10;&#10;Description automatically generated">
            <a:extLst>
              <a:ext uri="{FF2B5EF4-FFF2-40B4-BE49-F238E27FC236}">
                <a16:creationId xmlns:a16="http://schemas.microsoft.com/office/drawing/2014/main" id="{5FC01220-D8C5-F60B-2BEA-F231E940E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00"/>
          <a:stretch/>
        </p:blipFill>
        <p:spPr>
          <a:xfrm>
            <a:off x="2028825" y="1143000"/>
            <a:ext cx="8134350" cy="43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73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a black and white text&#10;&#10;Description automatically generated">
            <a:extLst>
              <a:ext uri="{FF2B5EF4-FFF2-40B4-BE49-F238E27FC236}">
                <a16:creationId xmlns:a16="http://schemas.microsoft.com/office/drawing/2014/main" id="{32767B32-34E1-B705-5CAD-073CC036A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0"/>
          <a:stretch/>
        </p:blipFill>
        <p:spPr>
          <a:xfrm>
            <a:off x="2028825" y="1143000"/>
            <a:ext cx="8134350" cy="4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005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training set&#10;&#10;Description automatically generated">
            <a:extLst>
              <a:ext uri="{FF2B5EF4-FFF2-40B4-BE49-F238E27FC236}">
                <a16:creationId xmlns:a16="http://schemas.microsoft.com/office/drawing/2014/main" id="{406F4851-D846-620B-A26D-10800AB43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00"/>
          <a:stretch/>
        </p:blipFill>
        <p:spPr>
          <a:xfrm>
            <a:off x="2028825" y="1143000"/>
            <a:ext cx="813435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92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069E8036-DEF1-B4F4-46E9-E185E6929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0"/>
          <a:stretch/>
        </p:blipFill>
        <p:spPr>
          <a:xfrm>
            <a:off x="2028825" y="1143000"/>
            <a:ext cx="8134350" cy="43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86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8D8EB14E-0A50-02D0-487C-B0EC0B70E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0"/>
          <a:stretch/>
        </p:blipFill>
        <p:spPr>
          <a:xfrm>
            <a:off x="2028825" y="1143000"/>
            <a:ext cx="8134350" cy="44165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89CE4EF-482E-D05D-7190-82F41A6796C1}"/>
              </a:ext>
            </a:extLst>
          </p:cNvPr>
          <p:cNvSpPr/>
          <p:nvPr/>
        </p:nvSpPr>
        <p:spPr>
          <a:xfrm>
            <a:off x="3337560" y="4270248"/>
            <a:ext cx="1380744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7DC78-7AA5-46FB-F933-5381770B5FDD}"/>
              </a:ext>
            </a:extLst>
          </p:cNvPr>
          <p:cNvSpPr txBox="1"/>
          <p:nvPr/>
        </p:nvSpPr>
        <p:spPr>
          <a:xfrm>
            <a:off x="3406726" y="435811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604426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2F69B-0384-6082-9B31-9D68CA0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D44436E1-31B8-C62D-D5A1-B9B0613D5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0"/>
          <a:stretch/>
        </p:blipFill>
        <p:spPr>
          <a:xfrm>
            <a:off x="2028825" y="1143000"/>
            <a:ext cx="8134350" cy="44165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EE10DE-4BEA-5496-5887-BBD357B7FD9B}"/>
              </a:ext>
            </a:extLst>
          </p:cNvPr>
          <p:cNvSpPr/>
          <p:nvPr/>
        </p:nvSpPr>
        <p:spPr>
          <a:xfrm>
            <a:off x="3337560" y="4270248"/>
            <a:ext cx="1380744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8A3EF-FFAF-330E-5A34-1E3A785EEA27}"/>
              </a:ext>
            </a:extLst>
          </p:cNvPr>
          <p:cNvSpPr txBox="1"/>
          <p:nvPr/>
        </p:nvSpPr>
        <p:spPr>
          <a:xfrm>
            <a:off x="1754505" y="4376404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dirty="0">
                <a:solidFill>
                  <a:srgbClr val="0000FF"/>
                </a:solidFill>
              </a:rPr>
              <a:t>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en-US" b="1" dirty="0">
                <a:solidFill>
                  <a:srgbClr val="0000FF"/>
                </a:solidFill>
              </a:rPr>
              <a:t>         </a:t>
            </a:r>
            <a:r>
              <a:rPr lang="en-US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y_estimated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D57CF8-3B89-55E2-74BA-007DE99047BF}"/>
              </a:ext>
            </a:extLst>
          </p:cNvPr>
          <p:cNvSpPr txBox="1"/>
          <p:nvPr/>
        </p:nvSpPr>
        <p:spPr>
          <a:xfrm>
            <a:off x="1891665" y="5019270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maps   from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x’s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y’s</a:t>
            </a:r>
          </a:p>
        </p:txBody>
      </p:sp>
    </p:spTree>
    <p:extLst>
      <p:ext uri="{BB962C8B-B14F-4D97-AF65-F5344CB8AC3E}">
        <p14:creationId xmlns:p14="http://schemas.microsoft.com/office/powerpoint/2010/main" val="27210117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DA62-9C5C-0B41-D810-802AFD92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A53E01CC-C794-F031-C0D1-64D354FA6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0"/>
          <a:stretch/>
        </p:blipFill>
        <p:spPr>
          <a:xfrm>
            <a:off x="2028825" y="1143000"/>
            <a:ext cx="8134350" cy="44165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F040142-1C7A-075C-689F-A91E29FBA21F}"/>
              </a:ext>
            </a:extLst>
          </p:cNvPr>
          <p:cNvSpPr/>
          <p:nvPr/>
        </p:nvSpPr>
        <p:spPr>
          <a:xfrm>
            <a:off x="3337560" y="4270248"/>
            <a:ext cx="1380744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5BF8B-B60A-DE7E-8FD2-76FB3B8A0A5E}"/>
              </a:ext>
            </a:extLst>
          </p:cNvPr>
          <p:cNvSpPr txBox="1"/>
          <p:nvPr/>
        </p:nvSpPr>
        <p:spPr>
          <a:xfrm>
            <a:off x="1754505" y="4376404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dirty="0">
                <a:solidFill>
                  <a:srgbClr val="0000FF"/>
                </a:solidFill>
              </a:rPr>
              <a:t>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en-US" b="1" dirty="0">
                <a:solidFill>
                  <a:srgbClr val="0000FF"/>
                </a:solidFill>
              </a:rPr>
              <a:t>         </a:t>
            </a:r>
            <a:r>
              <a:rPr lang="en-US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y_estimated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E20229-D966-1B0F-3081-1B7A7F2BDA85}"/>
              </a:ext>
            </a:extLst>
          </p:cNvPr>
          <p:cNvSpPr txBox="1"/>
          <p:nvPr/>
        </p:nvSpPr>
        <p:spPr>
          <a:xfrm>
            <a:off x="1891665" y="5019270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maps   from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x’s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y’s</a:t>
            </a:r>
          </a:p>
        </p:txBody>
      </p:sp>
      <p:pic>
        <p:nvPicPr>
          <p:cNvPr id="7" name="Picture 6" descr="A diagram of algorithm and text&#10;&#10;Description automatically generated">
            <a:extLst>
              <a:ext uri="{FF2B5EF4-FFF2-40B4-BE49-F238E27FC236}">
                <a16:creationId xmlns:a16="http://schemas.microsoft.com/office/drawing/2014/main" id="{CB7CFD77-5080-E2B2-F44A-79D1A3A39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60" b="7139"/>
          <a:stretch/>
        </p:blipFill>
        <p:spPr>
          <a:xfrm>
            <a:off x="6409944" y="1143000"/>
            <a:ext cx="3753231" cy="42456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0F6FE1-6D6B-0893-BE1E-82D8444A1A0E}"/>
              </a:ext>
            </a:extLst>
          </p:cNvPr>
          <p:cNvCxnSpPr/>
          <p:nvPr/>
        </p:nvCxnSpPr>
        <p:spPr>
          <a:xfrm>
            <a:off x="6547104" y="1271016"/>
            <a:ext cx="0" cy="41879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0980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70DE2-ED48-4B50-4D93-DFCBDD04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51EF3A46-6E12-103F-C58E-108938B23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0"/>
          <a:stretch/>
        </p:blipFill>
        <p:spPr>
          <a:xfrm>
            <a:off x="2028825" y="1143000"/>
            <a:ext cx="8134350" cy="44165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0C5527-5FDF-2981-3348-B6D72C867B60}"/>
              </a:ext>
            </a:extLst>
          </p:cNvPr>
          <p:cNvSpPr/>
          <p:nvPr/>
        </p:nvSpPr>
        <p:spPr>
          <a:xfrm>
            <a:off x="3337560" y="4270248"/>
            <a:ext cx="1380744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BBAF7-B3C2-5CF8-2FFD-30A4587EC31E}"/>
              </a:ext>
            </a:extLst>
          </p:cNvPr>
          <p:cNvSpPr txBox="1"/>
          <p:nvPr/>
        </p:nvSpPr>
        <p:spPr>
          <a:xfrm>
            <a:off x="1754505" y="4376404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dirty="0">
                <a:solidFill>
                  <a:srgbClr val="0000FF"/>
                </a:solidFill>
              </a:rPr>
              <a:t>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en-US" b="1" dirty="0">
                <a:solidFill>
                  <a:srgbClr val="0000FF"/>
                </a:solidFill>
              </a:rPr>
              <a:t>         </a:t>
            </a:r>
            <a:r>
              <a:rPr lang="en-US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y_estimated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334AE-F658-2D80-37D0-C15418463068}"/>
              </a:ext>
            </a:extLst>
          </p:cNvPr>
          <p:cNvSpPr txBox="1"/>
          <p:nvPr/>
        </p:nvSpPr>
        <p:spPr>
          <a:xfrm>
            <a:off x="1891665" y="5019270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maps   from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x’s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y’s</a:t>
            </a:r>
          </a:p>
        </p:txBody>
      </p:sp>
      <p:pic>
        <p:nvPicPr>
          <p:cNvPr id="7" name="Picture 6" descr="A diagram of algorithm and text&#10;&#10;Description automatically generated">
            <a:extLst>
              <a:ext uri="{FF2B5EF4-FFF2-40B4-BE49-F238E27FC236}">
                <a16:creationId xmlns:a16="http://schemas.microsoft.com/office/drawing/2014/main" id="{508CE9F6-8CBB-070E-7E2A-0D0A24AB8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60" b="7139"/>
          <a:stretch/>
        </p:blipFill>
        <p:spPr>
          <a:xfrm>
            <a:off x="6409944" y="1143000"/>
            <a:ext cx="3753231" cy="42456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BA95F8-0C30-264F-C8DC-A8C87D42B75C}"/>
              </a:ext>
            </a:extLst>
          </p:cNvPr>
          <p:cNvCxnSpPr/>
          <p:nvPr/>
        </p:nvCxnSpPr>
        <p:spPr>
          <a:xfrm>
            <a:off x="6547104" y="1271016"/>
            <a:ext cx="0" cy="41879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A957A6-D104-53C6-48A3-89F71A7F7BF2}"/>
                  </a:ext>
                </a:extLst>
              </p:cNvPr>
              <p:cNvSpPr txBox="1"/>
              <p:nvPr/>
            </p:nvSpPr>
            <p:spPr>
              <a:xfrm>
                <a:off x="7349302" y="2706624"/>
                <a:ext cx="329160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A957A6-D104-53C6-48A3-89F71A7F7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302" y="2706624"/>
                <a:ext cx="32916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2130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6C7FE-C8FF-BA58-1A3C-22DE9652A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6B1EB72B-2CB5-4F7C-AA1F-76A44842F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0"/>
          <a:stretch/>
        </p:blipFill>
        <p:spPr>
          <a:xfrm>
            <a:off x="2028825" y="1143000"/>
            <a:ext cx="8134350" cy="44165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0A47A6-C63F-17C1-437D-03F9F1CED11D}"/>
              </a:ext>
            </a:extLst>
          </p:cNvPr>
          <p:cNvSpPr/>
          <p:nvPr/>
        </p:nvSpPr>
        <p:spPr>
          <a:xfrm>
            <a:off x="3337560" y="4270248"/>
            <a:ext cx="1380744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1653A-A75F-BEE8-5BD9-E809D9FB88B4}"/>
              </a:ext>
            </a:extLst>
          </p:cNvPr>
          <p:cNvSpPr txBox="1"/>
          <p:nvPr/>
        </p:nvSpPr>
        <p:spPr>
          <a:xfrm>
            <a:off x="1754505" y="4376404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dirty="0">
                <a:solidFill>
                  <a:srgbClr val="0000FF"/>
                </a:solidFill>
              </a:rPr>
              <a:t>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en-US" b="1" dirty="0">
                <a:solidFill>
                  <a:srgbClr val="0000FF"/>
                </a:solidFill>
              </a:rPr>
              <a:t>         </a:t>
            </a:r>
            <a:r>
              <a:rPr lang="en-US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y_estimated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9A82E9-9B78-D973-3002-30EDDE6C44AA}"/>
              </a:ext>
            </a:extLst>
          </p:cNvPr>
          <p:cNvSpPr txBox="1"/>
          <p:nvPr/>
        </p:nvSpPr>
        <p:spPr>
          <a:xfrm>
            <a:off x="1891665" y="5019270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maps   from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x’s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y’s</a:t>
            </a:r>
          </a:p>
        </p:txBody>
      </p:sp>
      <p:pic>
        <p:nvPicPr>
          <p:cNvPr id="7" name="Picture 6" descr="A diagram of algorithm and text&#10;&#10;Description automatically generated">
            <a:extLst>
              <a:ext uri="{FF2B5EF4-FFF2-40B4-BE49-F238E27FC236}">
                <a16:creationId xmlns:a16="http://schemas.microsoft.com/office/drawing/2014/main" id="{F773E62C-18AD-4862-9A4D-2374024E9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60" b="7139"/>
          <a:stretch/>
        </p:blipFill>
        <p:spPr>
          <a:xfrm>
            <a:off x="6409944" y="1143000"/>
            <a:ext cx="3753231" cy="42456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6A0C0E-41AB-425D-892F-034A9A5898F0}"/>
              </a:ext>
            </a:extLst>
          </p:cNvPr>
          <p:cNvCxnSpPr/>
          <p:nvPr/>
        </p:nvCxnSpPr>
        <p:spPr>
          <a:xfrm>
            <a:off x="6547104" y="1271016"/>
            <a:ext cx="0" cy="41879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D67217-3534-8536-1D61-A6011E48253C}"/>
                  </a:ext>
                </a:extLst>
              </p:cNvPr>
              <p:cNvSpPr txBox="1"/>
              <p:nvPr/>
            </p:nvSpPr>
            <p:spPr>
              <a:xfrm>
                <a:off x="7349302" y="2706624"/>
                <a:ext cx="329160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D67217-3534-8536-1D61-A6011E482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302" y="2706624"/>
                <a:ext cx="32916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9AEA59-8A5A-D664-6169-CB176AD75D2F}"/>
              </a:ext>
            </a:extLst>
          </p:cNvPr>
          <p:cNvCxnSpPr/>
          <p:nvPr/>
        </p:nvCxnSpPr>
        <p:spPr>
          <a:xfrm flipV="1">
            <a:off x="7735824" y="3557016"/>
            <a:ext cx="0" cy="183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F44443-B6C8-05B8-7450-573E87D8C5C6}"/>
              </a:ext>
            </a:extLst>
          </p:cNvPr>
          <p:cNvCxnSpPr>
            <a:cxnSpLocks/>
          </p:cNvCxnSpPr>
          <p:nvPr/>
        </p:nvCxnSpPr>
        <p:spPr>
          <a:xfrm>
            <a:off x="7735824" y="5388602"/>
            <a:ext cx="19690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9D8B8A72-9302-8C80-A784-4E3B5ED9C759}"/>
              </a:ext>
            </a:extLst>
          </p:cNvPr>
          <p:cNvSpPr/>
          <p:nvPr/>
        </p:nvSpPr>
        <p:spPr>
          <a:xfrm>
            <a:off x="8102727" y="4494276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07B9FCCE-C8E3-C2A5-834E-BD9435F37582}"/>
              </a:ext>
            </a:extLst>
          </p:cNvPr>
          <p:cNvSpPr/>
          <p:nvPr/>
        </p:nvSpPr>
        <p:spPr>
          <a:xfrm>
            <a:off x="8559736" y="4189345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B692124C-F438-BCA4-A1FA-BD1E7DCAA257}"/>
              </a:ext>
            </a:extLst>
          </p:cNvPr>
          <p:cNvSpPr/>
          <p:nvPr/>
        </p:nvSpPr>
        <p:spPr>
          <a:xfrm>
            <a:off x="9175813" y="3954113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5DE62CC4-2E8B-49B0-0DC2-43966A515C5A}"/>
              </a:ext>
            </a:extLst>
          </p:cNvPr>
          <p:cNvSpPr/>
          <p:nvPr/>
        </p:nvSpPr>
        <p:spPr>
          <a:xfrm>
            <a:off x="9544240" y="3658934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C418A4B5-7BD7-319B-DE44-3387889760FD}"/>
              </a:ext>
            </a:extLst>
          </p:cNvPr>
          <p:cNvSpPr/>
          <p:nvPr/>
        </p:nvSpPr>
        <p:spPr>
          <a:xfrm>
            <a:off x="8763952" y="4456700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F0282D32-BE8F-A88B-57F0-89E0E32D57E6}"/>
              </a:ext>
            </a:extLst>
          </p:cNvPr>
          <p:cNvSpPr/>
          <p:nvPr/>
        </p:nvSpPr>
        <p:spPr>
          <a:xfrm>
            <a:off x="8255127" y="4646676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93EA1BF8-F8C0-BEE0-55BB-3C0E7AFB3FA4}"/>
              </a:ext>
            </a:extLst>
          </p:cNvPr>
          <p:cNvSpPr/>
          <p:nvPr/>
        </p:nvSpPr>
        <p:spPr>
          <a:xfrm>
            <a:off x="9198863" y="4210812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578F24D9-0581-509B-DE77-2E0900FD5B20}"/>
              </a:ext>
            </a:extLst>
          </p:cNvPr>
          <p:cNvSpPr/>
          <p:nvPr/>
        </p:nvSpPr>
        <p:spPr>
          <a:xfrm>
            <a:off x="9570127" y="4011799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2374AB9-4AFA-BF10-37CC-08FD62144B32}"/>
              </a:ext>
            </a:extLst>
          </p:cNvPr>
          <p:cNvCxnSpPr/>
          <p:nvPr/>
        </p:nvCxnSpPr>
        <p:spPr>
          <a:xfrm flipH="1">
            <a:off x="7973568" y="3658934"/>
            <a:ext cx="2057400" cy="13603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2367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0214-1D8F-2C3C-80B0-B94E9306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75E73562-0D72-380B-6BC6-F260EA51A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0"/>
          <a:stretch/>
        </p:blipFill>
        <p:spPr>
          <a:xfrm>
            <a:off x="2028825" y="1143000"/>
            <a:ext cx="8134350" cy="44165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8DA4CF-1D06-561A-8A1E-5B573C39CC95}"/>
              </a:ext>
            </a:extLst>
          </p:cNvPr>
          <p:cNvSpPr/>
          <p:nvPr/>
        </p:nvSpPr>
        <p:spPr>
          <a:xfrm>
            <a:off x="3337560" y="4270248"/>
            <a:ext cx="1380744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F10E0-53FC-E686-9F16-D33AE80B1B16}"/>
              </a:ext>
            </a:extLst>
          </p:cNvPr>
          <p:cNvSpPr txBox="1"/>
          <p:nvPr/>
        </p:nvSpPr>
        <p:spPr>
          <a:xfrm>
            <a:off x="1754505" y="4376404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dirty="0">
                <a:solidFill>
                  <a:srgbClr val="0000FF"/>
                </a:solidFill>
              </a:rPr>
              <a:t>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en-US" b="1" dirty="0">
                <a:solidFill>
                  <a:srgbClr val="0000FF"/>
                </a:solidFill>
              </a:rPr>
              <a:t>         </a:t>
            </a:r>
            <a:r>
              <a:rPr lang="en-US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y_estimated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C0B73B-BA73-7EA7-30E1-1DFAB155D57B}"/>
              </a:ext>
            </a:extLst>
          </p:cNvPr>
          <p:cNvSpPr txBox="1"/>
          <p:nvPr/>
        </p:nvSpPr>
        <p:spPr>
          <a:xfrm>
            <a:off x="1891665" y="5019270"/>
            <a:ext cx="465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        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maps   from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x’s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y’s</a:t>
            </a:r>
          </a:p>
        </p:txBody>
      </p:sp>
      <p:pic>
        <p:nvPicPr>
          <p:cNvPr id="7" name="Picture 6" descr="A diagram of algorithm and text&#10;&#10;Description automatically generated">
            <a:extLst>
              <a:ext uri="{FF2B5EF4-FFF2-40B4-BE49-F238E27FC236}">
                <a16:creationId xmlns:a16="http://schemas.microsoft.com/office/drawing/2014/main" id="{BD315AF1-CD5F-13BB-FEFD-E424B9EB7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60" b="7139"/>
          <a:stretch/>
        </p:blipFill>
        <p:spPr>
          <a:xfrm>
            <a:off x="6409944" y="1143000"/>
            <a:ext cx="3753231" cy="42456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87D1AB-9549-589D-A7CB-2764CDEE56A7}"/>
              </a:ext>
            </a:extLst>
          </p:cNvPr>
          <p:cNvCxnSpPr/>
          <p:nvPr/>
        </p:nvCxnSpPr>
        <p:spPr>
          <a:xfrm>
            <a:off x="6547104" y="1271016"/>
            <a:ext cx="0" cy="41879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45E109-503D-5D81-D5B8-073FBCEBA91C}"/>
                  </a:ext>
                </a:extLst>
              </p:cNvPr>
              <p:cNvSpPr txBox="1"/>
              <p:nvPr/>
            </p:nvSpPr>
            <p:spPr>
              <a:xfrm>
                <a:off x="7349302" y="2706624"/>
                <a:ext cx="329160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1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45E109-503D-5D81-D5B8-073FBCEBA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302" y="2706624"/>
                <a:ext cx="32916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7B50DD-BF95-8E23-1429-82933B71279D}"/>
              </a:ext>
            </a:extLst>
          </p:cNvPr>
          <p:cNvCxnSpPr/>
          <p:nvPr/>
        </p:nvCxnSpPr>
        <p:spPr>
          <a:xfrm flipV="1">
            <a:off x="7735824" y="3557016"/>
            <a:ext cx="0" cy="183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7040D4-11A3-20F6-80C8-16F0F31D862E}"/>
              </a:ext>
            </a:extLst>
          </p:cNvPr>
          <p:cNvCxnSpPr>
            <a:cxnSpLocks/>
          </p:cNvCxnSpPr>
          <p:nvPr/>
        </p:nvCxnSpPr>
        <p:spPr>
          <a:xfrm>
            <a:off x="7735824" y="5388602"/>
            <a:ext cx="19690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CD4FF942-5180-63A2-A85C-0129E67C8FC8}"/>
              </a:ext>
            </a:extLst>
          </p:cNvPr>
          <p:cNvSpPr/>
          <p:nvPr/>
        </p:nvSpPr>
        <p:spPr>
          <a:xfrm>
            <a:off x="8102727" y="4494276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C0D2538E-264F-6EA4-7E31-73FA1C20B5D4}"/>
              </a:ext>
            </a:extLst>
          </p:cNvPr>
          <p:cNvSpPr/>
          <p:nvPr/>
        </p:nvSpPr>
        <p:spPr>
          <a:xfrm>
            <a:off x="8559736" y="4189345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955F0DD1-F0AE-0765-F90C-A52E06EBC3DA}"/>
              </a:ext>
            </a:extLst>
          </p:cNvPr>
          <p:cNvSpPr/>
          <p:nvPr/>
        </p:nvSpPr>
        <p:spPr>
          <a:xfrm>
            <a:off x="9175813" y="3954113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DF5FE3EF-748E-4254-E99A-1514549BBFAB}"/>
              </a:ext>
            </a:extLst>
          </p:cNvPr>
          <p:cNvSpPr/>
          <p:nvPr/>
        </p:nvSpPr>
        <p:spPr>
          <a:xfrm>
            <a:off x="9544240" y="3658934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824C4B7A-F7D6-9F54-9852-8805EFF31899}"/>
              </a:ext>
            </a:extLst>
          </p:cNvPr>
          <p:cNvSpPr/>
          <p:nvPr/>
        </p:nvSpPr>
        <p:spPr>
          <a:xfrm>
            <a:off x="8763952" y="4456700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E4FDE39F-5E4E-06CD-E20A-37E98B4B511F}"/>
              </a:ext>
            </a:extLst>
          </p:cNvPr>
          <p:cNvSpPr/>
          <p:nvPr/>
        </p:nvSpPr>
        <p:spPr>
          <a:xfrm>
            <a:off x="8255127" y="4646676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EF62849A-6660-FEEF-5058-DDC528AD0DC9}"/>
              </a:ext>
            </a:extLst>
          </p:cNvPr>
          <p:cNvSpPr/>
          <p:nvPr/>
        </p:nvSpPr>
        <p:spPr>
          <a:xfrm>
            <a:off x="9198863" y="4210812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ication Sign 19">
            <a:extLst>
              <a:ext uri="{FF2B5EF4-FFF2-40B4-BE49-F238E27FC236}">
                <a16:creationId xmlns:a16="http://schemas.microsoft.com/office/drawing/2014/main" id="{45E7862E-CDF9-20D7-543D-5A3993246E68}"/>
              </a:ext>
            </a:extLst>
          </p:cNvPr>
          <p:cNvSpPr/>
          <p:nvPr/>
        </p:nvSpPr>
        <p:spPr>
          <a:xfrm>
            <a:off x="9570127" y="4011799"/>
            <a:ext cx="321183" cy="28346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BECDC78-EF66-8626-CC47-50984D8812E0}"/>
              </a:ext>
            </a:extLst>
          </p:cNvPr>
          <p:cNvCxnSpPr/>
          <p:nvPr/>
        </p:nvCxnSpPr>
        <p:spPr>
          <a:xfrm flipH="1">
            <a:off x="7973568" y="3658934"/>
            <a:ext cx="2057400" cy="13603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86AFD0-9058-93D4-06ED-8898E1751AB9}"/>
              </a:ext>
            </a:extLst>
          </p:cNvPr>
          <p:cNvSpPr txBox="1"/>
          <p:nvPr/>
        </p:nvSpPr>
        <p:spPr>
          <a:xfrm>
            <a:off x="6766560" y="5888736"/>
            <a:ext cx="3886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Linear regression with one variable.</a:t>
            </a:r>
          </a:p>
          <a:p>
            <a:r>
              <a:rPr lang="en-US" b="1" dirty="0"/>
              <a:t>Univariate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9452260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99B6EA-30B9-DCF4-AA92-8B0B0E66F220}"/>
              </a:ext>
            </a:extLst>
          </p:cNvPr>
          <p:cNvSpPr txBox="1"/>
          <p:nvPr/>
        </p:nvSpPr>
        <p:spPr>
          <a:xfrm>
            <a:off x="3059656" y="2844225"/>
            <a:ext cx="64828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Linear Regression – Cost function </a:t>
            </a:r>
          </a:p>
        </p:txBody>
      </p:sp>
    </p:spTree>
    <p:extLst>
      <p:ext uri="{BB962C8B-B14F-4D97-AF65-F5344CB8AC3E}">
        <p14:creationId xmlns:p14="http://schemas.microsoft.com/office/powerpoint/2010/main" val="1492769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0B09358C-A084-74DF-CE9A-E4AECD4E6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0"/>
          <a:stretch/>
        </p:blipFill>
        <p:spPr>
          <a:xfrm>
            <a:off x="2028825" y="1143000"/>
            <a:ext cx="8134350" cy="43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85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8311-2D1F-7DEC-B484-FE936EB8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DF2DE74D-FFF9-F97A-BED7-ADE48018B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0"/>
          <a:stretch/>
        </p:blipFill>
        <p:spPr>
          <a:xfrm>
            <a:off x="2028825" y="1143000"/>
            <a:ext cx="8134350" cy="4334256"/>
          </a:xfrm>
          <a:prstGeom prst="rect">
            <a:avLst/>
          </a:prstGeom>
        </p:spPr>
      </p:pic>
      <p:pic>
        <p:nvPicPr>
          <p:cNvPr id="4" name="Picture 3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AC271C3C-0B21-0A06-AF62-0450F5A64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00" b="5200"/>
          <a:stretch/>
        </p:blipFill>
        <p:spPr>
          <a:xfrm>
            <a:off x="2028825" y="4370832"/>
            <a:ext cx="8134350" cy="11795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18ADE6-20FF-7A51-46CB-9B7A9AAD789B}"/>
              </a:ext>
            </a:extLst>
          </p:cNvPr>
          <p:cNvSpPr/>
          <p:nvPr/>
        </p:nvSpPr>
        <p:spPr>
          <a:xfrm>
            <a:off x="4462272" y="4315968"/>
            <a:ext cx="3118104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62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867A-F277-007B-BF7D-B932BF2C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42991749-5F5A-3F46-0AD4-F4636C089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0"/>
          <a:stretch/>
        </p:blipFill>
        <p:spPr>
          <a:xfrm>
            <a:off x="2028825" y="1143000"/>
            <a:ext cx="8134350" cy="4334256"/>
          </a:xfrm>
          <a:prstGeom prst="rect">
            <a:avLst/>
          </a:prstGeom>
        </p:spPr>
      </p:pic>
      <p:pic>
        <p:nvPicPr>
          <p:cNvPr id="4" name="Picture 3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3DCD7A68-FFD5-5BDA-90F6-AC7ACA664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00" b="5200"/>
          <a:stretch/>
        </p:blipFill>
        <p:spPr>
          <a:xfrm>
            <a:off x="2028825" y="4370832"/>
            <a:ext cx="8134350" cy="11795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6ACE49-98CB-70B9-EF32-B48639B079F6}"/>
              </a:ext>
            </a:extLst>
          </p:cNvPr>
          <p:cNvSpPr/>
          <p:nvPr/>
        </p:nvSpPr>
        <p:spPr>
          <a:xfrm>
            <a:off x="4462272" y="4315968"/>
            <a:ext cx="3118104" cy="164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AABB5A24-BCE4-B00D-C14F-D709C388E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00" b="4000"/>
          <a:stretch/>
        </p:blipFill>
        <p:spPr>
          <a:xfrm>
            <a:off x="2028825" y="4974336"/>
            <a:ext cx="813435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981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ine graph of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DE84661B-B2C6-38F5-C00A-591BF0D80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"/>
          <a:stretch/>
        </p:blipFill>
        <p:spPr>
          <a:xfrm>
            <a:off x="2028825" y="1143000"/>
            <a:ext cx="81343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062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44AA-175F-F5CD-6FAB-6D143FBD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ine graph of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B5263AC3-4593-F0A8-5761-F672D23D1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"/>
          <a:stretch/>
        </p:blipFill>
        <p:spPr>
          <a:xfrm>
            <a:off x="2028825" y="1143000"/>
            <a:ext cx="8134350" cy="43434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0019DE-2B36-48E0-87D2-951A96C41519}"/>
              </a:ext>
            </a:extLst>
          </p:cNvPr>
          <p:cNvCxnSpPr/>
          <p:nvPr/>
        </p:nvCxnSpPr>
        <p:spPr>
          <a:xfrm>
            <a:off x="2624328" y="2971800"/>
            <a:ext cx="1975104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45B76-897E-F06D-9D13-92890CFA3A59}"/>
                  </a:ext>
                </a:extLst>
              </p:cNvPr>
              <p:cNvSpPr txBox="1"/>
              <p:nvPr/>
            </p:nvSpPr>
            <p:spPr>
              <a:xfrm>
                <a:off x="2748086" y="2580501"/>
                <a:ext cx="17275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=1.5+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45B76-897E-F06D-9D13-92890CFA3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086" y="2580501"/>
                <a:ext cx="1727588" cy="276999"/>
              </a:xfrm>
              <a:prstGeom prst="rect">
                <a:avLst/>
              </a:prstGeom>
              <a:blipFill>
                <a:blip r:embed="rId3"/>
                <a:stretch>
                  <a:fillRect l="-3180" r="-141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1033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DBE8-A392-E42E-F4D7-7AD46864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ine graph of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877C2982-2C4A-E0CE-FD2E-B1DE5E34A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"/>
          <a:stretch/>
        </p:blipFill>
        <p:spPr>
          <a:xfrm>
            <a:off x="2028825" y="1143000"/>
            <a:ext cx="8134350" cy="43434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B02730-184A-BB49-C9DF-680C194E2B3D}"/>
              </a:ext>
            </a:extLst>
          </p:cNvPr>
          <p:cNvCxnSpPr/>
          <p:nvPr/>
        </p:nvCxnSpPr>
        <p:spPr>
          <a:xfrm>
            <a:off x="2624328" y="2971800"/>
            <a:ext cx="1975104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90309A-C0B2-242A-1286-70FF8F9DF0EA}"/>
              </a:ext>
            </a:extLst>
          </p:cNvPr>
          <p:cNvCxnSpPr>
            <a:cxnSpLocks/>
          </p:cNvCxnSpPr>
          <p:nvPr/>
        </p:nvCxnSpPr>
        <p:spPr>
          <a:xfrm flipV="1">
            <a:off x="5321808" y="2950464"/>
            <a:ext cx="1697736" cy="77114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D281FA-4E25-6528-0032-78DBDAABA412}"/>
                  </a:ext>
                </a:extLst>
              </p:cNvPr>
              <p:cNvSpPr txBox="1"/>
              <p:nvPr/>
            </p:nvSpPr>
            <p:spPr>
              <a:xfrm>
                <a:off x="2748086" y="2580501"/>
                <a:ext cx="17275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=1.5+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D281FA-4E25-6528-0032-78DBDAABA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086" y="2580501"/>
                <a:ext cx="1727588" cy="276999"/>
              </a:xfrm>
              <a:prstGeom prst="rect">
                <a:avLst/>
              </a:prstGeom>
              <a:blipFill>
                <a:blip r:embed="rId3"/>
                <a:stretch>
                  <a:fillRect l="-3180" r="-141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2B8D5C-E819-C04E-F07B-5A71043FCB1E}"/>
                  </a:ext>
                </a:extLst>
              </p:cNvPr>
              <p:cNvSpPr txBox="1"/>
              <p:nvPr/>
            </p:nvSpPr>
            <p:spPr>
              <a:xfrm>
                <a:off x="5477465" y="2638782"/>
                <a:ext cx="12370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2B8D5C-E819-C04E-F07B-5A71043FC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465" y="2638782"/>
                <a:ext cx="1237069" cy="276999"/>
              </a:xfrm>
              <a:prstGeom prst="rect">
                <a:avLst/>
              </a:prstGeom>
              <a:blipFill>
                <a:blip r:embed="rId4"/>
                <a:stretch>
                  <a:fillRect l="-4455" r="-2475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7934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37A9-F2C3-18DA-D8A3-8AF03F68A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ine graph of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D612920D-FFCF-BBD0-3622-9BCBFEAEC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"/>
          <a:stretch/>
        </p:blipFill>
        <p:spPr>
          <a:xfrm>
            <a:off x="2028825" y="1143000"/>
            <a:ext cx="8134350" cy="43434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966CB0-24DC-5224-E537-3C0DEC0474B5}"/>
              </a:ext>
            </a:extLst>
          </p:cNvPr>
          <p:cNvCxnSpPr/>
          <p:nvPr/>
        </p:nvCxnSpPr>
        <p:spPr>
          <a:xfrm>
            <a:off x="2624328" y="2971800"/>
            <a:ext cx="1975104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FAFD88F-B894-CFCE-4F28-D5E6FD751969}"/>
              </a:ext>
            </a:extLst>
          </p:cNvPr>
          <p:cNvCxnSpPr>
            <a:cxnSpLocks/>
          </p:cNvCxnSpPr>
          <p:nvPr/>
        </p:nvCxnSpPr>
        <p:spPr>
          <a:xfrm flipV="1">
            <a:off x="5321808" y="2950464"/>
            <a:ext cx="1697736" cy="77114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29259A-025C-4FBC-499F-9A97AEB85E28}"/>
              </a:ext>
            </a:extLst>
          </p:cNvPr>
          <p:cNvCxnSpPr>
            <a:cxnSpLocks/>
          </p:cNvCxnSpPr>
          <p:nvPr/>
        </p:nvCxnSpPr>
        <p:spPr>
          <a:xfrm flipV="1">
            <a:off x="7977759" y="2471928"/>
            <a:ext cx="1697736" cy="77114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773134-99FF-FAF0-FDE8-BF2B44965C7E}"/>
                  </a:ext>
                </a:extLst>
              </p:cNvPr>
              <p:cNvSpPr txBox="1"/>
              <p:nvPr/>
            </p:nvSpPr>
            <p:spPr>
              <a:xfrm>
                <a:off x="2748086" y="2580501"/>
                <a:ext cx="17275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=1.5+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773134-99FF-FAF0-FDE8-BF2B44965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086" y="2580501"/>
                <a:ext cx="1727588" cy="276999"/>
              </a:xfrm>
              <a:prstGeom prst="rect">
                <a:avLst/>
              </a:prstGeom>
              <a:blipFill>
                <a:blip r:embed="rId3"/>
                <a:stretch>
                  <a:fillRect l="-3180" r="-141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B1921-6166-6D40-DBB6-68183AC92304}"/>
                  </a:ext>
                </a:extLst>
              </p:cNvPr>
              <p:cNvSpPr txBox="1"/>
              <p:nvPr/>
            </p:nvSpPr>
            <p:spPr>
              <a:xfrm>
                <a:off x="5477465" y="2638782"/>
                <a:ext cx="12370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CB1921-6166-6D40-DBB6-68183AC92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465" y="2638782"/>
                <a:ext cx="1237069" cy="276999"/>
              </a:xfrm>
              <a:prstGeom prst="rect">
                <a:avLst/>
              </a:prstGeom>
              <a:blipFill>
                <a:blip r:embed="rId4"/>
                <a:stretch>
                  <a:fillRect l="-4455" r="-2475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38C5CB-3E21-7227-F3FD-A0A5578DB1B9}"/>
                  </a:ext>
                </a:extLst>
              </p:cNvPr>
              <p:cNvSpPr txBox="1"/>
              <p:nvPr/>
            </p:nvSpPr>
            <p:spPr>
              <a:xfrm>
                <a:off x="9098822" y="2777281"/>
                <a:ext cx="16410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1+0.5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38C5CB-3E21-7227-F3FD-A0A5578DB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822" y="2777281"/>
                <a:ext cx="1641027" cy="276999"/>
              </a:xfrm>
              <a:prstGeom prst="rect">
                <a:avLst/>
              </a:prstGeom>
              <a:blipFill>
                <a:blip r:embed="rId5"/>
                <a:stretch>
                  <a:fillRect l="-3346" r="-148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4208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red arrows&#10;&#10;Description automatically generated">
            <a:extLst>
              <a:ext uri="{FF2B5EF4-FFF2-40B4-BE49-F238E27FC236}">
                <a16:creationId xmlns:a16="http://schemas.microsoft.com/office/drawing/2014/main" id="{0E185800-5B6B-EBCF-016D-2F4F90F15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0"/>
          <a:stretch/>
        </p:blipFill>
        <p:spPr>
          <a:xfrm>
            <a:off x="2028825" y="1143000"/>
            <a:ext cx="8134350" cy="43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704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oard with black text and a black arrow&#10;&#10;Description automatically generated">
            <a:extLst>
              <a:ext uri="{FF2B5EF4-FFF2-40B4-BE49-F238E27FC236}">
                <a16:creationId xmlns:a16="http://schemas.microsoft.com/office/drawing/2014/main" id="{29955075-1316-8753-7733-D401F1C22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0"/>
          <a:stretch/>
        </p:blipFill>
        <p:spPr>
          <a:xfrm>
            <a:off x="2028825" y="1143000"/>
            <a:ext cx="8134350" cy="4325112"/>
          </a:xfrm>
          <a:prstGeom prst="rect">
            <a:avLst/>
          </a:prstGeom>
        </p:spPr>
      </p:pic>
      <p:pic>
        <p:nvPicPr>
          <p:cNvPr id="4" name="Picture 3" descr="A black and red arrows&#10;&#10;Description automatically generated">
            <a:extLst>
              <a:ext uri="{FF2B5EF4-FFF2-40B4-BE49-F238E27FC236}">
                <a16:creationId xmlns:a16="http://schemas.microsoft.com/office/drawing/2014/main" id="{FD942078-E02C-0683-B2DD-7DE245A27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5400"/>
          <a:stretch/>
        </p:blipFill>
        <p:spPr>
          <a:xfrm>
            <a:off x="2028825" y="1143000"/>
            <a:ext cx="8134350" cy="24963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3917FD-2AA9-E0A3-6F3F-F8208F6BBBDF}"/>
              </a:ext>
            </a:extLst>
          </p:cNvPr>
          <p:cNvCxnSpPr>
            <a:cxnSpLocks/>
          </p:cNvCxnSpPr>
          <p:nvPr/>
        </p:nvCxnSpPr>
        <p:spPr>
          <a:xfrm flipV="1">
            <a:off x="2866263" y="2093976"/>
            <a:ext cx="1696593" cy="9936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3744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A2610-8B2C-40DC-0CAD-EC59B7E5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oard with black text and a black arrow&#10;&#10;Description automatically generated">
            <a:extLst>
              <a:ext uri="{FF2B5EF4-FFF2-40B4-BE49-F238E27FC236}">
                <a16:creationId xmlns:a16="http://schemas.microsoft.com/office/drawing/2014/main" id="{32E9BF07-643E-F55B-47A2-F4AC727CC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0"/>
          <a:stretch/>
        </p:blipFill>
        <p:spPr>
          <a:xfrm>
            <a:off x="2028825" y="1143000"/>
            <a:ext cx="8134350" cy="4325112"/>
          </a:xfrm>
          <a:prstGeom prst="rect">
            <a:avLst/>
          </a:prstGeom>
        </p:spPr>
      </p:pic>
      <p:pic>
        <p:nvPicPr>
          <p:cNvPr id="4" name="Picture 3" descr="A black and red arrows&#10;&#10;Description automatically generated">
            <a:extLst>
              <a:ext uri="{FF2B5EF4-FFF2-40B4-BE49-F238E27FC236}">
                <a16:creationId xmlns:a16="http://schemas.microsoft.com/office/drawing/2014/main" id="{51FFE31D-47DD-CBE2-B601-223B20015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4005" b="45400"/>
          <a:stretch/>
        </p:blipFill>
        <p:spPr>
          <a:xfrm>
            <a:off x="2028825" y="1143000"/>
            <a:ext cx="4554855" cy="24963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A2494B-3BCF-CE83-6A4B-EB6D8516878C}"/>
              </a:ext>
            </a:extLst>
          </p:cNvPr>
          <p:cNvCxnSpPr>
            <a:cxnSpLocks/>
          </p:cNvCxnSpPr>
          <p:nvPr/>
        </p:nvCxnSpPr>
        <p:spPr>
          <a:xfrm flipV="1">
            <a:off x="2866263" y="2093976"/>
            <a:ext cx="1696593" cy="9936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A7146E-3355-BD4C-9E6F-F1C3DDAC81F6}"/>
                  </a:ext>
                </a:extLst>
              </p:cNvPr>
              <p:cNvSpPr txBox="1"/>
              <p:nvPr/>
            </p:nvSpPr>
            <p:spPr>
              <a:xfrm>
                <a:off x="7036308" y="1942058"/>
                <a:ext cx="887038" cy="898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A7146E-3355-BD4C-9E6F-F1C3DDAC8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308" y="1942058"/>
                <a:ext cx="887038" cy="8981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40898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E817-FEE3-1CA5-C697-8E29DBCA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oard with black text and a black arrow&#10;&#10;Description automatically generated">
            <a:extLst>
              <a:ext uri="{FF2B5EF4-FFF2-40B4-BE49-F238E27FC236}">
                <a16:creationId xmlns:a16="http://schemas.microsoft.com/office/drawing/2014/main" id="{63BD4465-82DB-645E-69E7-65B126FD4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0"/>
          <a:stretch/>
        </p:blipFill>
        <p:spPr>
          <a:xfrm>
            <a:off x="2028825" y="1143000"/>
            <a:ext cx="8134350" cy="4325112"/>
          </a:xfrm>
          <a:prstGeom prst="rect">
            <a:avLst/>
          </a:prstGeom>
        </p:spPr>
      </p:pic>
      <p:pic>
        <p:nvPicPr>
          <p:cNvPr id="4" name="Picture 3" descr="A black and red arrows&#10;&#10;Description automatically generated">
            <a:extLst>
              <a:ext uri="{FF2B5EF4-FFF2-40B4-BE49-F238E27FC236}">
                <a16:creationId xmlns:a16="http://schemas.microsoft.com/office/drawing/2014/main" id="{12CD7F12-8C7F-D81B-894B-84565E380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4005" b="45400"/>
          <a:stretch/>
        </p:blipFill>
        <p:spPr>
          <a:xfrm>
            <a:off x="2028825" y="1143000"/>
            <a:ext cx="4554855" cy="24963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E5990A-C134-C639-F6D0-CD1F816CB5A9}"/>
              </a:ext>
            </a:extLst>
          </p:cNvPr>
          <p:cNvCxnSpPr>
            <a:cxnSpLocks/>
          </p:cNvCxnSpPr>
          <p:nvPr/>
        </p:nvCxnSpPr>
        <p:spPr>
          <a:xfrm flipV="1">
            <a:off x="2866263" y="2093976"/>
            <a:ext cx="1696593" cy="9936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658126-4BB7-D96A-8C14-C7ED0F0D5209}"/>
                  </a:ext>
                </a:extLst>
              </p:cNvPr>
              <p:cNvSpPr txBox="1"/>
              <p:nvPr/>
            </p:nvSpPr>
            <p:spPr>
              <a:xfrm>
                <a:off x="7036308" y="1942058"/>
                <a:ext cx="887038" cy="898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658126-4BB7-D96A-8C14-C7ED0F0D5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308" y="1942058"/>
                <a:ext cx="887038" cy="8981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4248DD-2F03-59DC-D874-148A0C579A97}"/>
                  </a:ext>
                </a:extLst>
              </p:cNvPr>
              <p:cNvSpPr txBox="1"/>
              <p:nvPr/>
            </p:nvSpPr>
            <p:spPr>
              <a:xfrm>
                <a:off x="8440123" y="1640681"/>
                <a:ext cx="309913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4248DD-2F03-59DC-D874-148A0C579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123" y="1640681"/>
                <a:ext cx="3099130" cy="1268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6449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198B1-A982-83DF-D613-C6D08E868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oard with black text and a black arrow&#10;&#10;Description automatically generated">
            <a:extLst>
              <a:ext uri="{FF2B5EF4-FFF2-40B4-BE49-F238E27FC236}">
                <a16:creationId xmlns:a16="http://schemas.microsoft.com/office/drawing/2014/main" id="{C18AAEDB-A0F2-ABA8-A70A-4F2B7F480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53" b="5400"/>
          <a:stretch/>
        </p:blipFill>
        <p:spPr>
          <a:xfrm>
            <a:off x="2028825" y="1143000"/>
            <a:ext cx="4371975" cy="4325112"/>
          </a:xfrm>
          <a:prstGeom prst="rect">
            <a:avLst/>
          </a:prstGeom>
        </p:spPr>
      </p:pic>
      <p:pic>
        <p:nvPicPr>
          <p:cNvPr id="4" name="Picture 3" descr="A black and red arrows&#10;&#10;Description automatically generated">
            <a:extLst>
              <a:ext uri="{FF2B5EF4-FFF2-40B4-BE49-F238E27FC236}">
                <a16:creationId xmlns:a16="http://schemas.microsoft.com/office/drawing/2014/main" id="{13D35DB8-B52B-3A4A-C8A1-14D2DD3A3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4005" b="45400"/>
          <a:stretch/>
        </p:blipFill>
        <p:spPr>
          <a:xfrm>
            <a:off x="2028825" y="1143000"/>
            <a:ext cx="4554855" cy="24963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E266EE-336E-172D-F03B-9E5EDA643453}"/>
              </a:ext>
            </a:extLst>
          </p:cNvPr>
          <p:cNvCxnSpPr>
            <a:cxnSpLocks/>
          </p:cNvCxnSpPr>
          <p:nvPr/>
        </p:nvCxnSpPr>
        <p:spPr>
          <a:xfrm flipV="1">
            <a:off x="2866263" y="2093976"/>
            <a:ext cx="1696593" cy="9936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2673BC-789D-F048-15CC-499727EC245C}"/>
                  </a:ext>
                </a:extLst>
              </p:cNvPr>
              <p:cNvSpPr txBox="1"/>
              <p:nvPr/>
            </p:nvSpPr>
            <p:spPr>
              <a:xfrm>
                <a:off x="7036308" y="1942058"/>
                <a:ext cx="1714252" cy="9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2673BC-789D-F048-15CC-499727EC2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308" y="1942058"/>
                <a:ext cx="1714252" cy="949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B86875-4F94-A0CB-06C0-938290F26485}"/>
                  </a:ext>
                </a:extLst>
              </p:cNvPr>
              <p:cNvSpPr txBox="1"/>
              <p:nvPr/>
            </p:nvSpPr>
            <p:spPr>
              <a:xfrm>
                <a:off x="8839924" y="1756880"/>
                <a:ext cx="309913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B86875-4F94-A0CB-06C0-938290F26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924" y="1756880"/>
                <a:ext cx="3099130" cy="1268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823D66-9F8D-7495-7647-2F3B932BE52B}"/>
                  </a:ext>
                </a:extLst>
              </p:cNvPr>
              <p:cNvSpPr txBox="1"/>
              <p:nvPr/>
            </p:nvSpPr>
            <p:spPr>
              <a:xfrm>
                <a:off x="7893434" y="3639312"/>
                <a:ext cx="2727798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823D66-9F8D-7495-7647-2F3B932BE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434" y="3639312"/>
                <a:ext cx="2727798" cy="4863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ECD05A-9808-5004-30AB-DAA7C4713D57}"/>
              </a:ext>
            </a:extLst>
          </p:cNvPr>
          <p:cNvCxnSpPr/>
          <p:nvPr/>
        </p:nvCxnSpPr>
        <p:spPr>
          <a:xfrm flipH="1">
            <a:off x="9756648" y="2816352"/>
            <a:ext cx="502920" cy="8229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AF6D57-E376-3C86-A296-7A84FD059538}"/>
                  </a:ext>
                </a:extLst>
              </p:cNvPr>
              <p:cNvSpPr txBox="1"/>
              <p:nvPr/>
            </p:nvSpPr>
            <p:spPr>
              <a:xfrm>
                <a:off x="6093555" y="5423342"/>
                <a:ext cx="2749342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AF6D57-E376-3C86-A296-7A84FD059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555" y="5423342"/>
                <a:ext cx="2749342" cy="9251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A63D2E-CFBC-8237-DD49-73EC875E9E4D}"/>
                  </a:ext>
                </a:extLst>
              </p:cNvPr>
              <p:cNvSpPr txBox="1"/>
              <p:nvPr/>
            </p:nvSpPr>
            <p:spPr>
              <a:xfrm>
                <a:off x="8740900" y="5225388"/>
                <a:ext cx="309913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A63D2E-CFBC-8237-DD49-73EC875E9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900" y="5225388"/>
                <a:ext cx="3099130" cy="1268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8740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D968-E47C-E974-27E7-07C93D4D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oard with black text and a black arrow&#10;&#10;Description automatically generated">
            <a:extLst>
              <a:ext uri="{FF2B5EF4-FFF2-40B4-BE49-F238E27FC236}">
                <a16:creationId xmlns:a16="http://schemas.microsoft.com/office/drawing/2014/main" id="{F8809F34-A48D-3968-E411-9E15330D3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53" b="5400"/>
          <a:stretch/>
        </p:blipFill>
        <p:spPr>
          <a:xfrm>
            <a:off x="2028825" y="1143000"/>
            <a:ext cx="4371975" cy="4325112"/>
          </a:xfrm>
          <a:prstGeom prst="rect">
            <a:avLst/>
          </a:prstGeom>
        </p:spPr>
      </p:pic>
      <p:pic>
        <p:nvPicPr>
          <p:cNvPr id="4" name="Picture 3" descr="A black and red arrows&#10;&#10;Description automatically generated">
            <a:extLst>
              <a:ext uri="{FF2B5EF4-FFF2-40B4-BE49-F238E27FC236}">
                <a16:creationId xmlns:a16="http://schemas.microsoft.com/office/drawing/2014/main" id="{905A43F7-F966-57E3-BF5C-FFB79CA57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4005" b="45400"/>
          <a:stretch/>
        </p:blipFill>
        <p:spPr>
          <a:xfrm>
            <a:off x="2028825" y="1143000"/>
            <a:ext cx="4554855" cy="24963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E26DAC-16A5-96C6-0759-6E5A195BC5B4}"/>
              </a:ext>
            </a:extLst>
          </p:cNvPr>
          <p:cNvCxnSpPr>
            <a:cxnSpLocks/>
          </p:cNvCxnSpPr>
          <p:nvPr/>
        </p:nvCxnSpPr>
        <p:spPr>
          <a:xfrm flipV="1">
            <a:off x="2866263" y="2093976"/>
            <a:ext cx="1696593" cy="99364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3A49C6-8DFB-1E4C-6E7E-197A410A2271}"/>
                  </a:ext>
                </a:extLst>
              </p:cNvPr>
              <p:cNvSpPr txBox="1"/>
              <p:nvPr/>
            </p:nvSpPr>
            <p:spPr>
              <a:xfrm>
                <a:off x="7036308" y="1942058"/>
                <a:ext cx="1714252" cy="9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3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3A49C6-8DFB-1E4C-6E7E-197A410A2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308" y="1942058"/>
                <a:ext cx="1714252" cy="949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9BADBE-827F-D505-E323-F95C62C7F17C}"/>
                  </a:ext>
                </a:extLst>
              </p:cNvPr>
              <p:cNvSpPr txBox="1"/>
              <p:nvPr/>
            </p:nvSpPr>
            <p:spPr>
              <a:xfrm>
                <a:off x="8839924" y="1756880"/>
                <a:ext cx="309913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9BADBE-827F-D505-E323-F95C62C7F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924" y="1756880"/>
                <a:ext cx="3099130" cy="1268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A9178F-7B41-2A18-B8DF-5836E58A7044}"/>
                  </a:ext>
                </a:extLst>
              </p:cNvPr>
              <p:cNvSpPr txBox="1"/>
              <p:nvPr/>
            </p:nvSpPr>
            <p:spPr>
              <a:xfrm>
                <a:off x="7893434" y="3639312"/>
                <a:ext cx="2851743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A9178F-7B41-2A18-B8DF-5836E58A7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434" y="3639312"/>
                <a:ext cx="2851743" cy="4863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77F97A-8CAB-C47F-D80E-958E5263F3C8}"/>
              </a:ext>
            </a:extLst>
          </p:cNvPr>
          <p:cNvCxnSpPr/>
          <p:nvPr/>
        </p:nvCxnSpPr>
        <p:spPr>
          <a:xfrm flipH="1">
            <a:off x="9756648" y="2816352"/>
            <a:ext cx="502920" cy="8229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885B1E-7AFC-A960-C22A-29E56B5307E2}"/>
                  </a:ext>
                </a:extLst>
              </p:cNvPr>
              <p:cNvSpPr txBox="1"/>
              <p:nvPr/>
            </p:nvSpPr>
            <p:spPr>
              <a:xfrm>
                <a:off x="6093555" y="5423342"/>
                <a:ext cx="2749342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885B1E-7AFC-A960-C22A-29E56B53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555" y="5423342"/>
                <a:ext cx="2749342" cy="9251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DAA203-AA58-2FB5-0758-43289CB27E02}"/>
                  </a:ext>
                </a:extLst>
              </p:cNvPr>
              <p:cNvSpPr txBox="1"/>
              <p:nvPr/>
            </p:nvSpPr>
            <p:spPr>
              <a:xfrm>
                <a:off x="8740900" y="5225388"/>
                <a:ext cx="309913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DAA203-AA58-2FB5-0758-43289CB27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900" y="5225388"/>
                <a:ext cx="3099130" cy="1268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8522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4CE2-A239-4C67-3F3B-2CC7F1E9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1E1952-F551-4AD9-1035-907C0A9A4697}"/>
                  </a:ext>
                </a:extLst>
              </p:cNvPr>
              <p:cNvSpPr txBox="1"/>
              <p:nvPr/>
            </p:nvSpPr>
            <p:spPr>
              <a:xfrm>
                <a:off x="4177237" y="1402990"/>
                <a:ext cx="331725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1E1952-F551-4AD9-1035-907C0A9A4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237" y="1402990"/>
                <a:ext cx="3317255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5EE1DA-DBFC-2E0F-6B88-011B8F73F3A6}"/>
                  </a:ext>
                </a:extLst>
              </p:cNvPr>
              <p:cNvSpPr txBox="1"/>
              <p:nvPr/>
            </p:nvSpPr>
            <p:spPr>
              <a:xfrm>
                <a:off x="3704316" y="3463516"/>
                <a:ext cx="2749342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5EE1DA-DBFC-2E0F-6B88-011B8F73F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316" y="3463516"/>
                <a:ext cx="2749342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970C9-36A8-DEB1-F10A-D63E2BFA6A23}"/>
                  </a:ext>
                </a:extLst>
              </p:cNvPr>
              <p:cNvSpPr txBox="1"/>
              <p:nvPr/>
            </p:nvSpPr>
            <p:spPr>
              <a:xfrm>
                <a:off x="6351661" y="3265562"/>
                <a:ext cx="309913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8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4970C9-36A8-DEB1-F10A-D63E2BFA6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661" y="3265562"/>
                <a:ext cx="3099130" cy="1268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2AB0BDE-E116-7FFB-9D04-5CFFD247FDD9}"/>
              </a:ext>
            </a:extLst>
          </p:cNvPr>
          <p:cNvSpPr txBox="1"/>
          <p:nvPr/>
        </p:nvSpPr>
        <p:spPr>
          <a:xfrm>
            <a:off x="903736" y="1387602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Hypothesis: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9C552-E8BD-487C-E3A9-63F0D225F6CC}"/>
              </a:ext>
            </a:extLst>
          </p:cNvPr>
          <p:cNvSpPr txBox="1"/>
          <p:nvPr/>
        </p:nvSpPr>
        <p:spPr>
          <a:xfrm>
            <a:off x="461284" y="3654256"/>
            <a:ext cx="2920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Cost Function: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97BD1-3141-D267-271C-58099293B9A0}"/>
              </a:ext>
            </a:extLst>
          </p:cNvPr>
          <p:cNvSpPr txBox="1"/>
          <p:nvPr/>
        </p:nvSpPr>
        <p:spPr>
          <a:xfrm>
            <a:off x="903736" y="2395406"/>
            <a:ext cx="24602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Parameters: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D4F70-895D-8C8C-0A24-7E7C555EC761}"/>
                  </a:ext>
                </a:extLst>
              </p:cNvPr>
              <p:cNvSpPr txBox="1"/>
              <p:nvPr/>
            </p:nvSpPr>
            <p:spPr>
              <a:xfrm>
                <a:off x="5249966" y="2410794"/>
                <a:ext cx="117179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D4F70-895D-8C8C-0A24-7E7C555EC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966" y="2410794"/>
                <a:ext cx="117179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A7729BD-6E59-DB1C-25A1-3C19BB59B8B1}"/>
              </a:ext>
            </a:extLst>
          </p:cNvPr>
          <p:cNvSpPr txBox="1"/>
          <p:nvPr/>
        </p:nvSpPr>
        <p:spPr>
          <a:xfrm>
            <a:off x="461284" y="5178010"/>
            <a:ext cx="1186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Goal: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385A8-5260-8762-7534-C08673B35565}"/>
              </a:ext>
            </a:extLst>
          </p:cNvPr>
          <p:cNvSpPr txBox="1"/>
          <p:nvPr/>
        </p:nvSpPr>
        <p:spPr>
          <a:xfrm>
            <a:off x="2723198" y="5178010"/>
            <a:ext cx="1681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minimize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F3EF59-FA7E-76AA-9DDA-E70F68C5A25F}"/>
                  </a:ext>
                </a:extLst>
              </p:cNvPr>
              <p:cNvSpPr txBox="1"/>
              <p:nvPr/>
            </p:nvSpPr>
            <p:spPr>
              <a:xfrm>
                <a:off x="2873304" y="5674688"/>
                <a:ext cx="138101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F3EF59-FA7E-76AA-9DDA-E70F68C5A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304" y="5674688"/>
                <a:ext cx="138101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10F957-3AE7-73ED-5112-E8E64C19B9C3}"/>
                  </a:ext>
                </a:extLst>
              </p:cNvPr>
              <p:cNvSpPr txBox="1"/>
              <p:nvPr/>
            </p:nvSpPr>
            <p:spPr>
              <a:xfrm>
                <a:off x="4614201" y="5178010"/>
                <a:ext cx="15461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10F957-3AE7-73ED-5112-E8E64C19B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201" y="5178010"/>
                <a:ext cx="1546128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0561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785C-3B8F-2A00-0618-4DDF3F1C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CF38E22-0CCC-9F10-9116-F22DC19396C3}"/>
                  </a:ext>
                </a:extLst>
              </p:cNvPr>
              <p:cNvSpPr txBox="1"/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CF38E22-0CCC-9F10-9116-F22DC1939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blipFill>
                <a:blip r:embed="rId3"/>
                <a:stretch>
                  <a:fillRect l="-3039" r="-1381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A09E3B-CEC4-DFBE-C026-DF87DEC1863C}"/>
                  </a:ext>
                </a:extLst>
              </p:cNvPr>
              <p:cNvSpPr txBox="1"/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A09E3B-CEC4-DFBE-C026-DF87DEC18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9E8115-DB46-B266-5039-0DB48D40ACF1}"/>
                  </a:ext>
                </a:extLst>
              </p:cNvPr>
              <p:cNvSpPr txBox="1"/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9E8115-DB46-B266-5039-0DB48D40A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BC9860E-1C9B-A087-A000-D06804C4AEAD}"/>
              </a:ext>
            </a:extLst>
          </p:cNvPr>
          <p:cNvSpPr txBox="1"/>
          <p:nvPr/>
        </p:nvSpPr>
        <p:spPr>
          <a:xfrm>
            <a:off x="9005" y="1394872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3575B-87A4-377B-FDC1-88FCD7CC7BA6}"/>
              </a:ext>
            </a:extLst>
          </p:cNvPr>
          <p:cNvSpPr txBox="1"/>
          <p:nvPr/>
        </p:nvSpPr>
        <p:spPr>
          <a:xfrm>
            <a:off x="9005" y="3654256"/>
            <a:ext cx="223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Cost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F666F-B4E6-0BA8-947A-513280A40406}"/>
              </a:ext>
            </a:extLst>
          </p:cNvPr>
          <p:cNvSpPr txBox="1"/>
          <p:nvPr/>
        </p:nvSpPr>
        <p:spPr>
          <a:xfrm>
            <a:off x="9005" y="2395406"/>
            <a:ext cx="1892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Parameters: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6D1AE6-D3A5-F7AB-2518-E6DA8FD4284E}"/>
                  </a:ext>
                </a:extLst>
              </p:cNvPr>
              <p:cNvSpPr txBox="1"/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6D1AE6-D3A5-F7AB-2518-E6DA8FD42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blipFill>
                <a:blip r:embed="rId6"/>
                <a:stretch>
                  <a:fillRect l="-8594" r="-312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88DBA0F-ADA8-DEBA-C982-DE558F61717E}"/>
              </a:ext>
            </a:extLst>
          </p:cNvPr>
          <p:cNvSpPr txBox="1"/>
          <p:nvPr/>
        </p:nvSpPr>
        <p:spPr>
          <a:xfrm>
            <a:off x="9005" y="5174420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Goal: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6D4F9B-D6AB-928B-BBEB-5367A7042525}"/>
              </a:ext>
            </a:extLst>
          </p:cNvPr>
          <p:cNvGrpSpPr/>
          <p:nvPr/>
        </p:nvGrpSpPr>
        <p:grpSpPr>
          <a:xfrm>
            <a:off x="1415512" y="5164003"/>
            <a:ext cx="3048499" cy="866010"/>
            <a:chOff x="2723198" y="5178010"/>
            <a:chExt cx="3048499" cy="8660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8DA011-466F-FCEA-092D-7CD52EE8B9A3}"/>
                </a:ext>
              </a:extLst>
            </p:cNvPr>
            <p:cNvSpPr txBox="1"/>
            <p:nvPr/>
          </p:nvSpPr>
          <p:spPr>
            <a:xfrm>
              <a:off x="2723198" y="5178010"/>
              <a:ext cx="1465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minimize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B0B0C78-7D5A-170E-779C-3EE71AD19077}"/>
                    </a:ext>
                  </a:extLst>
                </p:cNvPr>
                <p:cNvSpPr txBox="1"/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B0B0C78-7D5A-170E-779C-3EE71AD19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B7E6B4-1A30-AAE2-84FB-85D052BE2CFC}"/>
                    </a:ext>
                  </a:extLst>
                </p:cNvPr>
                <p:cNvSpPr txBox="1"/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B7E6B4-1A30-AAE2-84FB-85D052BE2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421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846E64-6889-6447-A802-10FE48852334}"/>
              </a:ext>
            </a:extLst>
          </p:cNvPr>
          <p:cNvCxnSpPr/>
          <p:nvPr/>
        </p:nvCxnSpPr>
        <p:spPr>
          <a:xfrm>
            <a:off x="6784263" y="1029674"/>
            <a:ext cx="0" cy="5604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FD97B44-EA49-53F8-0935-7ADA0C09B41E}"/>
              </a:ext>
            </a:extLst>
          </p:cNvPr>
          <p:cNvSpPr txBox="1"/>
          <p:nvPr/>
        </p:nvSpPr>
        <p:spPr>
          <a:xfrm>
            <a:off x="8459831" y="42639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</a:p>
        </p:txBody>
      </p:sp>
    </p:spTree>
    <p:extLst>
      <p:ext uri="{BB962C8B-B14F-4D97-AF65-F5344CB8AC3E}">
        <p14:creationId xmlns:p14="http://schemas.microsoft.com/office/powerpoint/2010/main" val="37868251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226CA9-D08D-59FE-5488-0AA1D80CFA15}"/>
                  </a:ext>
                </a:extLst>
              </p:cNvPr>
              <p:cNvSpPr txBox="1"/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226CA9-D08D-59FE-5488-0AA1D80CF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blipFill>
                <a:blip r:embed="rId3"/>
                <a:stretch>
                  <a:fillRect l="-3039" r="-1381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DA62DA-C1CB-239F-DDF9-D44CF5A1E534}"/>
                  </a:ext>
                </a:extLst>
              </p:cNvPr>
              <p:cNvSpPr txBox="1"/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DA62DA-C1CB-239F-DDF9-D44CF5A1E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B24A80-6446-3771-E2B4-569F7DA0927D}"/>
                  </a:ext>
                </a:extLst>
              </p:cNvPr>
              <p:cNvSpPr txBox="1"/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B24A80-6446-3771-E2B4-569F7DA09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DFA8E43-8BA9-3739-2780-72A3F3735319}"/>
              </a:ext>
            </a:extLst>
          </p:cNvPr>
          <p:cNvSpPr txBox="1"/>
          <p:nvPr/>
        </p:nvSpPr>
        <p:spPr>
          <a:xfrm>
            <a:off x="9005" y="1394872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DB15A-C6AF-55CD-0304-CDE9B1D21E13}"/>
              </a:ext>
            </a:extLst>
          </p:cNvPr>
          <p:cNvSpPr txBox="1"/>
          <p:nvPr/>
        </p:nvSpPr>
        <p:spPr>
          <a:xfrm>
            <a:off x="9005" y="3654256"/>
            <a:ext cx="223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Cost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37F8-5396-2C8D-941F-45EC30CF2E4A}"/>
              </a:ext>
            </a:extLst>
          </p:cNvPr>
          <p:cNvSpPr txBox="1"/>
          <p:nvPr/>
        </p:nvSpPr>
        <p:spPr>
          <a:xfrm>
            <a:off x="9005" y="2395406"/>
            <a:ext cx="1892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Parameters: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40CD72-FA54-D9AA-6F85-0FB3A0ECFF23}"/>
                  </a:ext>
                </a:extLst>
              </p:cNvPr>
              <p:cNvSpPr txBox="1"/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40CD72-FA54-D9AA-6F85-0FB3A0ECF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blipFill>
                <a:blip r:embed="rId6"/>
                <a:stretch>
                  <a:fillRect l="-8594" r="-312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A4274AB-2C24-1E14-E2E6-A3172C5ED1C2}"/>
              </a:ext>
            </a:extLst>
          </p:cNvPr>
          <p:cNvSpPr txBox="1"/>
          <p:nvPr/>
        </p:nvSpPr>
        <p:spPr>
          <a:xfrm>
            <a:off x="9005" y="5174420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Goal: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66054F-6480-27D9-F676-113C290AFA9B}"/>
              </a:ext>
            </a:extLst>
          </p:cNvPr>
          <p:cNvGrpSpPr/>
          <p:nvPr/>
        </p:nvGrpSpPr>
        <p:grpSpPr>
          <a:xfrm>
            <a:off x="1415512" y="5164003"/>
            <a:ext cx="3048499" cy="866010"/>
            <a:chOff x="2723198" y="5178010"/>
            <a:chExt cx="3048499" cy="8660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D89C74-8FB7-EA18-C859-58F3C2686E02}"/>
                </a:ext>
              </a:extLst>
            </p:cNvPr>
            <p:cNvSpPr txBox="1"/>
            <p:nvPr/>
          </p:nvSpPr>
          <p:spPr>
            <a:xfrm>
              <a:off x="2723198" y="5178010"/>
              <a:ext cx="1465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minimize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4D06EB7-EF64-8188-2AE3-D78EC1D933D5}"/>
                    </a:ext>
                  </a:extLst>
                </p:cNvPr>
                <p:cNvSpPr txBox="1"/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4D06EB7-EF64-8188-2AE3-D78EC1D933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395C2F6-0076-DAB0-A7D1-6585392B896E}"/>
                    </a:ext>
                  </a:extLst>
                </p:cNvPr>
                <p:cNvSpPr txBox="1"/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395C2F6-0076-DAB0-A7D1-6585392B8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421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681585-2F4A-BBE3-29EB-75EEAD800214}"/>
              </a:ext>
            </a:extLst>
          </p:cNvPr>
          <p:cNvCxnSpPr/>
          <p:nvPr/>
        </p:nvCxnSpPr>
        <p:spPr>
          <a:xfrm>
            <a:off x="6784263" y="1029674"/>
            <a:ext cx="0" cy="5604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308C9BA-D379-AED8-C864-7D4D10BCFE22}"/>
              </a:ext>
            </a:extLst>
          </p:cNvPr>
          <p:cNvSpPr txBox="1"/>
          <p:nvPr/>
        </p:nvSpPr>
        <p:spPr>
          <a:xfrm>
            <a:off x="8459831" y="42639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9CBF74-8114-93B4-5C4C-F8175E879BEE}"/>
                  </a:ext>
                </a:extLst>
              </p:cNvPr>
              <p:cNvSpPr txBox="1"/>
              <p:nvPr/>
            </p:nvSpPr>
            <p:spPr>
              <a:xfrm>
                <a:off x="7999886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9CBF74-8114-93B4-5C4C-F8175E879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886" y="1441038"/>
                <a:ext cx="2209259" cy="369332"/>
              </a:xfrm>
              <a:prstGeom prst="rect">
                <a:avLst/>
              </a:prstGeom>
              <a:blipFill>
                <a:blip r:embed="rId9"/>
                <a:stretch>
                  <a:fillRect l="-3030" r="-110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2BB7065-94C0-06C8-E475-979F792CB741}"/>
              </a:ext>
            </a:extLst>
          </p:cNvPr>
          <p:cNvCxnSpPr/>
          <p:nvPr/>
        </p:nvCxnSpPr>
        <p:spPr>
          <a:xfrm>
            <a:off x="8799871" y="1209368"/>
            <a:ext cx="737419" cy="875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68E2F-4CD2-4ABB-CE87-72AFF777A54D}"/>
                  </a:ext>
                </a:extLst>
              </p:cNvPr>
              <p:cNvSpPr txBox="1"/>
              <p:nvPr/>
            </p:nvSpPr>
            <p:spPr>
              <a:xfrm>
                <a:off x="9068540" y="2084439"/>
                <a:ext cx="9375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68E2F-4CD2-4ABB-CE87-72AFF777A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540" y="2084439"/>
                <a:ext cx="937500" cy="369332"/>
              </a:xfrm>
              <a:prstGeom prst="rect">
                <a:avLst/>
              </a:prstGeom>
              <a:blipFill>
                <a:blip r:embed="rId10"/>
                <a:stretch>
                  <a:fillRect l="-7843" r="-7843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4427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6BCC1-F5B4-A99C-6CA7-586F967E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4D3028-A76F-23E0-BE98-C82A35E08365}"/>
                  </a:ext>
                </a:extLst>
              </p:cNvPr>
              <p:cNvSpPr txBox="1"/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4D3028-A76F-23E0-BE98-C82A35E08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blipFill>
                <a:blip r:embed="rId3"/>
                <a:stretch>
                  <a:fillRect l="-3039" r="-1381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F09927-D11C-FF39-957F-53A641706BF1}"/>
                  </a:ext>
                </a:extLst>
              </p:cNvPr>
              <p:cNvSpPr txBox="1"/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F09927-D11C-FF39-957F-53A641706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9C657D-6E87-2DDF-DAFB-1AA036788B73}"/>
                  </a:ext>
                </a:extLst>
              </p:cNvPr>
              <p:cNvSpPr txBox="1"/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9C657D-6E87-2DDF-DAFB-1AA036788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4466FF0-3D24-9851-6DBC-8B202CA2A00B}"/>
              </a:ext>
            </a:extLst>
          </p:cNvPr>
          <p:cNvSpPr txBox="1"/>
          <p:nvPr/>
        </p:nvSpPr>
        <p:spPr>
          <a:xfrm>
            <a:off x="9005" y="1394872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3B2E7-83DE-3EB3-4D05-98379AB59997}"/>
              </a:ext>
            </a:extLst>
          </p:cNvPr>
          <p:cNvSpPr txBox="1"/>
          <p:nvPr/>
        </p:nvSpPr>
        <p:spPr>
          <a:xfrm>
            <a:off x="9005" y="3654256"/>
            <a:ext cx="223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Cost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C6FFF-3904-91F7-D1C2-D9BF094B6D79}"/>
              </a:ext>
            </a:extLst>
          </p:cNvPr>
          <p:cNvSpPr txBox="1"/>
          <p:nvPr/>
        </p:nvSpPr>
        <p:spPr>
          <a:xfrm>
            <a:off x="9005" y="2395406"/>
            <a:ext cx="1892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Parameters: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EE7390-D50F-FA56-F46D-587A508C9222}"/>
                  </a:ext>
                </a:extLst>
              </p:cNvPr>
              <p:cNvSpPr txBox="1"/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EE7390-D50F-FA56-F46D-587A508C9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blipFill>
                <a:blip r:embed="rId6"/>
                <a:stretch>
                  <a:fillRect l="-8594" r="-312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7A033AE-160E-45B9-7EFC-1BE5D72954AF}"/>
              </a:ext>
            </a:extLst>
          </p:cNvPr>
          <p:cNvSpPr txBox="1"/>
          <p:nvPr/>
        </p:nvSpPr>
        <p:spPr>
          <a:xfrm>
            <a:off x="9005" y="5174420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Goal: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F866EF-E308-6202-0BE5-0F4DF3104EA1}"/>
              </a:ext>
            </a:extLst>
          </p:cNvPr>
          <p:cNvGrpSpPr/>
          <p:nvPr/>
        </p:nvGrpSpPr>
        <p:grpSpPr>
          <a:xfrm>
            <a:off x="1415512" y="5164003"/>
            <a:ext cx="3048499" cy="866010"/>
            <a:chOff x="2723198" y="5178010"/>
            <a:chExt cx="3048499" cy="8660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4A0847-2F9D-9C7D-63B6-1596EA21699A}"/>
                </a:ext>
              </a:extLst>
            </p:cNvPr>
            <p:cNvSpPr txBox="1"/>
            <p:nvPr/>
          </p:nvSpPr>
          <p:spPr>
            <a:xfrm>
              <a:off x="2723198" y="5178010"/>
              <a:ext cx="1465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minimize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8936BCA-B5E8-EECE-7C0D-4A7FCB0E6885}"/>
                    </a:ext>
                  </a:extLst>
                </p:cNvPr>
                <p:cNvSpPr txBox="1"/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8936BCA-B5E8-EECE-7C0D-4A7FCB0E6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346FFF0-6598-2BE3-0B88-304FB6BFDB85}"/>
                    </a:ext>
                  </a:extLst>
                </p:cNvPr>
                <p:cNvSpPr txBox="1"/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346FFF0-6598-2BE3-0B88-304FB6BFD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421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D84184-688B-1358-355A-B98EEF41696F}"/>
              </a:ext>
            </a:extLst>
          </p:cNvPr>
          <p:cNvCxnSpPr/>
          <p:nvPr/>
        </p:nvCxnSpPr>
        <p:spPr>
          <a:xfrm>
            <a:off x="6784263" y="1029674"/>
            <a:ext cx="0" cy="5604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17A1F8B-5C09-0BCD-2B95-6047E1A898A4}"/>
              </a:ext>
            </a:extLst>
          </p:cNvPr>
          <p:cNvSpPr txBox="1"/>
          <p:nvPr/>
        </p:nvSpPr>
        <p:spPr>
          <a:xfrm>
            <a:off x="8459831" y="42639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B78CD-DBB5-0D2A-2802-11FBD39E208F}"/>
                  </a:ext>
                </a:extLst>
              </p:cNvPr>
              <p:cNvSpPr txBox="1"/>
              <p:nvPr/>
            </p:nvSpPr>
            <p:spPr>
              <a:xfrm>
                <a:off x="7999886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EB78CD-DBB5-0D2A-2802-11FBD39E2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886" y="1441038"/>
                <a:ext cx="2209259" cy="369332"/>
              </a:xfrm>
              <a:prstGeom prst="rect">
                <a:avLst/>
              </a:prstGeom>
              <a:blipFill>
                <a:blip r:embed="rId9"/>
                <a:stretch>
                  <a:fillRect l="-3030" r="-110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8A2583-BBEC-4CA7-BD88-8E47FDB3F057}"/>
              </a:ext>
            </a:extLst>
          </p:cNvPr>
          <p:cNvCxnSpPr/>
          <p:nvPr/>
        </p:nvCxnSpPr>
        <p:spPr>
          <a:xfrm>
            <a:off x="8799871" y="1209368"/>
            <a:ext cx="737419" cy="875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681338-890D-608C-3455-BCFFCCAB79A2}"/>
                  </a:ext>
                </a:extLst>
              </p:cNvPr>
              <p:cNvSpPr txBox="1"/>
              <p:nvPr/>
            </p:nvSpPr>
            <p:spPr>
              <a:xfrm>
                <a:off x="9068540" y="2084439"/>
                <a:ext cx="9375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681338-890D-608C-3455-BCFFCCAB7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540" y="2084439"/>
                <a:ext cx="937500" cy="369332"/>
              </a:xfrm>
              <a:prstGeom prst="rect">
                <a:avLst/>
              </a:prstGeom>
              <a:blipFill>
                <a:blip r:embed="rId10"/>
                <a:stretch>
                  <a:fillRect l="-7843" r="-7843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7BF657-D3F8-562F-497C-B99AD5165F5B}"/>
                  </a:ext>
                </a:extLst>
              </p:cNvPr>
              <p:cNvSpPr txBox="1"/>
              <p:nvPr/>
            </p:nvSpPr>
            <p:spPr>
              <a:xfrm>
                <a:off x="8096816" y="2810904"/>
                <a:ext cx="1538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7BF657-D3F8-562F-497C-B99AD5165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816" y="2810904"/>
                <a:ext cx="1538306" cy="369332"/>
              </a:xfrm>
              <a:prstGeom prst="rect">
                <a:avLst/>
              </a:prstGeom>
              <a:blipFill>
                <a:blip r:embed="rId11"/>
                <a:stretch>
                  <a:fillRect l="-4743" r="-1976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3909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5D22-2D3A-1BEA-4E4F-722907A7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017D8B-66D8-AA30-CC53-5F28E0C630FA}"/>
                  </a:ext>
                </a:extLst>
              </p:cNvPr>
              <p:cNvSpPr txBox="1"/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017D8B-66D8-AA30-CC53-5F28E0C63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blipFill>
                <a:blip r:embed="rId3"/>
                <a:stretch>
                  <a:fillRect l="-3039" r="-1381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0BFF6D-A3ED-B9D7-ACA2-A5F137F46779}"/>
                  </a:ext>
                </a:extLst>
              </p:cNvPr>
              <p:cNvSpPr txBox="1"/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0BFF6D-A3ED-B9D7-ACA2-A5F137F46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6D27C9-6FFE-C808-8743-FE6DEBB53149}"/>
                  </a:ext>
                </a:extLst>
              </p:cNvPr>
              <p:cNvSpPr txBox="1"/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6D27C9-6FFE-C808-8743-FE6DEBB53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B1E9970-C718-7AEA-81AA-333E55386136}"/>
              </a:ext>
            </a:extLst>
          </p:cNvPr>
          <p:cNvSpPr txBox="1"/>
          <p:nvPr/>
        </p:nvSpPr>
        <p:spPr>
          <a:xfrm>
            <a:off x="9005" y="1394872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E41BA-882D-577D-C03A-2D261D60E2A9}"/>
              </a:ext>
            </a:extLst>
          </p:cNvPr>
          <p:cNvSpPr txBox="1"/>
          <p:nvPr/>
        </p:nvSpPr>
        <p:spPr>
          <a:xfrm>
            <a:off x="9005" y="3654256"/>
            <a:ext cx="223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Cost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65051-10B5-89A9-77D2-7418326F8CB2}"/>
              </a:ext>
            </a:extLst>
          </p:cNvPr>
          <p:cNvSpPr txBox="1"/>
          <p:nvPr/>
        </p:nvSpPr>
        <p:spPr>
          <a:xfrm>
            <a:off x="9005" y="2395406"/>
            <a:ext cx="1892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Parameters: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3C46C3-C211-57E3-0009-945EF2EE9344}"/>
                  </a:ext>
                </a:extLst>
              </p:cNvPr>
              <p:cNvSpPr txBox="1"/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3C46C3-C211-57E3-0009-945EF2EE9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blipFill>
                <a:blip r:embed="rId6"/>
                <a:stretch>
                  <a:fillRect l="-8594" r="-312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3CDCEDF-1BDA-88A8-2938-A5243AC6C33B}"/>
              </a:ext>
            </a:extLst>
          </p:cNvPr>
          <p:cNvSpPr txBox="1"/>
          <p:nvPr/>
        </p:nvSpPr>
        <p:spPr>
          <a:xfrm>
            <a:off x="9005" y="5174420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Goal: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E4FB12-7593-8982-ECFC-DE92CAB6DD13}"/>
              </a:ext>
            </a:extLst>
          </p:cNvPr>
          <p:cNvGrpSpPr/>
          <p:nvPr/>
        </p:nvGrpSpPr>
        <p:grpSpPr>
          <a:xfrm>
            <a:off x="1415512" y="5164003"/>
            <a:ext cx="3048499" cy="866010"/>
            <a:chOff x="2723198" y="5178010"/>
            <a:chExt cx="3048499" cy="8660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38DB79-19BD-0044-2A25-1FF522C4B5EF}"/>
                </a:ext>
              </a:extLst>
            </p:cNvPr>
            <p:cNvSpPr txBox="1"/>
            <p:nvPr/>
          </p:nvSpPr>
          <p:spPr>
            <a:xfrm>
              <a:off x="2723198" y="5178010"/>
              <a:ext cx="1465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minimize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6F11EF9-0E17-A9E1-5F1F-D7EC840CDEEF}"/>
                    </a:ext>
                  </a:extLst>
                </p:cNvPr>
                <p:cNvSpPr txBox="1"/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6F11EF9-0E17-A9E1-5F1F-D7EC840CD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D8C6EA6-233B-D9A3-197D-48B0B53B15CF}"/>
                    </a:ext>
                  </a:extLst>
                </p:cNvPr>
                <p:cNvSpPr txBox="1"/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D8C6EA6-233B-D9A3-197D-48B0B53B1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421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8916A8-9776-7EFE-FF94-E369396E68BA}"/>
              </a:ext>
            </a:extLst>
          </p:cNvPr>
          <p:cNvCxnSpPr/>
          <p:nvPr/>
        </p:nvCxnSpPr>
        <p:spPr>
          <a:xfrm>
            <a:off x="6784263" y="1029674"/>
            <a:ext cx="0" cy="5604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DC6B60-71C7-DC9B-19FE-1B33B6AE0D1E}"/>
              </a:ext>
            </a:extLst>
          </p:cNvPr>
          <p:cNvSpPr txBox="1"/>
          <p:nvPr/>
        </p:nvSpPr>
        <p:spPr>
          <a:xfrm>
            <a:off x="8459831" y="42639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80C662-77D4-BD5B-2CEB-4CB20A7C5A19}"/>
                  </a:ext>
                </a:extLst>
              </p:cNvPr>
              <p:cNvSpPr txBox="1"/>
              <p:nvPr/>
            </p:nvSpPr>
            <p:spPr>
              <a:xfrm>
                <a:off x="7999886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80C662-77D4-BD5B-2CEB-4CB20A7C5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886" y="1441038"/>
                <a:ext cx="2209259" cy="369332"/>
              </a:xfrm>
              <a:prstGeom prst="rect">
                <a:avLst/>
              </a:prstGeom>
              <a:blipFill>
                <a:blip r:embed="rId9"/>
                <a:stretch>
                  <a:fillRect l="-3030" r="-110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3FA8C9-4B90-16BC-D425-344D1C6ED0D1}"/>
              </a:ext>
            </a:extLst>
          </p:cNvPr>
          <p:cNvCxnSpPr/>
          <p:nvPr/>
        </p:nvCxnSpPr>
        <p:spPr>
          <a:xfrm>
            <a:off x="8799871" y="1209368"/>
            <a:ext cx="737419" cy="875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368824-D82A-CA3B-41C1-DCCCDADFAEBA}"/>
                  </a:ext>
                </a:extLst>
              </p:cNvPr>
              <p:cNvSpPr txBox="1"/>
              <p:nvPr/>
            </p:nvSpPr>
            <p:spPr>
              <a:xfrm>
                <a:off x="9068540" y="2084439"/>
                <a:ext cx="9375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368824-D82A-CA3B-41C1-DCCCDADFA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540" y="2084439"/>
                <a:ext cx="937500" cy="369332"/>
              </a:xfrm>
              <a:prstGeom prst="rect">
                <a:avLst/>
              </a:prstGeom>
              <a:blipFill>
                <a:blip r:embed="rId10"/>
                <a:stretch>
                  <a:fillRect l="-7843" r="-7843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B865EF-3E6E-1023-F524-E7FC49846552}"/>
                  </a:ext>
                </a:extLst>
              </p:cNvPr>
              <p:cNvSpPr txBox="1"/>
              <p:nvPr/>
            </p:nvSpPr>
            <p:spPr>
              <a:xfrm>
                <a:off x="8052501" y="2937111"/>
                <a:ext cx="1538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B865EF-3E6E-1023-F524-E7FC49846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501" y="2937111"/>
                <a:ext cx="1538306" cy="369332"/>
              </a:xfrm>
              <a:prstGeom prst="rect">
                <a:avLst/>
              </a:prstGeom>
              <a:blipFill>
                <a:blip r:embed="rId11"/>
                <a:stretch>
                  <a:fillRect l="-4762" r="-1984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9DE97D-E555-B28A-0898-B93C3E07B635}"/>
                  </a:ext>
                </a:extLst>
              </p:cNvPr>
              <p:cNvSpPr txBox="1"/>
              <p:nvPr/>
            </p:nvSpPr>
            <p:spPr>
              <a:xfrm>
                <a:off x="7232949" y="3994224"/>
                <a:ext cx="1769394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9DE97D-E555-B28A-0898-B93C3E07B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949" y="3994224"/>
                <a:ext cx="1769394" cy="6939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F9BFE5-54A6-7C4C-BCAC-9E79C158C4AA}"/>
                  </a:ext>
                </a:extLst>
              </p:cNvPr>
              <p:cNvSpPr txBox="1"/>
              <p:nvPr/>
            </p:nvSpPr>
            <p:spPr>
              <a:xfrm>
                <a:off x="8746667" y="3853951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F9BFE5-54A6-7C4C-BCAC-9E79C158C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667" y="3853951"/>
                <a:ext cx="3099130" cy="110055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2157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64B2-3DBB-C577-C40F-7EB96AC2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06AA0C-33AF-EB59-5EA5-5FFEE2658C77}"/>
                  </a:ext>
                </a:extLst>
              </p:cNvPr>
              <p:cNvSpPr txBox="1"/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06AA0C-33AF-EB59-5EA5-5FFEE2658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blipFill>
                <a:blip r:embed="rId3"/>
                <a:stretch>
                  <a:fillRect l="-3039" r="-1381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7D9A16-52DA-EEEE-8DC6-234981322ACA}"/>
                  </a:ext>
                </a:extLst>
              </p:cNvPr>
              <p:cNvSpPr txBox="1"/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7D9A16-52DA-EEEE-8DC6-234981322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4FC4F9-1823-1769-CAA6-795388BB2CD4}"/>
                  </a:ext>
                </a:extLst>
              </p:cNvPr>
              <p:cNvSpPr txBox="1"/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4FC4F9-1823-1769-CAA6-795388BB2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A3F8359-625E-39C7-70F8-1151D754560D}"/>
              </a:ext>
            </a:extLst>
          </p:cNvPr>
          <p:cNvSpPr txBox="1"/>
          <p:nvPr/>
        </p:nvSpPr>
        <p:spPr>
          <a:xfrm>
            <a:off x="9005" y="1394872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A775E-3A47-67DE-5CD1-D6B1C43952EF}"/>
              </a:ext>
            </a:extLst>
          </p:cNvPr>
          <p:cNvSpPr txBox="1"/>
          <p:nvPr/>
        </p:nvSpPr>
        <p:spPr>
          <a:xfrm>
            <a:off x="9005" y="3654256"/>
            <a:ext cx="223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Cost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C79FC-3B87-3A6C-3DC7-14DF62E72C81}"/>
              </a:ext>
            </a:extLst>
          </p:cNvPr>
          <p:cNvSpPr txBox="1"/>
          <p:nvPr/>
        </p:nvSpPr>
        <p:spPr>
          <a:xfrm>
            <a:off x="9005" y="2395406"/>
            <a:ext cx="1892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Parameters: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DA8FC1-1316-7C80-012B-5C53EF21D30A}"/>
                  </a:ext>
                </a:extLst>
              </p:cNvPr>
              <p:cNvSpPr txBox="1"/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DA8FC1-1316-7C80-012B-5C53EF21D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blipFill>
                <a:blip r:embed="rId6"/>
                <a:stretch>
                  <a:fillRect l="-8594" r="-312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5B17A74-5881-33AE-C043-E4CC83E57EDE}"/>
              </a:ext>
            </a:extLst>
          </p:cNvPr>
          <p:cNvSpPr txBox="1"/>
          <p:nvPr/>
        </p:nvSpPr>
        <p:spPr>
          <a:xfrm>
            <a:off x="9005" y="5174420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Goal: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F58EF3-410A-0A7C-19DD-0ACA8A92DFF6}"/>
              </a:ext>
            </a:extLst>
          </p:cNvPr>
          <p:cNvGrpSpPr/>
          <p:nvPr/>
        </p:nvGrpSpPr>
        <p:grpSpPr>
          <a:xfrm>
            <a:off x="1415512" y="5164003"/>
            <a:ext cx="3048499" cy="866010"/>
            <a:chOff x="2723198" y="5178010"/>
            <a:chExt cx="3048499" cy="8660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C78BF6-D663-2F71-DA7D-F15124CA0AD5}"/>
                </a:ext>
              </a:extLst>
            </p:cNvPr>
            <p:cNvSpPr txBox="1"/>
            <p:nvPr/>
          </p:nvSpPr>
          <p:spPr>
            <a:xfrm>
              <a:off x="2723198" y="5178010"/>
              <a:ext cx="1465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minimize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7048A56-71A6-686E-38B8-9BDDC7E443CD}"/>
                    </a:ext>
                  </a:extLst>
                </p:cNvPr>
                <p:cNvSpPr txBox="1"/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7048A56-71A6-686E-38B8-9BDDC7E44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010427-A522-CB60-E3C3-238A403615E4}"/>
                    </a:ext>
                  </a:extLst>
                </p:cNvPr>
                <p:cNvSpPr txBox="1"/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010427-A522-CB60-E3C3-238A403615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421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6270A0-31AD-0E87-5945-4ECA1C62C870}"/>
              </a:ext>
            </a:extLst>
          </p:cNvPr>
          <p:cNvCxnSpPr/>
          <p:nvPr/>
        </p:nvCxnSpPr>
        <p:spPr>
          <a:xfrm>
            <a:off x="6784263" y="1029674"/>
            <a:ext cx="0" cy="5604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4486430-B9F7-4E34-5FEE-A3207BEAF37B}"/>
              </a:ext>
            </a:extLst>
          </p:cNvPr>
          <p:cNvSpPr txBox="1"/>
          <p:nvPr/>
        </p:nvSpPr>
        <p:spPr>
          <a:xfrm>
            <a:off x="8459831" y="42639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2F86C3-4F0C-BBCF-A342-7607DCDE5DC3}"/>
                  </a:ext>
                </a:extLst>
              </p:cNvPr>
              <p:cNvSpPr txBox="1"/>
              <p:nvPr/>
            </p:nvSpPr>
            <p:spPr>
              <a:xfrm>
                <a:off x="7999886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2F86C3-4F0C-BBCF-A342-7607DCDE5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886" y="1441038"/>
                <a:ext cx="2209259" cy="369332"/>
              </a:xfrm>
              <a:prstGeom prst="rect">
                <a:avLst/>
              </a:prstGeom>
              <a:blipFill>
                <a:blip r:embed="rId9"/>
                <a:stretch>
                  <a:fillRect l="-3030" r="-110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BB9754-A18E-14ED-31BA-84DE53432EB0}"/>
              </a:ext>
            </a:extLst>
          </p:cNvPr>
          <p:cNvCxnSpPr/>
          <p:nvPr/>
        </p:nvCxnSpPr>
        <p:spPr>
          <a:xfrm>
            <a:off x="8799871" y="1209368"/>
            <a:ext cx="737419" cy="875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C501CC-9359-359D-75F6-A9542C0F5C64}"/>
                  </a:ext>
                </a:extLst>
              </p:cNvPr>
              <p:cNvSpPr txBox="1"/>
              <p:nvPr/>
            </p:nvSpPr>
            <p:spPr>
              <a:xfrm>
                <a:off x="9068540" y="2084439"/>
                <a:ext cx="9375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1C501CC-9359-359D-75F6-A9542C0F5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540" y="2084439"/>
                <a:ext cx="937500" cy="369332"/>
              </a:xfrm>
              <a:prstGeom prst="rect">
                <a:avLst/>
              </a:prstGeom>
              <a:blipFill>
                <a:blip r:embed="rId10"/>
                <a:stretch>
                  <a:fillRect l="-7843" r="-7843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9F08ED-7B89-1736-EAA4-AA17D911EFF7}"/>
                  </a:ext>
                </a:extLst>
              </p:cNvPr>
              <p:cNvSpPr txBox="1"/>
              <p:nvPr/>
            </p:nvSpPr>
            <p:spPr>
              <a:xfrm>
                <a:off x="8052501" y="2937111"/>
                <a:ext cx="1538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9F08ED-7B89-1736-EAA4-AA17D911E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501" y="2937111"/>
                <a:ext cx="1538306" cy="369332"/>
              </a:xfrm>
              <a:prstGeom prst="rect">
                <a:avLst/>
              </a:prstGeom>
              <a:blipFill>
                <a:blip r:embed="rId11"/>
                <a:stretch>
                  <a:fillRect l="-4762" r="-1984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27826C-844E-0921-C7AD-70C353E6DFBB}"/>
                  </a:ext>
                </a:extLst>
              </p:cNvPr>
              <p:cNvSpPr txBox="1"/>
              <p:nvPr/>
            </p:nvSpPr>
            <p:spPr>
              <a:xfrm>
                <a:off x="7232949" y="3994224"/>
                <a:ext cx="1769394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27826C-844E-0921-C7AD-70C353E6D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949" y="3994224"/>
                <a:ext cx="1769394" cy="6939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E9AA12-190E-FA19-A336-91512DEFE7C8}"/>
                  </a:ext>
                </a:extLst>
              </p:cNvPr>
              <p:cNvSpPr txBox="1"/>
              <p:nvPr/>
            </p:nvSpPr>
            <p:spPr>
              <a:xfrm>
                <a:off x="8746667" y="3853951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E9AA12-190E-FA19-A336-91512DEFE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667" y="3853951"/>
                <a:ext cx="3099130" cy="110055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E0689BA-2841-6B88-C905-DB8F694239B2}"/>
              </a:ext>
            </a:extLst>
          </p:cNvPr>
          <p:cNvGrpSpPr/>
          <p:nvPr/>
        </p:nvGrpSpPr>
        <p:grpSpPr>
          <a:xfrm>
            <a:off x="7580265" y="5487502"/>
            <a:ext cx="2227067" cy="863333"/>
            <a:chOff x="2723198" y="5178010"/>
            <a:chExt cx="2227067" cy="86333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5C94D1-6F5D-A74A-6C88-8EADC8195445}"/>
                </a:ext>
              </a:extLst>
            </p:cNvPr>
            <p:cNvSpPr txBox="1"/>
            <p:nvPr/>
          </p:nvSpPr>
          <p:spPr>
            <a:xfrm>
              <a:off x="2723198" y="5178010"/>
              <a:ext cx="1465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minimize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93D55BD-0BDF-87B2-30AC-C2EF839487EF}"/>
                    </a:ext>
                  </a:extLst>
                </p:cNvPr>
                <p:cNvSpPr txBox="1"/>
                <p:nvPr/>
              </p:nvSpPr>
              <p:spPr>
                <a:xfrm>
                  <a:off x="3142819" y="5672011"/>
                  <a:ext cx="61574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93D55BD-0BDF-87B2-30AC-C2EF83948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819" y="5672011"/>
                  <a:ext cx="615745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DA77E49-A074-759D-1102-9C0425CBA1B7}"/>
                    </a:ext>
                  </a:extLst>
                </p:cNvPr>
                <p:cNvSpPr txBox="1"/>
                <p:nvPr/>
              </p:nvSpPr>
              <p:spPr>
                <a:xfrm>
                  <a:off x="4211473" y="5178010"/>
                  <a:ext cx="73879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DA77E49-A074-759D-1102-9C0425CBA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1473" y="5178010"/>
                  <a:ext cx="738792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13223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071416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470F-B7A4-9188-EB1A-5D1F5681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E2FEAD-A699-8E6A-F778-756977ED6078}"/>
                  </a:ext>
                </a:extLst>
              </p:cNvPr>
              <p:cNvSpPr txBox="1"/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E2FEAD-A699-8E6A-F778-756977ED6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1441038"/>
                <a:ext cx="2209259" cy="369332"/>
              </a:xfrm>
              <a:prstGeom prst="rect">
                <a:avLst/>
              </a:prstGeom>
              <a:blipFill>
                <a:blip r:embed="rId3"/>
                <a:stretch>
                  <a:fillRect l="-3039" r="-1381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978DF-A255-20F7-0CA7-8511F2EB341F}"/>
                  </a:ext>
                </a:extLst>
              </p:cNvPr>
              <p:cNvSpPr txBox="1"/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978DF-A255-20F7-0CA7-8511F2EB3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078" y="3484914"/>
                <a:ext cx="2058256" cy="693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BD2C97-B401-3258-2A88-7A529547F2E5}"/>
                  </a:ext>
                </a:extLst>
              </p:cNvPr>
              <p:cNvSpPr txBox="1"/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BD2C97-B401-3258-2A88-7A529547F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720" y="3344641"/>
                <a:ext cx="3099130" cy="1100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FD84FD2-22E5-35D1-059A-A6E031932EC3}"/>
              </a:ext>
            </a:extLst>
          </p:cNvPr>
          <p:cNvSpPr txBox="1"/>
          <p:nvPr/>
        </p:nvSpPr>
        <p:spPr>
          <a:xfrm>
            <a:off x="9005" y="1394872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Hypothesis: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624B9-8A92-A659-DFB1-55C9746F5096}"/>
              </a:ext>
            </a:extLst>
          </p:cNvPr>
          <p:cNvSpPr txBox="1"/>
          <p:nvPr/>
        </p:nvSpPr>
        <p:spPr>
          <a:xfrm>
            <a:off x="9005" y="3654256"/>
            <a:ext cx="223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Cost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D07FC-24DD-1566-1826-92F46F51517C}"/>
              </a:ext>
            </a:extLst>
          </p:cNvPr>
          <p:cNvSpPr txBox="1"/>
          <p:nvPr/>
        </p:nvSpPr>
        <p:spPr>
          <a:xfrm>
            <a:off x="9005" y="2395406"/>
            <a:ext cx="1892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Parameters: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43F703-D5D9-1AA1-8F64-F9CFF8625917}"/>
                  </a:ext>
                </a:extLst>
              </p:cNvPr>
              <p:cNvSpPr txBox="1"/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43F703-D5D9-1AA1-8F64-F9CFF8625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299" y="2441572"/>
                <a:ext cx="778996" cy="369332"/>
              </a:xfrm>
              <a:prstGeom prst="rect">
                <a:avLst/>
              </a:prstGeom>
              <a:blipFill>
                <a:blip r:embed="rId6"/>
                <a:stretch>
                  <a:fillRect l="-8594" r="-312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DD6098B-5B95-8FD5-4804-8D8BD9F51039}"/>
              </a:ext>
            </a:extLst>
          </p:cNvPr>
          <p:cNvSpPr txBox="1"/>
          <p:nvPr/>
        </p:nvSpPr>
        <p:spPr>
          <a:xfrm>
            <a:off x="9005" y="5174420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Goal: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8FECAE-49A9-DCF8-7312-84322D958FB2}"/>
              </a:ext>
            </a:extLst>
          </p:cNvPr>
          <p:cNvGrpSpPr/>
          <p:nvPr/>
        </p:nvGrpSpPr>
        <p:grpSpPr>
          <a:xfrm>
            <a:off x="1415512" y="5164003"/>
            <a:ext cx="3048499" cy="866010"/>
            <a:chOff x="2723198" y="5178010"/>
            <a:chExt cx="3048499" cy="8660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DFABEF-E711-B652-2531-F7A2E8FCE821}"/>
                </a:ext>
              </a:extLst>
            </p:cNvPr>
            <p:cNvSpPr txBox="1"/>
            <p:nvPr/>
          </p:nvSpPr>
          <p:spPr>
            <a:xfrm>
              <a:off x="2723198" y="5178010"/>
              <a:ext cx="1465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minimize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00E247A-1B0C-CB28-E9C2-40C5C7720D41}"/>
                    </a:ext>
                  </a:extLst>
                </p:cNvPr>
                <p:cNvSpPr txBox="1"/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00E247A-1B0C-CB28-E9C2-40C5C7720D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304" y="5674688"/>
                  <a:ext cx="103445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138D721-2020-E152-2D2C-F94B3767B2CE}"/>
                    </a:ext>
                  </a:extLst>
                </p:cNvPr>
                <p:cNvSpPr txBox="1"/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138D721-2020-E152-2D2C-F94B3767B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201" y="5178010"/>
                  <a:ext cx="115749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421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904BD1-BC50-747C-1C16-22300C9CD307}"/>
              </a:ext>
            </a:extLst>
          </p:cNvPr>
          <p:cNvCxnSpPr/>
          <p:nvPr/>
        </p:nvCxnSpPr>
        <p:spPr>
          <a:xfrm>
            <a:off x="6784263" y="1029674"/>
            <a:ext cx="0" cy="5604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D7A221-70C5-E49A-9577-F3CFF9E0250A}"/>
              </a:ext>
            </a:extLst>
          </p:cNvPr>
          <p:cNvSpPr txBox="1"/>
          <p:nvPr/>
        </p:nvSpPr>
        <p:spPr>
          <a:xfrm>
            <a:off x="8459831" y="42639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2654C0-A26A-EBF6-9C39-63A7A644B48C}"/>
                  </a:ext>
                </a:extLst>
              </p:cNvPr>
              <p:cNvSpPr txBox="1"/>
              <p:nvPr/>
            </p:nvSpPr>
            <p:spPr>
              <a:xfrm>
                <a:off x="6800350" y="1441038"/>
                <a:ext cx="22092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2654C0-A26A-EBF6-9C39-63A7A644B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350" y="1441038"/>
                <a:ext cx="2209259" cy="369332"/>
              </a:xfrm>
              <a:prstGeom prst="rect">
                <a:avLst/>
              </a:prstGeom>
              <a:blipFill>
                <a:blip r:embed="rId9"/>
                <a:stretch>
                  <a:fillRect l="-3039" r="-110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31348E-9BCD-57F3-CB78-3576C59740DB}"/>
              </a:ext>
            </a:extLst>
          </p:cNvPr>
          <p:cNvCxnSpPr/>
          <p:nvPr/>
        </p:nvCxnSpPr>
        <p:spPr>
          <a:xfrm>
            <a:off x="7600335" y="1209368"/>
            <a:ext cx="737419" cy="875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CDF431-EAE9-2458-5B94-8A859442FCC5}"/>
                  </a:ext>
                </a:extLst>
              </p:cNvPr>
              <p:cNvSpPr txBox="1"/>
              <p:nvPr/>
            </p:nvSpPr>
            <p:spPr>
              <a:xfrm>
                <a:off x="7869004" y="2084439"/>
                <a:ext cx="9375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CDF431-EAE9-2458-5B94-8A859442F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004" y="2084439"/>
                <a:ext cx="937500" cy="369332"/>
              </a:xfrm>
              <a:prstGeom prst="rect">
                <a:avLst/>
              </a:prstGeom>
              <a:blipFill>
                <a:blip r:embed="rId10"/>
                <a:stretch>
                  <a:fillRect l="-7792" r="-7143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53D00D-25C5-30B3-FB2B-5A006D82F633}"/>
                  </a:ext>
                </a:extLst>
              </p:cNvPr>
              <p:cNvSpPr txBox="1"/>
              <p:nvPr/>
            </p:nvSpPr>
            <p:spPr>
              <a:xfrm>
                <a:off x="6838779" y="3104207"/>
                <a:ext cx="1538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53D00D-25C5-30B3-FB2B-5A006D82F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779" y="3104207"/>
                <a:ext cx="1538306" cy="369332"/>
              </a:xfrm>
              <a:prstGeom prst="rect">
                <a:avLst/>
              </a:prstGeom>
              <a:blipFill>
                <a:blip r:embed="rId11"/>
                <a:stretch>
                  <a:fillRect l="-4762" r="-1984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FF70A4-2A44-6957-C529-5C905AE7EBBF}"/>
                  </a:ext>
                </a:extLst>
              </p:cNvPr>
              <p:cNvSpPr txBox="1"/>
              <p:nvPr/>
            </p:nvSpPr>
            <p:spPr>
              <a:xfrm>
                <a:off x="6878987" y="4338353"/>
                <a:ext cx="1639551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FF70A4-2A44-6957-C529-5C905AE7E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987" y="4338353"/>
                <a:ext cx="1639551" cy="6939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4F24B75-DB4F-957F-1CA9-8A3D14E5CEF9}"/>
                  </a:ext>
                </a:extLst>
              </p:cNvPr>
              <p:cNvSpPr txBox="1"/>
              <p:nvPr/>
            </p:nvSpPr>
            <p:spPr>
              <a:xfrm>
                <a:off x="8392705" y="4198080"/>
                <a:ext cx="309913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4F24B75-DB4F-957F-1CA9-8A3D14E5C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705" y="4198080"/>
                <a:ext cx="3099130" cy="110055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AFC91946-B8C2-882E-28E3-F357C1E08A25}"/>
              </a:ext>
            </a:extLst>
          </p:cNvPr>
          <p:cNvGrpSpPr/>
          <p:nvPr/>
        </p:nvGrpSpPr>
        <p:grpSpPr>
          <a:xfrm>
            <a:off x="7226303" y="5831631"/>
            <a:ext cx="2227067" cy="863333"/>
            <a:chOff x="2723198" y="5178010"/>
            <a:chExt cx="2227067" cy="86333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BFA10C9-B988-8083-820B-BA5A3B44FB9F}"/>
                </a:ext>
              </a:extLst>
            </p:cNvPr>
            <p:cNvSpPr txBox="1"/>
            <p:nvPr/>
          </p:nvSpPr>
          <p:spPr>
            <a:xfrm>
              <a:off x="2723198" y="5178010"/>
              <a:ext cx="1465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minimize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F0193D6-ABAF-657D-2525-B1082E049B08}"/>
                    </a:ext>
                  </a:extLst>
                </p:cNvPr>
                <p:cNvSpPr txBox="1"/>
                <p:nvPr/>
              </p:nvSpPr>
              <p:spPr>
                <a:xfrm>
                  <a:off x="3142819" y="5672011"/>
                  <a:ext cx="61574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F0193D6-ABAF-657D-2525-B1082E049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819" y="5672011"/>
                  <a:ext cx="615745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FD32419-6279-336C-73F6-A178ED13BED8}"/>
                    </a:ext>
                  </a:extLst>
                </p:cNvPr>
                <p:cNvSpPr txBox="1"/>
                <p:nvPr/>
              </p:nvSpPr>
              <p:spPr>
                <a:xfrm>
                  <a:off x="4211473" y="5178010"/>
                  <a:ext cx="73879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FD32419-6279-336C-73F6-A178ED13B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1473" y="5178010"/>
                  <a:ext cx="738792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13223" b="-2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731618-6C52-5CB2-0304-3432ECB93ABF}"/>
              </a:ext>
            </a:extLst>
          </p:cNvPr>
          <p:cNvCxnSpPr/>
          <p:nvPr/>
        </p:nvCxnSpPr>
        <p:spPr>
          <a:xfrm>
            <a:off x="9890031" y="3654256"/>
            <a:ext cx="208565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1A85F2-5E3E-1919-ECF4-49E022E8689D}"/>
              </a:ext>
            </a:extLst>
          </p:cNvPr>
          <p:cNvCxnSpPr>
            <a:cxnSpLocks/>
          </p:cNvCxnSpPr>
          <p:nvPr/>
        </p:nvCxnSpPr>
        <p:spPr>
          <a:xfrm rot="16200000">
            <a:off x="8847202" y="2622257"/>
            <a:ext cx="208565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B041F8-8B4C-7CFE-34D0-DC3C0B4B1BFC}"/>
              </a:ext>
            </a:extLst>
          </p:cNvPr>
          <p:cNvCxnSpPr/>
          <p:nvPr/>
        </p:nvCxnSpPr>
        <p:spPr>
          <a:xfrm flipV="1">
            <a:off x="9890031" y="1740310"/>
            <a:ext cx="1751363" cy="191394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701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5269A9-DCAA-0BB4-E9CC-EAB48B39A492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5269A9-DCAA-0BB4-E9CC-EAB48B39A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E7719A-20C6-0A29-274F-AFCF61462541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E7719A-20C6-0A29-274F-AFCF61462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6AEC9D-D048-521B-2B2C-83D2DD96E162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6AEC9D-D048-521B-2B2C-83D2DD96E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27FBAE-7643-1FF6-67D9-C3A912062A98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27FBAE-7643-1FF6-67D9-C3A912062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BCAABE-69D8-A976-D0D8-165BB150EE4C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7D05F99D-C835-80B0-5340-B8C02BA17F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587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CF52-FA1B-14E8-0FF6-D4B6E269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01E06B-CACB-7422-1F6F-609638C521D5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01E06B-CACB-7422-1F6F-609638C52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8E446C-4F2E-389B-6FAB-6ADD459B8B70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8E446C-4F2E-389B-6FAB-6ADD459B8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55F4A6-682B-74E9-2D02-0A080BD12510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55F4A6-682B-74E9-2D02-0A080BD12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0D82CD-5F45-862D-8067-BB81D1D1759E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0D82CD-5F45-862D-8067-BB81D1D17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AB0A20-6ED3-CDC5-4FD9-E24D037B6F61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15B74259-FED5-A548-1A71-0C9C6CFE85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481314-6B5D-77C2-8DD0-E02D35AEB2F2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73F2DD-92F5-C2BD-347F-96E0AA23712A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73F2DD-92F5-C2BD-347F-96E0AA237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CAB3CA-970A-C143-ED73-333A568DE629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CAB3CA-970A-C143-ED73-333A568DE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879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CCCF0-E172-93D8-49C5-4C5DA7AFC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BC67A9-70C0-8DB0-0D7C-FFB2FA5C8803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BC67A9-70C0-8DB0-0D7C-FFB2FA5C8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F15089-6FE2-357B-4065-77D633952C7B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F15089-6FE2-357B-4065-77D633952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AC3B6E-2B46-0154-3049-CEE796B3B7F8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AC3B6E-2B46-0154-3049-CEE796B3B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9FB329-B07C-03A2-DBB0-51EAB67CFEAE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9FB329-B07C-03A2-DBB0-51EAB67CF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D55420-4505-FDAC-5B92-DABE171481BE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869F9116-D362-B77F-3905-44D4D31C1F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806161-60C1-3D2B-94E4-D7E48E6C92FE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161E9A-AB99-CF06-2606-795F1079FAA9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161E9A-AB99-CF06-2606-795F1079F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58A5AC-AA02-7214-A99B-9712D0784C7D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58A5AC-AA02-7214-A99B-9712D0784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8AFA13-C577-3B84-9EAE-E87BCD3F7DC0}"/>
                  </a:ext>
                </a:extLst>
              </p:cNvPr>
              <p:cNvSpPr txBox="1"/>
              <p:nvPr/>
            </p:nvSpPr>
            <p:spPr>
              <a:xfrm>
                <a:off x="518414" y="4523687"/>
                <a:ext cx="4038863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8AFA13-C577-3B84-9EAE-E87BCD3F7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14" y="4523687"/>
                <a:ext cx="4038863" cy="10082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5274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2B1A-C92A-970D-7EE1-6FD944AC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674225-D5A1-8845-C343-D6A48E31D9A8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674225-D5A1-8845-C343-D6A48E31D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32B997-1A89-3BA5-7E9A-5EA1EC327EF3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32B997-1A89-3BA5-7E9A-5EA1EC327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9EA718-4AEB-3208-CD7D-94A556713257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9EA718-4AEB-3208-CD7D-94A556713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08439D-ED74-55DF-39E3-ACA9D1CAC873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08439D-ED74-55DF-39E3-ACA9D1CAC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16FD1E-0793-390D-A1F5-E8F1D7786530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30746177-65C0-FB71-D262-97962467C6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7D6AB3-DA7E-3133-21F1-BAE52F84516B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797EE3-EBF7-593D-C4D6-70E8C70D8C50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797EE3-EBF7-593D-C4D6-70E8C70D8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09B2FC-E7D6-2550-9170-C66B7BA5D010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09B2FC-E7D6-2550-9170-C66B7BA5D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957974-4229-DE17-F676-7272525504DE}"/>
                  </a:ext>
                </a:extLst>
              </p:cNvPr>
              <p:cNvSpPr txBox="1"/>
              <p:nvPr/>
            </p:nvSpPr>
            <p:spPr>
              <a:xfrm>
                <a:off x="518413" y="4573086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957974-4229-DE17-F676-727252550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13" y="4573086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5900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7EB0-A006-B36A-5F21-6FC1DC9B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E237A7-A80B-04C5-E6BB-D26C79ACF174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E237A7-A80B-04C5-E6BB-D26C79ACF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D1868A-2CF2-C256-77FC-5BD8531B138F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D1868A-2CF2-C256-77FC-5BD8531B1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D8D256-87F1-1C34-FBD5-436DAF2CC920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D8D256-87F1-1C34-FBD5-436DAF2CC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32ADBB-D47C-3257-3D77-4743E4FCF2F5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32ADBB-D47C-3257-3D77-4743E4FCF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855D21-48A3-B332-A980-B7C55D6A640D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EABB776C-FA18-EEB6-3435-33A5EE8F31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26BF29-61A3-1A73-CFE4-FBD0FDB098B8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D65381-BEFC-C462-3C94-F7D591CCDD84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D65381-BEFC-C462-3C94-F7D591CCD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689C2A-8570-84F0-FF0A-43A7CCBABA24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689C2A-8570-84F0-FF0A-43A7CCBAB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83CEC0-8587-4551-1876-9FFE3C177EB2}"/>
                  </a:ext>
                </a:extLst>
              </p:cNvPr>
              <p:cNvSpPr txBox="1"/>
              <p:nvPr/>
            </p:nvSpPr>
            <p:spPr>
              <a:xfrm>
                <a:off x="143046" y="4583668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83CEC0-8587-4551-1876-9FFE3C177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6" y="4583668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BF8C51-0F8D-0E8A-4FDF-C5947336552C}"/>
                  </a:ext>
                </a:extLst>
              </p:cNvPr>
              <p:cNvSpPr txBox="1"/>
              <p:nvPr/>
            </p:nvSpPr>
            <p:spPr>
              <a:xfrm>
                <a:off x="143047" y="575056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BF8C51-0F8D-0E8A-4FDF-C59473365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5750560"/>
                <a:ext cx="4622547" cy="10382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3418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47C9A-849F-5341-0A10-142A4E8A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1A3C02-865B-735A-5762-28BBE95165AD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1A3C02-865B-735A-5762-28BBE9516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FA433B-FB08-9855-1957-1C3BD56D8824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FA433B-FB08-9855-1957-1C3BD56D8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A60C5F-1553-571B-7B86-A0D17BFE74EF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A60C5F-1553-571B-7B86-A0D17BFE7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5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5CCA9-0B20-4B45-990A-F0DB527AC8EF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5CCA9-0B20-4B45-990A-F0DB527AC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6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863D80-0151-A77F-5D86-65D9B136EDEC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62F56C4D-6BB5-A543-E4BE-035DA40B79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306CFA-7487-4935-1E47-EC78DC7CEFAE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AA73D8-3719-9BBA-D08C-B3FC0C41DCA6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AA73D8-3719-9BBA-D08C-B3FC0C41D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8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857A4F-41DB-B518-D617-EE75CE022426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857A4F-41DB-B518-D617-EE75CE022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9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B5CE0F-5EB2-8A1D-340D-6B3F4C81BB71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B5CE0F-5EB2-8A1D-340D-6B3F4C81B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775317-63A5-385F-B140-0DE71D8ED04C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7898316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775317-63A5-385F-B140-0DE71D8ED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7898316" cy="6938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8263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A863B-F143-A13E-E956-D39E54F1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97C269-B2B6-EF5C-7776-AB7981451652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97C269-B2B6-EF5C-7776-AB7981451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D7FDFB-E5BD-88FD-C42D-5D2CB25530AA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D7FDFB-E5BD-88FD-C42D-5D2CB2553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46AC4C-E3F3-2663-567B-E90ADE6EDB80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46AC4C-E3F3-2663-567B-E90ADE6ED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65440B-EA93-C06A-D059-E5EDE0A059C6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65440B-EA93-C06A-D059-E5EDE0A05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D19F0E-C363-E7CB-455E-ABFFAC91EA75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7CA20E17-12FB-81D6-BF8F-7D5F0BE214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D3FBC8-9168-22F1-B042-C700C74B8279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DC6602-7503-A598-1A65-4467F0E2E4DA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DC6602-7503-A598-1A65-4467F0E2E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D55B7C-4172-D51A-376E-326E7CAE0196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D55B7C-4172-D51A-376E-326E7CAE0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BFB934-432C-BC65-55A7-C0C4B6DC6A01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BFB934-432C-BC65-55A7-C0C4B6DC6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00D3B1-512C-2B76-A6EB-5AC6AB6B8D02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7898316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00D3B1-512C-2B76-A6EB-5AC6AB6B8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7898316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EDCA5D2F-356A-768F-EDCC-FB3A3DAAFD0E}"/>
              </a:ext>
            </a:extLst>
          </p:cNvPr>
          <p:cNvSpPr/>
          <p:nvPr/>
        </p:nvSpPr>
        <p:spPr>
          <a:xfrm rot="16200000">
            <a:off x="2477373" y="5753785"/>
            <a:ext cx="382477" cy="1307422"/>
          </a:xfrm>
          <a:prstGeom prst="leftBrace">
            <a:avLst>
              <a:gd name="adj1" fmla="val 40209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8DEE95F-2362-258E-67CD-EA4A142AFD0A}"/>
              </a:ext>
            </a:extLst>
          </p:cNvPr>
          <p:cNvSpPr/>
          <p:nvPr/>
        </p:nvSpPr>
        <p:spPr>
          <a:xfrm rot="16200000">
            <a:off x="4570608" y="5753786"/>
            <a:ext cx="382477" cy="1307422"/>
          </a:xfrm>
          <a:prstGeom prst="leftBrace">
            <a:avLst>
              <a:gd name="adj1" fmla="val 40209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8D0A5B5-BC48-0E69-C43E-473CC76DBA29}"/>
              </a:ext>
            </a:extLst>
          </p:cNvPr>
          <p:cNvSpPr/>
          <p:nvPr/>
        </p:nvSpPr>
        <p:spPr>
          <a:xfrm rot="16200000">
            <a:off x="6633363" y="5748571"/>
            <a:ext cx="382477" cy="1307422"/>
          </a:xfrm>
          <a:prstGeom prst="leftBrace">
            <a:avLst>
              <a:gd name="adj1" fmla="val 40209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9E7296-B5D7-0222-8E31-ED36FB88EFA1}"/>
              </a:ext>
            </a:extLst>
          </p:cNvPr>
          <p:cNvSpPr txBox="1"/>
          <p:nvPr/>
        </p:nvSpPr>
        <p:spPr>
          <a:xfrm>
            <a:off x="2194560" y="6492240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4DE36F-B6D8-4022-46D2-F51FC878B95C}"/>
              </a:ext>
            </a:extLst>
          </p:cNvPr>
          <p:cNvSpPr txBox="1"/>
          <p:nvPr/>
        </p:nvSpPr>
        <p:spPr>
          <a:xfrm>
            <a:off x="4273549" y="6492240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86C628-0E94-553A-CD85-55251387916C}"/>
              </a:ext>
            </a:extLst>
          </p:cNvPr>
          <p:cNvSpPr txBox="1"/>
          <p:nvPr/>
        </p:nvSpPr>
        <p:spPr>
          <a:xfrm>
            <a:off x="6326123" y="6492240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 = 3</a:t>
            </a:r>
          </a:p>
        </p:txBody>
      </p:sp>
    </p:spTree>
    <p:extLst>
      <p:ext uri="{BB962C8B-B14F-4D97-AF65-F5344CB8AC3E}">
        <p14:creationId xmlns:p14="http://schemas.microsoft.com/office/powerpoint/2010/main" val="20085220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74700-407F-FCA3-44CB-E8D14A4A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D23E1C-A653-F98B-4E4C-8BDE399C9D4C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D23E1C-A653-F98B-4E4C-8BDE399C9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65D20A-923E-8AB4-29B6-E11CB03570A7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65D20A-923E-8AB4-29B6-E11CB0357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4CE718-B221-65C7-934E-EAB9CEE34DE1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4CE718-B221-65C7-934E-EAB9CEE34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3B5158-777F-5B34-C84C-3DE2F3C20E04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3B5158-777F-5B34-C84C-3DE2F3C20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EFD9BB-CF55-079A-59AB-4BE5EEC1F540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DF687D72-33E0-7F6C-B8E6-93CDBB5B95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CF60E2-DCC1-87D8-BF0B-882A6F28088F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C78422-13D3-C916-2134-32DDA5C8CA24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C78422-13D3-C916-2134-32DDA5C8C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3AA29C-5786-9937-9ECC-0720DE14459A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3AA29C-5786-9937-9ECC-0720DE144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A551D3-C1CA-4183-6111-EDB337A71FF3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A551D3-C1CA-4183-6111-EDB337A71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863561-1406-C5C8-FA77-3903D10654F9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7514749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863561-1406-C5C8-FA77-3903D1065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7514749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108D329F-4B24-920F-5FFF-1D0B588E7004}"/>
              </a:ext>
            </a:extLst>
          </p:cNvPr>
          <p:cNvSpPr/>
          <p:nvPr/>
        </p:nvSpPr>
        <p:spPr>
          <a:xfrm rot="16200000">
            <a:off x="2477373" y="5753785"/>
            <a:ext cx="382477" cy="1307422"/>
          </a:xfrm>
          <a:prstGeom prst="leftBrace">
            <a:avLst>
              <a:gd name="adj1" fmla="val 40209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C7BB4E59-795C-7CA1-5BDE-6C638C37C7D7}"/>
              </a:ext>
            </a:extLst>
          </p:cNvPr>
          <p:cNvSpPr/>
          <p:nvPr/>
        </p:nvSpPr>
        <p:spPr>
          <a:xfrm rot="16200000">
            <a:off x="4428368" y="5753786"/>
            <a:ext cx="382477" cy="1307422"/>
          </a:xfrm>
          <a:prstGeom prst="leftBrace">
            <a:avLst>
              <a:gd name="adj1" fmla="val 40209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476F3AA7-2134-243B-876C-092E2A2FCB24}"/>
              </a:ext>
            </a:extLst>
          </p:cNvPr>
          <p:cNvSpPr/>
          <p:nvPr/>
        </p:nvSpPr>
        <p:spPr>
          <a:xfrm rot="16200000">
            <a:off x="6318403" y="5748571"/>
            <a:ext cx="382477" cy="1307422"/>
          </a:xfrm>
          <a:prstGeom prst="leftBrace">
            <a:avLst>
              <a:gd name="adj1" fmla="val 40209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7DD1EF-FDC1-CA79-790A-AB8AB109F742}"/>
              </a:ext>
            </a:extLst>
          </p:cNvPr>
          <p:cNvSpPr txBox="1"/>
          <p:nvPr/>
        </p:nvSpPr>
        <p:spPr>
          <a:xfrm>
            <a:off x="2194560" y="6492240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9E4025-9C93-A0CD-84BC-7EA39FCE9F15}"/>
              </a:ext>
            </a:extLst>
          </p:cNvPr>
          <p:cNvSpPr txBox="1"/>
          <p:nvPr/>
        </p:nvSpPr>
        <p:spPr>
          <a:xfrm>
            <a:off x="4151629" y="6492240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BBE363-C874-57CA-74DA-21C0677128F9}"/>
              </a:ext>
            </a:extLst>
          </p:cNvPr>
          <p:cNvSpPr txBox="1"/>
          <p:nvPr/>
        </p:nvSpPr>
        <p:spPr>
          <a:xfrm>
            <a:off x="6051803" y="6492240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 = 3</a:t>
            </a:r>
          </a:p>
        </p:txBody>
      </p:sp>
    </p:spTree>
    <p:extLst>
      <p:ext uri="{BB962C8B-B14F-4D97-AF65-F5344CB8AC3E}">
        <p14:creationId xmlns:p14="http://schemas.microsoft.com/office/powerpoint/2010/main" val="27696554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63BE-7FE3-322E-AE14-9CE78391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4C8E5C-DBCA-E618-B590-09B58C7BCF80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4C8E5C-DBCA-E618-B590-09B58C7B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36DD74-A3F5-3431-7D36-DCD7AE60C055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36DD74-A3F5-3431-7D36-DCD7AE60C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394A3-E8DA-2BD7-4F12-BA08E922B707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2394A3-E8DA-2BD7-4F12-BA08E922B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ED62D8-4CEA-4649-5494-042B3DD6EE1C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ED62D8-4CEA-4649-5494-042B3DD6E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40DCA0-046F-D560-69BE-F48D5E4F1FF3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7CADDC66-CDFE-7A38-3149-6774B4559C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8BF9D3-5605-A4BD-120E-30745E4ABE59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11D52A-5CC7-B16C-6C43-D0D7759829FD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11D52A-5CC7-B16C-6C43-D0D775982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0A15AA-896E-C189-2C91-2E68BDB2F0F9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0A15AA-896E-C189-2C91-2E68BDB2F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A47C3A-D5E2-C1B2-401E-EB81FD99744E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A47C3A-D5E2-C1B2-401E-EB81FD997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93AECC-8085-C857-B628-F1E2406C3169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5935663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93AECC-8085-C857-B628-F1E2406C3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5935663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0983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9265E-45F8-E0C0-F834-D91401FD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8364EF-061D-6F75-0E3E-12FC3B9AEB44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8364EF-061D-6F75-0E3E-12FC3B9AE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C6F2C6-65F0-C33E-736E-90A809656060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C6F2C6-65F0-C33E-736E-90A809656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02A247-1CE4-9527-DD0D-1C4F48478F3F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02A247-1CE4-9527-DD0D-1C4F48478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80C217-DDAB-29A3-7CFA-4F3C850BE5A5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80C217-DDAB-29A3-7CFA-4F3C850BE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45DA36-DB45-8A4D-90F8-571080B328F4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0059EB6A-7B0C-53AC-CB3E-AA306C7817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05B607-6203-4EC5-CD9E-CEC95957CEC2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0B3536-A6E2-3B0C-7D8E-FC9022F642C4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0B3536-A6E2-3B0C-7D8E-FC9022F64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63B97C-5269-703D-C469-2823C96580C9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63B97C-5269-703D-C469-2823C9658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DA4061-DA9F-FF66-ACAF-AC3D7F46BC9E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DA4061-DA9F-FF66-ACAF-AC3D7F46B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3ADC15-AE8A-95F9-8FBB-4D2F5B1E6C74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4327723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3ADC15-AE8A-95F9-8FBB-4D2F5B1E6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4327723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5768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83368-CCAF-025D-E1D1-C4C8FA8B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53132E-2750-CC6B-B9CE-0CB4564300B8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53132E-2750-CC6B-B9CE-0CB456430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25AE65-7E24-290C-F6E8-F905F27A0A98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25AE65-7E24-290C-F6E8-F905F27A0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672095-FA88-A644-6ED6-B674D49141E7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672095-FA88-A644-6ED6-B674D4914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680F1B-1E1E-F31B-A341-FA9CCAB260F6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680F1B-1E1E-F31B-A341-FA9CCAB26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95CAE4-28CD-48C9-7933-07CFC20088F6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4B436196-EB5E-3A46-5A1B-49BCFBB193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017ACC-CD73-F99D-93A4-42A163833E3E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84D1D7-AACA-BFB7-0475-DCDD30A02AFC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84D1D7-AACA-BFB7-0475-DCDD30A02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9C02C1-89C3-6BD8-8AD3-3AD8E082209C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9C02C1-89C3-6BD8-8AD3-3AD8E0822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13BDD1-1BCC-1623-C1D5-B458C751E5D6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13BDD1-1BCC-1623-C1D5-B458C751E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48EFA9-EBB1-9A5C-5918-7048CAD66A72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902572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48EFA9-EBB1-9A5C-5918-7048CAD66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902572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39864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6106-CF87-B899-68F6-962539FE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7B6E6E-6468-A2BC-A836-9FF7165E8DB3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7B6E6E-6468-A2BC-A836-9FF7165E8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C7027C-327F-968A-3E13-1CBB0F36BF10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C7027C-327F-968A-3E13-1CBB0F36B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3986B7-CBEE-6D96-42D8-3B1E4A6788D5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3986B7-CBEE-6D96-42D8-3B1E4A678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3120E3-4E3B-6C8B-4C63-A80711B90AF9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3120E3-4E3B-6C8B-4C63-A80711B90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9A934C-E013-CCFD-3079-53F3737CCC85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398959EF-E7D5-A9E6-7210-4717461A75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B76241-EC34-F74D-4A6C-EF8C4D9ADECD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F276E5-F406-8C26-E536-74CFD40073BD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F276E5-F406-8C26-E536-74CFD4007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793597-6146-4421-C42C-CD2594455AF9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793597-6146-4421-C42C-CD2594455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89DFB8-3ABB-4FA5-E6F6-A07206183719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89DFB8-3ABB-4FA5-E6F6-A07206183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EBFC3-1929-C02F-E74E-93CD7BAFFD05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EBFC3-1929-C02F-E74E-93CD7BAFF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blipFill>
                <a:blip r:embed="rId10"/>
                <a:stretch>
                  <a:fillRect l="-7080" r="-5310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7E7D620-A30D-7989-E243-9E4FB84C790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30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033C5-80F2-CE56-BA0F-574E840E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E8FFCF-F850-59FD-820A-59C140DCC666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E8FFCF-F850-59FD-820A-59C140DCC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41D3A7-616E-3548-3494-7983BB4FC10B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41D3A7-616E-3548-3494-7983BB4FC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709F86-0444-AA6D-FDAB-E982002D6E01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709F86-0444-AA6D-FDAB-E982002D6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CFEB3C-1678-779F-A16B-AE3719DE3374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CFEB3C-1678-779F-A16B-AE3719DE3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E7F5-D24A-0D61-9A7E-99408F70D7A2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98BE5E23-19B6-FBDC-E6BE-9FF5ADEB54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9D8E7D-8E15-AFCD-92CB-9B6914283909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A9D66B-8334-B5AE-B0BD-EEDE6AD53920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A9D66B-8334-B5AE-B0BD-EEDE6AD53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67E64C-3284-6468-AD6A-1A6592B7DCE4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67E64C-3284-6468-AD6A-1A6592B7D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355A41-153F-144F-7F4E-5A5D5DDADA38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2355A41-153F-144F-7F4E-5A5D5DDAD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13CC0-5E61-E99C-04AC-8430DF167994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313CC0-5E61-E99C-04AC-8430DF167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blipFill>
                <a:blip r:embed="rId10"/>
                <a:stretch>
                  <a:fillRect l="-7080" r="-5310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D0FD421-977E-752E-9EB4-7A26836839A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BE68309-0E97-3F33-C992-34C98914AB9E}"/>
                  </a:ext>
                </a:extLst>
              </p14:cNvPr>
              <p14:cNvContentPartPr/>
              <p14:nvPr/>
            </p14:nvContentPartPr>
            <p14:xfrm>
              <a:off x="4483289" y="2900028"/>
              <a:ext cx="4623120" cy="1496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BE68309-0E97-3F33-C992-34C98914AB9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65649" y="2882388"/>
                <a:ext cx="4658760" cy="153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40557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A72D-61A6-D897-BB0D-36420FE9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6ED212-59CC-DABD-DEA8-B8ACFC81ED07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6ED212-59CC-DABD-DEA8-B8ACFC81E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B174DA-60DB-ED91-2A3E-E8AA0EB459E7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B174DA-60DB-ED91-2A3E-E8AA0EB45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0E36DE-E68F-123C-06A3-B4EBDD5BC974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0E36DE-E68F-123C-06A3-B4EBDD5BC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10EEF2-AA82-D7CC-1369-513ACB33F051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10EEF2-AA82-D7CC-1369-513ACB33F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5DF95C-C417-DCEE-3CB6-909F52684457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7272F301-D664-6C40-51A0-C330DBE27E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93E622-1DEE-1902-1D02-217FCB9F40D6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9C1FE2-575E-DB13-84E9-F89A3AE308D2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9C1FE2-575E-DB13-84E9-F89A3AE30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9E70E3-2907-C0F0-64DB-65C335ADF0D0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9E70E3-2907-C0F0-64DB-65C335ADF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E385A29-0F42-30C3-6BCC-3ACDDADE6CC9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E385A29-0F42-30C3-6BCC-3ACDDADE6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FCDC22-A0D7-CE5C-A0EC-0B10E607BA03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FCDC22-A0D7-CE5C-A0EC-0B10E607B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blipFill>
                <a:blip r:embed="rId10"/>
                <a:stretch>
                  <a:fillRect l="-7080" r="-5310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E0715FA-75EE-5694-79D5-F50B481C278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F09AC0C-DBB2-3EAE-CCAC-C2496914B7CC}"/>
                  </a:ext>
                </a:extLst>
              </p14:cNvPr>
              <p14:cNvContentPartPr/>
              <p14:nvPr/>
            </p14:nvContentPartPr>
            <p14:xfrm>
              <a:off x="4483289" y="2900028"/>
              <a:ext cx="4623120" cy="1496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F09AC0C-DBB2-3EAE-CCAC-C2496914B7C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65649" y="2882388"/>
                <a:ext cx="4658760" cy="15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9A450FF-CDC9-D5B4-5A92-08F5F70560F2}"/>
                  </a:ext>
                </a:extLst>
              </p14:cNvPr>
              <p14:cNvContentPartPr/>
              <p14:nvPr/>
            </p14:nvContentPartPr>
            <p14:xfrm>
              <a:off x="127649" y="3759348"/>
              <a:ext cx="7584840" cy="2523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9A450FF-CDC9-D5B4-5A92-08F5F70560F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649" y="3741348"/>
                <a:ext cx="7620480" cy="255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18980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27D2-04B0-B90A-6A9A-BDD20F56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E5B352-5CC9-EE1E-9D5B-A7E6C5044365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E5B352-5CC9-EE1E-9D5B-A7E6C5044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029067-3767-3557-6F64-86852AF7AE61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029067-3767-3557-6F64-86852AF7A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C7FA58-A713-6916-0228-7877F22382C3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C7FA58-A713-6916-0228-7877F2238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ADD584-DEFD-4C82-188A-A2D2C84D8072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ADD584-DEFD-4C82-188A-A2D2C84D8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BE11CA4-9611-14E5-BA9F-4774AEF838E7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624D9682-D78F-347B-4782-39C8E612B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A387AC-50E1-A344-33D1-27607D60B4E3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A92F65-079D-013D-22D6-986B5C769DDC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A92F65-079D-013D-22D6-986B5C769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29624-402F-396F-04E2-C138361453AD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29624-402F-396F-04E2-C13836145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CAF9D4-8951-67AB-C4C0-623782AF529E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CAF9D4-8951-67AB-C4C0-623782AF5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993FF2-CE21-A98F-580C-667AB896EB41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993FF2-CE21-A98F-580C-667AB896E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blipFill>
                <a:blip r:embed="rId10"/>
                <a:stretch>
                  <a:fillRect l="-7080" r="-5310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A25C25C-62A4-7931-33FB-B56DFD19493D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B3AA17E0-A5D3-7A3A-1FF1-9AD5A5FF2969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8F46EC0-B0D8-C73F-42B0-8C1D1FB0CA3C}"/>
                  </a:ext>
                </a:extLst>
              </p14:cNvPr>
              <p14:cNvContentPartPr/>
              <p14:nvPr/>
            </p14:nvContentPartPr>
            <p14:xfrm>
              <a:off x="4483289" y="2900028"/>
              <a:ext cx="4623120" cy="1496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8F46EC0-B0D8-C73F-42B0-8C1D1FB0CA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65649" y="2882388"/>
                <a:ext cx="4658760" cy="15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8B1DB6-4AD0-8524-1206-AAC7874DD873}"/>
                  </a:ext>
                </a:extLst>
              </p14:cNvPr>
              <p14:cNvContentPartPr/>
              <p14:nvPr/>
            </p14:nvContentPartPr>
            <p14:xfrm>
              <a:off x="127649" y="3759348"/>
              <a:ext cx="7584840" cy="2523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8B1DB6-4AD0-8524-1206-AAC7874DD87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9649" y="3741348"/>
                <a:ext cx="7620480" cy="255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15413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9D186-0F07-9D70-B610-CBF157AE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BE7F6C-0A56-7693-2EA1-68D45A38A137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BE7F6C-0A56-7693-2EA1-68D45A38A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ECB2BD-CA3B-A9AF-860A-F7E8498AB0DA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ECB2BD-CA3B-A9AF-860A-F7E8498AB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DFA104-0B0C-BD59-6341-47FF54BF6A2B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DFA104-0B0C-BD59-6341-47FF54BF6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3BE35C-52C2-47D0-E6A1-608E625EF70C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3BE35C-52C2-47D0-E6A1-608E625EF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11DA02-D240-5B6C-7F4E-F2DF5C195BCC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F77EBC27-D2FF-33A0-4C2C-A90578B523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D7C7CE-D125-9366-3DB5-8D3A66FDDF03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D96020-52B8-A78A-BBC9-F2C4ADE4AE88}"/>
                  </a:ext>
                </a:extLst>
              </p:cNvPr>
              <p:cNvSpPr txBox="1"/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D96020-52B8-A78A-BBC9-F2C4ADE4A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32" y="152251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19BB3E-CC61-75D2-3FDC-2C19F33B1577}"/>
                  </a:ext>
                </a:extLst>
              </p:cNvPr>
              <p:cNvSpPr txBox="1"/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19BB3E-CC61-75D2-3FDC-2C19F33B1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01" y="2399268"/>
                <a:ext cx="1171475" cy="461665"/>
              </a:xfrm>
              <a:prstGeom prst="rect">
                <a:avLst/>
              </a:prstGeom>
              <a:blipFill>
                <a:blip r:embed="rId8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3ECABD-9386-E851-555A-B9AA58CC0299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3ECABD-9386-E851-555A-B9AA58CC0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C3869B-C55D-F24B-C186-6505E202618B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C3869B-C55D-F24B-C186-6505E2026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376210" cy="369332"/>
              </a:xfrm>
              <a:prstGeom prst="rect">
                <a:avLst/>
              </a:prstGeom>
              <a:blipFill>
                <a:blip r:embed="rId10"/>
                <a:stretch>
                  <a:fillRect l="-7080" r="-5310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5AF7343-5819-CE67-0006-F4551C95F02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67839049-D840-A1A1-932E-1FD8FD1C1D5E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671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72C5-34ED-F0DD-96B6-BDFCD9D9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A17DA5-67C7-BAC0-57A8-D6D0A1907747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A17DA5-67C7-BAC0-57A8-D6D0A1907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2EA895-8C3C-6425-71AD-4CB9872C4079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2EA895-8C3C-6425-71AD-4CB9872C4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D0B473-546C-2E2C-00CA-F0F107D778AF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D0B473-546C-2E2C-00CA-F0F107D77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1911F2-5524-8483-20C0-E39E544F40F9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1911F2-5524-8483-20C0-E39E544F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AADF84-F9DF-DC5B-CC8C-F1C10A07EEDB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E2B1B53C-F800-3101-15F8-B0F70BF2ED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6B0033-88B0-EA32-483B-FFE9CADCC0F8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78750F-4CC6-7C26-B27E-EBDACB4818CB}"/>
                  </a:ext>
                </a:extLst>
              </p:cNvPr>
              <p:cNvSpPr txBox="1"/>
              <p:nvPr/>
            </p:nvSpPr>
            <p:spPr>
              <a:xfrm>
                <a:off x="3591183" y="235705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78750F-4CC6-7C26-B27E-EBDACB481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183" y="235705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96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E03A2-86F6-D6CC-95F0-135C213BA2BD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E03A2-86F6-D6CC-95F0-135C213BA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0FB40B-DD93-CC95-C77E-E5C57A763434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0FB40B-DD93-CC95-C77E-E5C57A763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6A58471-8751-4214-2613-AFEFB80F24A2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3245495A-A95D-BA58-FA4A-312A2CB11C8D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309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AE62-6736-CD1D-5E82-A87783693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5AADB0-61B4-E43F-81A9-DBC9BB57A809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5AADB0-61B4-E43F-81A9-DBC9BB57A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5C99B0-BE10-4E10-794B-6346D3C36857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5C99B0-BE10-4E10-794B-6346D3C36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AF5687-0FCB-FA8A-0F6A-E0CA59983649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AF5687-0FCB-FA8A-0F6A-E0CA5998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8C2D9D-4D35-D710-6ACC-B41F20A65F91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8C2D9D-4D35-D710-6ACC-B41F20A65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175E49-E8D9-7C00-586A-61A82AED6067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6E58D7F6-7AD2-E7EF-9B2E-7A866771BC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9A835D5-FF3F-889F-3DAE-12B6F6F1A9C0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BEC9C4-3A7D-5FDD-C4DE-87E48C9C9A2C}"/>
                  </a:ext>
                </a:extLst>
              </p:cNvPr>
              <p:cNvSpPr txBox="1"/>
              <p:nvPr/>
            </p:nvSpPr>
            <p:spPr>
              <a:xfrm>
                <a:off x="3591183" y="2357051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BEC9C4-3A7D-5FDD-C4DE-87E48C9C9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183" y="2357051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96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A8F55D-5C79-1E49-3A38-018967654718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A8F55D-5C79-1E49-3A38-018967654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532343-117D-D808-845B-76F6565F9FD9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727128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532343-117D-D808-845B-76F6565F9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727128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7D2203E-7D86-7063-F447-9A8B886F6567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90FDF9E5-D4CB-A0E2-C13F-1635BE3D866B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231CEE-6010-B554-5B29-58AF5A0E0369}"/>
                  </a:ext>
                </a:extLst>
              </p14:cNvPr>
              <p14:cNvContentPartPr/>
              <p14:nvPr/>
            </p14:nvContentPartPr>
            <p14:xfrm>
              <a:off x="4673360" y="2935960"/>
              <a:ext cx="1086120" cy="41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231CEE-6010-B554-5B29-58AF5A0E03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55720" y="2918320"/>
                <a:ext cx="11217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E62B31-4127-4A82-B34F-6AA60533A41F}"/>
                  </a:ext>
                </a:extLst>
              </p14:cNvPr>
              <p14:cNvContentPartPr/>
              <p14:nvPr/>
            </p14:nvContentPartPr>
            <p14:xfrm>
              <a:off x="2941760" y="3027760"/>
              <a:ext cx="2270880" cy="1889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E62B31-4127-4A82-B34F-6AA60533A4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24120" y="3009760"/>
                <a:ext cx="2306520" cy="192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3993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505B-E91A-E33A-7D27-0ECF250F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7F232E-7CD0-F59B-0FF9-BF25678E320F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7F232E-7CD0-F59B-0FF9-BF25678E3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8EAB39-D470-CB02-4CB2-DCC6637FB73A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8EAB39-D470-CB02-4CB2-DCC6637FB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770546-F1E1-38A1-EFFF-8B4775828498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770546-F1E1-38A1-EFFF-8B4775828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9DB967-77F9-B611-15C1-4837AA8635A2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9DB967-77F9-B611-15C1-4837AA863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7DAE63-9C6A-F93B-4272-C220CF33F8C4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723A0C4B-3B08-1070-8622-30D5F9984F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04F05F-69E1-30B0-CFF5-3C6E0FAA0368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AA5DD6-F81C-1085-2C4D-13755926CE36}"/>
                  </a:ext>
                </a:extLst>
              </p:cNvPr>
              <p:cNvSpPr txBox="1"/>
              <p:nvPr/>
            </p:nvSpPr>
            <p:spPr>
              <a:xfrm>
                <a:off x="3807347" y="2340303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AA5DD6-F81C-1085-2C4D-13755926C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47" y="2340303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4C02B6-E777-8F3A-D85F-C3787DC52928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4C02B6-E777-8F3A-D85F-C3787DC52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E28001-51C9-D938-996A-5BDA5A699ACD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727128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E28001-51C9-D938-996A-5BDA5A699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727128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F0E6B66-762C-3EBD-5EFE-50C17DFCD293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CD71CDE8-ED5D-B571-5666-CED0EB68A327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378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2EBD-68FD-8F08-4CD7-B0F24A03B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7AE7A3-CC07-3162-747A-9521971ABE09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7AE7A3-CC07-3162-747A-9521971AB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398BE4-7470-F0DE-829C-9F0EFDD68BFD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398BE4-7470-F0DE-829C-9F0EFDD68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F28B08-66D8-94F3-3591-BDC9E7758F6C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F28B08-66D8-94F3-3591-BDC9E7758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8183AF-9301-30D3-EBB2-3164684FA565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8183AF-9301-30D3-EBB2-3164684FA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E68555-066C-4709-AF3B-A455A2BB7913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41EC97EB-BDA9-1EE8-6C7C-DEF7BE9CB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AEBB6A-BCDB-F943-EF35-8442E97F9295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43DC2F-CA96-D713-718A-F519C6FBD9AE}"/>
                  </a:ext>
                </a:extLst>
              </p:cNvPr>
              <p:cNvSpPr txBox="1"/>
              <p:nvPr/>
            </p:nvSpPr>
            <p:spPr>
              <a:xfrm>
                <a:off x="3807347" y="2340303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43DC2F-CA96-D713-718A-F519C6FBD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47" y="2340303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5A92D4-98E5-1DDE-681A-84B590028AB2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5A92D4-98E5-1DDE-681A-84B590028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A9DB42-ACE3-0AD2-2956-9520CFF454B0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72712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A9DB42-ACE3-0AD2-2956-9520CFF4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72712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92F3B37-13E6-A037-3899-C57DFBBB234F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135DF8C9-484C-71DE-5BFE-2C279516DB20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BC09476-54DA-A63F-A2C6-D7120BF05824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BC09476-54DA-A63F-A2C6-D7120BF058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E171A18-2310-E245-BD45-DB432EF4A16D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E171A18-2310-E245-BD45-DB432EF4A1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19718C8-D46B-7DF9-C13A-6637CC40F06D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19718C8-D46B-7DF9-C13A-6637CC40F06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1F760DC-6307-1F07-184A-65685059FC41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1F760DC-6307-1F07-184A-65685059FC4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432D4B-39E5-BB8D-BD49-B2CE399C3FC3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432D4B-39E5-BB8D-BD49-B2CE399C3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6766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D65C-99AF-0A75-61BF-A0ECF35F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33C8FB-24E0-D32F-08C0-A70418956BCE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33C8FB-24E0-D32F-08C0-A70418956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E8CEE8-DD61-40D4-B6FE-A09ED25B31B3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E8CEE8-DD61-40D4-B6FE-A09ED25B3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27313A-8400-7A30-0CA5-B36A9D00BC58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27313A-8400-7A30-0CA5-B36A9D00B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44A39-5EE6-42FA-FCB9-1840964CCB94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F44A39-5EE6-42FA-FCB9-1840964C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1203EC-B2CF-75FA-8D2D-E814A26094DD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B7789E03-6D87-DA34-62EF-CF7AD7E3CB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097CB7-C3D5-F1DE-659C-B545C862B164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B5BB8F-FD05-723F-4599-5C93995B6235}"/>
                  </a:ext>
                </a:extLst>
              </p:cNvPr>
              <p:cNvSpPr txBox="1"/>
              <p:nvPr/>
            </p:nvSpPr>
            <p:spPr>
              <a:xfrm>
                <a:off x="3807347" y="2340303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B5BB8F-FD05-723F-4599-5C93995B6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47" y="2340303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3755FF-EF1C-CDCD-6235-A0F9250FF919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3755FF-EF1C-CDCD-6235-A0F9250FF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F1DF90-EB7B-3AE9-0C6A-60AA2995A70F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72712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F1DF90-EB7B-3AE9-0C6A-60AA2995A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72712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B9752F3-C270-6CFE-AA79-6DF4A6900CBF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2D0929F9-9068-B7FD-7DF5-88333AAD6DC7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36DB3A0-51C7-FE9D-9F97-BABA119DBE87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36DB3A0-51C7-FE9D-9F97-BABA119DBE8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80E6A32-30E1-803B-EEEE-62E0609C02FA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80E6A32-30E1-803B-EEEE-62E0609C02F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D09912F-5379-B233-830E-96A31537C415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D09912F-5379-B233-830E-96A31537C41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461773FF-DFF1-B7B6-743A-4042931C3CDC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C5A6E2-530A-C6C9-135B-64C1EE8C118F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C5A6E2-530A-C6C9-135B-64C1EE8C118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156B23-F463-75EC-CC84-66E76A12D784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156B23-F463-75EC-CC84-66E76A12D78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085B6D-3E83-4AB5-1DAE-D0445E4615A7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085B6D-3E83-4AB5-1DAE-D0445E4615A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94144F8-F646-4991-F6E1-438199FCFA64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94144F8-F646-4991-F6E1-438199FCFA6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D800C8B-958E-6017-4471-8AAA255B3CF5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D800C8B-958E-6017-4471-8AAA255B3CF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5DED9F4-D781-C716-2025-085A7B6DBCA7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5DED9F4-D781-C716-2025-085A7B6DBCA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10C3F91-30A8-7562-0AE1-AFEBBB8FF5FB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10C3F91-30A8-7562-0AE1-AFEBBB8FF5F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68D19D5-3FA2-4D78-6A59-566F080F83C3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68D19D5-3FA2-4D78-6A59-566F080F83C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4FF9F2-26AD-7361-14CA-1A9CD865696A}"/>
                  </a:ext>
                </a:extLst>
              </p:cNvPr>
              <p:cNvSpPr txBox="1"/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4FF9F2-26AD-7361-14CA-1A9CD8656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7B7BB5-8728-87F9-AB26-1EBBA56EC2E2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7B7BB5-8728-87F9-AB26-1EBBA56EC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39284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979F-7A5F-2C51-A845-6BEB975D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3914BD-0A0F-A324-AC27-20A7C5BF2503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3914BD-0A0F-A324-AC27-20A7C5BF2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99C316-4234-6CC1-483F-C60D541EF964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99C316-4234-6CC1-483F-C60D541EF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EA96B0-860D-EBCB-3167-5E979930EF26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EA96B0-860D-EBCB-3167-5E979930E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07D35F-809C-1615-429E-AAE226D43304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07D35F-809C-1615-429E-AAE226D43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DDE13F-7E82-2B5E-81EC-8BBAB7389C34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F30CF81F-497A-B322-6F07-AA191D25F1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CB0F1B-F15D-7E2E-552E-3DAB5D118AED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4646A6-41C7-3048-5AE8-DAA19B4D8C02}"/>
                  </a:ext>
                </a:extLst>
              </p:cNvPr>
              <p:cNvSpPr txBox="1"/>
              <p:nvPr/>
            </p:nvSpPr>
            <p:spPr>
              <a:xfrm>
                <a:off x="3807347" y="2340303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4646A6-41C7-3048-5AE8-DAA19B4D8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47" y="2340303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B7FE0A-5E8B-A944-ECDA-A2B75B500C80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B7FE0A-5E8B-A944-ECDA-A2B75B500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DE9724-1AB8-4D60-8939-5854339510E0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72712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DE9724-1AB8-4D60-8939-585433951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72712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4BD30B-4F7F-425E-E587-051BBC14B206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7933839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×1−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4BD30B-4F7F-425E-E587-051BBC14B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7933839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6D24234-8C23-4C98-30A0-FE0DC1C03D10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560B33C3-DCFE-19CD-3B32-F3B48E1C5EA8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973CF5F-5BB3-4084-3645-6EA4C704B5AA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973CF5F-5BB3-4084-3645-6EA4C704B5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15DD2BD-8FBD-C9C3-2A05-1B8B69102092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15DD2BD-8FBD-C9C3-2A05-1B8B6910209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33AD192-EDA8-B37C-16B2-78FDF5BFB150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33AD192-EDA8-B37C-16B2-78FDF5BFB1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D6FD5B9-7096-FE8D-4E20-7357A82CA2D0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D6FD5B9-7096-FE8D-4E20-7357A82CA2D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7DA1855-A67F-BFC5-18C0-74957CF3C216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7DA1855-A67F-BFC5-18C0-74957CF3C21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4469FCF-C325-C950-FF20-AD8CFB7398AD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4469FCF-C325-C950-FF20-AD8CFB7398A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DE588AAD-2D78-06BB-CB63-17723FD6E2B8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C9C75B3-B79D-3E94-E6F2-7431A0510F00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C9C75B3-B79D-3E94-E6F2-7431A0510F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E20E8B-FCBE-0DA1-2F92-EBA33A703F58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E20E8B-FCBE-0DA1-2F92-EBA33A703F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3BA82B-2BBD-54CE-0EE8-E6A24714A5D4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3BA82B-2BBD-54CE-0EE8-E6A24714A5D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096C0D6-EF53-77C3-CBA5-57DBA0D5B610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096C0D6-EF53-77C3-CBA5-57DBA0D5B61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0036047-5AB5-BE8A-C0E3-100BFDB3B75A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0036047-5AB5-BE8A-C0E3-100BFDB3B75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AC91D78-77C8-7F2A-DF5F-C874B93545D3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AC91D78-77C8-7F2A-DF5F-C874B93545D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946636A-5930-5D56-D157-9741EF779168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946636A-5930-5D56-D157-9741EF77916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19CB317-73E3-EDEF-DE68-5E5C50B0DF13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19CB317-73E3-EDEF-DE68-5E5C50B0DF1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FF0A22-F8A9-E4B7-E990-FADACEAF9C7B}"/>
                  </a:ext>
                </a:extLst>
              </p:cNvPr>
              <p:cNvSpPr txBox="1"/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FF0A22-F8A9-E4B7-E990-FADACEAF9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059C50A-6DBC-ECD8-26EF-5061D53C565D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059C50A-6DBC-ECD8-26EF-5061D53C5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0026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622B8-2223-C6F5-4696-2C66D7E8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99E112-0BFE-E5D8-29FD-BAA9704F0A08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99E112-0BFE-E5D8-29FD-BAA9704F0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117231-F5F3-2A09-B307-D50A8E9F5D03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117231-F5F3-2A09-B307-D50A8E9F5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8BF4D9-E7F7-8A8B-4FAE-79480C75EB65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C8BF4D9-E7F7-8A8B-4FAE-79480C75E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6F77BA-CEB2-A267-976E-4B21ACE7547E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6F77BA-CEB2-A267-976E-4B21ACE75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920FB1-334A-67DA-E515-D15F444FDEB2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92610960-DEB8-75B4-2DA2-CE3C3DFB6E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239139-A4C5-53D6-EB3D-503FB3A87DA2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88A5D-82E8-4DCB-FF1E-7A8D13F0A6D3}"/>
                  </a:ext>
                </a:extLst>
              </p:cNvPr>
              <p:cNvSpPr txBox="1"/>
              <p:nvPr/>
            </p:nvSpPr>
            <p:spPr>
              <a:xfrm>
                <a:off x="3780256" y="2267925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988A5D-82E8-4DCB-FF1E-7A8D13F0A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256" y="2267925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9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615CC2-2D1D-1E16-BFAD-1760001CC0E4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615CC2-2D1D-1E16-BFAD-1760001CC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8E33E4-873B-4289-DFC7-034C362AACBB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8E33E4-873B-4289-DFC7-034C362AA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A48A15-E448-B36C-B975-8F4737BEDE05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6151171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A48A15-E448-B36C-B975-8F4737BED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6151171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17BFFD4-895D-9560-91EE-3C4CD35A3BB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A1650E5A-4595-1D9B-8749-814BD95074AE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D9BA85-D761-CF59-E849-A09658AE71F8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EFDEC08-E3E2-7EA0-0AB7-297EA32C8928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EFDEC08-E3E2-7EA0-0AB7-297EA32C89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5A7569C-68D3-E051-76A3-48D6B8EFD63F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5A7569C-68D3-E051-76A3-48D6B8EFD63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CD4071D-2F4D-0067-118B-AFDCC85EBF14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CD4071D-2F4D-0067-118B-AFDCC85EBF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F87C20D-B077-49C7-6D17-5919FDCC5B4F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F87C20D-B077-49C7-6D17-5919FDCC5B4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424331E-C66E-2D04-93EC-38922E973A75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424331E-C66E-2D04-93EC-38922E973A7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F54AE1C-BA8E-CEE7-03C1-03495BCE4502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F54AE1C-BA8E-CEE7-03C1-03495BCE45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01AD82BA-C83F-9163-8331-46DE54C225D0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D0D72C-C37A-77B2-B779-D982A7FA70EF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D0D72C-C37A-77B2-B779-D982A7FA70E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C93BC0-1028-8ACD-DA9F-C3DBD801BF40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C93BC0-1028-8ACD-DA9F-C3DBD801BF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0DF05B-EE9C-63D2-B208-4B1B58BAB4E8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0DF05B-EE9C-63D2-B208-4B1B58BAB4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B7D0DEC-9FF0-CE9F-3C5A-F7DAA335017D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B7D0DEC-9FF0-CE9F-3C5A-F7DAA335017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2A98B23-0C5F-52E9-94E9-BB1642CECD17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2A98B23-0C5F-52E9-94E9-BB1642CECD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F14654E-5A51-45A9-16C8-DAC44C844400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F14654E-5A51-45A9-16C8-DAC44C84440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D275607-0DF0-435E-E76D-FE5BEB214F77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D275607-0DF0-435E-E76D-FE5BEB214F7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935FF06-0A14-B92C-FAAE-897D44671E73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935FF06-0A14-B92C-FAAE-897D44671E7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A274EC-BAAF-FBDE-660E-B1831753D952}"/>
                  </a:ext>
                </a:extLst>
              </p:cNvPr>
              <p:cNvSpPr txBox="1"/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A274EC-BAAF-FBDE-660E-B1831753D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08CD588-6E74-C11C-4733-18268D38E871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08CD588-6E74-C11C-4733-18268D38E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75834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96BC-FA55-2BBC-86C1-33425226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42712E-CC61-1739-7479-D6BDFADCD9C3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42712E-CC61-1739-7479-D6BDFADCD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FDCEC3-89EF-A5FE-72B7-78DC475E2C93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FDCEC3-89EF-A5FE-72B7-78DC475E2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87F7E6-5745-7ECE-8214-13B30DF6AF41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87F7E6-5745-7ECE-8214-13B30DF6A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D2F874-1AA9-80F5-130A-9C8414F1B583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9D2F874-1AA9-80F5-130A-9C8414F1B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FA4981-BA28-5F4C-540B-B258E8826A8B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D31F71A2-B783-A1B6-CE7E-E969F04649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8F61F-BE0C-4C8A-5E99-51730709B054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B6BF39-8391-7D87-3F07-DD2BC6B39928}"/>
                  </a:ext>
                </a:extLst>
              </p:cNvPr>
              <p:cNvSpPr txBox="1"/>
              <p:nvPr/>
            </p:nvSpPr>
            <p:spPr>
              <a:xfrm>
                <a:off x="3780256" y="2256058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B6BF39-8391-7D87-3F07-DD2BC6B39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256" y="2256058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9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50993E-DA63-882F-6FAD-DC3DDEE23939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50993E-DA63-882F-6FAD-DC3DDEE2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895529-878C-74BD-5115-0CF4FB441430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895529-878C-74BD-5115-0CF4FB441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8AAC45-0D1E-9D26-1ADA-30874BED60A4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5400837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8AAC45-0D1E-9D26-1ADA-30874BED6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5400837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D217FB8-81E5-4630-8B89-CA09AE29EC9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08995877-7808-ACFA-0DF2-E9AFC789ED82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E30D22-2C14-47F0-9481-15B88D7DA1E7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DE8449C-25C9-5069-512F-29D107D5E99A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DE8449C-25C9-5069-512F-29D107D5E99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73D9815-87F3-A4F7-D5C0-F4A075B30B05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73D9815-87F3-A4F7-D5C0-F4A075B30B0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335C0A7-4ECE-2294-A114-95BCF9BDA990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335C0A7-4ECE-2294-A114-95BCF9BDA99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C460195-338E-0187-5C5F-477A3D72D98A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C460195-338E-0187-5C5F-477A3D72D9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BCE21D7-6617-0D8D-AFBC-8D9CF96BD4B3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BCE21D7-6617-0D8D-AFBC-8D9CF96BD4B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6794966-5077-894E-4828-2D76DB7567A4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6794966-5077-894E-4828-2D76DB7567A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64C5C0E4-4177-770E-35C3-9672C9EF78DC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F077533-A2C5-BB75-2A3D-4FAA7A2F33E1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F077533-A2C5-BB75-2A3D-4FAA7A2F33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F94FCA2-573C-A5CD-A081-E90D74DFEBC9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F94FCA2-573C-A5CD-A081-E90D74DFEB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781816-DC56-4F07-16A4-0C3E2A7C648D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781816-DC56-4F07-16A4-0C3E2A7C64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7A8898B-2740-DB16-E48F-7D175F7B96D1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7A8898B-2740-DB16-E48F-7D175F7B96D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17F092F-9847-5D0D-6B9E-CBBF102DC80F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17F092F-9847-5D0D-6B9E-CBBF102DC80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FCF5FD3-E315-9C7B-8722-104A7CBF5A1C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FCF5FD3-E315-9C7B-8722-104A7CBF5A1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A73EFD0-CA40-F01E-014F-6FE6FE2957BE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A73EFD0-CA40-F01E-014F-6FE6FE2957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145FAF1-D6A5-4129-3AAD-A61A83542B3B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145FAF1-D6A5-4129-3AAD-A61A83542B3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C442C4-23BB-31AD-4CCD-E0A68A019D16}"/>
                  </a:ext>
                </a:extLst>
              </p:cNvPr>
              <p:cNvSpPr txBox="1"/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C442C4-23BB-31AD-4CCD-E0A68A019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04A81DE-49E6-E0C0-6BD6-7FDD39734D77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04A81DE-49E6-E0C0-6BD6-7FDD39734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4455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2146-69EF-6E0F-CC31-F1544480A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A5B296-1A02-4D04-4BB6-58BE77C035E6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A5B296-1A02-4D04-4BB6-58BE77C03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CDA7B1-CBFB-E394-06C3-0CFE5A450482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CDA7B1-CBFB-E394-06C3-0CFE5A450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7E051C-0CE5-9685-2D74-D171CD5D10AE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7E051C-0CE5-9685-2D74-D171CD5D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07A422-7FF3-3238-F7D4-8DFB637FC678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07A422-7FF3-3238-F7D4-8DFB637FC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8BB54D-B297-A836-8E53-12F74DEBBD28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CADAFA68-273B-6C7C-C7C5-1C65AC3DCA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D14792-1233-6C6D-6F9E-8E791BB2B40E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B24796-466B-1DA9-00EA-5B077158AEFD}"/>
                  </a:ext>
                </a:extLst>
              </p:cNvPr>
              <p:cNvSpPr txBox="1"/>
              <p:nvPr/>
            </p:nvSpPr>
            <p:spPr>
              <a:xfrm>
                <a:off x="3722297" y="2297080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B24796-466B-1DA9-00EA-5B077158A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297" y="2297080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3EF4CD-50D5-EFAA-E782-F2BBB7066C55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3EF4CD-50D5-EFAA-E782-F2BBB7066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6944E7-926C-2C5E-F748-80B1696E7EFB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6944E7-926C-2C5E-F748-80B1696E7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A399E8-0E04-06BD-376A-AB40B6132A31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3688895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0.25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+2.25]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A399E8-0E04-06BD-376A-AB40B6132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3688895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7F26BB6-D6C6-F7CA-EF23-9A339C7F5BED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7409400B-6333-AF0E-3500-184884D5CEE1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005111-E24A-9C75-5676-B2F3B306F354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65BAFD9-C025-092E-6E4F-CF1C185C02C2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65BAFD9-C025-092E-6E4F-CF1C185C02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301AEC6-E4D7-F887-4359-706C3AD1D9D1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301AEC6-E4D7-F887-4359-706C3AD1D9D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8FC90CD-E912-C341-3DE3-F575BAC21AAB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8FC90CD-E912-C341-3DE3-F575BAC21A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6632023-4355-C8A9-7D21-1FE402AF68F7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6632023-4355-C8A9-7D21-1FE402AF68F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2F66267-50DC-8C00-A417-319A4E86D87D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2F66267-50DC-8C00-A417-319A4E86D87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F4B652E-5089-0F17-09AC-A314E709B4EA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F4B652E-5089-0F17-09AC-A314E709B4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09EBA11-AD5A-7938-2844-3738872DC01C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56FDA31-6DBA-4C6D-6792-0435EBD46A62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56FDA31-6DBA-4C6D-6792-0435EBD46A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802104-891B-5D9D-9D98-36947AF3ED92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802104-891B-5D9D-9D98-36947AF3ED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86D4FF-F706-859D-F83B-89670A535093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86D4FF-F706-859D-F83B-89670A5350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30B2D45-9E6A-02F5-49CF-13667BED14D0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30B2D45-9E6A-02F5-49CF-13667BED14D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E760982-44DB-75F5-82E2-A975131F7F06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E760982-44DB-75F5-82E2-A975131F7F0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380A523-D4A7-7819-9602-FD204B4440CD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380A523-D4A7-7819-9602-FD204B4440C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034FB7C-6282-3950-6092-0AE69B3B02D3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034FB7C-6282-3950-6092-0AE69B3B02D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B8EFEA2-7EF7-8CD6-899F-DBBF389F56AA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B8EFEA2-7EF7-8CD6-899F-DBBF389F56A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F009125-8ADA-A8E3-5976-9A5A2D7B03C6}"/>
                  </a:ext>
                </a:extLst>
              </p:cNvPr>
              <p:cNvSpPr txBox="1"/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F009125-8ADA-A8E3-5976-9A5A2D7B0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128C27-995A-655A-9BE0-7763861B2739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128C27-995A-655A-9BE0-7763861B2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09955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0EBD-CE1B-6B41-EC7A-BAD39716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5E94FA-A834-D9D6-3907-056F8EF8D0FF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5E94FA-A834-D9D6-3907-056F8EF8D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55B82D-9915-1B33-34FF-299E96AA32CE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55B82D-9915-1B33-34FF-299E96AA3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32AFE5-F6F5-CC83-0546-CF861E9A69BE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32AFE5-F6F5-CC83-0546-CF861E9A6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FF5FB9-0356-C228-7B0D-672C90E01751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FF5FB9-0356-C228-7B0D-672C90E01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21190E-7B03-9A6D-84DC-60BD5585D131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0B3970F1-0A42-25EE-E2E9-7B5C994847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C0E9D97-EF30-8948-195C-0105DC42F7DD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49B435-0EBE-E6FD-6A28-124B316E69F2}"/>
                  </a:ext>
                </a:extLst>
              </p:cNvPr>
              <p:cNvSpPr txBox="1"/>
              <p:nvPr/>
            </p:nvSpPr>
            <p:spPr>
              <a:xfrm>
                <a:off x="3733011" y="2240229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49B435-0EBE-E6FD-6A28-124B316E6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011" y="2240229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33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3E1D09-CE8D-5FD8-0636-A4AB7B30487A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3E1D09-CE8D-5FD8-0636-A4AB7B304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1A23E5-3A90-03D5-9038-6FE4F9FCB82A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1A23E5-3A90-03D5-9038-6FE4F9FCB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B73924-0831-5E74-F3CF-1915BC3838F1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2044662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B73924-0831-5E74-F3CF-1915BC383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2044662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8B51479-DF52-9E54-DF4B-CFE80E360ADD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A7D7E02F-4421-5F36-8922-01ACE83F50F4}"/>
              </a:ext>
            </a:extLst>
          </p:cNvPr>
          <p:cNvSpPr/>
          <p:nvPr/>
        </p:nvSpPr>
        <p:spPr>
          <a:xfrm rot="2767494">
            <a:off x="8946142" y="3625487"/>
            <a:ext cx="375144" cy="36641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27481F-4AC3-F99B-C5F5-D42CB9616581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8736C11-2C94-549D-8D20-1EBB38291969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8736C11-2C94-549D-8D20-1EBB382919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A8A82D9-115B-8065-5417-460AB4474DAC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A8A82D9-115B-8065-5417-460AB4474DA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5E9AECC-B4AF-3788-4136-2720EDE3ED9B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5E9AECC-B4AF-3788-4136-2720EDE3ED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140A152-D727-7743-B090-78E857E950D7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140A152-D727-7743-B090-78E857E950D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59863CB-52F8-FB4B-4A3E-1616801C07AC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59863CB-52F8-FB4B-4A3E-1616801C07A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067E33F-066F-6879-DF50-B3064D999075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067E33F-066F-6879-DF50-B3064D99907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F2272777-B04A-FD00-5F63-468AD0EFDD45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7155CB-13C4-704B-E230-003D07A0E038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7155CB-13C4-704B-E230-003D07A0E0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5D36A0D-EA0C-D283-F21F-8C9620B9BB5C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5D36A0D-EA0C-D283-F21F-8C9620B9BB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BE875C-72FA-8C9A-5540-24D841EE7C69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BE875C-72FA-8C9A-5540-24D841EE7C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CF08741-AED9-EF79-2508-400D54A540CF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CF08741-AED9-EF79-2508-400D54A540C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619E670-3F88-52D3-EA5D-243007475DA5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619E670-3F88-52D3-EA5D-243007475DA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5045D68-C071-0013-3371-B15E33E4F2FC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5045D68-C071-0013-3371-B15E33E4F2F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FA6400B-AED1-FBB1-1872-0ABC0FF6A543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FA6400B-AED1-FBB1-1872-0ABC0FF6A54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CC64653-2979-331B-DC26-7F3D1E9CBBED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CC64653-2979-331B-DC26-7F3D1E9CBBE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B8B74A7-DA92-EBE2-5457-F271CECCBBFA}"/>
                  </a:ext>
                </a:extLst>
              </p:cNvPr>
              <p:cNvSpPr txBox="1"/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B8B74A7-DA92-EBE2-5457-F271CECCB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A2D9884-78A0-B7E9-58A7-8DF2C3493A28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A2D9884-78A0-B7E9-58A7-8DF2C3493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04715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FAEDB-EC87-EC31-EE4A-08B423C2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C9CC83-A0A4-3C7C-CAF3-C9F9F09B5437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C9CC83-A0A4-3C7C-CAF3-C9F9F09B5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757465-0A6E-EEC4-D2BC-7C8D6B288EE6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757465-0A6E-EEC4-D2BC-7C8D6B288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002E09-EA85-65CE-F653-6FF18F07B336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002E09-EA85-65CE-F653-6FF18F07B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702324-F9D8-74C3-33EA-4261EE363ED2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702324-F9D8-74C3-33EA-4261EE363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175FA0-413F-5CEF-7ECC-A1D6AB27B24E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88C6B495-AAF1-E9CA-1121-D6C74A5EE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17322E-B4DF-C86A-A114-63C5AFB35AD0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9D0CC3-B1FF-CF04-37CB-1AC7E7170C42}"/>
                  </a:ext>
                </a:extLst>
              </p:cNvPr>
              <p:cNvSpPr txBox="1"/>
              <p:nvPr/>
            </p:nvSpPr>
            <p:spPr>
              <a:xfrm>
                <a:off x="3801130" y="2244477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9D0CC3-B1FF-CF04-37CB-1AC7E7170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130" y="2244477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942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614065-7EE0-65D3-B93C-45C9854CD6EF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614065-7EE0-65D3-B93C-45C9854CD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9DAB05-128D-0085-BCC0-3FDC0B9C6293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9DAB05-128D-0085-BCC0-3FDC0B9C6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A8FA13-2882-FC6C-8E63-0E2AB27EABAB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=0.58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A8FA13-2882-FC6C-8E63-0E2AB27EA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blipFill>
                <a:blip r:embed="rId10"/>
                <a:stretch>
                  <a:fillRect l="-5694" r="-462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B1A5E31-549B-2890-2ED1-8F3EF526FBAB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ACAD3EA0-654F-B86C-4571-CE8ED3FA7967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135973-F302-2D08-68C7-7A9D6274A6C3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7A68CF6-60E4-B877-2146-539552ABDC3A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7A68CF6-60E4-B877-2146-539552ABDC3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3AAEA4A-BCE9-FF6C-1E9F-E05677DA6399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3AAEA4A-BCE9-FF6C-1E9F-E05677DA639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53F9CD3-DD0E-BE3D-8ABB-369595C64E18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53F9CD3-DD0E-BE3D-8ABB-369595C64E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D6937B7-1806-0248-FCB0-EB99FB10A9EC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D6937B7-1806-0248-FCB0-EB99FB10A9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13AB307-E4CA-97E7-7380-C2671C333D33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13AB307-E4CA-97E7-7380-C2671C333D3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27B151-F15F-C8D2-91A9-4F751746A986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27B151-F15F-C8D2-91A9-4F751746A98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1AEF3C96-232A-96F6-41A5-E7074D80485B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04D3A6-E50B-5244-3DDB-FD4AB26ED916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04D3A6-E50B-5244-3DDB-FD4AB26ED9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C949D1-A235-93B4-4B0B-E3B72747FC3E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C949D1-A235-93B4-4B0B-E3B72747FC3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321271-3DF6-F96A-832C-62C2AEEE120F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321271-3DF6-F96A-832C-62C2AEEE120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965DE5C-61AF-544A-8D72-647F5A5AA194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965DE5C-61AF-544A-8D72-647F5A5AA19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863160A-1A01-F8F6-F518-F7DC13ADCE28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863160A-1A01-F8F6-F518-F7DC13ADCE2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8032904-D96D-F28D-73EF-EDD833064628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8032904-D96D-F28D-73EF-EDD83306462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0595D3F-BA61-7943-85AB-F3F8DC01A999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0595D3F-BA61-7943-85AB-F3F8DC01A99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B204AD7-5225-2B21-F3DB-083566005AB2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B204AD7-5225-2B21-F3DB-083566005AB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138AFC-474B-E061-F04F-895B8C964AC7}"/>
                  </a:ext>
                </a:extLst>
              </p:cNvPr>
              <p:cNvSpPr txBox="1"/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138AFC-474B-E061-F04F-895B8C964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08" y="3326924"/>
                <a:ext cx="1097352" cy="44191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2D98C2-E39C-6592-C4CB-00BB5A3CEA9D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2D98C2-E39C-6592-C4CB-00BB5A3CE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81014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8CE5-A411-4E0B-C6BB-96007006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AF58AA-0AFE-6486-16FD-EAE619D190D4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AF58AA-0AFE-6486-16FD-EAE619D19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811C6B-D71C-879F-E5A8-4ECCD8151F66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811C6B-D71C-879F-E5A8-4ECCD8151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ACDCBD-5B9E-D2D0-E5AB-B62E7850882B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ACDCBD-5B9E-D2D0-E5AB-B62E78508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EF91AB-E8BD-C3BD-3BBE-A52B060CC01D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EF91AB-E8BD-C3BD-3BBE-A52B060CC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B39096-D103-639E-D1CE-199D98ADB7BC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E5D290AD-D0E0-5D07-22F5-69C9CDCDAC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F652293-29FD-8CBB-751E-5F88B1837EF9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2AB724-C69D-F562-0624-15989441496F}"/>
                  </a:ext>
                </a:extLst>
              </p:cNvPr>
              <p:cNvSpPr txBox="1"/>
              <p:nvPr/>
            </p:nvSpPr>
            <p:spPr>
              <a:xfrm>
                <a:off x="3780256" y="2264233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2AB724-C69D-F562-0624-159894414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256" y="2264233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9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8EB358-6F62-BE25-3F75-F2D9E2FFA1BD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8EB358-6F62-BE25-3F75-F2D9E2FFA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113862-1A78-55B0-19B3-83D91B5B200F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113862-1A78-55B0-19B3-83D91B5B2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C19DA6-33BD-B355-99B3-A8427577DC76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=0.58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C19DA6-33BD-B355-99B3-A8427577D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blipFill>
                <a:blip r:embed="rId10"/>
                <a:stretch>
                  <a:fillRect l="-5694" r="-462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973A372-A691-12B1-BEF9-1E824213334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5291C63C-D32F-5C46-A9CA-2961073D6F81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62B2CE9-1755-3DF2-4992-0D40822FAA66}"/>
                  </a:ext>
                </a:extLst>
              </p14:cNvPr>
              <p14:cNvContentPartPr/>
              <p14:nvPr/>
            </p14:nvContentPartPr>
            <p14:xfrm>
              <a:off x="4803343" y="2847231"/>
              <a:ext cx="3776400" cy="1830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62B2CE9-1755-3DF2-4992-0D40822FAA6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85703" y="2829591"/>
                <a:ext cx="3812040" cy="186660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2F0B19-EE01-E694-553F-8D2A8EF649E9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F149CDE-D2C8-E628-80DB-0386DF21EE69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F149CDE-D2C8-E628-80DB-0386DF21EE6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38AB67E-D510-91AF-DDE3-48742C254117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38AB67E-D510-91AF-DDE3-48742C25411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01E5CC-354E-7BE4-D1A5-3F7991701F19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01E5CC-354E-7BE4-D1A5-3F7991701F1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BE086D9-AB8B-BFDC-B918-00560859037D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BE086D9-AB8B-BFDC-B918-00560859037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7E1BA52-6B58-C2D9-D112-2FBB17D65602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7E1BA52-6B58-C2D9-D112-2FBB17D656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AA13FB1-566E-841E-9EEA-48D0620D42AD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AA13FB1-566E-841E-9EEA-48D0620D42A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A9332C8-ECA9-2A91-F7F4-B77AFF312F8C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15061A5-AE3E-A576-41AF-65B39B6EF378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15061A5-AE3E-A576-41AF-65B39B6EF3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93474C-8DF5-8F1C-F7DC-40A09FF9D00D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93474C-8DF5-8F1C-F7DC-40A09FF9D0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331A209-3317-0726-1BEE-11FCA6B723D2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331A209-3317-0726-1BEE-11FCA6B723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E29BC01-BAA4-6651-DE56-0D89027CDA48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E29BC01-BAA4-6651-DE56-0D89027CDA4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3048127-46EB-7F76-EBAD-7ABBE37B54A7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3048127-46EB-7F76-EBAD-7ABBE37B54A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10DCFBA-F82D-EF99-7CCC-862F11457B02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10DCFBA-F82D-EF99-7CCC-862F11457B0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5604EE5-BC8C-A338-537C-F46D392F708D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5604EE5-BC8C-A338-537C-F46D392F708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A982C0A-A7E7-6488-3E8A-2260E0ECF9E0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A982C0A-A7E7-6488-3E8A-2260E0ECF9E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450A8E-E449-30CB-8409-DCC5050C2018}"/>
                  </a:ext>
                </a:extLst>
              </p:cNvPr>
              <p:cNvSpPr txBox="1"/>
              <p:nvPr/>
            </p:nvSpPr>
            <p:spPr>
              <a:xfrm>
                <a:off x="4190243" y="3434920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450A8E-E449-30CB-8409-DCC5050C2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243" y="3434920"/>
                <a:ext cx="1097352" cy="441916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BC698B3-C9B4-2675-15B9-A666698696E0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BC698B3-C9B4-2675-15B9-A6666986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22498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AFDE-2444-3D51-66AD-776EDB7A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116F09-C360-9E09-E8FC-770FB8C7C8B9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116F09-C360-9E09-E8FC-770FB8C7C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9BA00E-BF8B-BC8C-682D-156F6156838F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9BA00E-BF8B-BC8C-682D-156F61568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0EF29A-E1AA-9EFF-636B-9B73058F4F0E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0EF29A-E1AA-9EFF-636B-9B73058F4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D49B40-8895-4B5B-C05C-1050C39DF717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D49B40-8895-4B5B-C05C-1050C39DF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3E86D1-C103-27F1-8D8F-991DA7951F60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7A1C083F-BE98-EA16-ACB4-B58D80CA17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1C5543-B3F7-34E0-3405-47E51618D471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1FA264-1C09-97BD-744A-BB9A20938FCD}"/>
                  </a:ext>
                </a:extLst>
              </p:cNvPr>
              <p:cNvSpPr txBox="1"/>
              <p:nvPr/>
            </p:nvSpPr>
            <p:spPr>
              <a:xfrm>
                <a:off x="3780256" y="2203568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1FA264-1C09-97BD-744A-BB9A20938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256" y="2203568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9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5258AC-B602-602A-FBFF-A6DF4BAB1F70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5258AC-B602-602A-FBFF-A6DF4BAB1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ED46D6-C37A-6ED7-6B7E-6F1D8028533E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ED46D6-C37A-6ED7-6B7E-6F1D80285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FB00A1-32F8-0498-BC82-99AC372F2130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=0.58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FB00A1-32F8-0498-BC82-99AC372F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blipFill>
                <a:blip r:embed="rId10"/>
                <a:stretch>
                  <a:fillRect l="-5694" r="-462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A599357-C590-F677-D4C9-9D24F9B1DA7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B28D90D5-2548-09D0-4CE3-C90ECE12FBA9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02CD5B6-6F87-7D37-F0D2-A4D818F56A0E}"/>
                  </a:ext>
                </a:extLst>
              </p14:cNvPr>
              <p14:cNvContentPartPr/>
              <p14:nvPr/>
            </p14:nvContentPartPr>
            <p14:xfrm>
              <a:off x="4803343" y="2847231"/>
              <a:ext cx="3776400" cy="1830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02CD5B6-6F87-7D37-F0D2-A4D818F56A0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85703" y="2829591"/>
                <a:ext cx="3812040" cy="18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A7DF99-7BA1-3B7E-F600-4FE937D39CE3}"/>
                  </a:ext>
                </a:extLst>
              </p14:cNvPr>
              <p14:cNvContentPartPr/>
              <p14:nvPr/>
            </p14:nvContentPartPr>
            <p14:xfrm>
              <a:off x="1180663" y="3402351"/>
              <a:ext cx="6955200" cy="284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A7DF99-7BA1-3B7E-F600-4FE937D39CE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62663" y="3384351"/>
                <a:ext cx="6990840" cy="2883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739112-3807-47AE-1442-F5A8B0DB34B5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A6BEF4E-3327-28C1-8DC4-C19C8D6135D8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A6BEF4E-3327-28C1-8DC4-C19C8D6135D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E23A2D2-CC03-BCF4-A6A2-359F34E07F27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E23A2D2-CC03-BCF4-A6A2-359F34E07F2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666D8CC-0D38-92F0-EF14-3A3AC93B1E25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666D8CC-0D38-92F0-EF14-3A3AC93B1E2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925F3D6-86A2-602E-DDF5-0DF801FF95F5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925F3D6-86A2-602E-DDF5-0DF801FF95F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FE62416-819D-784B-70FB-30E7FD9DDEC6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FE62416-819D-784B-70FB-30E7FD9DDEC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2AF1F1E-5930-1EB3-C2EB-06034D4B5D2D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2AF1F1E-5930-1EB3-C2EB-06034D4B5D2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267E65B-C234-0059-1F03-A28633714B03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6D983D-7298-0F48-FFFF-0967B171ED7B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6D983D-7298-0F48-FFFF-0967B171ED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7C8509-84C5-8A2F-5E19-855BE783A716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7C8509-84C5-8A2F-5E19-855BE783A7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A6843A-46F2-8E84-3A2B-F186B6BCC7D2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A6843A-46F2-8E84-3A2B-F186B6BCC7D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DCDF0A9-66BC-1E69-AD25-5A5E311452F0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DCDF0A9-66BC-1E69-AD25-5A5E311452F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02ADAC4-BD5D-744C-93B7-37C43809FA8B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02ADAC4-BD5D-744C-93B7-37C43809FA8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D3317AB-49B7-6758-C94C-80FE5844F502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D3317AB-49B7-6758-C94C-80FE5844F50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5094810-7E3D-27CC-B57B-ED4BAAAACF65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5094810-7E3D-27CC-B57B-ED4BAAAACF6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150EA2E-E1BE-E4EE-176C-F439194B345A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150EA2E-E1BE-E4EE-176C-F439194B345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441544-EECC-4F46-80B1-DAE9E9D216A2}"/>
                  </a:ext>
                </a:extLst>
              </p:cNvPr>
              <p:cNvSpPr txBox="1"/>
              <p:nvPr/>
            </p:nvSpPr>
            <p:spPr>
              <a:xfrm>
                <a:off x="4180842" y="3473025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441544-EECC-4F46-80B1-DAE9E9D21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842" y="3473025"/>
                <a:ext cx="1097352" cy="441916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69C15B9-CB9F-4B70-3FC0-9997BC88133A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69C15B9-CB9F-4B70-3FC0-9997BC881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89003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E17B0-7E51-E970-6E1F-73AB5ABA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6C19E0-63D9-FF5B-30B4-049722798FBE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6C19E0-63D9-FF5B-30B4-049722798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3681DB-AEAE-0752-2912-78BC460EFC6B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3681DB-AEAE-0752-2912-78BC460EF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800319-9785-DEE3-9696-65D61677A7FE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800319-9785-DEE3-9696-65D61677A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443E51-82E7-7CFB-B73D-912A2931B684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443E51-82E7-7CFB-B73D-912A2931B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DD78AF-2C8F-5DD2-780B-EED0586EA14D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40A4767E-19B6-D1D0-AC16-0854C014B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0504BD-4230-514A-16EA-9D55DCB2A878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CCC864-40B2-367C-6E77-100B989C7923}"/>
                  </a:ext>
                </a:extLst>
              </p:cNvPr>
              <p:cNvSpPr txBox="1"/>
              <p:nvPr/>
            </p:nvSpPr>
            <p:spPr>
              <a:xfrm>
                <a:off x="3690218" y="2213575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CCC864-40B2-367C-6E77-100B989C7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218" y="2213575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9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105E54-ACE7-0613-2D17-5A140CBAA1B1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105E54-ACE7-0613-2D17-5A140CBAA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AAA064-24F4-2472-ADE2-4EAB6F7DDE9B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AAA064-24F4-2472-ADE2-4EAB6F7DD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512CBD-CFF3-D53D-DDC2-139E727B43DE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=0.58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512CBD-CFF3-D53D-DDC2-139E727B4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blipFill>
                <a:blip r:embed="rId10"/>
                <a:stretch>
                  <a:fillRect l="-5694" r="-462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8822ABF-46FD-7376-8A6A-AE7D722797B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C389D8DE-5F07-3F6C-0040-84B6FD8F1EC8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2C9CCDF-46BB-A266-7C7F-1CBEFAB00FA3}"/>
                  </a:ext>
                </a:extLst>
              </p14:cNvPr>
              <p14:cNvContentPartPr/>
              <p14:nvPr/>
            </p14:nvContentPartPr>
            <p14:xfrm>
              <a:off x="4803343" y="2847231"/>
              <a:ext cx="3776400" cy="1830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2C9CCDF-46BB-A266-7C7F-1CBEFAB00F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85703" y="2829591"/>
                <a:ext cx="3812040" cy="18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F986828-B26A-E893-A8F4-D87ADD74B833}"/>
                  </a:ext>
                </a:extLst>
              </p14:cNvPr>
              <p14:cNvContentPartPr/>
              <p14:nvPr/>
            </p14:nvContentPartPr>
            <p14:xfrm>
              <a:off x="1180663" y="3402351"/>
              <a:ext cx="6955200" cy="284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F986828-B26A-E893-A8F4-D87ADD74B83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62663" y="3384351"/>
                <a:ext cx="6990840" cy="2883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B75815-2177-AE62-C6F7-3DCA83632F37}"/>
              </a:ext>
            </a:extLst>
          </p:cNvPr>
          <p:cNvCxnSpPr/>
          <p:nvPr/>
        </p:nvCxnSpPr>
        <p:spPr>
          <a:xfrm flipV="1">
            <a:off x="8679180" y="3459480"/>
            <a:ext cx="0" cy="340360"/>
          </a:xfrm>
          <a:prstGeom prst="line">
            <a:avLst/>
          </a:prstGeom>
          <a:ln w="4127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7F3330-FBD8-B5F8-D7CE-EBCB596BA851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68360" y="3251200"/>
            <a:ext cx="0" cy="457200"/>
          </a:xfrm>
          <a:prstGeom prst="line">
            <a:avLst/>
          </a:prstGeom>
          <a:ln w="4127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EA3B0C-5533-AE29-E59C-0E7A4943C5FC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8014A7F-77EA-5DF9-1F33-F5DD2CC3C9EA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8014A7F-77EA-5DF9-1F33-F5DD2CC3C9E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7CA4E0C-FB6E-0FAD-568F-91E6196171E8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7CA4E0C-FB6E-0FAD-568F-91E6196171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11B4B45-CA91-3835-FE21-7A8BC30F4A59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11B4B45-CA91-3835-FE21-7A8BC30F4A5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B242C27-1AB5-EF42-5CC1-1CED07EBEC53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B242C27-1AB5-EF42-5CC1-1CED07EBEC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7CC271C-C3B4-5BF8-C63B-7BB7E65DC581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7CC271C-C3B4-5BF8-C63B-7BB7E65DC58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E269666-F18C-71D2-14DD-FB0FB5E25CD5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E269666-F18C-71D2-14DD-FB0FB5E25CD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1A65D84-29F2-E35C-2167-234DC9D0817C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157256-FA74-9FC6-644A-309B0C321BC8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157256-FA74-9FC6-644A-309B0C321B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471C05B-D1DB-DB0B-A2AF-E1EE1DD55211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471C05B-D1DB-DB0B-A2AF-E1EE1DD552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A705E90-B5A3-5A84-E1E8-83F324D7E8E1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A705E90-B5A3-5A84-E1E8-83F324D7E8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504C992-0463-9765-6D52-5EC68AE91495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504C992-0463-9765-6D52-5EC68AE9149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0BB9748-5EB6-3F1C-2AF8-FD7F04A1C70E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0BB9748-5EB6-3F1C-2AF8-FD7F04A1C70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7D8FBDD-2FCD-2619-CBFB-C38D8CE3D103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7D8FBDD-2FCD-2619-CBFB-C38D8CE3D10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4D79BCF-21BA-4B07-554C-23C59C4A2533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4D79BCF-21BA-4B07-554C-23C59C4A253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D268EA8-F605-4AA3-2A18-03F8CE18CD41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D268EA8-F605-4AA3-2A18-03F8CE18CD4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C94CC01-0F1F-5F10-BCB8-8E174B950099}"/>
                  </a:ext>
                </a:extLst>
              </p:cNvPr>
              <p:cNvSpPr txBox="1"/>
              <p:nvPr/>
            </p:nvSpPr>
            <p:spPr>
              <a:xfrm>
                <a:off x="4239059" y="3510160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C94CC01-0F1F-5F10-BCB8-8E174B950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059" y="3510160"/>
                <a:ext cx="1097352" cy="441916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536F182-AF7C-09BE-BA04-8D9BF93A369C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536F182-AF7C-09BE-BA04-8D9BF93A3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2302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8E370-4750-6831-47E8-A7FE3A728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0DAE2B-B596-063D-7E03-1985B6324C56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0DAE2B-B596-063D-7E03-1985B6324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FA1FEC-44E4-73F0-8F2E-E5E21677C3D3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FA1FEC-44E4-73F0-8F2E-E5E21677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E3C269-5360-23D9-1727-FD4A50B5DDE4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E3C269-5360-23D9-1727-FD4A50B5D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BFD6D3-C3A9-0A11-5AF5-EB87D85E7971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BFD6D3-C3A9-0A11-5AF5-EB87D85E7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1EAE5A-561C-7DDA-87B5-2DAAB451A840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90067CF5-46DD-BB15-8E9E-8F6A0BE4B6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2BC971-3E8E-EFC8-6027-47339C5F00E4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F018BA-6D3C-64AF-67D8-BA499D812A6E}"/>
                  </a:ext>
                </a:extLst>
              </p:cNvPr>
              <p:cNvSpPr txBox="1"/>
              <p:nvPr/>
            </p:nvSpPr>
            <p:spPr>
              <a:xfrm>
                <a:off x="3712844" y="2232335"/>
                <a:ext cx="842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F018BA-6D3C-64AF-67D8-BA499D812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844" y="2232335"/>
                <a:ext cx="842090" cy="369332"/>
              </a:xfrm>
              <a:prstGeom prst="rect">
                <a:avLst/>
              </a:prstGeom>
              <a:blipFill>
                <a:blip r:embed="rId7"/>
                <a:stretch>
                  <a:fillRect l="-869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BBCC4A-BBCC-B615-2A4C-C42A3DD1C6B1}"/>
                  </a:ext>
                </a:extLst>
              </p:cNvPr>
              <p:cNvSpPr txBox="1"/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BBCC4A-BBCC-B615-2A4C-C42A3DD1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122" y="2409041"/>
                <a:ext cx="1469633" cy="461665"/>
              </a:xfrm>
              <a:prstGeom prst="rect">
                <a:avLst/>
              </a:prstGeom>
              <a:blipFill>
                <a:blip r:embed="rId8"/>
                <a:stretch>
                  <a:fillRect r="-83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3168C8-D6E7-A748-2B59-5CA7258ECB17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3168C8-D6E7-A748-2B59-5CA7258EC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B9F882-308E-B033-61AB-ACD2E862DB64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=0.58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B9F882-308E-B033-61AB-ACD2E862D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711238" cy="369332"/>
              </a:xfrm>
              <a:prstGeom prst="rect">
                <a:avLst/>
              </a:prstGeom>
              <a:blipFill>
                <a:blip r:embed="rId10"/>
                <a:stretch>
                  <a:fillRect l="-5694" r="-462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F9A6300-FFD0-6355-D0ED-ADE8551D66A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C24987D3-1895-E58B-A395-40B2B30E6738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B5BBEFF-30D7-89B8-5F74-778F6AE4D70E}"/>
                  </a:ext>
                </a:extLst>
              </p14:cNvPr>
              <p14:cNvContentPartPr/>
              <p14:nvPr/>
            </p14:nvContentPartPr>
            <p14:xfrm>
              <a:off x="4803343" y="2847231"/>
              <a:ext cx="3776400" cy="1830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B5BBEFF-30D7-89B8-5F74-778F6AE4D70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85703" y="2829591"/>
                <a:ext cx="3812040" cy="18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EEA5530-620A-C146-21C9-EC20D6B49061}"/>
                  </a:ext>
                </a:extLst>
              </p14:cNvPr>
              <p14:cNvContentPartPr/>
              <p14:nvPr/>
            </p14:nvContentPartPr>
            <p14:xfrm>
              <a:off x="1180663" y="3402351"/>
              <a:ext cx="6955200" cy="284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EEA5530-620A-C146-21C9-EC20D6B4906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62663" y="3384351"/>
                <a:ext cx="6990840" cy="2883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F5FF9D-D404-4A2D-7C8C-9C54D53BBD9A}"/>
              </a:ext>
            </a:extLst>
          </p:cNvPr>
          <p:cNvCxnSpPr/>
          <p:nvPr/>
        </p:nvCxnSpPr>
        <p:spPr>
          <a:xfrm flipV="1">
            <a:off x="8679180" y="3459480"/>
            <a:ext cx="0" cy="340360"/>
          </a:xfrm>
          <a:prstGeom prst="line">
            <a:avLst/>
          </a:prstGeom>
          <a:ln w="4127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E95D00-66CD-5FA1-C19F-244B03D43FEC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68360" y="3251200"/>
            <a:ext cx="0" cy="457200"/>
          </a:xfrm>
          <a:prstGeom prst="line">
            <a:avLst/>
          </a:prstGeom>
          <a:ln w="4127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ross 16">
            <a:extLst>
              <a:ext uri="{FF2B5EF4-FFF2-40B4-BE49-F238E27FC236}">
                <a16:creationId xmlns:a16="http://schemas.microsoft.com/office/drawing/2014/main" id="{C375D6FB-A70E-EAC1-3EA3-6AE6151BD04B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E0DC85-5D2D-A203-10F3-6B16D75A313C}"/>
              </a:ext>
            </a:extLst>
          </p:cNvPr>
          <p:cNvCxnSpPr>
            <a:cxnSpLocks/>
          </p:cNvCxnSpPr>
          <p:nvPr/>
        </p:nvCxnSpPr>
        <p:spPr>
          <a:xfrm flipV="1">
            <a:off x="975360" y="2746703"/>
            <a:ext cx="3478653" cy="1127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D8A7060-5E51-129C-F936-E5A187155D5E}"/>
                  </a:ext>
                </a:extLst>
              </p14:cNvPr>
              <p14:cNvContentPartPr/>
              <p14:nvPr/>
            </p14:nvContentPartPr>
            <p14:xfrm>
              <a:off x="1778240" y="3301360"/>
              <a:ext cx="20520" cy="305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D8A7060-5E51-129C-F936-E5A187155D5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60240" y="3283720"/>
                <a:ext cx="561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9247F37-488E-8A9D-CB58-9EB90807E3E1}"/>
                  </a:ext>
                </a:extLst>
              </p14:cNvPr>
              <p14:cNvContentPartPr/>
              <p14:nvPr/>
            </p14:nvContentPartPr>
            <p14:xfrm>
              <a:off x="2590760" y="2722840"/>
              <a:ext cx="360" cy="588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9247F37-488E-8A9D-CB58-9EB90807E3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72760" y="2705200"/>
                <a:ext cx="3600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8A6D19B-BA0F-C3A3-9AE3-5BEA1BE9C1A2}"/>
                  </a:ext>
                </a:extLst>
              </p14:cNvPr>
              <p14:cNvContentPartPr/>
              <p14:nvPr/>
            </p14:nvContentPartPr>
            <p14:xfrm>
              <a:off x="3413360" y="2082400"/>
              <a:ext cx="31320" cy="986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8A6D19B-BA0F-C3A3-9AE3-5BEA1BE9C1A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95360" y="2064400"/>
                <a:ext cx="6696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4E80D83-CDE9-658A-1267-71422C12985D}"/>
                  </a:ext>
                </a:extLst>
              </p14:cNvPr>
              <p14:cNvContentPartPr/>
              <p14:nvPr/>
            </p14:nvContentPartPr>
            <p14:xfrm>
              <a:off x="1734320" y="3558040"/>
              <a:ext cx="109440" cy="110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4E80D83-CDE9-658A-1267-71422C12985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716320" y="3540040"/>
                <a:ext cx="145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C07EA2-BE5C-3317-08BC-265195D0C814}"/>
                  </a:ext>
                </a:extLst>
              </p14:cNvPr>
              <p14:cNvContentPartPr/>
              <p14:nvPr/>
            </p14:nvContentPartPr>
            <p14:xfrm>
              <a:off x="2547200" y="3291640"/>
              <a:ext cx="128160" cy="143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C07EA2-BE5C-3317-08BC-265195D0C81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29560" y="3274000"/>
                <a:ext cx="1638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217620D-6DEB-445F-0051-22108AFA4363}"/>
                  </a:ext>
                </a:extLst>
              </p14:cNvPr>
              <p14:cNvContentPartPr/>
              <p14:nvPr/>
            </p14:nvContentPartPr>
            <p14:xfrm>
              <a:off x="3402560" y="3016960"/>
              <a:ext cx="114840" cy="173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217620D-6DEB-445F-0051-22108AFA436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84920" y="2999320"/>
                <a:ext cx="150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32066F2C-F830-2D32-D12D-B1AA310062E8}"/>
              </a:ext>
            </a:extLst>
          </p:cNvPr>
          <p:cNvGrpSpPr/>
          <p:nvPr/>
        </p:nvGrpSpPr>
        <p:grpSpPr>
          <a:xfrm>
            <a:off x="1828640" y="3210640"/>
            <a:ext cx="1842840" cy="468720"/>
            <a:chOff x="1828640" y="3210640"/>
            <a:chExt cx="18428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B30FD1-6BA0-1291-10D7-942809C7239A}"/>
                    </a:ext>
                  </a:extLst>
                </p14:cNvPr>
                <p14:cNvContentPartPr/>
                <p14:nvPr/>
              </p14:nvContentPartPr>
              <p14:xfrm>
                <a:off x="2692640" y="3423760"/>
                <a:ext cx="978840" cy="120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B30FD1-6BA0-1291-10D7-942809C7239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74640" y="3405760"/>
                  <a:ext cx="1014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0F5942-437F-4E33-0AA8-0F2A8068EBB6}"/>
                    </a:ext>
                  </a:extLst>
                </p14:cNvPr>
                <p14:cNvContentPartPr/>
                <p14:nvPr/>
              </p14:nvContentPartPr>
              <p14:xfrm>
                <a:off x="3505160" y="3210640"/>
                <a:ext cx="137160" cy="313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0F5942-437F-4E33-0AA8-0F2A8068EB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87160" y="3192640"/>
                  <a:ext cx="172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D4C0E9-E1F5-F58C-7AEB-B89646E25BDF}"/>
                    </a:ext>
                  </a:extLst>
                </p14:cNvPr>
                <p14:cNvContentPartPr/>
                <p14:nvPr/>
              </p14:nvContentPartPr>
              <p14:xfrm>
                <a:off x="1828640" y="3555160"/>
                <a:ext cx="1837800" cy="124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D4C0E9-E1F5-F58C-7AEB-B89646E25BD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10640" y="3537160"/>
                  <a:ext cx="187344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7A11EC9-D659-1F2D-E917-D31DA32C7A99}"/>
                  </a:ext>
                </a:extLst>
              </p14:cNvPr>
              <p14:cNvContentPartPr/>
              <p14:nvPr/>
            </p14:nvContentPartPr>
            <p14:xfrm>
              <a:off x="3677960" y="3510160"/>
              <a:ext cx="538920" cy="91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7A11EC9-D659-1F2D-E917-D31DA32C7A9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59960" y="3492160"/>
                <a:ext cx="574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C9BD384-63A6-47D8-4896-DCC03E99866C}"/>
                  </a:ext>
                </a:extLst>
              </p14:cNvPr>
              <p14:cNvContentPartPr/>
              <p14:nvPr/>
            </p14:nvContentPartPr>
            <p14:xfrm>
              <a:off x="2376560" y="2011120"/>
              <a:ext cx="905040" cy="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C9BD384-63A6-47D8-4896-DCC03E9986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58920" y="1975120"/>
                <a:ext cx="940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9F70AEC-0DDE-AC32-AD2A-33B0256DAE64}"/>
                  </a:ext>
                </a:extLst>
              </p14:cNvPr>
              <p14:cNvContentPartPr/>
              <p14:nvPr/>
            </p14:nvContentPartPr>
            <p14:xfrm>
              <a:off x="2146520" y="1857040"/>
              <a:ext cx="241560" cy="195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9F70AEC-0DDE-AC32-AD2A-33B0256DAE6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28880" y="1839040"/>
                <a:ext cx="277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CA3CEA8-1EB2-655D-8BB2-51B6EAAAC139}"/>
                  </a:ext>
                </a:extLst>
              </p14:cNvPr>
              <p14:cNvContentPartPr/>
              <p14:nvPr/>
            </p14:nvContentPartPr>
            <p14:xfrm>
              <a:off x="1757360" y="2084200"/>
              <a:ext cx="572400" cy="1024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CA3CEA8-1EB2-655D-8BB2-51B6EAAAC13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39720" y="2066200"/>
                <a:ext cx="60804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B100657-5F1B-7CC8-6B9B-8B1FD8192569}"/>
                  </a:ext>
                </a:extLst>
              </p14:cNvPr>
              <p14:cNvContentPartPr/>
              <p14:nvPr/>
            </p14:nvContentPartPr>
            <p14:xfrm>
              <a:off x="2306000" y="2023000"/>
              <a:ext cx="204480" cy="537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B100657-5F1B-7CC8-6B9B-8B1FD819256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88360" y="2005000"/>
                <a:ext cx="24012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83EEA8D-2486-F23F-3AA6-C9DF21898EF8}"/>
                  </a:ext>
                </a:extLst>
              </p:cNvPr>
              <p:cNvSpPr txBox="1"/>
              <p:nvPr/>
            </p:nvSpPr>
            <p:spPr>
              <a:xfrm>
                <a:off x="4216918" y="3504608"/>
                <a:ext cx="1097352" cy="441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6630D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6630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6630D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83EEA8D-2486-F23F-3AA6-C9DF21898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918" y="3504608"/>
                <a:ext cx="1097352" cy="441916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4E0FA5-F5F5-55AC-CAE6-90903B3F879A}"/>
                  </a:ext>
                </a:extLst>
              </p:cNvPr>
              <p:cNvSpPr txBox="1"/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C4004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4E0FA5-F5F5-55AC-CAE6-90903B3F8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152" y="1541528"/>
                <a:ext cx="406843" cy="44480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50256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66F95-60AB-B0A1-A0B7-68EB93BB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7E3F03-79A2-AFC9-B286-3F421C179892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7E3F03-79A2-AFC9-B286-3F421C179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8B14A2-22FF-9F28-31DD-643BAEFFA76C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8B14A2-22FF-9F28-31DD-643BAEFFA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8089D6-F7BD-B5D1-1B37-8E8B8C35DEC7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8089D6-F7BD-B5D1-1B37-8E8B8C35D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864C46-6719-4148-B5A0-A4D9DF5E1D47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864C46-6719-4148-B5A0-A4D9DF5E1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91BF31-2320-64AE-C537-4321D78C48EC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2D1D42BA-A919-E08B-32D2-A6658F514F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7650A3-4D94-B641-9DF4-845A9EAEBE6F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7650A3-4D94-B641-9DF4-845A9EAEB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3FBB87-7EB1-A85B-EAFC-B5364718EB17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3FBB87-7EB1-A85B-EAFC-B5364718E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3418E87-59FD-0ED1-832A-47AF7D1C8FF9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7165CC70-C8C0-CF7F-BC41-9B0E0D38A54E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B48BD4A4-1A16-AF12-2028-FEFB8251D310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B77BDC-6BE5-BBD5-5559-85BFDBC08535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62174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51C3E-5953-5E66-5668-2953D7A8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74466-1DE3-1A4F-AC9D-74F548AA296E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74466-1DE3-1A4F-AC9D-74F548AA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C42D2D-305F-A537-52BC-44630EA055EC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C42D2D-305F-A537-52BC-44630EA05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149223-D3F3-65F8-D8FE-0F35B86BF181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149223-D3F3-65F8-D8FE-0F35B86BF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E08098-CF92-C73B-CCF2-A2E0274228E7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E08098-CF92-C73B-CCF2-A2E027422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35D934-6543-4AC1-AF11-97A1C3997C16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1D7748A1-A86C-9D61-3F5E-59625FDFFD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AF1A6A-0625-71D1-0691-0BFEFA470117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AF1A6A-0625-71D1-0691-0BFEFA470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D210C9-FBAF-B731-151D-CF7AF32D0EBA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D210C9-FBAF-B731-151D-CF7AF32D0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4F074CC-A0EB-6901-8814-8D50C09980CB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F83E840B-CE28-5AE4-3C86-92AC7396DFC9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BCC7E086-78CA-8F29-223B-D93239F90143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D403E9-E150-5768-AB40-1C16CE64BE55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FE33B9-677C-90DC-B2EE-FFE915470A39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A93E5A-3C7A-CE82-1316-6DAF6E01EBEA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6229D9-63BE-6181-BF18-601ADECC03E0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5591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EA9B7-17DC-68DA-3B88-E3F6F325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D98177-A103-CF40-BA8F-409BE121A459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D98177-A103-CF40-BA8F-409BE121A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6B699C-6558-216A-316F-805D9A120917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6B699C-6558-216A-316F-805D9A120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CBEF4A-2CAD-8837-BBDC-57343FF6DB75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CBEF4A-2CAD-8837-BBDC-57343FF6D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A3E30B-671B-E144-6781-967CB4AFE03B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A3E30B-671B-E144-6781-967CB4AFE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C2F28D-32F1-AE57-40DF-D47D4A5BD1C2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9C724237-19AB-18A0-D7A5-0CEDD56E9A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624AC5-E671-F4B4-198E-BFE8C38D935A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624AC5-E671-F4B4-198E-BFE8C38D9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0C3C38-C57E-FA61-3B5F-957E33F46E14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0C3C38-C57E-FA61-3B5F-957E33F46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2346265-862B-92B4-700D-FCB6395AC79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93C10F8B-E7BC-1B07-1C6D-E584C5836F3D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FAA505C7-43BB-33B9-6646-558CE2F8AF5F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C36BB-8097-CD6A-F092-EAD3AEFE71FE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9BE149-0FEE-9EB7-537A-41F7227E84D5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AB3901-0131-F7DB-72D2-FDD55CD976AC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EE6460-357F-11AE-FCB7-FB0BCB5F59C3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9CA1A3-6C84-7530-2DD8-044C4BF5A16F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4078361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9CA1A3-6C84-7530-2DD8-044C4BF5A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4078361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1914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CD18-DC00-52FF-C45C-E04C5C0A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A96440-43F4-2684-46AE-45641A4A5823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A96440-43F4-2684-46AE-45641A4A5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129449-3572-61F9-2D60-9AE559BE8B76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129449-3572-61F9-2D60-9AE559BE8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711BB1-E55C-3A6A-6E3D-ACA956C426D7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711BB1-E55C-3A6A-6E3D-ACA956C42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562D8F-A3E9-370D-E4B6-789158DDF069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562D8F-A3E9-370D-E4B6-789158DDF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A950C7-004B-33C2-E3E5-EB4AECAC9BB0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49253CD2-A8EE-B297-5E25-D40F3F0325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0BD6BD-2BA4-0929-E77A-B032E762EA2F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0BD6BD-2BA4-0929-E77A-B032E762E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E1F49F-0630-6A59-373D-36A8B254B96E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E1F49F-0630-6A59-373D-36A8B254B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2482F99-4D61-7144-B666-794CF5CC0E36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CB7BD7D4-5A73-1E3F-137D-41B63AD37847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DC7566CC-F24D-1EFB-9DDE-7FF4189577CA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6E8EAA-B270-AC05-E1D9-44545E591BDE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8196A3-415E-1E0F-7F3D-461BD69EC516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569F72-D414-FD44-CCDB-48916F444769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BBD1B2-EA07-631F-1625-371B86EAF996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718F85-E489-479D-9C9E-50E9810E44D9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2884187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[1+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718F85-E489-479D-9C9E-50E9810E4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2884187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33129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BC209-FFE7-8413-3C9C-E8CEFB6B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70B802-0AFB-5BEE-BA96-8F7C5B2CC96F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70B802-0AFB-5BEE-BA96-8F7C5B2CC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B41A50-B5E1-0F5B-764B-9E144098CD6F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B41A50-B5E1-0F5B-764B-9E144098C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4C1955-8EBF-0399-780C-C61E3DF2AF74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4C1955-8EBF-0399-780C-C61E3DF2A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D1A0C9-84DA-8C8E-2A72-5EF667AAA21F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D1A0C9-84DA-8C8E-2A72-5EF667AAA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BDEE84F-0EAE-D3D1-3BC7-B5B61ADE29E0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AA716E58-682C-7DE0-ED99-079551EA94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06E3DE-1168-2EA7-CF64-40650349A152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06E3DE-1168-2EA7-CF64-40650349A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5FD965-45B6-D07F-3AF0-5ECA4350DDD2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5FD965-45B6-D07F-3AF0-5ECA4350D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2C47AF6-8097-DAE3-5FB9-B00837BC2954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E1935949-1B0F-1768-630C-F0A2EEE4308B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5C1CE51A-3B95-9BC0-D5F5-030663D553FF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1C54-77EE-5FB2-D682-55EEB4C16128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6C0222-FFFE-8FE9-4EE9-134FAD37A594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014065-B590-4C90-30DA-36D1CE19BE2B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0F2AA7-FB02-82E7-CF84-3937DE7D992E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EDFE88-7F89-EE2C-8E85-C218090481CD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982146" cy="6938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[14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EDFE88-7F89-EE2C-8E85-C21809048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982146" cy="6938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24534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9300-B0BB-499D-6CF5-6C624876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4B33DB-9305-472A-659C-751985C1468D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4B33DB-9305-472A-659C-751985C14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894282-A184-0483-D25E-4F5AFA4FA94C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894282-A184-0483-D25E-4F5AFA4FA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D38400-2B2F-D14E-8E1B-CB2C737C113E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D38400-2B2F-D14E-8E1B-CB2C737C1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BBC126-E986-A012-870C-57A0F4F6A0EE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BBC126-E986-A012-870C-57A0F4F6A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162D4D-D1F4-151B-BD39-C0D153CA60D9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E4F56032-8D06-A10B-6840-3FC7C055D6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C6B15D-88A6-6F99-8B2E-2408B4784F17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C6B15D-88A6-6F99-8B2E-2408B4784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F5F8EA-6B7D-DE46-CF91-9CDC05273A8B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F5F8EA-6B7D-DE46-CF91-9CDC05273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B44F785-9397-55E8-2A54-76E6CD8379BB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93FF1299-797C-76F5-17E8-8D2D660FE88B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8466F7D0-9C3A-262E-4F57-0F44DFFA9743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B93383-ACA6-DFE7-31BD-0146A49E74AB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5AF3AF-F363-035C-C9FA-3E7E8EFED737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BC35C3-1F70-69D5-6D33-EC1B54451753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0507FB-C0A2-E97C-EC7D-81C1792F2308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2B07DC-38E1-C5BC-5EDF-881CD55F1ABF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2B07DC-38E1-C5BC-5EDF-881CD55F1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blipFill>
                <a:blip r:embed="rId10"/>
                <a:stretch>
                  <a:fillRect l="-6324" r="-47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99518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3445E-41BA-A339-D94C-2D35BB26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F97EAA-1C8B-E19C-115B-1C27507BD6E3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F97EAA-1C8B-E19C-115B-1C27507BD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E70D6-6CF5-5EF5-EE2E-BA0126691044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E70D6-6CF5-5EF5-EE2E-BA0126691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AAB5CB-DB1A-FB98-B7B2-8B9FB8BF342F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AAB5CB-DB1A-FB98-B7B2-8B9FB8BF3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CE53DB-65C3-35C4-0E7E-1D7235600B76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CE53DB-65C3-35C4-0E7E-1D7235600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89ECC3-82E2-279A-788A-FFBCC78FD66D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5CC0F5A1-4D5F-9982-CB60-DA8CE3381E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FA7157-F111-6DE0-899C-6E69586C6958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FA7157-F111-6DE0-899C-6E69586C6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015AC8-DEB6-C503-C013-6C8800A8FA7F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015AC8-DEB6-C503-C013-6C8800A8F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7D8505D-ED21-1F97-BC16-BD4C3DBDE49E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8D967577-7456-13EB-1B53-BDE9323F4DEA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49746FBF-F01B-C255-D25F-5A6032FFEA1D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585D18-251A-F1FC-E891-2E86F553C4DB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17F8E5-6981-2696-5BA7-6C64CA77559C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BE7C00-39D5-C751-9519-64A4DDDA2C79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FE9DD80-5954-6662-81F0-6693C78BEDCE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3D873D-66C2-FF1E-0A6A-7872E05ED7CB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3D873D-66C2-FF1E-0A6A-7872E05ED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blipFill>
                <a:blip r:embed="rId10"/>
                <a:stretch>
                  <a:fillRect l="-6324" r="-47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01E6585-7F8F-A0BA-1778-F1B37A07350C}"/>
                  </a:ext>
                </a:extLst>
              </p14:cNvPr>
              <p14:cNvContentPartPr/>
              <p14:nvPr/>
            </p14:nvContentPartPr>
            <p14:xfrm>
              <a:off x="3696689" y="4139148"/>
              <a:ext cx="796680" cy="20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01E6585-7F8F-A0BA-1778-F1B37A07350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78689" y="4121148"/>
                <a:ext cx="8323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15A2A8-46EB-C9F9-B6E1-AC0D65ED8801}"/>
                  </a:ext>
                </a:extLst>
              </p14:cNvPr>
              <p14:cNvContentPartPr/>
              <p14:nvPr/>
            </p14:nvContentPartPr>
            <p14:xfrm>
              <a:off x="4207889" y="4125108"/>
              <a:ext cx="3925440" cy="496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B15A2A8-46EB-C9F9-B6E1-AC0D65ED880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89889" y="4107468"/>
                <a:ext cx="396108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F629D35-B00F-E6F9-5425-A6546402CE05}"/>
                  </a:ext>
                </a:extLst>
              </p14:cNvPr>
              <p14:cNvContentPartPr/>
              <p14:nvPr/>
            </p14:nvContentPartPr>
            <p14:xfrm>
              <a:off x="117929" y="6173508"/>
              <a:ext cx="1341000" cy="20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F629D35-B00F-E6F9-5425-A6546402CE0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929" y="6155508"/>
                <a:ext cx="13766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DC1AF-5CB6-962A-0F7C-7D1170B139DC}"/>
              </a:ext>
            </a:extLst>
          </p:cNvPr>
          <p:cNvGrpSpPr/>
          <p:nvPr/>
        </p:nvGrpSpPr>
        <p:grpSpPr>
          <a:xfrm>
            <a:off x="845129" y="2379468"/>
            <a:ext cx="7334640" cy="4120200"/>
            <a:chOff x="845129" y="2379468"/>
            <a:chExt cx="7334640" cy="41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27BDED-7FA1-20B3-CF7A-DE0EA94C28A0}"/>
                    </a:ext>
                  </a:extLst>
                </p14:cNvPr>
                <p14:cNvContentPartPr/>
                <p14:nvPr/>
              </p14:nvContentPartPr>
              <p14:xfrm>
                <a:off x="845129" y="2457228"/>
                <a:ext cx="7324560" cy="4042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27BDED-7FA1-20B3-CF7A-DE0EA94C28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7489" y="2439588"/>
                  <a:ext cx="7360200" cy="40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E9A1224-7140-5C8F-A78E-99E024F3E10D}"/>
                    </a:ext>
                  </a:extLst>
                </p14:cNvPr>
                <p14:cNvContentPartPr/>
                <p14:nvPr/>
              </p14:nvContentPartPr>
              <p14:xfrm>
                <a:off x="8111729" y="2379468"/>
                <a:ext cx="68040" cy="14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E9A1224-7140-5C8F-A78E-99E024F3E10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93729" y="2361468"/>
                  <a:ext cx="103680" cy="17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133371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356E-5D4F-A862-5299-82A4C6B9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146CB1-DCF2-3D59-B2EE-B69FA4B6F55F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146CB1-DCF2-3D59-B2EE-B69FA4B6F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3B380E-ED75-F898-2A6F-7468ABE5C15E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3B380E-ED75-F898-2A6F-7468ABE5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9F790C-7FC6-B6D1-BCB6-F8B29CC82C0F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9F790C-7FC6-B6D1-BCB6-F8B29CC82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7BF097-3A01-3492-3ABF-9E1FDA0502A4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7BF097-3A01-3492-3ABF-9E1FDA050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DCEA12-B5FF-914D-61F1-675B876CF676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69986549-45F8-319B-02ED-6C5E573307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2C0890-4179-0818-6371-1CE23481C6C5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2C0890-4179-0818-6371-1CE23481C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8DC3C8-EE91-F6E5-DA5E-BDE10DED15E1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8DC3C8-EE91-F6E5-DA5E-BDE10DED1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AAD8F47-C3B8-70F4-8839-ABB7DC1762A0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36F4AEF8-9636-587B-D00B-FBAD0511A945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74070947-7252-A449-CECC-835C2BE216B2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1EF8A8-312F-926B-E3B9-2CAA6B518828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892E14-E753-3250-84C3-E6E0217401B9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3A7C05D-B56A-B32A-96BB-AF4233F10D7C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9FCB51-8935-C8F9-6FF4-D2CEB84EA2D2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5AB36D-4552-76EF-1B91-F936B90E0CCF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5AB36D-4552-76EF-1B91-F936B90E0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blipFill>
                <a:blip r:embed="rId10"/>
                <a:stretch>
                  <a:fillRect l="-6324" r="-47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BDEB52-CDC7-4D93-CBB7-61ECF1535A26}"/>
                  </a:ext>
                </a:extLst>
              </p14:cNvPr>
              <p14:cNvContentPartPr/>
              <p14:nvPr/>
            </p14:nvContentPartPr>
            <p14:xfrm>
              <a:off x="3696689" y="4139148"/>
              <a:ext cx="796680" cy="20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BDEB52-CDC7-4D93-CBB7-61ECF1535A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78689" y="4121148"/>
                <a:ext cx="8323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B243E5-D1FC-1937-44D6-A5CB6D07CAA9}"/>
                  </a:ext>
                </a:extLst>
              </p14:cNvPr>
              <p14:cNvContentPartPr/>
              <p14:nvPr/>
            </p14:nvContentPartPr>
            <p14:xfrm>
              <a:off x="4207889" y="4125108"/>
              <a:ext cx="3925440" cy="496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B243E5-D1FC-1937-44D6-A5CB6D07CAA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89889" y="4107468"/>
                <a:ext cx="396108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514C042-906A-868F-6680-D2ADBB0D4106}"/>
                  </a:ext>
                </a:extLst>
              </p14:cNvPr>
              <p14:cNvContentPartPr/>
              <p14:nvPr/>
            </p14:nvContentPartPr>
            <p14:xfrm>
              <a:off x="117929" y="6173508"/>
              <a:ext cx="1341000" cy="20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514C042-906A-868F-6680-D2ADBB0D410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929" y="6155508"/>
                <a:ext cx="13766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673314D-C4EB-08C6-A7BB-330FFE7F962E}"/>
              </a:ext>
            </a:extLst>
          </p:cNvPr>
          <p:cNvGrpSpPr/>
          <p:nvPr/>
        </p:nvGrpSpPr>
        <p:grpSpPr>
          <a:xfrm>
            <a:off x="845129" y="2379468"/>
            <a:ext cx="7334640" cy="4120200"/>
            <a:chOff x="845129" y="2379468"/>
            <a:chExt cx="7334640" cy="41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0EA3B21-DA47-6223-7407-BCD6997DB62B}"/>
                    </a:ext>
                  </a:extLst>
                </p14:cNvPr>
                <p14:cNvContentPartPr/>
                <p14:nvPr/>
              </p14:nvContentPartPr>
              <p14:xfrm>
                <a:off x="845129" y="2457228"/>
                <a:ext cx="7324560" cy="4042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0EA3B21-DA47-6223-7407-BCD6997DB6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7489" y="2439588"/>
                  <a:ext cx="7360200" cy="40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7A03A4-1689-B62D-06A6-94423AA1F574}"/>
                    </a:ext>
                  </a:extLst>
                </p14:cNvPr>
                <p14:cNvContentPartPr/>
                <p14:nvPr/>
              </p14:nvContentPartPr>
              <p14:xfrm>
                <a:off x="8111729" y="2379468"/>
                <a:ext cx="68040" cy="14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7A03A4-1689-B62D-06A6-94423AA1F57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93729" y="2361468"/>
                  <a:ext cx="103680" cy="178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Cross 3">
            <a:extLst>
              <a:ext uri="{FF2B5EF4-FFF2-40B4-BE49-F238E27FC236}">
                <a16:creationId xmlns:a16="http://schemas.microsoft.com/office/drawing/2014/main" id="{B699D954-7E7B-3CDF-9B01-10F5B764538A}"/>
              </a:ext>
            </a:extLst>
          </p:cNvPr>
          <p:cNvSpPr>
            <a:spLocks noChangeAspect="1"/>
          </p:cNvSpPr>
          <p:nvPr/>
        </p:nvSpPr>
        <p:spPr>
          <a:xfrm rot="2767494">
            <a:off x="8125054" y="2375833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8508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728A-1A59-B772-C3CF-9DF519F4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C4B055-6F9D-A219-D230-E479594B8652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C4B055-6F9D-A219-D230-E479594B8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03D9B4-E42D-1E1E-C8AE-C0AD5BA43323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03D9B4-E42D-1E1E-C8AE-C0AD5BA43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0E785A-E077-49CC-281A-DE7B4AE89106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0E785A-E077-49CC-281A-DE7B4AE89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85B37-13B0-C278-5AF1-9610D8CD28BC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85B37-13B0-C278-5AF1-9610D8CD2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D40C51-F904-752C-7A9E-1E92F9F9A95A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1A4BC55D-D90C-350B-5B17-D4BF2D11BF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007466-1293-CC00-7265-3BE45A8C376E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007466-1293-CC00-7265-3BE45A8C3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A7C328-7EF9-4A58-9298-9BE992DBC412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A7C328-7EF9-4A58-9298-9BE992DBC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D67EB3A-371D-2311-8B49-8DB33EC63EAE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3BF1622D-A889-FBA1-5D37-87C1DDCA5D97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24F0BC2D-EA42-900C-0730-107A8B449964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F828A6-9A9A-F4AA-0AE7-79CF637A32E1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9A0441-7D11-2DC5-0119-95EEA63F2542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9A8FDF-FAA5-1CD7-7F9C-E1DAA04D242D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867336-B8BC-F72E-563D-E25311AE8080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E8DE32-1920-E087-1545-71563EED343F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E8DE32-1920-E087-1545-71563EED3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blipFill>
                <a:blip r:embed="rId10"/>
                <a:stretch>
                  <a:fillRect l="-6324" r="-47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ross 3">
            <a:extLst>
              <a:ext uri="{FF2B5EF4-FFF2-40B4-BE49-F238E27FC236}">
                <a16:creationId xmlns:a16="http://schemas.microsoft.com/office/drawing/2014/main" id="{00945A47-EB11-31D6-5293-C90B8B74F4FB}"/>
              </a:ext>
            </a:extLst>
          </p:cNvPr>
          <p:cNvSpPr>
            <a:spLocks noChangeAspect="1"/>
          </p:cNvSpPr>
          <p:nvPr/>
        </p:nvSpPr>
        <p:spPr>
          <a:xfrm rot="2767494">
            <a:off x="8125054" y="2375833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3637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26325-C694-700D-E88C-07AC5D1A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5F345D-4ADF-7722-F30C-1322F7AB7833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5F345D-4ADF-7722-F30C-1322F7AB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CBBC2-D4D1-E006-EFBC-299A718324EC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CBBC2-D4D1-E006-EFBC-299A71832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9CA5DC-330D-F055-56FB-4E37CD9F19E1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9CA5DC-330D-F055-56FB-4E37CD9F1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879D07-8054-E0D7-B2E2-E4361DFB0AA3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879D07-8054-E0D7-B2E2-E4361DFB0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6B521E-11AF-385C-18FF-C9BDACED40D7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C0FD8D38-8511-2F6E-A798-87A235CC3D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17B5E7-700E-9E46-BA1C-9193345F3A80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17B5E7-700E-9E46-BA1C-9193345F3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C81893-5F08-ED8A-F625-2373C0C67940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C81893-5F08-ED8A-F625-2373C0C67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552AD89-B787-E327-B8AE-3944E6C69E9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50DCD58B-FB7D-6076-2327-69572103052B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E2709309-A979-7245-41DE-351739473A0C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B9D41B-D1A0-C0B9-C1F3-82779AA1A0DE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E1373D-CA52-0AB8-ADB6-42E63795A435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23D4CC-42ED-AE09-277B-92BB998B3A16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D0FCAF-7DFA-9C2B-66A7-6D9950043A79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240E39-FDE9-117A-8703-8F9D718B4654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240E39-FDE9-117A-8703-8F9D718B4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blipFill>
                <a:blip r:embed="rId10"/>
                <a:stretch>
                  <a:fillRect l="-6324" r="-47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ross 3">
            <a:extLst>
              <a:ext uri="{FF2B5EF4-FFF2-40B4-BE49-F238E27FC236}">
                <a16:creationId xmlns:a16="http://schemas.microsoft.com/office/drawing/2014/main" id="{EE9EDDA2-86B1-608C-82B3-6A5BB7A6077C}"/>
              </a:ext>
            </a:extLst>
          </p:cNvPr>
          <p:cNvSpPr>
            <a:spLocks noChangeAspect="1"/>
          </p:cNvSpPr>
          <p:nvPr/>
        </p:nvSpPr>
        <p:spPr>
          <a:xfrm rot="2767494">
            <a:off x="8125054" y="2375833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673DEB3-A086-428E-ED44-C6C693B316F0}"/>
              </a:ext>
            </a:extLst>
          </p:cNvPr>
          <p:cNvSpPr>
            <a:spLocks noChangeAspect="1"/>
          </p:cNvSpPr>
          <p:nvPr/>
        </p:nvSpPr>
        <p:spPr>
          <a:xfrm rot="2767494">
            <a:off x="8355910" y="2926417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1679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454A8-78DD-6DD3-F253-51430DE5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A72795-D1E1-4A36-1FDA-75B95BF36260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A72795-D1E1-4A36-1FDA-75B95BF36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88A830-BD8B-7A73-5310-FD076822D970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88A830-BD8B-7A73-5310-FD076822D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6C27D3-D6B3-44AD-D825-6D91BF304700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6C27D3-D6B3-44AD-D825-6D91BF304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92594A-DF9F-FC03-5DCD-31F4573F618B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92594A-DF9F-FC03-5DCD-31F4573F6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45158B-BF6D-B2F0-694D-97C02E3B8FF7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D331F926-60D5-19D8-4DF1-938E1AE195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4109D2-A895-B01D-630F-10F3D37E349D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4109D2-A895-B01D-630F-10F3D37E3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F873240-62A4-F80C-4803-9C1475AA7549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F873240-62A4-F80C-4803-9C1475AA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123A726-9718-1F4E-D71A-6E80FB6C007E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FB44938E-BCC1-FEDE-3848-DC28B4E921E4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DD9BC00B-B466-6A16-7001-961822424FA9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5DC3284-CE0B-C835-528D-03F36500E6EB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A4A306-B600-765E-E65A-085D6E327742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43F3FB-1AF7-92F4-FF85-7AD1480A341D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862FAD-77F6-ABA5-40CD-89C53425FBC2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40DEBA-BB26-BA1E-CEC7-69FC790BD0CD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40DEBA-BB26-BA1E-CEC7-69FC790BD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blipFill>
                <a:blip r:embed="rId10"/>
                <a:stretch>
                  <a:fillRect l="-6324" r="-47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ross 3">
            <a:extLst>
              <a:ext uri="{FF2B5EF4-FFF2-40B4-BE49-F238E27FC236}">
                <a16:creationId xmlns:a16="http://schemas.microsoft.com/office/drawing/2014/main" id="{5FB94B47-DDB1-2910-BEEF-946E25A458FB}"/>
              </a:ext>
            </a:extLst>
          </p:cNvPr>
          <p:cNvSpPr>
            <a:spLocks noChangeAspect="1"/>
          </p:cNvSpPr>
          <p:nvPr/>
        </p:nvSpPr>
        <p:spPr>
          <a:xfrm rot="2767494">
            <a:off x="8125054" y="2375833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2A33910C-129A-DA97-A7D1-4ACBEF57AB47}"/>
              </a:ext>
            </a:extLst>
          </p:cNvPr>
          <p:cNvSpPr>
            <a:spLocks noChangeAspect="1"/>
          </p:cNvSpPr>
          <p:nvPr/>
        </p:nvSpPr>
        <p:spPr>
          <a:xfrm rot="2767494">
            <a:off x="8355910" y="2926417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C6D459B-3679-7DEB-1DC4-A42103565E2B}"/>
              </a:ext>
            </a:extLst>
          </p:cNvPr>
          <p:cNvSpPr>
            <a:spLocks noChangeAspect="1"/>
          </p:cNvSpPr>
          <p:nvPr/>
        </p:nvSpPr>
        <p:spPr>
          <a:xfrm rot="2767494">
            <a:off x="9483307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2CC51DFD-F2F3-CB1E-F9A6-1982C051F296}"/>
              </a:ext>
            </a:extLst>
          </p:cNvPr>
          <p:cNvSpPr>
            <a:spLocks noChangeAspect="1"/>
          </p:cNvSpPr>
          <p:nvPr/>
        </p:nvSpPr>
        <p:spPr>
          <a:xfrm rot="2767494">
            <a:off x="9724217" y="2928049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AF70E864-E117-7614-DF11-6E23C7B3BE3D}"/>
              </a:ext>
            </a:extLst>
          </p:cNvPr>
          <p:cNvSpPr>
            <a:spLocks noChangeAspect="1"/>
          </p:cNvSpPr>
          <p:nvPr/>
        </p:nvSpPr>
        <p:spPr>
          <a:xfrm rot="2767494">
            <a:off x="9934647" y="2375833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728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D962-CDD7-F612-B652-1E1B7DE00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7D4C09-37BF-08CB-0AD4-0F3C36DFFC9E}"/>
                  </a:ext>
                </a:extLst>
              </p:cNvPr>
              <p:cNvSpPr txBox="1"/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32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7D4C09-37BF-08CB-0AD4-0F3C36DFF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82" y="410464"/>
                <a:ext cx="11255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AC9DA4-8493-9A05-9014-5A111AE1300D}"/>
                  </a:ext>
                </a:extLst>
              </p:cNvPr>
              <p:cNvSpPr txBox="1"/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AC9DA4-8493-9A05-9014-5A111AE13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19" y="410463"/>
                <a:ext cx="9861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E995BD-EFF8-DE3A-8247-8A00B6F5B51B}"/>
                  </a:ext>
                </a:extLst>
              </p:cNvPr>
              <p:cNvSpPr txBox="1"/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this is a function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E995BD-EFF8-DE3A-8247-8A00B6F5B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97" y="1107440"/>
                <a:ext cx="3474669" cy="369332"/>
              </a:xfrm>
              <a:prstGeom prst="rect">
                <a:avLst/>
              </a:prstGeom>
              <a:blipFill>
                <a:blip r:embed="rId4"/>
                <a:stretch>
                  <a:fillRect l="-1579"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E5C274-2600-EC18-2E81-5623326FA21E}"/>
                  </a:ext>
                </a:extLst>
              </p:cNvPr>
              <p:cNvSpPr txBox="1"/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E5C274-2600-EC18-2E81-5623326FA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329" y="1107440"/>
                <a:ext cx="3032946" cy="369332"/>
              </a:xfrm>
              <a:prstGeom prst="rect">
                <a:avLst/>
              </a:prstGeom>
              <a:blipFill>
                <a:blip r:embed="rId5"/>
                <a:stretch>
                  <a:fillRect l="-181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50BD3D-4D0F-CAB2-7321-668269F68F2D}"/>
              </a:ext>
            </a:extLst>
          </p:cNvPr>
          <p:cNvCxnSpPr/>
          <p:nvPr/>
        </p:nvCxnSpPr>
        <p:spPr>
          <a:xfrm>
            <a:off x="6065520" y="762000"/>
            <a:ext cx="0" cy="569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630C3C8C-DD0C-1570-DCE6-AD91AE6D8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298265" y="1767840"/>
            <a:ext cx="3474669" cy="2841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33613E-1CD4-7D00-84C7-1943A80FA1A4}"/>
                  </a:ext>
                </a:extLst>
              </p:cNvPr>
              <p:cNvSpPr txBox="1"/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33613E-1CD4-7D00-84C7-1943A80FA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0" y="3673596"/>
                <a:ext cx="1171475" cy="461665"/>
              </a:xfrm>
              <a:prstGeom prst="rect">
                <a:avLst/>
              </a:prstGeom>
              <a:blipFill>
                <a:blip r:embed="rId7"/>
                <a:stretch>
                  <a:fillRect r="-52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1866C2-EA26-7FDF-57BD-D448F2CE264D}"/>
                  </a:ext>
                </a:extLst>
              </p:cNvPr>
              <p:cNvSpPr txBox="1"/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1866C2-EA26-7FDF-57BD-D448F2CE2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7" y="4551680"/>
                <a:ext cx="4622547" cy="10382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87A3AD5-1931-FD47-A44B-520766F640B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84" t="19970" r="2832" b="20519"/>
          <a:stretch/>
        </p:blipFill>
        <p:spPr>
          <a:xfrm>
            <a:off x="7014442" y="1765632"/>
            <a:ext cx="3840480" cy="2843784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E62EE93C-2B48-5093-CDD0-DBDB5DD38D11}"/>
              </a:ext>
            </a:extLst>
          </p:cNvPr>
          <p:cNvSpPr>
            <a:spLocks noChangeAspect="1"/>
          </p:cNvSpPr>
          <p:nvPr/>
        </p:nvSpPr>
        <p:spPr>
          <a:xfrm rot="2767494">
            <a:off x="9041127" y="3733405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22F140A3-C439-421B-5794-07DF50D38BEF}"/>
              </a:ext>
            </a:extLst>
          </p:cNvPr>
          <p:cNvSpPr>
            <a:spLocks noChangeAspect="1"/>
          </p:cNvSpPr>
          <p:nvPr/>
        </p:nvSpPr>
        <p:spPr>
          <a:xfrm rot="2767494">
            <a:off x="8585560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719953-6B45-8DB0-1CF3-BE1D5800542A}"/>
              </a:ext>
            </a:extLst>
          </p:cNvPr>
          <p:cNvCxnSpPr>
            <a:cxnSpLocks/>
          </p:cNvCxnSpPr>
          <p:nvPr/>
        </p:nvCxnSpPr>
        <p:spPr>
          <a:xfrm>
            <a:off x="975360" y="3874135"/>
            <a:ext cx="2438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98DBEC-F8BE-7E68-8F86-9C648F2BA59F}"/>
              </a:ext>
            </a:extLst>
          </p:cNvPr>
          <p:cNvCxnSpPr/>
          <p:nvPr/>
        </p:nvCxnSpPr>
        <p:spPr>
          <a:xfrm>
            <a:off x="1790700" y="3284220"/>
            <a:ext cx="0" cy="54483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59F564-E0EC-6FDC-896C-A627757F33BB}"/>
              </a:ext>
            </a:extLst>
          </p:cNvPr>
          <p:cNvCxnSpPr/>
          <p:nvPr/>
        </p:nvCxnSpPr>
        <p:spPr>
          <a:xfrm>
            <a:off x="2598420" y="2663190"/>
            <a:ext cx="0" cy="118872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F541C16-993B-A227-DBB5-AA7D10663453}"/>
              </a:ext>
            </a:extLst>
          </p:cNvPr>
          <p:cNvCxnSpPr/>
          <p:nvPr/>
        </p:nvCxnSpPr>
        <p:spPr>
          <a:xfrm>
            <a:off x="3413360" y="2049780"/>
            <a:ext cx="0" cy="1828800"/>
          </a:xfrm>
          <a:prstGeom prst="line">
            <a:avLst/>
          </a:prstGeom>
          <a:ln w="444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DB7F18-3AD1-A1BC-77C3-8702C1445F17}"/>
                  </a:ext>
                </a:extLst>
              </p:cNvPr>
              <p:cNvSpPr txBox="1"/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=2.3</m:t>
                      </m:r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DB7F18-3AD1-A1BC-77C3-8702C1445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" y="5750560"/>
                <a:ext cx="1541319" cy="369332"/>
              </a:xfrm>
              <a:prstGeom prst="rect">
                <a:avLst/>
              </a:prstGeom>
              <a:blipFill>
                <a:blip r:embed="rId10"/>
                <a:stretch>
                  <a:fillRect l="-6324" r="-47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ross 3">
            <a:extLst>
              <a:ext uri="{FF2B5EF4-FFF2-40B4-BE49-F238E27FC236}">
                <a16:creationId xmlns:a16="http://schemas.microsoft.com/office/drawing/2014/main" id="{C8DAF67A-39BA-5BCD-662F-683B6EB24AA2}"/>
              </a:ext>
            </a:extLst>
          </p:cNvPr>
          <p:cNvSpPr>
            <a:spLocks noChangeAspect="1"/>
          </p:cNvSpPr>
          <p:nvPr/>
        </p:nvSpPr>
        <p:spPr>
          <a:xfrm rot="2767494">
            <a:off x="8125054" y="2375833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96A46D2B-82B7-4870-9B64-F9F75E45FE72}"/>
              </a:ext>
            </a:extLst>
          </p:cNvPr>
          <p:cNvSpPr>
            <a:spLocks noChangeAspect="1"/>
          </p:cNvSpPr>
          <p:nvPr/>
        </p:nvSpPr>
        <p:spPr>
          <a:xfrm rot="2767494">
            <a:off x="8355910" y="2926417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C5672458-A404-1F85-94D2-6A73EC1CFC69}"/>
              </a:ext>
            </a:extLst>
          </p:cNvPr>
          <p:cNvSpPr>
            <a:spLocks noChangeAspect="1"/>
          </p:cNvSpPr>
          <p:nvPr/>
        </p:nvSpPr>
        <p:spPr>
          <a:xfrm rot="2767494">
            <a:off x="9483307" y="3388360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D96AB7E1-6A5D-0C30-2EE5-EE520BF130BC}"/>
              </a:ext>
            </a:extLst>
          </p:cNvPr>
          <p:cNvSpPr>
            <a:spLocks noChangeAspect="1"/>
          </p:cNvSpPr>
          <p:nvPr/>
        </p:nvSpPr>
        <p:spPr>
          <a:xfrm rot="2767494">
            <a:off x="9724217" y="2928049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21F2AB59-FF7C-D64B-E32E-F7B4B45257D7}"/>
              </a:ext>
            </a:extLst>
          </p:cNvPr>
          <p:cNvSpPr>
            <a:spLocks noChangeAspect="1"/>
          </p:cNvSpPr>
          <p:nvPr/>
        </p:nvSpPr>
        <p:spPr>
          <a:xfrm rot="2767494">
            <a:off x="9934647" y="2375833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247100-9D7C-0B26-6DDC-6F5E77913CDC}"/>
              </a:ext>
            </a:extLst>
          </p:cNvPr>
          <p:cNvSpPr/>
          <p:nvPr/>
        </p:nvSpPr>
        <p:spPr>
          <a:xfrm>
            <a:off x="8087360" y="2123440"/>
            <a:ext cx="2103120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4D5BCC-8BED-14AA-5DBF-330E121122E6}"/>
              </a:ext>
            </a:extLst>
          </p:cNvPr>
          <p:cNvCxnSpPr/>
          <p:nvPr/>
        </p:nvCxnSpPr>
        <p:spPr>
          <a:xfrm flipV="1">
            <a:off x="975360" y="1676400"/>
            <a:ext cx="2957923" cy="218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9E491CD-D4DC-0753-A2A8-86500D173F49}"/>
              </a:ext>
            </a:extLst>
          </p:cNvPr>
          <p:cNvSpPr/>
          <p:nvPr/>
        </p:nvSpPr>
        <p:spPr>
          <a:xfrm>
            <a:off x="8809981" y="3955707"/>
            <a:ext cx="636144" cy="653709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C5C18DE-D31C-CFB0-A8A7-5BD5FBE6F6F9}"/>
                  </a:ext>
                </a:extLst>
              </p14:cNvPr>
              <p14:cNvContentPartPr/>
              <p14:nvPr/>
            </p14:nvContentPartPr>
            <p14:xfrm>
              <a:off x="3789560" y="1828240"/>
              <a:ext cx="4958280" cy="2509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C5C18DE-D31C-CFB0-A8A7-5BD5FBE6F6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80920" y="1819600"/>
                <a:ext cx="4975920" cy="252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42298A4-41DB-990E-6E27-499E919F6761}"/>
                  </a:ext>
                </a:extLst>
              </p14:cNvPr>
              <p14:cNvContentPartPr/>
              <p14:nvPr/>
            </p14:nvContentPartPr>
            <p14:xfrm>
              <a:off x="8564960" y="5405200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42298A4-41DB-990E-6E27-499E919F676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55960" y="539620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179269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paper with black text and red x&#10;&#10;Description automatically generated with medium confidence">
            <a:extLst>
              <a:ext uri="{FF2B5EF4-FFF2-40B4-BE49-F238E27FC236}">
                <a16:creationId xmlns:a16="http://schemas.microsoft.com/office/drawing/2014/main" id="{B09C99A7-F2F2-7CC7-7138-352F2DACA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 t="21407" r="57667" b="21407"/>
          <a:stretch/>
        </p:blipFill>
        <p:spPr>
          <a:xfrm>
            <a:off x="0" y="1056640"/>
            <a:ext cx="4883335" cy="399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712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2A56-E273-EEF0-3886-B0071C6A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7EEAB6-73BF-3E0F-8836-4BB385478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667" b="14889"/>
          <a:stretch/>
        </p:blipFill>
        <p:spPr>
          <a:xfrm>
            <a:off x="0" y="586739"/>
            <a:ext cx="5476240" cy="482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1736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0B20-FA6F-93E1-1417-ACCC6250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076610C3-D45E-78D4-F087-68672318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6"/>
          <a:stretch/>
        </p:blipFill>
        <p:spPr>
          <a:xfrm>
            <a:off x="0" y="660400"/>
            <a:ext cx="9021116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086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727B-FD8E-E9B7-8D0B-5F4E94FF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A04223F0-7FB7-1EB5-423B-CEB1D4BEF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6"/>
          <a:stretch/>
        </p:blipFill>
        <p:spPr>
          <a:xfrm>
            <a:off x="0" y="660400"/>
            <a:ext cx="9021116" cy="4754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4C5733-7435-3AB1-C63D-217BE35FD7AC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4C5733-7435-3AB1-C63D-217BE35FD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30035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FEFA15C5-D31A-5C81-0F0E-D74E6956D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6"/>
          <a:stretch/>
        </p:blipFill>
        <p:spPr>
          <a:xfrm>
            <a:off x="0" y="660400"/>
            <a:ext cx="9021116" cy="4754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ED43F0-F8D3-A912-A0CC-9DA4D755313E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ED43F0-F8D3-A912-A0CC-9DA4D7553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A6B7AF1-3985-69A5-5E18-78D353154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68957"/>
            <a:ext cx="3593610" cy="27200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E2AD01-50E0-FA1A-D196-3CCEC69E3D38}"/>
              </a:ext>
            </a:extLst>
          </p:cNvPr>
          <p:cNvSpPr txBox="1"/>
          <p:nvPr/>
        </p:nvSpPr>
        <p:spPr>
          <a:xfrm>
            <a:off x="6096000" y="4789042"/>
            <a:ext cx="4540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Previously when there was one parameter</a:t>
            </a:r>
          </a:p>
        </p:txBody>
      </p:sp>
    </p:spTree>
    <p:extLst>
      <p:ext uri="{BB962C8B-B14F-4D97-AF65-F5344CB8AC3E}">
        <p14:creationId xmlns:p14="http://schemas.microsoft.com/office/powerpoint/2010/main" val="7027239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D6D73-BE47-F075-8F24-8463AA4B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CA697E62-B241-DDF2-EA78-C51821F0E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6"/>
          <a:stretch/>
        </p:blipFill>
        <p:spPr>
          <a:xfrm>
            <a:off x="0" y="660400"/>
            <a:ext cx="9021116" cy="4754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F452D6-D9CE-DDD2-2FD6-17AD67355D9C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F452D6-D9CE-DDD2-2FD6-17AD67355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AD72F-A7F6-056E-35DE-D1CC99EFBED4}"/>
                  </a:ext>
                </a:extLst>
              </p:cNvPr>
              <p:cNvSpPr txBox="1"/>
              <p:nvPr/>
            </p:nvSpPr>
            <p:spPr>
              <a:xfrm>
                <a:off x="5588000" y="2853174"/>
                <a:ext cx="58306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2AD72F-A7F6-056E-35DE-D1CC99EFB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0" y="2853174"/>
                <a:ext cx="5830699" cy="461665"/>
              </a:xfrm>
              <a:prstGeom prst="rect">
                <a:avLst/>
              </a:prstGeom>
              <a:blipFill>
                <a:blip r:embed="rId4"/>
                <a:stretch>
                  <a:fillRect l="-167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01709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96FF-42BA-29FE-8966-78FEC79C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D651F659-8AF9-5435-D47F-42EC9715A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6"/>
          <a:stretch/>
        </p:blipFill>
        <p:spPr>
          <a:xfrm>
            <a:off x="0" y="660400"/>
            <a:ext cx="9021116" cy="4754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C83853-97ED-F58E-F248-C40637D9D721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C83853-97ED-F58E-F248-C40637D9D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05735A-32D0-83C1-389C-94012DE32353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05735A-32D0-83C1-389C-94012DE32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4"/>
                <a:stretch>
                  <a:fillRect l="-1623" t="-10526" r="-60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graph with a rainbow colored curve&#10;&#10;Description automatically generated with medium confidence">
            <a:extLst>
              <a:ext uri="{FF2B5EF4-FFF2-40B4-BE49-F238E27FC236}">
                <a16:creationId xmlns:a16="http://schemas.microsoft.com/office/drawing/2014/main" id="{C8E504F4-FD7C-96C7-BB53-945146BD00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3" t="7593" r="18854" b="5740"/>
          <a:stretch/>
        </p:blipFill>
        <p:spPr>
          <a:xfrm>
            <a:off x="5514974" y="1726783"/>
            <a:ext cx="4829175" cy="371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2668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1576-5F17-82FF-F931-E0DE5092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3D_j_Theta">
            <a:hlinkClick r:id="" action="ppaction://media"/>
            <a:extLst>
              <a:ext uri="{FF2B5EF4-FFF2-40B4-BE49-F238E27FC236}">
                <a16:creationId xmlns:a16="http://schemas.microsoft.com/office/drawing/2014/main" id="{477023A7-6404-93CE-2CD0-EB947642F58D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2277" y="2234474"/>
            <a:ext cx="5818523" cy="3930713"/>
          </a:xfrm>
        </p:spPr>
      </p:pic>
      <p:pic>
        <p:nvPicPr>
          <p:cNvPr id="12" name="Content Placeholder 11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8C2BBFED-5DA8-8A45-06B0-56F5BACD80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52" b="6296"/>
          <a:stretch/>
        </p:blipFill>
        <p:spPr>
          <a:xfrm>
            <a:off x="301170" y="1690688"/>
            <a:ext cx="5490029" cy="501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5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1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ABFBD-4DCC-F655-CAEE-99DB2B30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9B4790-73FD-40EF-490D-DAA971144F77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9B4790-73FD-40EF-490D-DAA971144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894333-41D9-431D-35E8-D1D38F412000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894333-41D9-431D-35E8-D1D38F412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781A02B8-0BBA-48E4-3344-1A2D093A9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2025" b="17436"/>
          <a:stretch/>
        </p:blipFill>
        <p:spPr>
          <a:xfrm>
            <a:off x="769411" y="554181"/>
            <a:ext cx="10501184" cy="48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7960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51020-A93B-65D0-95A5-79EA9E3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C152EA-3F6F-0A29-206D-2B758A57AFDC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C152EA-3F6F-0A29-206D-2B758A57A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A93B1A-8DBA-63AA-4A98-B9E9D31A59E4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A93B1A-8DBA-63AA-4A98-B9E9D31A5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924CE88A-7503-23A9-BA76-AA8E4B0DC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2025" b="17436"/>
          <a:stretch/>
        </p:blipFill>
        <p:spPr>
          <a:xfrm>
            <a:off x="769411" y="554181"/>
            <a:ext cx="10501184" cy="4821382"/>
          </a:xfrm>
          <a:prstGeom prst="rect">
            <a:avLst/>
          </a:prstGeom>
        </p:spPr>
      </p:pic>
      <p:sp>
        <p:nvSpPr>
          <p:cNvPr id="2" name="Cross 1">
            <a:extLst>
              <a:ext uri="{FF2B5EF4-FFF2-40B4-BE49-F238E27FC236}">
                <a16:creationId xmlns:a16="http://schemas.microsoft.com/office/drawing/2014/main" id="{33A81139-101C-C10B-4370-D52B6FB9FDD0}"/>
              </a:ext>
            </a:extLst>
          </p:cNvPr>
          <p:cNvSpPr>
            <a:spLocks noChangeAspect="1"/>
          </p:cNvSpPr>
          <p:nvPr/>
        </p:nvSpPr>
        <p:spPr>
          <a:xfrm rot="816939">
            <a:off x="9234558" y="2799696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F24E550B-F9FA-042D-0E7D-35261FC386B6}"/>
              </a:ext>
            </a:extLst>
          </p:cNvPr>
          <p:cNvSpPr>
            <a:spLocks noChangeAspect="1"/>
          </p:cNvSpPr>
          <p:nvPr/>
        </p:nvSpPr>
        <p:spPr>
          <a:xfrm rot="816939">
            <a:off x="8967857" y="2478228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8176AE58-E08C-530D-4200-9B0E8DF2A10D}"/>
              </a:ext>
            </a:extLst>
          </p:cNvPr>
          <p:cNvSpPr>
            <a:spLocks noChangeAspect="1"/>
          </p:cNvSpPr>
          <p:nvPr/>
        </p:nvSpPr>
        <p:spPr>
          <a:xfrm rot="816939">
            <a:off x="9510783" y="3099734"/>
            <a:ext cx="187239" cy="182880"/>
          </a:xfrm>
          <a:prstGeom prst="plus">
            <a:avLst>
              <a:gd name="adj" fmla="val 4221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FFA3783-E186-6F82-EB1D-C8F8BD44BB33}"/>
                  </a:ext>
                </a:extLst>
              </p14:cNvPr>
              <p14:cNvContentPartPr/>
              <p14:nvPr/>
            </p14:nvContentPartPr>
            <p14:xfrm>
              <a:off x="9181740" y="2544840"/>
              <a:ext cx="915120" cy="24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FFA3783-E186-6F82-EB1D-C8F8BD44BB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73100" y="2535840"/>
                <a:ext cx="9327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6862567-69F5-1D0C-1270-FC154FF658DB}"/>
                  </a:ext>
                </a:extLst>
              </p14:cNvPr>
              <p14:cNvContentPartPr/>
              <p14:nvPr/>
            </p14:nvContentPartPr>
            <p14:xfrm>
              <a:off x="9753420" y="2590560"/>
              <a:ext cx="388800" cy="556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6862567-69F5-1D0C-1270-FC154FF658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44420" y="2581560"/>
                <a:ext cx="406440" cy="57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B03CF10-16B7-CBCF-2943-87513E6562A8}"/>
              </a:ext>
            </a:extLst>
          </p:cNvPr>
          <p:cNvGrpSpPr/>
          <p:nvPr/>
        </p:nvGrpSpPr>
        <p:grpSpPr>
          <a:xfrm>
            <a:off x="9387660" y="2507040"/>
            <a:ext cx="951840" cy="335520"/>
            <a:chOff x="9387660" y="2507040"/>
            <a:chExt cx="95184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6E0F275-A52F-DCC0-9D32-AD2BD0E98B42}"/>
                    </a:ext>
                  </a:extLst>
                </p14:cNvPr>
                <p14:cNvContentPartPr/>
                <p14:nvPr/>
              </p14:nvContentPartPr>
              <p14:xfrm>
                <a:off x="9387660" y="2594520"/>
                <a:ext cx="737640" cy="248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6E0F275-A52F-DCC0-9D32-AD2BD0E98B4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79020" y="2585880"/>
                  <a:ext cx="755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CE1BB02-44A0-E3FA-ACB4-E41ADB74EEDF}"/>
                    </a:ext>
                  </a:extLst>
                </p14:cNvPr>
                <p14:cNvContentPartPr/>
                <p14:nvPr/>
              </p14:nvContentPartPr>
              <p14:xfrm>
                <a:off x="10096140" y="2585880"/>
                <a:ext cx="223920" cy="5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CE1BB02-44A0-E3FA-ACB4-E41ADB74EED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87500" y="2576880"/>
                  <a:ext cx="241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0747FD1-6EC8-D991-011F-09C9A2183EED}"/>
                    </a:ext>
                  </a:extLst>
                </p14:cNvPr>
                <p14:cNvContentPartPr/>
                <p14:nvPr/>
              </p14:nvContentPartPr>
              <p14:xfrm>
                <a:off x="10263900" y="2507040"/>
                <a:ext cx="75600" cy="158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0747FD1-6EC8-D991-011F-09C9A2183E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55260" y="2498040"/>
                  <a:ext cx="93240" cy="176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13FD968-0377-6DB9-04CC-624C103ADADE}"/>
              </a:ext>
            </a:extLst>
          </p:cNvPr>
          <p:cNvSpPr txBox="1"/>
          <p:nvPr/>
        </p:nvSpPr>
        <p:spPr>
          <a:xfrm>
            <a:off x="10362635" y="2384294"/>
            <a:ext cx="15449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same value of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75792300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FA06D-C27B-A90E-0D1E-328B661F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289A8A-62B4-DE28-E412-C87055AAB4F6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289A8A-62B4-DE28-E412-C87055AAB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AA8E02-20BF-2C0F-4853-0D7FB5768DD2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AA8E02-20BF-2C0F-4853-0D7FB5768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9829D41D-4E9A-F1B3-C9D9-C85C1985BE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2025" b="17436"/>
          <a:stretch/>
        </p:blipFill>
        <p:spPr>
          <a:xfrm>
            <a:off x="769411" y="554181"/>
            <a:ext cx="10501184" cy="4821382"/>
          </a:xfrm>
          <a:prstGeom prst="rect">
            <a:avLst/>
          </a:prstGeom>
        </p:spPr>
      </p:pic>
      <p:sp>
        <p:nvSpPr>
          <p:cNvPr id="17" name="Cross 16">
            <a:extLst>
              <a:ext uri="{FF2B5EF4-FFF2-40B4-BE49-F238E27FC236}">
                <a16:creationId xmlns:a16="http://schemas.microsoft.com/office/drawing/2014/main" id="{7BBD8523-A5B9-A274-A558-1AB9214F60CD}"/>
              </a:ext>
            </a:extLst>
          </p:cNvPr>
          <p:cNvSpPr>
            <a:spLocks noChangeAspect="1"/>
          </p:cNvSpPr>
          <p:nvPr/>
        </p:nvSpPr>
        <p:spPr>
          <a:xfrm rot="1430399">
            <a:off x="8846999" y="3639861"/>
            <a:ext cx="156295" cy="152656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00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71E7E-6FE7-FA13-32AA-EEDA59F2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646F6B-6705-AB3A-2DEE-53523249EB5F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646F6B-6705-AB3A-2DEE-53523249E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2193ED-A1DE-E760-E751-E85B3A3933A7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2193ED-A1DE-E760-E751-E85B3A393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1E2F8A47-92D2-CB23-1BCD-2A64131E5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2025" b="17436"/>
          <a:stretch/>
        </p:blipFill>
        <p:spPr>
          <a:xfrm>
            <a:off x="769411" y="554181"/>
            <a:ext cx="10501184" cy="482138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85B43-10E2-8409-FCC9-14CF8CB3CF61}"/>
              </a:ext>
            </a:extLst>
          </p:cNvPr>
          <p:cNvCxnSpPr>
            <a:cxnSpLocks/>
          </p:cNvCxnSpPr>
          <p:nvPr/>
        </p:nvCxnSpPr>
        <p:spPr>
          <a:xfrm>
            <a:off x="8934899" y="3736974"/>
            <a:ext cx="0" cy="113268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A62D92-594B-B2BB-970A-9A1D27AC41C6}"/>
              </a:ext>
            </a:extLst>
          </p:cNvPr>
          <p:cNvCxnSpPr>
            <a:cxnSpLocks/>
          </p:cNvCxnSpPr>
          <p:nvPr/>
        </p:nvCxnSpPr>
        <p:spPr>
          <a:xfrm flipV="1">
            <a:off x="6579698" y="3731419"/>
            <a:ext cx="2330940" cy="555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ross 16">
            <a:extLst>
              <a:ext uri="{FF2B5EF4-FFF2-40B4-BE49-F238E27FC236}">
                <a16:creationId xmlns:a16="http://schemas.microsoft.com/office/drawing/2014/main" id="{4C8927DF-5AE7-D909-7CA2-92CF50DBC7F0}"/>
              </a:ext>
            </a:extLst>
          </p:cNvPr>
          <p:cNvSpPr>
            <a:spLocks noChangeAspect="1"/>
          </p:cNvSpPr>
          <p:nvPr/>
        </p:nvSpPr>
        <p:spPr>
          <a:xfrm rot="1430399">
            <a:off x="8846999" y="3639861"/>
            <a:ext cx="156295" cy="152656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FAF381-104D-FEAB-0474-1CE5B5DC708E}"/>
              </a:ext>
            </a:extLst>
          </p:cNvPr>
          <p:cNvSpPr txBox="1"/>
          <p:nvPr/>
        </p:nvSpPr>
        <p:spPr>
          <a:xfrm>
            <a:off x="8703984" y="4823485"/>
            <a:ext cx="51167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800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CEC595-0F0E-300B-0E80-3E8BCE9105C2}"/>
              </a:ext>
            </a:extLst>
          </p:cNvPr>
          <p:cNvSpPr txBox="1"/>
          <p:nvPr/>
        </p:nvSpPr>
        <p:spPr>
          <a:xfrm>
            <a:off x="6023553" y="3562142"/>
            <a:ext cx="52072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-1.5</a:t>
            </a:r>
            <a:endParaRPr 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51588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B2B1B-3BF1-CFFE-BB14-5F4D696F2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B5DAC4-0F16-94D8-2F18-6E08F29805C5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B5DAC4-0F16-94D8-2F18-6E08F2980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54C188-E258-D2C8-211D-8156E6DD1E4F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54C188-E258-D2C8-211D-8156E6DD1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822575BF-C386-3728-34D9-213943B30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2025" b="17436"/>
          <a:stretch/>
        </p:blipFill>
        <p:spPr>
          <a:xfrm>
            <a:off x="769411" y="554181"/>
            <a:ext cx="10501184" cy="482138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F22BF4-D4A8-B5E0-6274-D5DB8A483B8A}"/>
              </a:ext>
            </a:extLst>
          </p:cNvPr>
          <p:cNvCxnSpPr>
            <a:cxnSpLocks/>
          </p:cNvCxnSpPr>
          <p:nvPr/>
        </p:nvCxnSpPr>
        <p:spPr>
          <a:xfrm>
            <a:off x="8934899" y="3736974"/>
            <a:ext cx="0" cy="113268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3AC338-05FF-177F-FE18-C6A7D38310B2}"/>
              </a:ext>
            </a:extLst>
          </p:cNvPr>
          <p:cNvCxnSpPr>
            <a:cxnSpLocks/>
          </p:cNvCxnSpPr>
          <p:nvPr/>
        </p:nvCxnSpPr>
        <p:spPr>
          <a:xfrm flipV="1">
            <a:off x="6579698" y="3731419"/>
            <a:ext cx="2330940" cy="555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ross 16">
            <a:extLst>
              <a:ext uri="{FF2B5EF4-FFF2-40B4-BE49-F238E27FC236}">
                <a16:creationId xmlns:a16="http://schemas.microsoft.com/office/drawing/2014/main" id="{A681BB9E-A5F7-4765-D61B-7E27DC068815}"/>
              </a:ext>
            </a:extLst>
          </p:cNvPr>
          <p:cNvSpPr>
            <a:spLocks noChangeAspect="1"/>
          </p:cNvSpPr>
          <p:nvPr/>
        </p:nvSpPr>
        <p:spPr>
          <a:xfrm rot="1430399">
            <a:off x="8846999" y="3639861"/>
            <a:ext cx="156295" cy="152656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4F0E6A-773E-D271-357A-70E379EFAB0A}"/>
              </a:ext>
            </a:extLst>
          </p:cNvPr>
          <p:cNvSpPr txBox="1"/>
          <p:nvPr/>
        </p:nvSpPr>
        <p:spPr>
          <a:xfrm>
            <a:off x="8703984" y="4823485"/>
            <a:ext cx="51167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800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DB0FC7-7CC0-9D70-F8FD-3C31B04F90DA}"/>
              </a:ext>
            </a:extLst>
          </p:cNvPr>
          <p:cNvSpPr txBox="1"/>
          <p:nvPr/>
        </p:nvSpPr>
        <p:spPr>
          <a:xfrm>
            <a:off x="6023553" y="3562142"/>
            <a:ext cx="52072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-1.5</a:t>
            </a:r>
            <a:endParaRPr lang="en-US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662C45B-91C9-3C37-02F9-A98DC4C2FB9E}"/>
                  </a:ext>
                </a:extLst>
              </p:cNvPr>
              <p:cNvSpPr txBox="1"/>
              <p:nvPr/>
            </p:nvSpPr>
            <p:spPr>
              <a:xfrm>
                <a:off x="3311990" y="3472318"/>
                <a:ext cx="16988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𝟖𝟎𝟎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662C45B-91C9-3C37-02F9-A98DC4C2F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990" y="3472318"/>
                <a:ext cx="1698863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86090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641D5-7044-E891-4265-FECDC7F4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5D0180-43E3-3BB6-AB87-EFFB49890060}"/>
                  </a:ext>
                </a:extLst>
              </p:cNvPr>
              <p:cNvSpPr txBox="1"/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𝟎𝟔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5D0180-43E3-3BB6-AB87-EFFB49890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429000"/>
                <a:ext cx="1653979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05ED1C-D744-456A-B4B4-178978A7627A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05ED1C-D744-456A-B4B4-178978A76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D5F65309-469C-87B1-D07C-67593065D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2025" b="17436"/>
          <a:stretch/>
        </p:blipFill>
        <p:spPr>
          <a:xfrm>
            <a:off x="769411" y="554181"/>
            <a:ext cx="10501184" cy="482138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0A00CB-F8F8-397C-33FD-9D2211DBF50F}"/>
              </a:ext>
            </a:extLst>
          </p:cNvPr>
          <p:cNvCxnSpPr>
            <a:cxnSpLocks/>
          </p:cNvCxnSpPr>
          <p:nvPr/>
        </p:nvCxnSpPr>
        <p:spPr>
          <a:xfrm>
            <a:off x="8934899" y="3736974"/>
            <a:ext cx="0" cy="113268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EAFE9A-F2DB-2278-3665-3E440834613F}"/>
              </a:ext>
            </a:extLst>
          </p:cNvPr>
          <p:cNvCxnSpPr>
            <a:cxnSpLocks/>
          </p:cNvCxnSpPr>
          <p:nvPr/>
        </p:nvCxnSpPr>
        <p:spPr>
          <a:xfrm flipV="1">
            <a:off x="6579698" y="3731419"/>
            <a:ext cx="2330940" cy="555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ross 16">
            <a:extLst>
              <a:ext uri="{FF2B5EF4-FFF2-40B4-BE49-F238E27FC236}">
                <a16:creationId xmlns:a16="http://schemas.microsoft.com/office/drawing/2014/main" id="{C6E5D344-727B-AC21-511F-E893C2B7E05D}"/>
              </a:ext>
            </a:extLst>
          </p:cNvPr>
          <p:cNvSpPr>
            <a:spLocks noChangeAspect="1"/>
          </p:cNvSpPr>
          <p:nvPr/>
        </p:nvSpPr>
        <p:spPr>
          <a:xfrm rot="1430399">
            <a:off x="8846999" y="3639861"/>
            <a:ext cx="156295" cy="152656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4A145A-19B7-6FCB-49A7-FB9312CBA986}"/>
              </a:ext>
            </a:extLst>
          </p:cNvPr>
          <p:cNvSpPr txBox="1"/>
          <p:nvPr/>
        </p:nvSpPr>
        <p:spPr>
          <a:xfrm>
            <a:off x="8703984" y="4823485"/>
            <a:ext cx="51167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800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F841B5-085C-6351-FEA4-3656311ABF70}"/>
              </a:ext>
            </a:extLst>
          </p:cNvPr>
          <p:cNvSpPr txBox="1"/>
          <p:nvPr/>
        </p:nvSpPr>
        <p:spPr>
          <a:xfrm>
            <a:off x="6023553" y="3562142"/>
            <a:ext cx="52072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-1.5</a:t>
            </a:r>
            <a:endParaRPr lang="en-US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E7932D-E13D-1A49-15EF-E44EAD3A0474}"/>
                  </a:ext>
                </a:extLst>
              </p:cNvPr>
              <p:cNvSpPr txBox="1"/>
              <p:nvPr/>
            </p:nvSpPr>
            <p:spPr>
              <a:xfrm>
                <a:off x="3311990" y="3472318"/>
                <a:ext cx="16988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𝟖𝟎𝟎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E7932D-E13D-1A49-15EF-E44EAD3A0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990" y="3472318"/>
                <a:ext cx="1698863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8B6DEE-9C40-0CA6-E295-4EC100FE716C}"/>
                  </a:ext>
                </a:extLst>
              </p:cNvPr>
              <p:cNvSpPr txBox="1"/>
              <p:nvPr/>
            </p:nvSpPr>
            <p:spPr>
              <a:xfrm>
                <a:off x="2783832" y="1828584"/>
                <a:ext cx="2447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h(x)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800 - 1.5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8B6DEE-9C40-0CA6-E295-4EC100FE7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832" y="1828584"/>
                <a:ext cx="2447786" cy="369332"/>
              </a:xfrm>
              <a:prstGeom prst="rect">
                <a:avLst/>
              </a:prstGeom>
              <a:blipFill>
                <a:blip r:embed="rId6"/>
                <a:stretch>
                  <a:fillRect l="-7731" t="-26230" r="-6733" b="-47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45369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FEE5-ACE0-18C4-3ACC-F73FEEDC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7E19E4AB-D25F-42DF-64F6-7FBC71AE9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3333" r="4511" b="17859"/>
          <a:stretch/>
        </p:blipFill>
        <p:spPr>
          <a:xfrm>
            <a:off x="667852" y="890054"/>
            <a:ext cx="9899282" cy="4754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5CD4F1-B36E-2243-E358-70E89C387CC7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5CD4F1-B36E-2243-E358-70E89C387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ross 16">
            <a:extLst>
              <a:ext uri="{FF2B5EF4-FFF2-40B4-BE49-F238E27FC236}">
                <a16:creationId xmlns:a16="http://schemas.microsoft.com/office/drawing/2014/main" id="{33810591-82F7-D398-8116-C4D578D2D419}"/>
              </a:ext>
            </a:extLst>
          </p:cNvPr>
          <p:cNvSpPr>
            <a:spLocks noChangeAspect="1"/>
          </p:cNvSpPr>
          <p:nvPr/>
        </p:nvSpPr>
        <p:spPr>
          <a:xfrm rot="1430399">
            <a:off x="8032611" y="3496986"/>
            <a:ext cx="156295" cy="152656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7893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EAAD-900C-0495-011B-59B99681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646A15FF-5397-B4F0-F250-EF96FEE6F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3333" r="4511" b="17859"/>
          <a:stretch/>
        </p:blipFill>
        <p:spPr>
          <a:xfrm>
            <a:off x="667852" y="890054"/>
            <a:ext cx="9899282" cy="4754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A1B2A6-1FAD-ADBB-9BD9-B0C6076BC73F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A1B2A6-1FAD-ADBB-9BD9-B0C6076BC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D35677-999C-158C-3D7D-B5A2860E0A9C}"/>
              </a:ext>
            </a:extLst>
          </p:cNvPr>
          <p:cNvCxnSpPr>
            <a:cxnSpLocks/>
          </p:cNvCxnSpPr>
          <p:nvPr/>
        </p:nvCxnSpPr>
        <p:spPr>
          <a:xfrm>
            <a:off x="8117557" y="3609438"/>
            <a:ext cx="0" cy="155448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D78654-387C-8A44-C0AA-E273351CCFD5}"/>
              </a:ext>
            </a:extLst>
          </p:cNvPr>
          <p:cNvCxnSpPr>
            <a:cxnSpLocks/>
          </p:cNvCxnSpPr>
          <p:nvPr/>
        </p:nvCxnSpPr>
        <p:spPr>
          <a:xfrm>
            <a:off x="6293947" y="3573314"/>
            <a:ext cx="18288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ross 16">
            <a:extLst>
              <a:ext uri="{FF2B5EF4-FFF2-40B4-BE49-F238E27FC236}">
                <a16:creationId xmlns:a16="http://schemas.microsoft.com/office/drawing/2014/main" id="{3F916865-E3CE-8038-BDAE-B6691EE961BE}"/>
              </a:ext>
            </a:extLst>
          </p:cNvPr>
          <p:cNvSpPr>
            <a:spLocks noChangeAspect="1"/>
          </p:cNvSpPr>
          <p:nvPr/>
        </p:nvSpPr>
        <p:spPr>
          <a:xfrm rot="1430399">
            <a:off x="8032611" y="3496986"/>
            <a:ext cx="156295" cy="152656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5219C-D40F-5529-D148-811E111EE61A}"/>
              </a:ext>
            </a:extLst>
          </p:cNvPr>
          <p:cNvSpPr txBox="1"/>
          <p:nvPr/>
        </p:nvSpPr>
        <p:spPr>
          <a:xfrm>
            <a:off x="7854918" y="5185907"/>
            <a:ext cx="51167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360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F0CED4-6200-3C22-3BC0-1C41BDFFCB70}"/>
              </a:ext>
            </a:extLst>
          </p:cNvPr>
          <p:cNvSpPr txBox="1"/>
          <p:nvPr/>
        </p:nvSpPr>
        <p:spPr>
          <a:xfrm>
            <a:off x="5991697" y="3404037"/>
            <a:ext cx="29367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0</a:t>
            </a:r>
            <a:endParaRPr lang="en-US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AF3000-FBF2-AB1C-1D33-4E8C0E6C5F6E}"/>
                  </a:ext>
                </a:extLst>
              </p:cNvPr>
              <p:cNvSpPr txBox="1"/>
              <p:nvPr/>
            </p:nvSpPr>
            <p:spPr>
              <a:xfrm>
                <a:off x="3365500" y="3706087"/>
                <a:ext cx="154016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𝟑𝟔𝟎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AF3000-FBF2-AB1C-1D33-4E8C0E6C5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706087"/>
                <a:ext cx="1540165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79574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2A52-9F82-42EB-084C-CF1E5FFE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6D064354-484B-0628-AFBC-1E05FE06F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3333" r="4511" b="17859"/>
          <a:stretch/>
        </p:blipFill>
        <p:spPr>
          <a:xfrm>
            <a:off x="667852" y="890054"/>
            <a:ext cx="9899282" cy="4754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D97A71-E74C-60AA-9574-91711662E0B2}"/>
                  </a:ext>
                </a:extLst>
              </p:cNvPr>
              <p:cNvSpPr txBox="1"/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Now, we have two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D97A71-E74C-60AA-9574-91711662E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5621774"/>
                <a:ext cx="6015045" cy="461665"/>
              </a:xfrm>
              <a:prstGeom prst="rect">
                <a:avLst/>
              </a:prstGeom>
              <a:blipFill>
                <a:blip r:embed="rId3"/>
                <a:stretch>
                  <a:fillRect l="-16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D1161B-A66A-A0ED-7906-A687E75AC977}"/>
              </a:ext>
            </a:extLst>
          </p:cNvPr>
          <p:cNvCxnSpPr>
            <a:cxnSpLocks/>
          </p:cNvCxnSpPr>
          <p:nvPr/>
        </p:nvCxnSpPr>
        <p:spPr>
          <a:xfrm>
            <a:off x="8117557" y="3609438"/>
            <a:ext cx="0" cy="155448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448EE2-344A-F3ED-00A2-DFE4C4A0D904}"/>
              </a:ext>
            </a:extLst>
          </p:cNvPr>
          <p:cNvCxnSpPr>
            <a:cxnSpLocks/>
          </p:cNvCxnSpPr>
          <p:nvPr/>
        </p:nvCxnSpPr>
        <p:spPr>
          <a:xfrm>
            <a:off x="6293947" y="3573314"/>
            <a:ext cx="18288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ross 16">
            <a:extLst>
              <a:ext uri="{FF2B5EF4-FFF2-40B4-BE49-F238E27FC236}">
                <a16:creationId xmlns:a16="http://schemas.microsoft.com/office/drawing/2014/main" id="{BB375F90-BFF1-21AC-C284-1D0C1DD17BF1}"/>
              </a:ext>
            </a:extLst>
          </p:cNvPr>
          <p:cNvSpPr>
            <a:spLocks noChangeAspect="1"/>
          </p:cNvSpPr>
          <p:nvPr/>
        </p:nvSpPr>
        <p:spPr>
          <a:xfrm rot="1430399">
            <a:off x="8032611" y="3496986"/>
            <a:ext cx="156295" cy="152656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154F5-0A54-3077-0900-326037F7CA34}"/>
              </a:ext>
            </a:extLst>
          </p:cNvPr>
          <p:cNvSpPr txBox="1"/>
          <p:nvPr/>
        </p:nvSpPr>
        <p:spPr>
          <a:xfrm>
            <a:off x="7854918" y="5185907"/>
            <a:ext cx="51167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360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784C93-68AA-ED8A-E0A8-B0C1A08A33A0}"/>
              </a:ext>
            </a:extLst>
          </p:cNvPr>
          <p:cNvSpPr txBox="1"/>
          <p:nvPr/>
        </p:nvSpPr>
        <p:spPr>
          <a:xfrm>
            <a:off x="5991697" y="3404037"/>
            <a:ext cx="29367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0</a:t>
            </a:r>
            <a:endParaRPr lang="en-US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4FBF4-F1ED-DC66-0A5F-B21520FE82D0}"/>
                  </a:ext>
                </a:extLst>
              </p:cNvPr>
              <p:cNvSpPr txBox="1"/>
              <p:nvPr/>
            </p:nvSpPr>
            <p:spPr>
              <a:xfrm>
                <a:off x="3365500" y="3706087"/>
                <a:ext cx="154016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𝟑𝟔𝟎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4FBF4-F1ED-DC66-0A5F-B21520FE8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3706087"/>
                <a:ext cx="1540165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98CD42-36D0-DE4A-4139-DF70A0C0DCD2}"/>
                  </a:ext>
                </a:extLst>
              </p:cNvPr>
              <p:cNvSpPr txBox="1"/>
              <p:nvPr/>
            </p:nvSpPr>
            <p:spPr>
              <a:xfrm>
                <a:off x="2500711" y="2789382"/>
                <a:ext cx="22217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h(x)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360 + 0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98CD42-36D0-DE4A-4139-DF70A0C0D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711" y="2789382"/>
                <a:ext cx="2221762" cy="369332"/>
              </a:xfrm>
              <a:prstGeom prst="rect">
                <a:avLst/>
              </a:prstGeom>
              <a:blipFill>
                <a:blip r:embed="rId5"/>
                <a:stretch>
                  <a:fillRect l="-8219" t="-26667" r="-7397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94085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794CDCF9-EEDD-F419-647F-AFFAC7DD2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1" t="3783" r="3485" b="18283"/>
          <a:stretch/>
        </p:blipFill>
        <p:spPr>
          <a:xfrm>
            <a:off x="640080" y="886968"/>
            <a:ext cx="10123411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2521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9216-BE5B-581B-C5C4-FF75B15E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2CC743FC-7543-C8EB-22F9-741A2EE9C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1" t="3783" r="3485" b="18283"/>
          <a:stretch/>
        </p:blipFill>
        <p:spPr>
          <a:xfrm>
            <a:off x="659130" y="886968"/>
            <a:ext cx="10123411" cy="475488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98A1DD0-BA9C-E221-F8D0-8E8A121A8FD3}"/>
              </a:ext>
            </a:extLst>
          </p:cNvPr>
          <p:cNvCxnSpPr>
            <a:cxnSpLocks/>
          </p:cNvCxnSpPr>
          <p:nvPr/>
        </p:nvCxnSpPr>
        <p:spPr>
          <a:xfrm>
            <a:off x="8339358" y="3760639"/>
            <a:ext cx="0" cy="140191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BD11B1-A740-1970-AAB7-4B1E9A1838A3}"/>
              </a:ext>
            </a:extLst>
          </p:cNvPr>
          <p:cNvCxnSpPr>
            <a:cxnSpLocks/>
          </p:cNvCxnSpPr>
          <p:nvPr/>
        </p:nvCxnSpPr>
        <p:spPr>
          <a:xfrm>
            <a:off x="6354272" y="3765253"/>
            <a:ext cx="201168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ross 4">
            <a:extLst>
              <a:ext uri="{FF2B5EF4-FFF2-40B4-BE49-F238E27FC236}">
                <a16:creationId xmlns:a16="http://schemas.microsoft.com/office/drawing/2014/main" id="{28502229-3692-1F31-6C75-F56B866595BF}"/>
              </a:ext>
            </a:extLst>
          </p:cNvPr>
          <p:cNvSpPr>
            <a:spLocks noChangeAspect="1"/>
          </p:cNvSpPr>
          <p:nvPr/>
        </p:nvSpPr>
        <p:spPr>
          <a:xfrm rot="2934246">
            <a:off x="8261211" y="3684311"/>
            <a:ext cx="156295" cy="152656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153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BC69673D-D846-CA46-9400-B556B50FF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" t="3603" r="3940" b="18822"/>
          <a:stretch/>
        </p:blipFill>
        <p:spPr>
          <a:xfrm>
            <a:off x="761401" y="885307"/>
            <a:ext cx="10087621" cy="4754880"/>
          </a:xfrm>
          <a:prstGeom prst="rect">
            <a:avLst/>
          </a:prstGeom>
        </p:spPr>
      </p:pic>
      <p:sp>
        <p:nvSpPr>
          <p:cNvPr id="4" name="Cross 3">
            <a:extLst>
              <a:ext uri="{FF2B5EF4-FFF2-40B4-BE49-F238E27FC236}">
                <a16:creationId xmlns:a16="http://schemas.microsoft.com/office/drawing/2014/main" id="{9E9D6744-692F-2350-CDA3-8FEE18D30205}"/>
              </a:ext>
            </a:extLst>
          </p:cNvPr>
          <p:cNvSpPr>
            <a:spLocks noChangeAspect="1"/>
          </p:cNvSpPr>
          <p:nvPr/>
        </p:nvSpPr>
        <p:spPr>
          <a:xfrm rot="2934246">
            <a:off x="7888760" y="3155039"/>
            <a:ext cx="90803" cy="88689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7073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986A-A4FF-EC83-9A15-35090346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8B58E3C8-B1B0-D243-4690-DAED355A0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" t="3603" r="3940" b="18822"/>
          <a:stretch/>
        </p:blipFill>
        <p:spPr>
          <a:xfrm>
            <a:off x="761401" y="885307"/>
            <a:ext cx="10087621" cy="475488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B2F3953-F40B-95CC-4006-78CE95C23CD9}"/>
              </a:ext>
            </a:extLst>
          </p:cNvPr>
          <p:cNvCxnSpPr>
            <a:cxnSpLocks/>
          </p:cNvCxnSpPr>
          <p:nvPr/>
        </p:nvCxnSpPr>
        <p:spPr>
          <a:xfrm>
            <a:off x="7925667" y="3201761"/>
            <a:ext cx="0" cy="201168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BB690A-15DF-B1DC-C4CF-8934704F4D64}"/>
              </a:ext>
            </a:extLst>
          </p:cNvPr>
          <p:cNvCxnSpPr>
            <a:cxnSpLocks/>
          </p:cNvCxnSpPr>
          <p:nvPr/>
        </p:nvCxnSpPr>
        <p:spPr>
          <a:xfrm>
            <a:off x="6454199" y="3201762"/>
            <a:ext cx="1471468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ross 3">
            <a:extLst>
              <a:ext uri="{FF2B5EF4-FFF2-40B4-BE49-F238E27FC236}">
                <a16:creationId xmlns:a16="http://schemas.microsoft.com/office/drawing/2014/main" id="{635BDCD9-50E5-8B7F-7DE1-8040CBC74AF6}"/>
              </a:ext>
            </a:extLst>
          </p:cNvPr>
          <p:cNvSpPr>
            <a:spLocks noChangeAspect="1"/>
          </p:cNvSpPr>
          <p:nvPr/>
        </p:nvSpPr>
        <p:spPr>
          <a:xfrm rot="2934246">
            <a:off x="7888760" y="3155039"/>
            <a:ext cx="90803" cy="88689"/>
          </a:xfrm>
          <a:prstGeom prst="plus">
            <a:avLst>
              <a:gd name="adj" fmla="val 4884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2899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8FFB-48EE-19F2-6BA4-A83F4107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F64D13FD-2301-5C37-E276-5F36CF84F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" t="3603" r="51492" b="18822"/>
          <a:stretch/>
        </p:blipFill>
        <p:spPr>
          <a:xfrm>
            <a:off x="2995313" y="423808"/>
            <a:ext cx="6201373" cy="601038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351633-477E-9B91-5711-333096BD0387}"/>
              </a:ext>
            </a:extLst>
          </p:cNvPr>
          <p:cNvCxnSpPr/>
          <p:nvPr/>
        </p:nvCxnSpPr>
        <p:spPr>
          <a:xfrm flipV="1">
            <a:off x="3838575" y="3086100"/>
            <a:ext cx="4772025" cy="177165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9D8D69-E776-267A-A25D-D1A56FA74832}"/>
              </a:ext>
            </a:extLst>
          </p:cNvPr>
          <p:cNvCxnSpPr>
            <a:cxnSpLocks/>
          </p:cNvCxnSpPr>
          <p:nvPr/>
        </p:nvCxnSpPr>
        <p:spPr>
          <a:xfrm flipV="1">
            <a:off x="3990975" y="2743200"/>
            <a:ext cx="3775075" cy="226695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9D2BD5-706D-8FF9-90EC-BCF0ED1896A4}"/>
              </a:ext>
            </a:extLst>
          </p:cNvPr>
          <p:cNvCxnSpPr>
            <a:cxnSpLocks/>
          </p:cNvCxnSpPr>
          <p:nvPr/>
        </p:nvCxnSpPr>
        <p:spPr>
          <a:xfrm>
            <a:off x="4171950" y="2743200"/>
            <a:ext cx="4591050" cy="49530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B2CABB-55F8-1149-3C9F-6FFDB4F19E54}"/>
              </a:ext>
            </a:extLst>
          </p:cNvPr>
          <p:cNvCxnSpPr>
            <a:cxnSpLocks/>
          </p:cNvCxnSpPr>
          <p:nvPr/>
        </p:nvCxnSpPr>
        <p:spPr>
          <a:xfrm>
            <a:off x="3929062" y="3181349"/>
            <a:ext cx="3887788" cy="1407346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0533BD-08F0-5F00-ED86-ADDED54FC2D4}"/>
              </a:ext>
            </a:extLst>
          </p:cNvPr>
          <p:cNvCxnSpPr>
            <a:cxnSpLocks/>
          </p:cNvCxnSpPr>
          <p:nvPr/>
        </p:nvCxnSpPr>
        <p:spPr>
          <a:xfrm flipV="1">
            <a:off x="4375150" y="3779070"/>
            <a:ext cx="4019550" cy="1315271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41C384-D2DB-0046-C4C0-8B11B74CD8F8}"/>
              </a:ext>
            </a:extLst>
          </p:cNvPr>
          <p:cNvCxnSpPr>
            <a:cxnSpLocks/>
          </p:cNvCxnSpPr>
          <p:nvPr/>
        </p:nvCxnSpPr>
        <p:spPr>
          <a:xfrm flipV="1">
            <a:off x="3929062" y="3702870"/>
            <a:ext cx="4732338" cy="97605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1EA12A-3410-2C03-875E-7D1E063DE7BF}"/>
              </a:ext>
            </a:extLst>
          </p:cNvPr>
          <p:cNvCxnSpPr>
            <a:cxnSpLocks/>
          </p:cNvCxnSpPr>
          <p:nvPr/>
        </p:nvCxnSpPr>
        <p:spPr>
          <a:xfrm>
            <a:off x="4324350" y="2895600"/>
            <a:ext cx="3390900" cy="1185862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11AA65-05EC-AC24-EA70-889262C4382A}"/>
              </a:ext>
            </a:extLst>
          </p:cNvPr>
          <p:cNvCxnSpPr>
            <a:cxnSpLocks/>
          </p:cNvCxnSpPr>
          <p:nvPr/>
        </p:nvCxnSpPr>
        <p:spPr>
          <a:xfrm flipV="1">
            <a:off x="3838575" y="2295524"/>
            <a:ext cx="4333875" cy="1874838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93528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6F35D-16B4-24CE-CD77-E04FDFC16F4E}"/>
              </a:ext>
            </a:extLst>
          </p:cNvPr>
          <p:cNvSpPr txBox="1"/>
          <p:nvPr/>
        </p:nvSpPr>
        <p:spPr>
          <a:xfrm>
            <a:off x="2526369" y="2844225"/>
            <a:ext cx="7139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Linear Regression –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184288037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28E04B-894E-C1C9-6199-16F69BA91217}"/>
                  </a:ext>
                </a:extLst>
              </p:cNvPr>
              <p:cNvSpPr txBox="1"/>
              <p:nvPr/>
            </p:nvSpPr>
            <p:spPr>
              <a:xfrm>
                <a:off x="2298700" y="965200"/>
                <a:ext cx="5791842" cy="4689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Have some function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2400" dirty="0"/>
                  <a:t>Want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/>
                  <a:t>Outline:</a:t>
                </a:r>
              </a:p>
              <a:p>
                <a:endParaRPr lang="en-US" sz="2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Start with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Keep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to reduce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      until we hopefully end up at a minimum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28E04B-894E-C1C9-6199-16F69BA91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700" y="965200"/>
                <a:ext cx="5791842" cy="4689489"/>
              </a:xfrm>
              <a:prstGeom prst="rect">
                <a:avLst/>
              </a:prstGeom>
              <a:blipFill>
                <a:blip r:embed="rId2"/>
                <a:stretch>
                  <a:fillRect l="-1579" t="-1039" r="-421" b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98508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6E42-B274-F5A8-69D2-E50E183B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9CB01A-6198-331A-6319-4623DABF0B52}"/>
                  </a:ext>
                </a:extLst>
              </p:cNvPr>
              <p:cNvSpPr txBox="1"/>
              <p:nvPr/>
            </p:nvSpPr>
            <p:spPr>
              <a:xfrm>
                <a:off x="2298700" y="965200"/>
                <a:ext cx="5791842" cy="4689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Have some function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2400" dirty="0"/>
                  <a:t>Want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/>
                  <a:t>Outline:</a:t>
                </a:r>
              </a:p>
              <a:p>
                <a:endParaRPr lang="en-US" sz="2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Start with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Keep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to reduce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      until we hopefully end up at a minimum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9CB01A-6198-331A-6319-4623DABF0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700" y="965200"/>
                <a:ext cx="5791842" cy="4689489"/>
              </a:xfrm>
              <a:prstGeom prst="rect">
                <a:avLst/>
              </a:prstGeom>
              <a:blipFill>
                <a:blip r:embed="rId2"/>
                <a:stretch>
                  <a:fillRect l="-1579" t="-1039" r="-421" b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422A99-BC06-3D0A-6F44-C4294D6CDDB5}"/>
                  </a:ext>
                </a:extLst>
              </p:cNvPr>
              <p:cNvSpPr txBox="1"/>
              <p:nvPr/>
            </p:nvSpPr>
            <p:spPr>
              <a:xfrm>
                <a:off x="7600950" y="1018645"/>
                <a:ext cx="2788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422A99-BC06-3D0A-6F44-C4294D6CD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0950" y="1018645"/>
                <a:ext cx="2788969" cy="369332"/>
              </a:xfrm>
              <a:prstGeom prst="rect">
                <a:avLst/>
              </a:prstGeom>
              <a:blipFill>
                <a:blip r:embed="rId3"/>
                <a:stretch>
                  <a:fillRect l="-4814" t="-24590" r="-3939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0665B39-83E2-A219-2EA5-75256D2E665B}"/>
                  </a:ext>
                </a:extLst>
              </p14:cNvPr>
              <p14:cNvContentPartPr/>
              <p14:nvPr/>
            </p14:nvContentPartPr>
            <p14:xfrm>
              <a:off x="6476805" y="1202325"/>
              <a:ext cx="914760" cy="90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0665B39-83E2-A219-2EA5-75256D2E66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67805" y="1193685"/>
                <a:ext cx="9324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B34D2E2-6B59-BF0D-4A3B-1AA1993A2AFD}"/>
                  </a:ext>
                </a:extLst>
              </p14:cNvPr>
              <p14:cNvContentPartPr/>
              <p14:nvPr/>
            </p14:nvContentPartPr>
            <p14:xfrm>
              <a:off x="7420005" y="202852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B34D2E2-6B59-BF0D-4A3B-1AA1993A2A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1005" y="20195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7B7502-B2E1-9B26-2473-BBB362CD25D7}"/>
                  </a:ext>
                </a:extLst>
              </p:cNvPr>
              <p:cNvSpPr txBox="1"/>
              <p:nvPr/>
            </p:nvSpPr>
            <p:spPr>
              <a:xfrm>
                <a:off x="7391565" y="1719049"/>
                <a:ext cx="4686300" cy="618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400" dirty="0">
                                  <a:solidFill>
                                    <a:srgbClr val="FF0000"/>
                                  </a:solidFill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,,…,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7B7502-B2E1-9B26-2473-BBB362CD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565" y="1719049"/>
                <a:ext cx="4686300" cy="6189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B2511DA-A500-58F1-66B5-B769A9DCCB99}"/>
                  </a:ext>
                </a:extLst>
              </p14:cNvPr>
              <p14:cNvContentPartPr/>
              <p14:nvPr/>
            </p14:nvContentPartPr>
            <p14:xfrm>
              <a:off x="6095999" y="2028757"/>
              <a:ext cx="1324005" cy="130785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B2511DA-A500-58F1-66B5-B769A9DCCB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87000" y="2019750"/>
                <a:ext cx="1341644" cy="1484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115294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A197C-50E1-269A-EB14-79D4B074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83871BF4-DB93-427B-B9BF-D928446DC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34CC38-7606-966C-2558-1B3693727FC4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34CC38-7606-966C-2558-1B3693727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CAA079-405C-DC95-FD4F-A389EE92F7ED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CAA079-405C-DC95-FD4F-A389EE92F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8A5294-FEC8-7104-42A6-B55FDBD65994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8A5294-FEC8-7104-42A6-B55FDBD65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01581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63359-E4D0-02A4-D4CA-AF889FC5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84C8DAEF-05E4-5B8E-71A9-BDC5CA596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816121-99B1-1CD4-78C9-C8882FA4AAA0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816121-99B1-1CD4-78C9-C8882FA4A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2C5E5A-1B79-CA2B-020A-728F96DA2631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2C5E5A-1B79-CA2B-020A-728F96DA2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A00FE6-47F8-43BF-2EF3-5A884B02EFB9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A00FE6-47F8-43BF-2EF3-5A884B02E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98BE4209-457C-EB75-E7E1-AE162D090507}"/>
              </a:ext>
            </a:extLst>
          </p:cNvPr>
          <p:cNvSpPr/>
          <p:nvPr/>
        </p:nvSpPr>
        <p:spPr>
          <a:xfrm>
            <a:off x="5273041" y="26784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8692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70762-5C9C-EA84-D35C-7551DECD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05FF1F7C-B183-B970-ABD2-194B96739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A6D1CD-017D-EE50-DE0E-EFA9B845D6F1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A6D1CD-017D-EE50-DE0E-EFA9B845D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7F04C1-FFE5-89D4-7DE4-5F201604B024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7F04C1-FFE5-89D4-7DE4-5F201604B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A9FC0B-16D4-9389-D55F-BA0E4907A936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A9FC0B-16D4-9389-D55F-BA0E4907A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5B23D635-C07D-1EF4-710B-E298F7F72106}"/>
              </a:ext>
            </a:extLst>
          </p:cNvPr>
          <p:cNvSpPr/>
          <p:nvPr/>
        </p:nvSpPr>
        <p:spPr>
          <a:xfrm>
            <a:off x="5273041" y="26784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9EEB66AF-4C56-1D39-4B90-64E53B3E5935}"/>
              </a:ext>
            </a:extLst>
          </p:cNvPr>
          <p:cNvSpPr/>
          <p:nvPr/>
        </p:nvSpPr>
        <p:spPr>
          <a:xfrm>
            <a:off x="5238116" y="30721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6356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F7DB-D511-FC23-F457-1E32D9B5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E40B0900-ECB1-11A9-532F-FED01A76D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E2E81C-FE4F-6FD3-B294-F4413DC3605C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E2E81C-FE4F-6FD3-B294-F4413DC36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BFCBB6-9C64-E0CF-6298-0BB6AB526AA2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BFCBB6-9C64-E0CF-6298-0BB6AB526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B742E6-B6CB-9A7E-03BA-B8A303CBEE87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B742E6-B6CB-9A7E-03BA-B8A303CBE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E6F46A13-A2DF-D2DF-DF3C-B80078ED9237}"/>
              </a:ext>
            </a:extLst>
          </p:cNvPr>
          <p:cNvSpPr/>
          <p:nvPr/>
        </p:nvSpPr>
        <p:spPr>
          <a:xfrm>
            <a:off x="5273041" y="26784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12DC0438-A322-C457-2E35-896773779679}"/>
              </a:ext>
            </a:extLst>
          </p:cNvPr>
          <p:cNvSpPr/>
          <p:nvPr/>
        </p:nvSpPr>
        <p:spPr>
          <a:xfrm>
            <a:off x="5238116" y="30721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912126E6-76BE-CF96-3211-8747A4DDAD3B}"/>
              </a:ext>
            </a:extLst>
          </p:cNvPr>
          <p:cNvSpPr/>
          <p:nvPr/>
        </p:nvSpPr>
        <p:spPr>
          <a:xfrm>
            <a:off x="5003166" y="3319462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1038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FE97-3D64-BBDA-F376-A8DEA5C8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46F9F415-79BC-4574-58DE-DF8B9E917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413357-54F7-7F71-CBC0-1A6087D8C954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413357-54F7-7F71-CBC0-1A6087D8C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C9CD69-8CC4-7FF6-9CB9-78B6530639DE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C9CD69-8CC4-7FF6-9CB9-78B653063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D43D96-1B4E-762A-C360-0FD20C0059FA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D43D96-1B4E-762A-C360-0FD20C005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AA78121B-DE44-9519-92E2-5F06CEECBFA9}"/>
              </a:ext>
            </a:extLst>
          </p:cNvPr>
          <p:cNvSpPr/>
          <p:nvPr/>
        </p:nvSpPr>
        <p:spPr>
          <a:xfrm>
            <a:off x="5273041" y="26784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E072E3F3-18F5-79CE-5AAD-DD02EECFE8C2}"/>
              </a:ext>
            </a:extLst>
          </p:cNvPr>
          <p:cNvSpPr/>
          <p:nvPr/>
        </p:nvSpPr>
        <p:spPr>
          <a:xfrm>
            <a:off x="5238116" y="30721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6AD530A5-8157-4A68-B746-BBB6B400DEED}"/>
              </a:ext>
            </a:extLst>
          </p:cNvPr>
          <p:cNvSpPr/>
          <p:nvPr/>
        </p:nvSpPr>
        <p:spPr>
          <a:xfrm>
            <a:off x="5003166" y="3319462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D5E4EECD-3AFF-FFC0-9C39-4A86F05CD4EA}"/>
              </a:ext>
            </a:extLst>
          </p:cNvPr>
          <p:cNvSpPr/>
          <p:nvPr/>
        </p:nvSpPr>
        <p:spPr>
          <a:xfrm>
            <a:off x="4839653" y="36800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9451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8A7E8-1B8D-9F85-F87E-282C2852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1947A4B0-F8CD-91FB-9741-E82D12E70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A4849B-CF1C-AFD4-33A0-EFF8D2D61D29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A4849B-CF1C-AFD4-33A0-EFF8D2D6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07EC72-0CF7-0ED8-37DC-ACF43118F5F5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07EC72-0CF7-0ED8-37DC-ACF43118F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A25BD5-9756-A4D8-7E93-12752804C180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A25BD5-9756-A4D8-7E93-12752804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699C5976-C82C-D77B-A26A-6B16CB4F1C62}"/>
              </a:ext>
            </a:extLst>
          </p:cNvPr>
          <p:cNvSpPr/>
          <p:nvPr/>
        </p:nvSpPr>
        <p:spPr>
          <a:xfrm>
            <a:off x="5273041" y="26784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2E357644-6F90-CE6A-3C1F-B06490C694CF}"/>
              </a:ext>
            </a:extLst>
          </p:cNvPr>
          <p:cNvSpPr/>
          <p:nvPr/>
        </p:nvSpPr>
        <p:spPr>
          <a:xfrm>
            <a:off x="5238116" y="30721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685AB488-5190-A5DC-CF72-7F768C880852}"/>
              </a:ext>
            </a:extLst>
          </p:cNvPr>
          <p:cNvSpPr/>
          <p:nvPr/>
        </p:nvSpPr>
        <p:spPr>
          <a:xfrm>
            <a:off x="5003166" y="3319462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0CC76CB0-3A7C-5E9A-A4DC-46FA28EACDB7}"/>
              </a:ext>
            </a:extLst>
          </p:cNvPr>
          <p:cNvSpPr/>
          <p:nvPr/>
        </p:nvSpPr>
        <p:spPr>
          <a:xfrm>
            <a:off x="4839653" y="36800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0F598E1F-BD7A-510E-F83F-41194762DA6D}"/>
              </a:ext>
            </a:extLst>
          </p:cNvPr>
          <p:cNvSpPr/>
          <p:nvPr/>
        </p:nvSpPr>
        <p:spPr>
          <a:xfrm>
            <a:off x="5038092" y="393114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1279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E7BC-94C0-2CBC-1B83-BD78CD9E5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58C64180-F72D-01BF-CB10-4FFE91266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4C841C-D223-90B3-7B61-09425785332A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4C841C-D223-90B3-7B61-094257853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7415E1-8FE5-C7AB-2E27-34557DB67753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7415E1-8FE5-C7AB-2E27-34557DB67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094F39-DC0E-BB8E-CF57-03A1359721D6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094F39-DC0E-BB8E-CF57-03A135972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7EC0EC51-4A21-88D8-712C-0BC513042184}"/>
              </a:ext>
            </a:extLst>
          </p:cNvPr>
          <p:cNvSpPr/>
          <p:nvPr/>
        </p:nvSpPr>
        <p:spPr>
          <a:xfrm>
            <a:off x="5273041" y="26784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24AD394B-9CF5-1350-9994-56D65CC86EE8}"/>
              </a:ext>
            </a:extLst>
          </p:cNvPr>
          <p:cNvSpPr/>
          <p:nvPr/>
        </p:nvSpPr>
        <p:spPr>
          <a:xfrm>
            <a:off x="5238116" y="30721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2021902-3EA7-AE04-62D1-356CA1DCF9A3}"/>
              </a:ext>
            </a:extLst>
          </p:cNvPr>
          <p:cNvSpPr/>
          <p:nvPr/>
        </p:nvSpPr>
        <p:spPr>
          <a:xfrm>
            <a:off x="5003166" y="3319462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A64BF84A-B5FD-F6C7-1033-D0BAFD32B35D}"/>
              </a:ext>
            </a:extLst>
          </p:cNvPr>
          <p:cNvSpPr/>
          <p:nvPr/>
        </p:nvSpPr>
        <p:spPr>
          <a:xfrm>
            <a:off x="4839653" y="36800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5050E086-7613-AC95-07BF-FAC695470F30}"/>
              </a:ext>
            </a:extLst>
          </p:cNvPr>
          <p:cNvSpPr/>
          <p:nvPr/>
        </p:nvSpPr>
        <p:spPr>
          <a:xfrm>
            <a:off x="5038092" y="393114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A1E81FC0-F3EF-1B2D-F956-861884E4ED81}"/>
              </a:ext>
            </a:extLst>
          </p:cNvPr>
          <p:cNvSpPr/>
          <p:nvPr/>
        </p:nvSpPr>
        <p:spPr>
          <a:xfrm>
            <a:off x="5319077" y="415021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1003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F1B52483-05C3-F16E-4DE7-417485420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A365A9-23FE-E094-6A63-43525D4393EF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A365A9-23FE-E094-6A63-43525D439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B20DF-8C70-BE3B-2A60-0E02215EE79F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5B20DF-8C70-BE3B-2A60-0E02215EE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93C3FE-4721-3EE9-6A42-CA5941D7D8EC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93C3FE-4721-3EE9-6A42-CA5941D7D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F7CCC4DB-D7E8-46C3-356F-CADA0D290F83}"/>
              </a:ext>
            </a:extLst>
          </p:cNvPr>
          <p:cNvSpPr/>
          <p:nvPr/>
        </p:nvSpPr>
        <p:spPr>
          <a:xfrm>
            <a:off x="5273041" y="26784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FA200F5-0534-1CFB-3DF9-BF2C54BE4F0B}"/>
              </a:ext>
            </a:extLst>
          </p:cNvPr>
          <p:cNvSpPr/>
          <p:nvPr/>
        </p:nvSpPr>
        <p:spPr>
          <a:xfrm>
            <a:off x="5238116" y="30721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3B9233AA-129B-ED90-0405-A3CDF1FA5D41}"/>
              </a:ext>
            </a:extLst>
          </p:cNvPr>
          <p:cNvSpPr/>
          <p:nvPr/>
        </p:nvSpPr>
        <p:spPr>
          <a:xfrm>
            <a:off x="5003166" y="3319462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35891B5-936A-04B6-3C31-1429641FCB1C}"/>
              </a:ext>
            </a:extLst>
          </p:cNvPr>
          <p:cNvSpPr/>
          <p:nvPr/>
        </p:nvSpPr>
        <p:spPr>
          <a:xfrm>
            <a:off x="4839653" y="36800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9ACF0185-D4B3-3742-514A-9B6FC9ABC044}"/>
              </a:ext>
            </a:extLst>
          </p:cNvPr>
          <p:cNvSpPr/>
          <p:nvPr/>
        </p:nvSpPr>
        <p:spPr>
          <a:xfrm>
            <a:off x="5038092" y="393114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5B8E6AE2-0EBD-4830-5A35-CC7C03F45E42}"/>
              </a:ext>
            </a:extLst>
          </p:cNvPr>
          <p:cNvSpPr/>
          <p:nvPr/>
        </p:nvSpPr>
        <p:spPr>
          <a:xfrm>
            <a:off x="5319077" y="415021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D884629-A4DB-D94F-AD06-DD94CA5EAC11}"/>
              </a:ext>
            </a:extLst>
          </p:cNvPr>
          <p:cNvSpPr/>
          <p:nvPr/>
        </p:nvSpPr>
        <p:spPr>
          <a:xfrm>
            <a:off x="5615941" y="454533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0403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D756-7B91-14FB-1319-74B7A0E3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846C6BE2-58E7-FBC5-6C33-46015BEBF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5D03D0-0690-252E-2AD3-504A24F994EE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5D03D0-0690-252E-2AD3-504A24F99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04136C-B1DB-F55D-BD6C-34E629289CF0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04136C-B1DB-F55D-BD6C-34E629289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52AA97-59FF-B9D9-064C-7C2426970516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52AA97-59FF-B9D9-064C-7C2426970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E930474F-6007-6016-7A64-D0BE64F717DD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151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4419-0A5C-7E77-C03A-A1E59D43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7AB8479F-8B25-99FD-F1E9-C16FAA3C9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375707-D4C1-C61A-C8A7-8AB0084C1D48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375707-D4C1-C61A-C8A7-8AB0084C1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32E2CE-48A9-A287-46C5-BC4DA1A89480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32E2CE-48A9-A287-46C5-BC4DA1A89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FB527C-CE16-DD67-DC4F-B5B62E46017C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FB527C-CE16-DD67-DC4F-B5B62E460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AF700908-5BEF-F4E8-D11E-DF25D6D4B3D7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C4A2F156-70C8-E0D0-206D-53CC1BC367BD}"/>
              </a:ext>
            </a:extLst>
          </p:cNvPr>
          <p:cNvSpPr/>
          <p:nvPr/>
        </p:nvSpPr>
        <p:spPr>
          <a:xfrm>
            <a:off x="5834381" y="27825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28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7D717-27BC-D4DA-1193-0BD02BC3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F6674A56-ABB9-764E-A2B7-7A0D6A14A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CF4CBB-50C4-6010-C47F-2657E0636670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CF4CBB-50C4-6010-C47F-2657E0636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5D0FCD-20D1-1B33-8AEE-304D3E919E2D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5D0FCD-20D1-1B33-8AEE-304D3E919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43E1B6-B9F5-BC12-9864-2CD6AA7DCA0D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43E1B6-B9F5-BC12-9864-2CD6AA7DC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471530B8-77ED-4415-18F8-8434148FC1F4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29A32917-ADB1-79E1-37A6-2AB594AD3A28}"/>
              </a:ext>
            </a:extLst>
          </p:cNvPr>
          <p:cNvSpPr/>
          <p:nvPr/>
        </p:nvSpPr>
        <p:spPr>
          <a:xfrm>
            <a:off x="5834381" y="27825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EE500704-32B1-B049-286D-3D884021E916}"/>
              </a:ext>
            </a:extLst>
          </p:cNvPr>
          <p:cNvSpPr/>
          <p:nvPr/>
        </p:nvSpPr>
        <p:spPr>
          <a:xfrm>
            <a:off x="6115366" y="299425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7489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28DF2-905A-88C7-4647-F245411D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189CF96C-6E09-390E-7C64-F787DF007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B6BEAC-AD0F-E22E-12AC-76EE10FB1D9E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B6BEAC-AD0F-E22E-12AC-76EE10FB1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75E6C2-F2DD-BC87-B6D7-963CC2549AF5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75E6C2-F2DD-BC87-B6D7-963CC2549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2EFD0B-3E10-B3F9-4DA7-A1650C9872D9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2EFD0B-3E10-B3F9-4DA7-A1650C987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9AD11DC6-273D-D553-E223-8D731F8CCE0F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178B5FDD-07B1-4599-20C9-9CE79DA7C4E0}"/>
              </a:ext>
            </a:extLst>
          </p:cNvPr>
          <p:cNvSpPr/>
          <p:nvPr/>
        </p:nvSpPr>
        <p:spPr>
          <a:xfrm>
            <a:off x="5834381" y="27825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6DCCEEEA-5F9C-093C-0E55-FC9A1ED49B86}"/>
              </a:ext>
            </a:extLst>
          </p:cNvPr>
          <p:cNvSpPr/>
          <p:nvPr/>
        </p:nvSpPr>
        <p:spPr>
          <a:xfrm>
            <a:off x="6115366" y="299425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8213E92E-21F4-3C17-C91E-6480DABA8C44}"/>
              </a:ext>
            </a:extLst>
          </p:cNvPr>
          <p:cNvSpPr/>
          <p:nvPr/>
        </p:nvSpPr>
        <p:spPr>
          <a:xfrm>
            <a:off x="6422071" y="320992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5193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02FA-2AD1-7698-93F8-5219ABFC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94F1AC09-AE83-AF99-8E32-37E82BEE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036A45-117D-EDD5-1EFC-306E21C2697E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036A45-117D-EDD5-1EFC-306E21C26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C19BF-43DB-FCCB-B81C-4FF306A52B4E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C19BF-43DB-FCCB-B81C-4FF306A52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38512-340C-C370-93D6-974D9286A1F4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38512-340C-C370-93D6-974D9286A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FFDB9112-A67B-DEF2-843F-C89D0C555EE1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65CF2A2C-5B60-5C53-2EC3-218D6F3232C8}"/>
              </a:ext>
            </a:extLst>
          </p:cNvPr>
          <p:cNvSpPr/>
          <p:nvPr/>
        </p:nvSpPr>
        <p:spPr>
          <a:xfrm>
            <a:off x="5834381" y="27825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316B43CF-AD2E-449D-C804-A6D2BF350502}"/>
              </a:ext>
            </a:extLst>
          </p:cNvPr>
          <p:cNvSpPr/>
          <p:nvPr/>
        </p:nvSpPr>
        <p:spPr>
          <a:xfrm>
            <a:off x="6115366" y="299425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D096D2F1-5B93-BFC7-52FD-9CE33E0FC98F}"/>
              </a:ext>
            </a:extLst>
          </p:cNvPr>
          <p:cNvSpPr/>
          <p:nvPr/>
        </p:nvSpPr>
        <p:spPr>
          <a:xfrm>
            <a:off x="6422071" y="320992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38E38781-5EF6-63E4-A52B-3B8F1A0A42CB}"/>
              </a:ext>
            </a:extLst>
          </p:cNvPr>
          <p:cNvSpPr/>
          <p:nvPr/>
        </p:nvSpPr>
        <p:spPr>
          <a:xfrm>
            <a:off x="6901181" y="3334938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7983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CBD0A-3BFD-04E0-620B-D66C9499D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25E404BF-6E48-3C1E-CD96-98279FE1A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54ABA0-8BC2-6CEC-AE4D-F9DDC8B39EB0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54ABA0-8BC2-6CEC-AE4D-F9DDC8B39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789B74-7242-89E3-7F08-2780DB142FFD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789B74-7242-89E3-7F08-2780DB142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4AEF49-7AFC-9619-7B16-30A917478E48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4AEF49-7AFC-9619-7B16-30A917478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79165377-54D7-511B-FA8A-521B3F4DAF1E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22C7A317-321D-787C-BBE7-4A8332B56927}"/>
              </a:ext>
            </a:extLst>
          </p:cNvPr>
          <p:cNvSpPr/>
          <p:nvPr/>
        </p:nvSpPr>
        <p:spPr>
          <a:xfrm>
            <a:off x="5834381" y="27825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B1CAF24C-A304-5BE9-6034-182B73C4BD4E}"/>
              </a:ext>
            </a:extLst>
          </p:cNvPr>
          <p:cNvSpPr/>
          <p:nvPr/>
        </p:nvSpPr>
        <p:spPr>
          <a:xfrm>
            <a:off x="6115366" y="299425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DFB6334-911D-7BB9-8C45-7804532FB4B2}"/>
              </a:ext>
            </a:extLst>
          </p:cNvPr>
          <p:cNvSpPr/>
          <p:nvPr/>
        </p:nvSpPr>
        <p:spPr>
          <a:xfrm>
            <a:off x="6422071" y="320992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932DB415-4B6F-0662-D50B-EBBD907626C3}"/>
              </a:ext>
            </a:extLst>
          </p:cNvPr>
          <p:cNvSpPr/>
          <p:nvPr/>
        </p:nvSpPr>
        <p:spPr>
          <a:xfrm>
            <a:off x="6901181" y="3334938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DB0DA796-7492-A82B-0E37-98E544703473}"/>
              </a:ext>
            </a:extLst>
          </p:cNvPr>
          <p:cNvSpPr/>
          <p:nvPr/>
        </p:nvSpPr>
        <p:spPr>
          <a:xfrm>
            <a:off x="7447281" y="346099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8896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82A4-96B0-52CD-4CE4-441A3A4E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A8AAB8F0-C3D0-509B-A2B3-C3D5637D1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B979D1-932D-0BC5-B863-35DD8497444B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B979D1-932D-0BC5-B863-35DD84974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F6A452-56B9-77AF-DFE9-96075B7200FB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F6A452-56B9-77AF-DFE9-96075B720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618B64-99D3-532D-C3CF-80B56070D365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618B64-99D3-532D-C3CF-80B56070D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E05B3D26-14BC-9E20-003A-B890D037A475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A07AF559-A27C-668D-0650-54BC3588F7B8}"/>
              </a:ext>
            </a:extLst>
          </p:cNvPr>
          <p:cNvSpPr/>
          <p:nvPr/>
        </p:nvSpPr>
        <p:spPr>
          <a:xfrm>
            <a:off x="5834381" y="27825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7AB070F6-797A-7D1B-B69A-0053AFAEBF14}"/>
              </a:ext>
            </a:extLst>
          </p:cNvPr>
          <p:cNvSpPr/>
          <p:nvPr/>
        </p:nvSpPr>
        <p:spPr>
          <a:xfrm>
            <a:off x="6115366" y="299425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04A048FC-81C9-215B-3DAD-7C44CE8FC1D7}"/>
              </a:ext>
            </a:extLst>
          </p:cNvPr>
          <p:cNvSpPr/>
          <p:nvPr/>
        </p:nvSpPr>
        <p:spPr>
          <a:xfrm>
            <a:off x="6422071" y="320992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3D6EA49F-908E-D603-6B18-5B2BCA08BF65}"/>
              </a:ext>
            </a:extLst>
          </p:cNvPr>
          <p:cNvSpPr/>
          <p:nvPr/>
        </p:nvSpPr>
        <p:spPr>
          <a:xfrm>
            <a:off x="6901181" y="3334938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D032A77B-C953-1110-C890-B5BD7F8CA7F0}"/>
              </a:ext>
            </a:extLst>
          </p:cNvPr>
          <p:cNvSpPr/>
          <p:nvPr/>
        </p:nvSpPr>
        <p:spPr>
          <a:xfrm>
            <a:off x="7447281" y="346099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767F0229-C516-0B9C-7230-3305EF955014}"/>
              </a:ext>
            </a:extLst>
          </p:cNvPr>
          <p:cNvSpPr/>
          <p:nvPr/>
        </p:nvSpPr>
        <p:spPr>
          <a:xfrm>
            <a:off x="7893369" y="3554013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9071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40109-6F18-66AA-3597-963FB597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3375D474-AF3E-2FC3-2B9C-8EC662375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BFD761-30F1-255B-7D4F-CED2C3CD55E7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BFD761-30F1-255B-7D4F-CED2C3CD5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EE32E-32C8-3099-3E07-4C7DDA2255BA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EE32E-32C8-3099-3E07-4C7DDA225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2A9CB-8757-557D-ECB2-D96C6D22EBCA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22A9CB-8757-557D-ECB2-D96C6D22E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8C94D249-1164-08DB-CFDC-500C03A8EBF4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B4CC3538-91AB-EC49-BC58-1EC4856B3BF0}"/>
              </a:ext>
            </a:extLst>
          </p:cNvPr>
          <p:cNvSpPr/>
          <p:nvPr/>
        </p:nvSpPr>
        <p:spPr>
          <a:xfrm>
            <a:off x="5834381" y="27825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3AD4FFEE-C070-41E8-B341-7B93FF39862C}"/>
              </a:ext>
            </a:extLst>
          </p:cNvPr>
          <p:cNvSpPr/>
          <p:nvPr/>
        </p:nvSpPr>
        <p:spPr>
          <a:xfrm>
            <a:off x="6115366" y="299425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240FB4BB-4F9D-5E87-FB7C-F35328A1F48F}"/>
              </a:ext>
            </a:extLst>
          </p:cNvPr>
          <p:cNvSpPr/>
          <p:nvPr/>
        </p:nvSpPr>
        <p:spPr>
          <a:xfrm>
            <a:off x="6422071" y="320992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78743270-F405-8331-2B58-37F2240F8522}"/>
              </a:ext>
            </a:extLst>
          </p:cNvPr>
          <p:cNvSpPr/>
          <p:nvPr/>
        </p:nvSpPr>
        <p:spPr>
          <a:xfrm>
            <a:off x="6901181" y="3334938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2CA85FF-F2C5-D2F5-C090-8EBD2DE30297}"/>
              </a:ext>
            </a:extLst>
          </p:cNvPr>
          <p:cNvSpPr/>
          <p:nvPr/>
        </p:nvSpPr>
        <p:spPr>
          <a:xfrm>
            <a:off x="7447281" y="346099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D810D904-A049-23F2-B89D-D4CA4A162766}"/>
              </a:ext>
            </a:extLst>
          </p:cNvPr>
          <p:cNvSpPr/>
          <p:nvPr/>
        </p:nvSpPr>
        <p:spPr>
          <a:xfrm>
            <a:off x="7893369" y="3554013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68B9CB1B-31F1-DC06-A707-94CB2D453C8D}"/>
              </a:ext>
            </a:extLst>
          </p:cNvPr>
          <p:cNvSpPr/>
          <p:nvPr/>
        </p:nvSpPr>
        <p:spPr>
          <a:xfrm>
            <a:off x="8406131" y="385572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4823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63BF-CB3D-A6D1-8774-9BF4197D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679DDB07-D14E-EB59-3639-C5CB534A3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449146-F59C-9BA2-544B-429B994E94AD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449146-F59C-9BA2-544B-429B994E9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61FAB9-088B-4071-B368-F824ADA17C44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61FAB9-088B-4071-B368-F824ADA17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9916DF-75A0-0D72-5E7B-ABA5F34DED7C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9916DF-75A0-0D72-5E7B-ABA5F34DE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A231F5C8-FAD3-3C26-D0F7-97917E26DDC0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ross 1">
            <a:extLst>
              <a:ext uri="{FF2B5EF4-FFF2-40B4-BE49-F238E27FC236}">
                <a16:creationId xmlns:a16="http://schemas.microsoft.com/office/drawing/2014/main" id="{9EB82155-E70E-FC28-76D0-E0F301C4CEFA}"/>
              </a:ext>
            </a:extLst>
          </p:cNvPr>
          <p:cNvSpPr/>
          <p:nvPr/>
        </p:nvSpPr>
        <p:spPr>
          <a:xfrm>
            <a:off x="5834381" y="27825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B578476E-1001-5843-BA3C-499371F489AA}"/>
              </a:ext>
            </a:extLst>
          </p:cNvPr>
          <p:cNvSpPr/>
          <p:nvPr/>
        </p:nvSpPr>
        <p:spPr>
          <a:xfrm>
            <a:off x="6115366" y="299425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D1F02228-7F10-70CB-18BF-3BFA6926F0F2}"/>
              </a:ext>
            </a:extLst>
          </p:cNvPr>
          <p:cNvSpPr/>
          <p:nvPr/>
        </p:nvSpPr>
        <p:spPr>
          <a:xfrm>
            <a:off x="6422071" y="320992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23AE57B-1472-9F6C-D3DE-188EA7DE0DDD}"/>
              </a:ext>
            </a:extLst>
          </p:cNvPr>
          <p:cNvSpPr/>
          <p:nvPr/>
        </p:nvSpPr>
        <p:spPr>
          <a:xfrm>
            <a:off x="6901181" y="3334938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24F40CA0-F157-572A-FD1D-F40C31FE54EB}"/>
              </a:ext>
            </a:extLst>
          </p:cNvPr>
          <p:cNvSpPr/>
          <p:nvPr/>
        </p:nvSpPr>
        <p:spPr>
          <a:xfrm>
            <a:off x="7447281" y="3460995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DCB078DA-8BEB-9E63-AF3C-45C2ADCB3447}"/>
              </a:ext>
            </a:extLst>
          </p:cNvPr>
          <p:cNvSpPr/>
          <p:nvPr/>
        </p:nvSpPr>
        <p:spPr>
          <a:xfrm>
            <a:off x="7893369" y="3554013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D60EDB4E-ECF3-2201-99F8-BE5572BC3F4E}"/>
              </a:ext>
            </a:extLst>
          </p:cNvPr>
          <p:cNvSpPr/>
          <p:nvPr/>
        </p:nvSpPr>
        <p:spPr>
          <a:xfrm>
            <a:off x="8406131" y="385572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27BF24A3-BCAB-8B20-DD3E-490915090F0F}"/>
              </a:ext>
            </a:extLst>
          </p:cNvPr>
          <p:cNvSpPr/>
          <p:nvPr/>
        </p:nvSpPr>
        <p:spPr>
          <a:xfrm>
            <a:off x="5197796" y="2673032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2401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17F4-BEC4-5DC6-F8FA-FA7CE020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waves on a grid&#10;&#10;Description automatically generated">
            <a:extLst>
              <a:ext uri="{FF2B5EF4-FFF2-40B4-BE49-F238E27FC236}">
                <a16:creationId xmlns:a16="http://schemas.microsoft.com/office/drawing/2014/main" id="{566795BD-661B-579F-1AEB-A575ABC14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8" t="12778" r="13281" b="14166"/>
          <a:stretch/>
        </p:blipFill>
        <p:spPr>
          <a:xfrm>
            <a:off x="1085849" y="866775"/>
            <a:ext cx="9553575" cy="493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E037E4-F259-381C-4C96-EE03F20846EA}"/>
                  </a:ext>
                </a:extLst>
              </p:cNvPr>
              <p:cNvSpPr txBox="1"/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E037E4-F259-381C-4C96-EE03F2084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3218405"/>
                <a:ext cx="1095375" cy="461665"/>
              </a:xfrm>
              <a:prstGeom prst="rect">
                <a:avLst/>
              </a:prstGeom>
              <a:blipFill>
                <a:blip r:embed="rId3"/>
                <a:stretch>
                  <a:fillRect l="-3889" r="-500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BFE989-972A-13D1-AF3D-A89287C76360}"/>
                  </a:ext>
                </a:extLst>
              </p:cNvPr>
              <p:cNvSpPr txBox="1"/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BFE989-972A-13D1-AF3D-A89287C76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26" y="5341436"/>
                <a:ext cx="109537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E20CBA-65DA-2DE2-2D20-11588CDE54B2}"/>
                  </a:ext>
                </a:extLst>
              </p:cNvPr>
              <p:cNvSpPr txBox="1"/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E20CBA-65DA-2DE2-2D20-11588CDE5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626" y="4879771"/>
                <a:ext cx="10953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ross 7">
            <a:extLst>
              <a:ext uri="{FF2B5EF4-FFF2-40B4-BE49-F238E27FC236}">
                <a16:creationId xmlns:a16="http://schemas.microsoft.com/office/drawing/2014/main" id="{149D13AB-4714-223A-4DEF-B4225F873D5D}"/>
              </a:ext>
            </a:extLst>
          </p:cNvPr>
          <p:cNvSpPr/>
          <p:nvPr/>
        </p:nvSpPr>
        <p:spPr>
          <a:xfrm>
            <a:off x="5478781" y="2541270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7F31D986-261B-D77E-09F1-BF41E746016C}"/>
              </a:ext>
            </a:extLst>
          </p:cNvPr>
          <p:cNvSpPr/>
          <p:nvPr/>
        </p:nvSpPr>
        <p:spPr>
          <a:xfrm>
            <a:off x="5197796" y="2673032"/>
            <a:ext cx="200024" cy="219075"/>
          </a:xfrm>
          <a:prstGeom prst="plus">
            <a:avLst>
              <a:gd name="adj" fmla="val 38095"/>
            </a:avLst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25D92B-CD7E-6056-EDA9-EEB0C6326179}"/>
              </a:ext>
            </a:extLst>
          </p:cNvPr>
          <p:cNvCxnSpPr/>
          <p:nvPr/>
        </p:nvCxnSpPr>
        <p:spPr>
          <a:xfrm>
            <a:off x="5397820" y="2892107"/>
            <a:ext cx="280985" cy="1726075"/>
          </a:xfrm>
          <a:prstGeom prst="straightConnector1">
            <a:avLst/>
          </a:prstGeom>
          <a:ln w="53975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60CF5B-4432-2BF2-7A71-AF1E6617B3FF}"/>
              </a:ext>
            </a:extLst>
          </p:cNvPr>
          <p:cNvCxnSpPr>
            <a:cxnSpLocks/>
          </p:cNvCxnSpPr>
          <p:nvPr/>
        </p:nvCxnSpPr>
        <p:spPr>
          <a:xfrm>
            <a:off x="5678805" y="2718160"/>
            <a:ext cx="2707813" cy="1207295"/>
          </a:xfrm>
          <a:prstGeom prst="straightConnector1">
            <a:avLst/>
          </a:prstGeom>
          <a:ln w="53975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69772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BD90-F5B3-0580-F47D-955B270E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6C04D6-C449-E60F-B1AC-6CC0CD25B538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6459269" cy="3367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   (for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j=0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j=1</a:t>
                </a:r>
                <a:r>
                  <a:rPr lang="en-US" sz="2400" dirty="0"/>
                  <a:t>)  </a:t>
                </a:r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6C04D6-C449-E60F-B1AC-6CC0CD25B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6459269" cy="3367460"/>
              </a:xfrm>
              <a:prstGeom prst="rect">
                <a:avLst/>
              </a:prstGeom>
              <a:blipFill>
                <a:blip r:embed="rId2"/>
                <a:stretch>
                  <a:fillRect l="-1887" t="-1812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59153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6BC082-D9CD-1B56-9713-254D6195303D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6459269" cy="57319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   (for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j=0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j=1</a:t>
                </a:r>
                <a:r>
                  <a:rPr lang="en-US" sz="2400" dirty="0"/>
                  <a:t>)  </a:t>
                </a:r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Correct: Simultaneous update</a:t>
                </a:r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temp0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temp1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temp0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temp1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6BC082-D9CD-1B56-9713-254D61953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6459269" cy="5731954"/>
              </a:xfrm>
              <a:prstGeom prst="rect">
                <a:avLst/>
              </a:prstGeom>
              <a:blipFill>
                <a:blip r:embed="rId2"/>
                <a:stretch>
                  <a:fillRect l="-1887" t="-1064" r="-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5BF52-CD84-7968-F40A-CD093A550CC8}"/>
              </a:ext>
            </a:extLst>
          </p:cNvPr>
          <p:cNvCxnSpPr/>
          <p:nvPr/>
        </p:nvCxnSpPr>
        <p:spPr>
          <a:xfrm>
            <a:off x="2225964" y="3352800"/>
            <a:ext cx="8478981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82348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122CC-2218-083B-9E4D-B744099D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D10C61-7722-023F-4692-E91CEC1161C8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562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   (for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j=0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j=1</a:t>
                </a:r>
                <a:r>
                  <a:rPr lang="en-US" sz="2400" dirty="0"/>
                  <a:t>)  </a:t>
                </a:r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Correct: Simultaneous update             Incorrect</a:t>
                </a:r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temp0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                   temp0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temp1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     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temp0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temp0                                                       temp1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temp1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0000FF"/>
                    </a:solidFill>
                  </a:rPr>
                  <a:t>temp1</a:t>
                </a:r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D10C61-7722-023F-4692-E91CEC116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5621539"/>
              </a:xfrm>
              <a:prstGeom prst="rect">
                <a:avLst/>
              </a:prstGeom>
              <a:blipFill>
                <a:blip r:embed="rId2"/>
                <a:stretch>
                  <a:fillRect l="-1301" t="-1085" b="-1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C29AF4-BF13-507C-ED7D-49600DACD172}"/>
              </a:ext>
            </a:extLst>
          </p:cNvPr>
          <p:cNvCxnSpPr/>
          <p:nvPr/>
        </p:nvCxnSpPr>
        <p:spPr>
          <a:xfrm>
            <a:off x="2225964" y="3325094"/>
            <a:ext cx="8478981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6AD7E8-6715-074D-BA9C-AAC79CD8BF3F}"/>
              </a:ext>
            </a:extLst>
          </p:cNvPr>
          <p:cNvCxnSpPr>
            <a:cxnSpLocks/>
          </p:cNvCxnSpPr>
          <p:nvPr/>
        </p:nvCxnSpPr>
        <p:spPr>
          <a:xfrm rot="16200000">
            <a:off x="5338617" y="4821385"/>
            <a:ext cx="2743200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44218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3CD3-E3FE-0895-7665-DEE51BC9E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CA5BE9-6007-2843-0E22-E28B2E322A9B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3472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          (Simultaneously update</a:t>
                </a:r>
              </a:p>
              <a:p>
                <a:r>
                  <a:rPr lang="en-US" sz="2400" dirty="0"/>
                  <a:t>					                    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j=0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j=1</a:t>
                </a:r>
                <a:r>
                  <a:rPr lang="en-US" sz="2400" dirty="0"/>
                  <a:t>)  </a:t>
                </a:r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CA5BE9-6007-2843-0E22-E28B2E32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3472169"/>
              </a:xfrm>
              <a:prstGeom prst="rect">
                <a:avLst/>
              </a:prstGeom>
              <a:blipFill>
                <a:blip r:embed="rId2"/>
                <a:stretch>
                  <a:fillRect l="-1301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6F112AE-BE1B-5F29-40C3-21D65E8BCF76}"/>
              </a:ext>
            </a:extLst>
          </p:cNvPr>
          <p:cNvSpPr/>
          <p:nvPr/>
        </p:nvSpPr>
        <p:spPr>
          <a:xfrm>
            <a:off x="4821381" y="2041237"/>
            <a:ext cx="2013527" cy="877455"/>
          </a:xfrm>
          <a:prstGeom prst="rect">
            <a:avLst/>
          </a:prstGeom>
          <a:noFill/>
          <a:ln w="444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9C651-45D2-1252-5C86-0ECF4899ED98}"/>
              </a:ext>
            </a:extLst>
          </p:cNvPr>
          <p:cNvSpPr txBox="1"/>
          <p:nvPr/>
        </p:nvSpPr>
        <p:spPr>
          <a:xfrm>
            <a:off x="6096000" y="3543650"/>
            <a:ext cx="1244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66"/>
                </a:solidFill>
              </a:rPr>
              <a:t>Derivative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97FCD9-FD70-7260-4A91-F11459D7413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828145" y="2918692"/>
            <a:ext cx="890077" cy="624958"/>
          </a:xfrm>
          <a:prstGeom prst="straightConnector1">
            <a:avLst/>
          </a:prstGeom>
          <a:ln w="41275">
            <a:solidFill>
              <a:srgbClr val="FF0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96938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112B1-6B8C-E1A9-E6A7-36AD0DAA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96E9D-9FF9-7E00-E040-155FB71497B4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3472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          (Simultaneously update</a:t>
                </a:r>
              </a:p>
              <a:p>
                <a:r>
                  <a:rPr lang="en-US" sz="2400" dirty="0"/>
                  <a:t>					                    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j=0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j=1</a:t>
                </a:r>
                <a:r>
                  <a:rPr lang="en-US" sz="2400" dirty="0"/>
                  <a:t>)  </a:t>
                </a:r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D96E9D-9FF9-7E00-E040-155FB7149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3472169"/>
              </a:xfrm>
              <a:prstGeom prst="rect">
                <a:avLst/>
              </a:prstGeom>
              <a:blipFill>
                <a:blip r:embed="rId2"/>
                <a:stretch>
                  <a:fillRect l="-1301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E34EA8C-074F-7DCF-2A64-6D2151FDF8A8}"/>
              </a:ext>
            </a:extLst>
          </p:cNvPr>
          <p:cNvSpPr/>
          <p:nvPr/>
        </p:nvSpPr>
        <p:spPr>
          <a:xfrm>
            <a:off x="4821381" y="2041237"/>
            <a:ext cx="2013527" cy="877455"/>
          </a:xfrm>
          <a:prstGeom prst="rect">
            <a:avLst/>
          </a:prstGeom>
          <a:noFill/>
          <a:ln w="444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068AF-FAC3-3A4A-CD8B-F1458E3DA752}"/>
              </a:ext>
            </a:extLst>
          </p:cNvPr>
          <p:cNvSpPr txBox="1"/>
          <p:nvPr/>
        </p:nvSpPr>
        <p:spPr>
          <a:xfrm>
            <a:off x="6096000" y="3543650"/>
            <a:ext cx="1244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66"/>
                </a:solidFill>
              </a:rPr>
              <a:t>Derivative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74396A-7C1D-37E8-B200-392AD55DCDAD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828145" y="2918692"/>
            <a:ext cx="890077" cy="624958"/>
          </a:xfrm>
          <a:prstGeom prst="straightConnector1">
            <a:avLst/>
          </a:prstGeom>
          <a:ln w="41275">
            <a:solidFill>
              <a:srgbClr val="FF0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75B7913-AF63-8312-CB4E-60F3BA463AAF}"/>
              </a:ext>
            </a:extLst>
          </p:cNvPr>
          <p:cNvSpPr/>
          <p:nvPr/>
        </p:nvSpPr>
        <p:spPr>
          <a:xfrm>
            <a:off x="4393406" y="2041237"/>
            <a:ext cx="402432" cy="877455"/>
          </a:xfrm>
          <a:prstGeom prst="rect">
            <a:avLst/>
          </a:prstGeom>
          <a:noFill/>
          <a:ln w="444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32603-11F5-4493-44AE-AC3D24415FD8}"/>
              </a:ext>
            </a:extLst>
          </p:cNvPr>
          <p:cNvSpPr txBox="1"/>
          <p:nvPr/>
        </p:nvSpPr>
        <p:spPr>
          <a:xfrm>
            <a:off x="3961481" y="3541857"/>
            <a:ext cx="155055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Learning rate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110C6D-2657-8A99-0303-41523F79F474}"/>
              </a:ext>
            </a:extLst>
          </p:cNvPr>
          <p:cNvCxnSpPr>
            <a:cxnSpLocks/>
          </p:cNvCxnSpPr>
          <p:nvPr/>
        </p:nvCxnSpPr>
        <p:spPr>
          <a:xfrm>
            <a:off x="4592132" y="2918692"/>
            <a:ext cx="0" cy="686521"/>
          </a:xfrm>
          <a:prstGeom prst="straightConnector1">
            <a:avLst/>
          </a:prstGeom>
          <a:ln w="412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09596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32FE6-6437-8623-9ACA-B1C482004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4F0CC66-5089-1D6C-CA48-90C2B4AA847B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6A36E0-CC0F-9D60-B584-3C947B518DEF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294322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6D2578-35CE-936D-7E6B-7D93A76BA14F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65B938-027D-1AC7-1067-D6FCF42C28C9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65B938-027D-1AC7-1067-D6FCF42C2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2727FF-2404-E5E0-0E50-E7A47712D4AB}"/>
                  </a:ext>
                </a:extLst>
              </p:cNvPr>
              <p:cNvSpPr txBox="1"/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2727FF-2404-E5E0-0E50-E7A47712D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5978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E162-1AE2-5A0D-5A72-29BBA24F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E7CA2DD-4453-C585-374F-D4AFCEFBCCBB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F9CC3C-6AD9-2DDE-5F26-0E5783FB81D0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294322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8AB5491-1BCB-FE9C-0FA0-4763D12E7F49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495D14-5DA6-D364-4CE5-E49A39131CBD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495D14-5DA6-D364-4CE5-E49A39131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FAA1FB-E8DC-A8E4-E471-CA1915FD7CBF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F25D5B-E5BB-DA9C-4966-4D121B2C2C0D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F25D5B-E5BB-DA9C-4966-4D121B2C2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88686B8D-6540-A672-30F6-3B32481FC7DF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31A798-5327-CDB1-5F4B-506994BC858B}"/>
                  </a:ext>
                </a:extLst>
              </p:cNvPr>
              <p:cNvSpPr txBox="1"/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31A798-5327-CDB1-5F4B-506994BC8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96632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218F75-6296-9F74-17EE-8BB323F76946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5A15D1-3C2D-8BDC-7683-4432217F542E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294322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A542197-3110-9FA8-E2A6-AC112171C942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1129DF-5101-0E05-61C3-1D147E071E35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1129DF-5101-0E05-61C3-1D147E071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6A7936-D2C6-0988-364E-55704966A509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5172C9-06F8-5FE9-C40E-C1B4F9DBF4A5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5172C9-06F8-5FE9-C40E-C1B4F9DBF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9269B3CB-E328-EE89-987B-434CC482AF6D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313C47-DA57-D008-8F59-1625F21E12C0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313C47-DA57-D008-8F59-1625F21E1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75CDBC-33DE-E43A-BDD9-C6DF3C513B4E}"/>
                  </a:ext>
                </a:extLst>
              </p:cNvPr>
              <p:cNvSpPr txBox="1"/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75CDBC-33DE-E43A-BDD9-C6DF3C513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179368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A7E19-802D-E6BF-579A-0BDE9094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9C43696-A4A8-1784-C7D4-CAAB95ED0CF8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367595-54C4-4B5C-6BB2-968CFE6C1F17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294322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9494CC-4399-17D1-B8B0-EFE0EFA9BB02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1FA58B-9FA7-8623-A0E7-9D72885FF612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1FA58B-9FA7-8623-A0E7-9D72885FF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C77E9E-8A30-D17A-D216-564A8B4E4292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4054F2-1A4B-6E7C-4971-5431F16BEED2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4054F2-1A4B-6E7C-4971-5431F16BE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2A257A7B-FC10-6546-E4E4-01B0950EB813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F6044A-6059-6B5A-853F-BD0B66A877F0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F6044A-6059-6B5A-853F-BD0B66A87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5E908A5-D74C-CD9D-D44E-A9CE916E8DB9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60AC23-3A6D-9976-2608-A1973537E556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472EDA-A273-4751-9F17-81C45B429683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472EDA-A273-4751-9F17-81C45B429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DED750-8B8B-17F1-D0B7-EEAC34878389}"/>
                  </a:ext>
                </a:extLst>
              </p:cNvPr>
              <p:cNvSpPr txBox="1"/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DED750-8B8B-17F1-D0B7-EEAC34878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47052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7B49-2A0E-5FF8-58D2-608CA7310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9C10410-B5C0-2D10-194A-E42C8BEB34C2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2D9A01-6A23-5B6D-BCC2-AD3522E8C153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294322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2B8FD5-2A23-9F7B-927D-58D1FE61537B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EBD2D-53EB-E6FE-5545-75CE93924BC8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5EBD2D-53EB-E6FE-5545-75CE93924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60F97F-DD5E-BCD9-7F0B-63A8DEFE6070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904113-AC62-8CF9-D666-F9C648EB8A32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904113-AC62-8CF9-D666-F9C648EB8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E1EEC2C9-2DCB-3765-689E-37C1CF81046B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7D6553-AEDE-B3B9-1B7C-527289B5E4B8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7D6553-AEDE-B3B9-1B7C-527289B5E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AC60B23-1F3C-4DB9-C300-A6191C95C704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1E82C4-00F7-2E64-D817-6159E9F1C663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A0050-C9ED-F8D7-0129-EEE53137042B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A0050-C9ED-F8D7-0129-EEE531370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939E54-1348-D273-95B6-353558358D94}"/>
                  </a:ext>
                </a:extLst>
              </p:cNvPr>
              <p:cNvSpPr txBox="1"/>
              <p:nvPr/>
            </p:nvSpPr>
            <p:spPr>
              <a:xfrm>
                <a:off x="7313685" y="3077653"/>
                <a:ext cx="2081147" cy="702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Slope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𝑅𝐼𝑆𝐸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𝑅𝑈𝑁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939E54-1348-D273-95B6-353558358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685" y="3077653"/>
                <a:ext cx="2081147" cy="702693"/>
              </a:xfrm>
              <a:prstGeom prst="rect">
                <a:avLst/>
              </a:prstGeom>
              <a:blipFill>
                <a:blip r:embed="rId6"/>
                <a:stretch>
                  <a:fillRect l="-12023" t="-1739" b="-2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5518C1E4-057A-762B-BF43-576F46010D0D}"/>
              </a:ext>
            </a:extLst>
          </p:cNvPr>
          <p:cNvSpPr/>
          <p:nvPr/>
        </p:nvSpPr>
        <p:spPr>
          <a:xfrm>
            <a:off x="9560190" y="2834120"/>
            <a:ext cx="388993" cy="594879"/>
          </a:xfrm>
          <a:prstGeom prst="upDownArrow">
            <a:avLst>
              <a:gd name="adj1" fmla="val 19429"/>
              <a:gd name="adj2" fmla="val 49852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92C61F52-803A-2C69-5460-07209A1C8668}"/>
              </a:ext>
            </a:extLst>
          </p:cNvPr>
          <p:cNvSpPr/>
          <p:nvPr/>
        </p:nvSpPr>
        <p:spPr>
          <a:xfrm rot="16200000">
            <a:off x="9560189" y="3405620"/>
            <a:ext cx="388993" cy="594879"/>
          </a:xfrm>
          <a:prstGeom prst="upDownArrow">
            <a:avLst>
              <a:gd name="adj1" fmla="val 19429"/>
              <a:gd name="adj2" fmla="val 4985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47546D-59DD-65C9-C2EE-D87EE7351326}"/>
                  </a:ext>
                </a:extLst>
              </p:cNvPr>
              <p:cNvSpPr txBox="1"/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47546D-59DD-65C9-C2EE-D87EE7351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46534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401B-B995-85FA-7051-34A6B7FD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691BE6B-9C95-09AA-C801-68F92F10CCAA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FA4A2D-2585-498D-3058-1A2E399C3FB7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294322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93B9BE1-0F37-241C-190C-DC8D48FF9453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A4F87B-F54F-8F04-359B-3BFD48F48885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A4F87B-F54F-8F04-359B-3BFD48F48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57772F-FBE4-CC7D-A962-C8B871C30100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712CA7-CD8B-75AC-2AEB-0C12BE1C1D9F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712CA7-CD8B-75AC-2AEB-0C12BE1C1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54616A9A-4541-2B4D-E673-A3E47615817F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547FCD-5B5C-2B78-7837-A88CC66872F5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547FCD-5B5C-2B78-7837-A88CC6687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1E73916D-9204-4D20-37A9-BA9B165DEDB0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5B733C-4D5E-EC08-A1AD-6E99A07E629C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D0FDF3-C3A1-553A-7BEC-193EA6AD5C4E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D0FDF3-C3A1-553A-7BEC-193EA6AD5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A6524B-B063-0153-9567-CB04A7621A61}"/>
                  </a:ext>
                </a:extLst>
              </p:cNvPr>
              <p:cNvSpPr txBox="1"/>
              <p:nvPr/>
            </p:nvSpPr>
            <p:spPr>
              <a:xfrm>
                <a:off x="7313685" y="3077653"/>
                <a:ext cx="2081147" cy="702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Slope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𝑅𝐼𝑆𝐸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𝑅𝑈𝑁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5A6524B-B063-0153-9567-CB04A7621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685" y="3077653"/>
                <a:ext cx="2081147" cy="702693"/>
              </a:xfrm>
              <a:prstGeom prst="rect">
                <a:avLst/>
              </a:prstGeom>
              <a:blipFill>
                <a:blip r:embed="rId6"/>
                <a:stretch>
                  <a:fillRect l="-12023" t="-1739" b="-2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ABE54F8F-C896-B3E8-1097-847BCED0FB7B}"/>
              </a:ext>
            </a:extLst>
          </p:cNvPr>
          <p:cNvSpPr/>
          <p:nvPr/>
        </p:nvSpPr>
        <p:spPr>
          <a:xfrm>
            <a:off x="11533770" y="2834120"/>
            <a:ext cx="388993" cy="594879"/>
          </a:xfrm>
          <a:prstGeom prst="upDownArrow">
            <a:avLst>
              <a:gd name="adj1" fmla="val 19429"/>
              <a:gd name="adj2" fmla="val 49852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0D7391E5-5AF0-A84A-E605-C0A7A13D27C9}"/>
              </a:ext>
            </a:extLst>
          </p:cNvPr>
          <p:cNvSpPr/>
          <p:nvPr/>
        </p:nvSpPr>
        <p:spPr>
          <a:xfrm rot="16200000">
            <a:off x="11533769" y="3405620"/>
            <a:ext cx="388993" cy="594879"/>
          </a:xfrm>
          <a:prstGeom prst="upDownArrow">
            <a:avLst>
              <a:gd name="adj1" fmla="val 19429"/>
              <a:gd name="adj2" fmla="val 4985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36A250-058F-898B-F0D5-086F18D4DA3D}"/>
              </a:ext>
            </a:extLst>
          </p:cNvPr>
          <p:cNvSpPr/>
          <p:nvPr/>
        </p:nvSpPr>
        <p:spPr>
          <a:xfrm>
            <a:off x="3685945" y="1291590"/>
            <a:ext cx="182880" cy="1828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96FAB28-C222-6A81-2886-1AB52AA15E5C}"/>
              </a:ext>
            </a:extLst>
          </p:cNvPr>
          <p:cNvCxnSpPr>
            <a:stCxn id="4" idx="4"/>
          </p:cNvCxnSpPr>
          <p:nvPr/>
        </p:nvCxnSpPr>
        <p:spPr>
          <a:xfrm>
            <a:off x="3777385" y="1474470"/>
            <a:ext cx="0" cy="66865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7A0AA9-AA73-18B5-1A7E-B70223C663CB}"/>
              </a:ext>
            </a:extLst>
          </p:cNvPr>
          <p:cNvCxnSpPr/>
          <p:nvPr/>
        </p:nvCxnSpPr>
        <p:spPr>
          <a:xfrm>
            <a:off x="4197350" y="965359"/>
            <a:ext cx="0" cy="509111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3E4C75-3EE8-C97C-B64F-C943426C483E}"/>
              </a:ext>
            </a:extLst>
          </p:cNvPr>
          <p:cNvCxnSpPr>
            <a:cxnSpLocks/>
          </p:cNvCxnSpPr>
          <p:nvPr/>
        </p:nvCxnSpPr>
        <p:spPr>
          <a:xfrm rot="16200000">
            <a:off x="2948075" y="193356"/>
            <a:ext cx="0" cy="256032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D98B68-773B-6047-F71C-AB0DE4ACD92E}"/>
              </a:ext>
            </a:extLst>
          </p:cNvPr>
          <p:cNvSpPr txBox="1"/>
          <p:nvPr/>
        </p:nvSpPr>
        <p:spPr>
          <a:xfrm>
            <a:off x="4298754" y="1028833"/>
            <a:ext cx="1248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RISE is +</a:t>
            </a:r>
            <a:r>
              <a:rPr lang="en-US" dirty="0" err="1"/>
              <a:t>ve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E7376F-1A00-A69C-B17C-BAE5C69E0811}"/>
              </a:ext>
            </a:extLst>
          </p:cNvPr>
          <p:cNvCxnSpPr>
            <a:cxnSpLocks/>
          </p:cNvCxnSpPr>
          <p:nvPr/>
        </p:nvCxnSpPr>
        <p:spPr>
          <a:xfrm rot="16200000">
            <a:off x="3914545" y="1802264"/>
            <a:ext cx="0" cy="27432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F30A01-8767-ABA0-33E7-61D4E82B265B}"/>
              </a:ext>
            </a:extLst>
          </p:cNvPr>
          <p:cNvSpPr txBox="1"/>
          <p:nvPr/>
        </p:nvSpPr>
        <p:spPr>
          <a:xfrm>
            <a:off x="4020806" y="1750710"/>
            <a:ext cx="125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is +</a:t>
            </a:r>
            <a:r>
              <a:rPr lang="en-US" dirty="0" err="1"/>
              <a:t>ve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32413E-05A7-74CD-7188-50D3CA30A044}"/>
                  </a:ext>
                </a:extLst>
              </p:cNvPr>
              <p:cNvSpPr txBox="1"/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32413E-05A7-74CD-7188-50D3CA30A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32103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A804-A8F9-F542-F98E-E56022CE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162BF18-59D3-33EB-CD7F-3A4114C74DAF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20DEF1-00E1-2193-55C6-ED60807021A8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294322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FBC87B-2BC5-EB02-FAAF-A5631AC92E84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64AF13-0E8A-65DD-5621-11133D8E8B7C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64AF13-0E8A-65DD-5621-11133D8E8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6096D6-17EA-0BD1-7263-14882D2885B3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478837-CE23-2A11-16B8-A382DE5D4366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478837-CE23-2A11-16B8-A382DE5D4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E4EA489D-FA95-A4FB-3BFF-44E49EAA76A1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1E7D62-4826-0C83-C838-70AC6E5BB854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1E7D62-4826-0C83-C838-70AC6E5BB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0CF8BD8-8C7C-357D-0B57-CC2B303C70A9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EBF9CC-836D-D79E-90D5-81EF91BB4ECD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631F84-EE38-765B-23C0-45CA2B9D89CF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631F84-EE38-765B-23C0-45CA2B9D8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BD7686-300B-5423-3A67-4AE9C79887D1}"/>
                  </a:ext>
                </a:extLst>
              </p:cNvPr>
              <p:cNvSpPr txBox="1"/>
              <p:nvPr/>
            </p:nvSpPr>
            <p:spPr>
              <a:xfrm>
                <a:off x="7313685" y="3077653"/>
                <a:ext cx="3234090" cy="6833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Slope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𝑣𝑒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𝑣𝑒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𝑣𝑒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BD7686-300B-5423-3A67-4AE9C7988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685" y="3077653"/>
                <a:ext cx="3234090" cy="683392"/>
              </a:xfrm>
              <a:prstGeom prst="rect">
                <a:avLst/>
              </a:prstGeom>
              <a:blipFill>
                <a:blip r:embed="rId6"/>
                <a:stretch>
                  <a:fillRect l="-7736" t="-446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8F751816-3934-2951-05E7-C7BC3C7A0CAE}"/>
              </a:ext>
            </a:extLst>
          </p:cNvPr>
          <p:cNvSpPr/>
          <p:nvPr/>
        </p:nvSpPr>
        <p:spPr>
          <a:xfrm>
            <a:off x="11533770" y="2834120"/>
            <a:ext cx="388993" cy="594879"/>
          </a:xfrm>
          <a:prstGeom prst="upDownArrow">
            <a:avLst>
              <a:gd name="adj1" fmla="val 19429"/>
              <a:gd name="adj2" fmla="val 49852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40D393D7-B0CC-45FA-1DF0-ADCB9A46BCE2}"/>
              </a:ext>
            </a:extLst>
          </p:cNvPr>
          <p:cNvSpPr/>
          <p:nvPr/>
        </p:nvSpPr>
        <p:spPr>
          <a:xfrm rot="16200000">
            <a:off x="11533769" y="3405620"/>
            <a:ext cx="388993" cy="594879"/>
          </a:xfrm>
          <a:prstGeom prst="upDownArrow">
            <a:avLst>
              <a:gd name="adj1" fmla="val 19429"/>
              <a:gd name="adj2" fmla="val 4985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5C5394-CF19-CF5A-53EA-2C08BF5AC008}"/>
              </a:ext>
            </a:extLst>
          </p:cNvPr>
          <p:cNvSpPr/>
          <p:nvPr/>
        </p:nvSpPr>
        <p:spPr>
          <a:xfrm>
            <a:off x="3685945" y="1291590"/>
            <a:ext cx="182880" cy="1828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E7B49C-5815-4821-449C-1ADF73DEB1BB}"/>
              </a:ext>
            </a:extLst>
          </p:cNvPr>
          <p:cNvCxnSpPr>
            <a:stCxn id="4" idx="4"/>
          </p:cNvCxnSpPr>
          <p:nvPr/>
        </p:nvCxnSpPr>
        <p:spPr>
          <a:xfrm>
            <a:off x="3777385" y="1474470"/>
            <a:ext cx="0" cy="66865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3B6654B-6793-6A0D-EC63-FEED64CC811F}"/>
              </a:ext>
            </a:extLst>
          </p:cNvPr>
          <p:cNvCxnSpPr/>
          <p:nvPr/>
        </p:nvCxnSpPr>
        <p:spPr>
          <a:xfrm>
            <a:off x="4197350" y="965359"/>
            <a:ext cx="0" cy="509111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72F60C-A697-1A29-9B2E-7075D7E4A37F}"/>
              </a:ext>
            </a:extLst>
          </p:cNvPr>
          <p:cNvCxnSpPr>
            <a:cxnSpLocks/>
          </p:cNvCxnSpPr>
          <p:nvPr/>
        </p:nvCxnSpPr>
        <p:spPr>
          <a:xfrm rot="16200000">
            <a:off x="2948075" y="193356"/>
            <a:ext cx="0" cy="256032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F83B4DA-6FE2-EC78-8FF6-441585F1BB96}"/>
              </a:ext>
            </a:extLst>
          </p:cNvPr>
          <p:cNvSpPr txBox="1"/>
          <p:nvPr/>
        </p:nvSpPr>
        <p:spPr>
          <a:xfrm>
            <a:off x="4298754" y="1028833"/>
            <a:ext cx="1248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RISE is +</a:t>
            </a:r>
            <a:r>
              <a:rPr lang="en-US" dirty="0" err="1"/>
              <a:t>ve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01D9CE-4664-4577-4077-4CBF6375FB70}"/>
              </a:ext>
            </a:extLst>
          </p:cNvPr>
          <p:cNvCxnSpPr>
            <a:cxnSpLocks/>
          </p:cNvCxnSpPr>
          <p:nvPr/>
        </p:nvCxnSpPr>
        <p:spPr>
          <a:xfrm rot="16200000">
            <a:off x="3914545" y="1802264"/>
            <a:ext cx="0" cy="27432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A6112D2-98CF-9BD9-78A3-804297C03A31}"/>
              </a:ext>
            </a:extLst>
          </p:cNvPr>
          <p:cNvSpPr txBox="1"/>
          <p:nvPr/>
        </p:nvSpPr>
        <p:spPr>
          <a:xfrm>
            <a:off x="4020806" y="1750710"/>
            <a:ext cx="1251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is +</a:t>
            </a:r>
            <a:r>
              <a:rPr lang="en-US" dirty="0" err="1"/>
              <a:t>ve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BF4F672-6378-8784-7A44-813F6D791BE6}"/>
                  </a:ext>
                </a:extLst>
              </p:cNvPr>
              <p:cNvSpPr txBox="1"/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BF4F672-6378-8784-7A44-813F6D791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315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25599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6A46-3857-3B97-1473-556A6373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21913BA-F41C-68F6-39C1-8EDDFE7DD7B0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56BC4E-90D9-B1AF-87D2-5DBB7625F584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93D520-9C89-A6B4-9D9E-54C90F839CC3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53B6B3-ED4D-217D-43C8-EA4B07242947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53B6B3-ED4D-217D-43C8-EA4B07242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31E982-4EFD-3362-457A-3A8FC0573994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E457B4-7026-95A7-D671-EA9CEB7DCD2E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E457B4-7026-95A7-D671-EA9CEB7DC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6A6D4902-EA52-DFB3-2E61-63BD6FD7562F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C59C60-BD2E-7116-4060-59F0E1956D2B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C59C60-BD2E-7116-4060-59F0E1956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B33F0D5-565B-3391-736B-92059AAF8199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81F425-802F-750E-80AF-32A8E66BC810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B40E0D-B9FE-0585-55AC-C188EB52FF38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B40E0D-B9FE-0585-55AC-C188EB52F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888F74-1AC8-F480-CF4C-D46BC583000A}"/>
                  </a:ext>
                </a:extLst>
              </p:cNvPr>
              <p:cNvSpPr txBox="1"/>
              <p:nvPr/>
            </p:nvSpPr>
            <p:spPr>
              <a:xfrm>
                <a:off x="7313685" y="3077653"/>
                <a:ext cx="3234090" cy="6589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Slope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𝑣𝑒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𝑣𝑒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𝑣𝑒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888F74-1AC8-F480-CF4C-D46BC5830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685" y="3077653"/>
                <a:ext cx="3234090" cy="658963"/>
              </a:xfrm>
              <a:prstGeom prst="rect">
                <a:avLst/>
              </a:prstGeom>
              <a:blipFill>
                <a:blip r:embed="rId6"/>
                <a:stretch>
                  <a:fillRect l="-7736" t="-833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D62094DD-69E3-CE98-1277-B1DECB24D255}"/>
              </a:ext>
            </a:extLst>
          </p:cNvPr>
          <p:cNvSpPr/>
          <p:nvPr/>
        </p:nvSpPr>
        <p:spPr>
          <a:xfrm>
            <a:off x="11533770" y="2834120"/>
            <a:ext cx="388993" cy="594879"/>
          </a:xfrm>
          <a:prstGeom prst="upDownArrow">
            <a:avLst>
              <a:gd name="adj1" fmla="val 19429"/>
              <a:gd name="adj2" fmla="val 49852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1B05FBF6-276D-0A9D-307D-0572E8F2850B}"/>
              </a:ext>
            </a:extLst>
          </p:cNvPr>
          <p:cNvSpPr/>
          <p:nvPr/>
        </p:nvSpPr>
        <p:spPr>
          <a:xfrm rot="16200000">
            <a:off x="11533769" y="3405620"/>
            <a:ext cx="388993" cy="594879"/>
          </a:xfrm>
          <a:prstGeom prst="upDownArrow">
            <a:avLst>
              <a:gd name="adj1" fmla="val 19429"/>
              <a:gd name="adj2" fmla="val 4985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E58BF8-0534-9FD1-BD07-37D0D533BC73}"/>
              </a:ext>
            </a:extLst>
          </p:cNvPr>
          <p:cNvSpPr/>
          <p:nvPr/>
        </p:nvSpPr>
        <p:spPr>
          <a:xfrm>
            <a:off x="4103369" y="456053"/>
            <a:ext cx="182880" cy="1828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024159-26D2-DC87-3D10-DB4AD8749108}"/>
              </a:ext>
            </a:extLst>
          </p:cNvPr>
          <p:cNvCxnSpPr>
            <a:stCxn id="4" idx="4"/>
          </p:cNvCxnSpPr>
          <p:nvPr/>
        </p:nvCxnSpPr>
        <p:spPr>
          <a:xfrm>
            <a:off x="4194809" y="638932"/>
            <a:ext cx="0" cy="155448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73EBAD-BB3C-0557-8DC4-89C8572F19B9}"/>
              </a:ext>
            </a:extLst>
          </p:cNvPr>
          <p:cNvCxnSpPr/>
          <p:nvPr/>
        </p:nvCxnSpPr>
        <p:spPr>
          <a:xfrm>
            <a:off x="3791355" y="456248"/>
            <a:ext cx="0" cy="509111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C1C638-B9D6-E06B-45F8-53BE76AD29B4}"/>
              </a:ext>
            </a:extLst>
          </p:cNvPr>
          <p:cNvCxnSpPr>
            <a:cxnSpLocks/>
          </p:cNvCxnSpPr>
          <p:nvPr/>
        </p:nvCxnSpPr>
        <p:spPr>
          <a:xfrm rot="16200000">
            <a:off x="2937509" y="-664341"/>
            <a:ext cx="0" cy="256032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2600BC7-8A69-C002-BCBE-BA4356390E9B}"/>
              </a:ext>
            </a:extLst>
          </p:cNvPr>
          <p:cNvSpPr txBox="1"/>
          <p:nvPr/>
        </p:nvSpPr>
        <p:spPr>
          <a:xfrm>
            <a:off x="4286248" y="596027"/>
            <a:ext cx="1203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RISE is -</a:t>
            </a:r>
            <a:r>
              <a:rPr lang="en-US" dirty="0" err="1"/>
              <a:t>ve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D1A2BF-F6D4-46FE-0F55-2772D8937135}"/>
              </a:ext>
            </a:extLst>
          </p:cNvPr>
          <p:cNvCxnSpPr>
            <a:cxnSpLocks/>
          </p:cNvCxnSpPr>
          <p:nvPr/>
        </p:nvCxnSpPr>
        <p:spPr>
          <a:xfrm rot="16200000">
            <a:off x="4078374" y="1821299"/>
            <a:ext cx="0" cy="27432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01F4C9D-7AD9-D662-AE9A-01EA59F2C6A2}"/>
              </a:ext>
            </a:extLst>
          </p:cNvPr>
          <p:cNvSpPr txBox="1"/>
          <p:nvPr/>
        </p:nvSpPr>
        <p:spPr>
          <a:xfrm>
            <a:off x="4286248" y="1728857"/>
            <a:ext cx="1206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is -</a:t>
            </a:r>
            <a:r>
              <a:rPr lang="en-US" dirty="0" err="1"/>
              <a:t>ve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57A374-831E-528E-86E7-A8AE9349BFAC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57A374-831E-528E-86E7-A8AE9349B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4847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28A5-C0A6-4E40-BA6B-EBD74F9CB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1D43DD8-41E2-1FFA-ADE4-025475325214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F1CFCF-7708-2721-72B1-E36BCF1F186F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71A5E9A-5C51-74F4-9C7A-9C5F72F4D1DF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2F4677-6E86-AA57-D322-39978D44A12D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2F4677-6E86-AA57-D322-39978D44A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343B66-93BD-9455-AEC6-58E0842E5A58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7737FE-724A-9D05-65FD-BFFFBE1D9ACA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7737FE-724A-9D05-65FD-BFFFBE1D9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F3629813-FF64-73D3-FCF0-317165C78F49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7F9AAD-4F3B-48AB-773B-378DFC3ECEAB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7F9AAD-4F3B-48AB-773B-378DFC3EC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AECB740-64A3-3B47-60DE-1055CA6ECEA6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93C1AB-5BDC-8420-9337-B1E714866B45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05080-8FE2-4AE2-01AC-FD34E79A3262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305080-8FE2-4AE2-01AC-FD34E79A3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2EE116-83A1-CD1F-63CD-562F6C6C2E7F}"/>
                  </a:ext>
                </a:extLst>
              </p:cNvPr>
              <p:cNvSpPr txBox="1"/>
              <p:nvPr/>
            </p:nvSpPr>
            <p:spPr>
              <a:xfrm>
                <a:off x="7234887" y="2967335"/>
                <a:ext cx="38336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2EE116-83A1-CD1F-63CD-562F6C6C2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887" y="2967335"/>
                <a:ext cx="383366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768724D-6B52-6367-9BB6-8E0B960F4476}"/>
              </a:ext>
            </a:extLst>
          </p:cNvPr>
          <p:cNvCxnSpPr>
            <a:cxnSpLocks/>
          </p:cNvCxnSpPr>
          <p:nvPr/>
        </p:nvCxnSpPr>
        <p:spPr>
          <a:xfrm flipH="1">
            <a:off x="9151721" y="2286382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933EEF3-8F7A-C342-B8C0-85C7C1C19EF0}"/>
              </a:ext>
            </a:extLst>
          </p:cNvPr>
          <p:cNvSpPr txBox="1"/>
          <p:nvPr/>
        </p:nvSpPr>
        <p:spPr>
          <a:xfrm>
            <a:off x="9301057" y="2344727"/>
            <a:ext cx="648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  <a:r>
              <a:rPr lang="en-US" sz="2400" dirty="0" err="1"/>
              <a:t>ve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A3F4D0-A4E7-06EF-8232-8073B770EE8F}"/>
              </a:ext>
            </a:extLst>
          </p:cNvPr>
          <p:cNvCxnSpPr>
            <a:cxnSpLocks/>
          </p:cNvCxnSpPr>
          <p:nvPr/>
        </p:nvCxnSpPr>
        <p:spPr>
          <a:xfrm flipH="1">
            <a:off x="3558585" y="251280"/>
            <a:ext cx="852957" cy="1599745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1A5795-E506-8049-34F7-87347509540C}"/>
              </a:ext>
            </a:extLst>
          </p:cNvPr>
          <p:cNvCxnSpPr/>
          <p:nvPr/>
        </p:nvCxnSpPr>
        <p:spPr>
          <a:xfrm>
            <a:off x="3837742" y="1383030"/>
            <a:ext cx="148031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31F3F44-3568-F78A-53FD-CC39231700E0}"/>
              </a:ext>
            </a:extLst>
          </p:cNvPr>
          <p:cNvSpPr txBox="1"/>
          <p:nvPr/>
        </p:nvSpPr>
        <p:spPr>
          <a:xfrm>
            <a:off x="5318054" y="1198364"/>
            <a:ext cx="156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Positive Slope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9C2E01-F802-0858-19D0-C4FCD422A00A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9C2E01-F802-0858-19D0-C4FCD422A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0671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6744-3D36-B7C7-1C94-21F36138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40589CF-9931-95BF-0C1C-4E76E8B75BE9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282FC5-F4A7-65A4-1B3D-00B91423DF2B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FCB5F29-878E-BA5A-1498-04A1EF2C932B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2B0901-1687-C935-2C8F-82D2F8536FFE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2B0901-1687-C935-2C8F-82D2F853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4E2472-A9F4-336F-695C-87194FA95F91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D1690D-F9F8-64D1-49D9-EFFD4964C31F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D1690D-F9F8-64D1-49D9-EFFD4964C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55C6703-3C89-6818-3C7C-52DAA39F7276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276D2C-DA9C-BAD9-A2E1-6FE22A41E247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276D2C-DA9C-BAD9-A2E1-6FE22A41E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28FE89B-3C1C-CD3D-D116-BB2094E92C1F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12A2DE-D711-1EF7-290B-84DCD4831B46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0E1395-687F-6848-078C-1B41EC8A329B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0E1395-687F-6848-078C-1B41EC8A3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AA5BEA-7770-BF96-1C52-75810254986F}"/>
                  </a:ext>
                </a:extLst>
              </p:cNvPr>
              <p:cNvSpPr txBox="1"/>
              <p:nvPr/>
            </p:nvSpPr>
            <p:spPr>
              <a:xfrm>
                <a:off x="7234887" y="2967335"/>
                <a:ext cx="383366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AA5BEA-7770-BF96-1C52-758102549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887" y="2967335"/>
                <a:ext cx="3833668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8E6636E-8384-950D-703C-208C0009795D}"/>
              </a:ext>
            </a:extLst>
          </p:cNvPr>
          <p:cNvCxnSpPr>
            <a:cxnSpLocks/>
          </p:cNvCxnSpPr>
          <p:nvPr/>
        </p:nvCxnSpPr>
        <p:spPr>
          <a:xfrm flipH="1">
            <a:off x="9151721" y="2286382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673757E-B2D6-97E7-FE66-79A877EAA200}"/>
              </a:ext>
            </a:extLst>
          </p:cNvPr>
          <p:cNvSpPr txBox="1"/>
          <p:nvPr/>
        </p:nvSpPr>
        <p:spPr>
          <a:xfrm>
            <a:off x="9301057" y="2344727"/>
            <a:ext cx="648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  <a:r>
              <a:rPr lang="en-US" sz="2400" dirty="0" err="1"/>
              <a:t>ve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A5B0BC-CFD4-E4FD-5C0A-7E815B1D7D6C}"/>
              </a:ext>
            </a:extLst>
          </p:cNvPr>
          <p:cNvCxnSpPr>
            <a:cxnSpLocks/>
          </p:cNvCxnSpPr>
          <p:nvPr/>
        </p:nvCxnSpPr>
        <p:spPr>
          <a:xfrm flipH="1">
            <a:off x="3558585" y="251280"/>
            <a:ext cx="852957" cy="1599745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BD0635-8E95-183C-88CB-524EF6CC120C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BD0635-8E95-183C-88CB-524EF6CC1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58541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33223-7351-979A-F257-75750566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928855-3D71-347D-0F42-49482AE863DB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71CDA24-FB00-A477-AC2F-85878E47CBC7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5A9B1BD-8FD8-3835-A61D-CB808898E621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668C2B-33DB-37A5-CE22-1F44C939284A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668C2B-33DB-37A5-CE22-1F44C9392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FD7BF51F-5672-270B-0F6B-257EB8AEEC9E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752962-F9C3-FF0B-90C3-9C0B2F246F3C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752962-F9C3-FF0B-90C3-9C0B2F246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88DB29F-2613-6597-170E-8F5D8011398F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693163-D54E-681D-8234-79CA058C78BE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C810DC-DEDE-044A-716C-E2B682DAFA2E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C810DC-DEDE-044A-716C-E2B682DAF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4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1BE7017-81FE-BB0E-85C5-5B0B76654737}"/>
                  </a:ext>
                </a:extLst>
              </p:cNvPr>
              <p:cNvSpPr txBox="1"/>
              <p:nvPr/>
            </p:nvSpPr>
            <p:spPr>
              <a:xfrm>
                <a:off x="7234887" y="2967335"/>
                <a:ext cx="383366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𝑝𝑟𝑒𝑣𝑖𝑜𝑢𝑠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1BE7017-81FE-BB0E-85C5-5B0B76654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887" y="2967335"/>
                <a:ext cx="3833668" cy="1200329"/>
              </a:xfrm>
              <a:prstGeom prst="rect">
                <a:avLst/>
              </a:prstGeom>
              <a:blipFill>
                <a:blip r:embed="rId5"/>
                <a:stretch>
                  <a:fillRect b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2DBC3F-7657-6CAB-186E-5AA5E89AAD25}"/>
              </a:ext>
            </a:extLst>
          </p:cNvPr>
          <p:cNvCxnSpPr>
            <a:cxnSpLocks/>
          </p:cNvCxnSpPr>
          <p:nvPr/>
        </p:nvCxnSpPr>
        <p:spPr>
          <a:xfrm flipH="1">
            <a:off x="9151721" y="2286382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EA32C0C-3417-7E76-4A67-F1F905D3F806}"/>
              </a:ext>
            </a:extLst>
          </p:cNvPr>
          <p:cNvSpPr txBox="1"/>
          <p:nvPr/>
        </p:nvSpPr>
        <p:spPr>
          <a:xfrm>
            <a:off x="9301057" y="2344727"/>
            <a:ext cx="648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  <a:r>
              <a:rPr lang="en-US" sz="2400" dirty="0" err="1"/>
              <a:t>ve</a:t>
            </a:r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9E7DABA-D9A8-A0A8-AC09-EE519AD4967A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7BDED5-FD62-9D2D-C082-EE2E754F7548}"/>
                  </a:ext>
                </a:extLst>
              </p:cNvPr>
              <p:cNvSpPr txBox="1"/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7BDED5-FD62-9D2D-C082-EE2E754F7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58" y="2207195"/>
                <a:ext cx="68349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B4F18E9-F9A5-CFF9-E882-FBE97D2671A5}"/>
              </a:ext>
            </a:extLst>
          </p:cNvPr>
          <p:cNvCxnSpPr>
            <a:cxnSpLocks/>
          </p:cNvCxnSpPr>
          <p:nvPr/>
        </p:nvCxnSpPr>
        <p:spPr>
          <a:xfrm flipH="1">
            <a:off x="3558585" y="251280"/>
            <a:ext cx="852957" cy="1599745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0BB2E4E-5649-3FCB-2B72-334A92346F02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0BB2E4E-5649-3FCB-2B72-334A92346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499235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23AB-384E-FD62-4B22-DA66BDA5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18B482F-62BE-2E8A-C9FB-1E2B75570E6E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74BDC6-78DA-E1DF-880F-35B5273DBDE5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68F14D7-2004-C0D3-0716-17978B0F0D95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7D9CBC-AEC1-7A37-116E-585ED44F18C5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7D9CBC-AEC1-7A37-116E-585ED44F1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14DBEF-72D1-0D6E-60DE-147517DDF71A}"/>
              </a:ext>
            </a:extLst>
          </p:cNvPr>
          <p:cNvCxnSpPr/>
          <p:nvPr/>
        </p:nvCxnSpPr>
        <p:spPr>
          <a:xfrm>
            <a:off x="3995303" y="2055550"/>
            <a:ext cx="0" cy="182880"/>
          </a:xfrm>
          <a:prstGeom prst="line">
            <a:avLst/>
          </a:prstGeom>
          <a:ln w="47625">
            <a:solidFill>
              <a:srgbClr val="CC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67EBF7-D133-225F-AB04-7C984011133B}"/>
                  </a:ext>
                </a:extLst>
              </p:cNvPr>
              <p:cNvSpPr txBox="1"/>
              <p:nvPr/>
            </p:nvSpPr>
            <p:spPr>
              <a:xfrm>
                <a:off x="3802397" y="2207195"/>
                <a:ext cx="3858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CC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CC99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CC99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67EBF7-D133-225F-AB04-7C9840111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397" y="2207195"/>
                <a:ext cx="385813" cy="461665"/>
              </a:xfrm>
              <a:prstGeom prst="rect">
                <a:avLst/>
              </a:prstGeom>
              <a:blipFill>
                <a:blip r:embed="rId3"/>
                <a:stretch>
                  <a:fillRect l="-4762" r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C6B4C57E-47E6-0A7E-D42D-A0F5F8BD45B6}"/>
              </a:ext>
            </a:extLst>
          </p:cNvPr>
          <p:cNvSpPr/>
          <p:nvPr/>
        </p:nvSpPr>
        <p:spPr>
          <a:xfrm>
            <a:off x="390386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F56349-04C2-F619-0B7E-E31C83AD1469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F56349-04C2-F619-0B7E-E31C83AD1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E9975E1-198A-13C1-AD0B-5232FEDC9F8D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E3AD95-6264-6C71-5FB9-5CE91A367C1C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7E0867-5BFE-3F03-BF4D-AB8B846E078A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7E0867-5BFE-3F03-BF4D-AB8B846E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EFFEB0-A56F-8198-9823-A83C6F345F91}"/>
                  </a:ext>
                </a:extLst>
              </p:cNvPr>
              <p:cNvSpPr txBox="1"/>
              <p:nvPr/>
            </p:nvSpPr>
            <p:spPr>
              <a:xfrm>
                <a:off x="7234887" y="2967335"/>
                <a:ext cx="383366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𝑝𝑟𝑒𝑣𝑖𝑜𝑢𝑠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EFFEB0-A56F-8198-9823-A83C6F345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887" y="2967335"/>
                <a:ext cx="3833668" cy="1200329"/>
              </a:xfrm>
              <a:prstGeom prst="rect">
                <a:avLst/>
              </a:prstGeom>
              <a:blipFill>
                <a:blip r:embed="rId6"/>
                <a:stretch>
                  <a:fillRect b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6BE07D-98D3-8A23-AD90-011A890F0FA6}"/>
              </a:ext>
            </a:extLst>
          </p:cNvPr>
          <p:cNvCxnSpPr>
            <a:cxnSpLocks/>
          </p:cNvCxnSpPr>
          <p:nvPr/>
        </p:nvCxnSpPr>
        <p:spPr>
          <a:xfrm flipH="1">
            <a:off x="9151721" y="2286382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237208F-9A71-0E50-D140-475F6BFFB767}"/>
              </a:ext>
            </a:extLst>
          </p:cNvPr>
          <p:cNvSpPr txBox="1"/>
          <p:nvPr/>
        </p:nvSpPr>
        <p:spPr>
          <a:xfrm>
            <a:off x="9301057" y="2344727"/>
            <a:ext cx="648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  <a:r>
              <a:rPr lang="en-US" sz="2400" dirty="0" err="1"/>
              <a:t>ve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1F61549-74EA-281E-6816-78475887D9A3}"/>
              </a:ext>
            </a:extLst>
          </p:cNvPr>
          <p:cNvCxnSpPr/>
          <p:nvPr/>
        </p:nvCxnSpPr>
        <p:spPr>
          <a:xfrm>
            <a:off x="3715983" y="2055550"/>
            <a:ext cx="0" cy="182880"/>
          </a:xfrm>
          <a:prstGeom prst="line">
            <a:avLst/>
          </a:prstGeom>
          <a:ln w="4762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598545-F285-9C54-DAF7-DBAC1B60E76F}"/>
                  </a:ext>
                </a:extLst>
              </p:cNvPr>
              <p:cNvSpPr txBox="1"/>
              <p:nvPr/>
            </p:nvSpPr>
            <p:spPr>
              <a:xfrm>
                <a:off x="336514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598545-F285-9C54-DAF7-DBAC1B60E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148" y="2207195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9BFFE6-0287-6CB5-110C-F84E801B400D}"/>
              </a:ext>
            </a:extLst>
          </p:cNvPr>
          <p:cNvCxnSpPr>
            <a:cxnSpLocks/>
          </p:cNvCxnSpPr>
          <p:nvPr/>
        </p:nvCxnSpPr>
        <p:spPr>
          <a:xfrm flipH="1" flipV="1">
            <a:off x="4123199" y="2614208"/>
            <a:ext cx="722902" cy="462411"/>
          </a:xfrm>
          <a:prstGeom prst="straightConnector1">
            <a:avLst/>
          </a:prstGeom>
          <a:ln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8F6418C-C2C0-2460-9D63-C0E3E3D82601}"/>
              </a:ext>
            </a:extLst>
          </p:cNvPr>
          <p:cNvSpPr txBox="1"/>
          <p:nvPr/>
        </p:nvSpPr>
        <p:spPr>
          <a:xfrm>
            <a:off x="4411609" y="2985254"/>
            <a:ext cx="109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C9900"/>
                </a:solidFill>
              </a:rPr>
              <a:t>previous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49D638-9456-0710-5962-884F18D7240E}"/>
              </a:ext>
            </a:extLst>
          </p:cNvPr>
          <p:cNvSpPr txBox="1"/>
          <p:nvPr/>
        </p:nvSpPr>
        <p:spPr>
          <a:xfrm>
            <a:off x="2728840" y="2985254"/>
            <a:ext cx="105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updated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D51BF9-FD87-8956-8897-897026742C4C}"/>
              </a:ext>
            </a:extLst>
          </p:cNvPr>
          <p:cNvCxnSpPr>
            <a:cxnSpLocks/>
          </p:cNvCxnSpPr>
          <p:nvPr/>
        </p:nvCxnSpPr>
        <p:spPr>
          <a:xfrm flipV="1">
            <a:off x="3257479" y="2575559"/>
            <a:ext cx="288410" cy="5010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60A2EA-65F4-1721-B2C1-F6D675EAEA85}"/>
              </a:ext>
            </a:extLst>
          </p:cNvPr>
          <p:cNvCxnSpPr>
            <a:cxnSpLocks/>
          </p:cNvCxnSpPr>
          <p:nvPr/>
        </p:nvCxnSpPr>
        <p:spPr>
          <a:xfrm flipH="1">
            <a:off x="3558585" y="251280"/>
            <a:ext cx="852957" cy="1599745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4B62DF-A6E8-0F62-E16F-5DED5744D154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4B62DF-A6E8-0F62-E16F-5DED5744D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23915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C467B-30B7-906D-C3D1-0CF2725F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51DB909-72B4-31D0-BF64-44260B3394FF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5792E2-A2D7-112D-94C0-5A17906086B6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03EF36A-CFF9-6EDB-1001-F9B9A57B1423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CE0492-0DD0-6B3A-A902-D5A2D602E33D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CE0492-0DD0-6B3A-A902-D5A2D602E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86C1CB-ADB5-4898-7265-9164209C7E5B}"/>
              </a:ext>
            </a:extLst>
          </p:cNvPr>
          <p:cNvCxnSpPr/>
          <p:nvPr/>
        </p:nvCxnSpPr>
        <p:spPr>
          <a:xfrm>
            <a:off x="2136023" y="2055550"/>
            <a:ext cx="0" cy="182880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31BCEA9-025F-B242-879D-65C07EDB37CB}"/>
              </a:ext>
            </a:extLst>
          </p:cNvPr>
          <p:cNvSpPr/>
          <p:nvPr/>
        </p:nvSpPr>
        <p:spPr>
          <a:xfrm>
            <a:off x="197600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C7EF7BE-C604-5A66-98F9-B8F88E0A2E26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C7EF7BE-C604-5A66-98F9-B8F88E0A2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FD3A478-1806-78E9-5698-42D0D224FB17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E55812-3321-BC7F-76D2-6F577B9EC11F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7E62D4-14A7-62A0-F851-3BFA559EED3D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7E62D4-14A7-62A0-F851-3BFA559EE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4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33F6C6F-888C-07CD-6D3D-6228C363FCAC}"/>
                  </a:ext>
                </a:extLst>
              </p:cNvPr>
              <p:cNvSpPr txBox="1"/>
              <p:nvPr/>
            </p:nvSpPr>
            <p:spPr>
              <a:xfrm>
                <a:off x="178780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33F6C6F-888C-07CD-6D3D-6228C363F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08" y="2207195"/>
                <a:ext cx="68349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43C516-33F0-251B-F42E-A017EC1D4434}"/>
              </a:ext>
            </a:extLst>
          </p:cNvPr>
          <p:cNvCxnSpPr>
            <a:cxnSpLocks/>
          </p:cNvCxnSpPr>
          <p:nvPr/>
        </p:nvCxnSpPr>
        <p:spPr>
          <a:xfrm>
            <a:off x="1696156" y="350392"/>
            <a:ext cx="852957" cy="159974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EC4A0-EC18-E8D1-224B-FC5E75C85838}"/>
              </a:ext>
            </a:extLst>
          </p:cNvPr>
          <p:cNvCxnSpPr/>
          <p:nvPr/>
        </p:nvCxnSpPr>
        <p:spPr>
          <a:xfrm>
            <a:off x="2295270" y="1383030"/>
            <a:ext cx="31089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9B03730-37C4-3E08-4CD8-8F29DF8D8FFD}"/>
              </a:ext>
            </a:extLst>
          </p:cNvPr>
          <p:cNvSpPr txBox="1"/>
          <p:nvPr/>
        </p:nvSpPr>
        <p:spPr>
          <a:xfrm>
            <a:off x="5318054" y="1198364"/>
            <a:ext cx="166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Negative Slope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05AA76-FCAF-9746-2E8C-8FF9DA9C1D77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05AA76-FCAF-9746-2E8C-8FF9DA9C1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17305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EA63-BB9C-A6E4-A86A-A19EDEFD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7E0E857-3544-3953-A349-2F910928EE3A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1C909E-9932-BA84-5684-FC2EE0AC6072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823331-8DC7-7DE5-A6FF-A1A39B960C99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577F3D-396C-B705-AE29-37E9A6804270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577F3D-396C-B705-AE29-37E9A6804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680D66-B395-96C8-2713-6220E6654E49}"/>
              </a:ext>
            </a:extLst>
          </p:cNvPr>
          <p:cNvCxnSpPr/>
          <p:nvPr/>
        </p:nvCxnSpPr>
        <p:spPr>
          <a:xfrm>
            <a:off x="2136023" y="2055550"/>
            <a:ext cx="0" cy="182880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DA2F4BC-D601-3D50-D512-56DC09E25252}"/>
              </a:ext>
            </a:extLst>
          </p:cNvPr>
          <p:cNvSpPr/>
          <p:nvPr/>
        </p:nvSpPr>
        <p:spPr>
          <a:xfrm>
            <a:off x="197600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15AD42-A115-DC99-C3A9-5D0625B58995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15AD42-A115-DC99-C3A9-5D0625B58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BD96D40-E747-17ED-EA47-8A509D805966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A0F078-D339-6F2B-B6FD-AA04AEC606E9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F2CF17-785B-84C2-D1E6-908F292D3709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F2CF17-785B-84C2-D1E6-908F292D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4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23255C-037C-5B2D-1635-9AD4F0AA766C}"/>
              </a:ext>
            </a:extLst>
          </p:cNvPr>
          <p:cNvCxnSpPr>
            <a:cxnSpLocks/>
          </p:cNvCxnSpPr>
          <p:nvPr/>
        </p:nvCxnSpPr>
        <p:spPr>
          <a:xfrm flipH="1">
            <a:off x="9151721" y="2286382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7895668-17A7-16C2-57B8-F251B10E96C7}"/>
              </a:ext>
            </a:extLst>
          </p:cNvPr>
          <p:cNvSpPr txBox="1"/>
          <p:nvPr/>
        </p:nvSpPr>
        <p:spPr>
          <a:xfrm>
            <a:off x="9301057" y="2344727"/>
            <a:ext cx="58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 err="1">
                <a:solidFill>
                  <a:srgbClr val="FF0000"/>
                </a:solidFill>
              </a:rPr>
              <a:t>ve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68F196E-A1D1-D13C-156A-F09E3A74F267}"/>
                  </a:ext>
                </a:extLst>
              </p:cNvPr>
              <p:cNvSpPr txBox="1"/>
              <p:nvPr/>
            </p:nvSpPr>
            <p:spPr>
              <a:xfrm>
                <a:off x="178780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68F196E-A1D1-D13C-156A-F09E3A74F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08" y="2207195"/>
                <a:ext cx="68349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55CD83-83D1-0C3F-4D0B-FFC04D3BA2BF}"/>
              </a:ext>
            </a:extLst>
          </p:cNvPr>
          <p:cNvCxnSpPr>
            <a:cxnSpLocks/>
          </p:cNvCxnSpPr>
          <p:nvPr/>
        </p:nvCxnSpPr>
        <p:spPr>
          <a:xfrm>
            <a:off x="1696156" y="350392"/>
            <a:ext cx="852957" cy="159974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662B2C-B729-06A1-BB6A-537EEC5DABCC}"/>
              </a:ext>
            </a:extLst>
          </p:cNvPr>
          <p:cNvCxnSpPr/>
          <p:nvPr/>
        </p:nvCxnSpPr>
        <p:spPr>
          <a:xfrm>
            <a:off x="2295270" y="1383030"/>
            <a:ext cx="31089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FBB0C0-2283-5FC8-5853-A065DC8B0FCF}"/>
              </a:ext>
            </a:extLst>
          </p:cNvPr>
          <p:cNvSpPr txBox="1"/>
          <p:nvPr/>
        </p:nvSpPr>
        <p:spPr>
          <a:xfrm>
            <a:off x="5318054" y="1198364"/>
            <a:ext cx="166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Negative Slope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93B3D6-17DF-06C0-1940-E74616FEF35C}"/>
              </a:ext>
            </a:extLst>
          </p:cNvPr>
          <p:cNvCxnSpPr/>
          <p:nvPr/>
        </p:nvCxnSpPr>
        <p:spPr>
          <a:xfrm>
            <a:off x="6890327" y="1450109"/>
            <a:ext cx="2261394" cy="11453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B644C3-591B-A0C7-027A-254DD7766837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B644C3-591B-A0C7-027A-254DD7766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49989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D2F3-F19D-42AD-BF9A-4E8B53C5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36A1DC2-1685-FE82-57A5-2AA8E51D93DC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9BD1D4-7F63-AA37-6F97-F96CC27CDF91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F6D291-9605-00FC-20B8-026123975C30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541653-2220-BBE8-CFF4-5A089FBC4C68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541653-2220-BBE8-CFF4-5A089FBC4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1E99B3-9E62-499A-9A9C-9E2BA9B03271}"/>
              </a:ext>
            </a:extLst>
          </p:cNvPr>
          <p:cNvCxnSpPr/>
          <p:nvPr/>
        </p:nvCxnSpPr>
        <p:spPr>
          <a:xfrm>
            <a:off x="2136023" y="2055550"/>
            <a:ext cx="0" cy="182880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B622F75-8A49-A42F-7E86-B641FFE8FB56}"/>
              </a:ext>
            </a:extLst>
          </p:cNvPr>
          <p:cNvSpPr/>
          <p:nvPr/>
        </p:nvSpPr>
        <p:spPr>
          <a:xfrm>
            <a:off x="197600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421769-C721-9AD7-2AA5-85A15EE50829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421769-C721-9AD7-2AA5-85A15EE50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4F79FD9-B5AE-191D-63B1-92891C1CFDF6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D87EA4-0DFC-3B01-5C86-73138873F643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B45CAD-5693-8E9D-8D9F-9A663229B914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B45CAD-5693-8E9D-8D9F-9A663229B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4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3249D57-F55C-B3BB-A949-D46FA9C72BE8}"/>
              </a:ext>
            </a:extLst>
          </p:cNvPr>
          <p:cNvCxnSpPr>
            <a:cxnSpLocks/>
          </p:cNvCxnSpPr>
          <p:nvPr/>
        </p:nvCxnSpPr>
        <p:spPr>
          <a:xfrm flipH="1">
            <a:off x="9151721" y="2286382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49035A2-D846-9AB9-CAEB-1C9351E5851A}"/>
              </a:ext>
            </a:extLst>
          </p:cNvPr>
          <p:cNvSpPr txBox="1"/>
          <p:nvPr/>
        </p:nvSpPr>
        <p:spPr>
          <a:xfrm>
            <a:off x="9301057" y="2344727"/>
            <a:ext cx="58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 err="1">
                <a:solidFill>
                  <a:srgbClr val="FF0000"/>
                </a:solidFill>
              </a:rPr>
              <a:t>ve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60028D-27B5-7AA9-1311-8F31A442E1D7}"/>
                  </a:ext>
                </a:extLst>
              </p:cNvPr>
              <p:cNvSpPr txBox="1"/>
              <p:nvPr/>
            </p:nvSpPr>
            <p:spPr>
              <a:xfrm>
                <a:off x="178780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260028D-27B5-7AA9-1311-8F31A442E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08" y="2207195"/>
                <a:ext cx="68349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A7858DE-7C1A-8FAF-FC48-C71AB22BBD5F}"/>
              </a:ext>
            </a:extLst>
          </p:cNvPr>
          <p:cNvCxnSpPr>
            <a:cxnSpLocks/>
          </p:cNvCxnSpPr>
          <p:nvPr/>
        </p:nvCxnSpPr>
        <p:spPr>
          <a:xfrm>
            <a:off x="1696156" y="350392"/>
            <a:ext cx="852957" cy="159974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216AB3-A867-8749-3918-056B049796A6}"/>
              </a:ext>
            </a:extLst>
          </p:cNvPr>
          <p:cNvCxnSpPr/>
          <p:nvPr/>
        </p:nvCxnSpPr>
        <p:spPr>
          <a:xfrm>
            <a:off x="2295270" y="1383030"/>
            <a:ext cx="31089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AA9DD1-D85F-5FB3-B7AF-759CF54036E5}"/>
              </a:ext>
            </a:extLst>
          </p:cNvPr>
          <p:cNvSpPr txBox="1"/>
          <p:nvPr/>
        </p:nvSpPr>
        <p:spPr>
          <a:xfrm>
            <a:off x="5318054" y="1198364"/>
            <a:ext cx="166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Negative Slope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B7CF5A-5B25-FD59-2CCA-639EF8E48AF0}"/>
              </a:ext>
            </a:extLst>
          </p:cNvPr>
          <p:cNvCxnSpPr/>
          <p:nvPr/>
        </p:nvCxnSpPr>
        <p:spPr>
          <a:xfrm>
            <a:off x="6890327" y="1450109"/>
            <a:ext cx="2261394" cy="11453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BE7FA8-50E8-BF2B-BBF5-8B22A53CA8B3}"/>
                  </a:ext>
                </a:extLst>
              </p:cNvPr>
              <p:cNvSpPr txBox="1"/>
              <p:nvPr/>
            </p:nvSpPr>
            <p:spPr>
              <a:xfrm>
                <a:off x="7234887" y="2967335"/>
                <a:ext cx="38336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BE7FA8-50E8-BF2B-BBF5-8B22A53CA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887" y="2967335"/>
                <a:ext cx="383366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C4E156-1C3B-A805-D8CF-DC035C7887C8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C4E156-1C3B-A805-D8CF-DC035C788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30933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D8A2-DD5E-8300-16CC-B9677847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D23233B-1BE0-AA1A-4AF2-CBD4E5D14AC2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DB72ED-0186-EFED-EA2E-098D7054CD87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8C7B51-17AD-3143-4CA1-BECE32013C52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211C4A-C810-3DC7-8786-CDE94FDF38D1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211C4A-C810-3DC7-8786-CDE94FDF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A5A4E4-893A-4858-CD58-31DAD8BF2D32}"/>
              </a:ext>
            </a:extLst>
          </p:cNvPr>
          <p:cNvCxnSpPr/>
          <p:nvPr/>
        </p:nvCxnSpPr>
        <p:spPr>
          <a:xfrm>
            <a:off x="2136023" y="2055550"/>
            <a:ext cx="0" cy="182880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2E40BAD-5CB0-9C74-C2D8-370EE4097DEE}"/>
              </a:ext>
            </a:extLst>
          </p:cNvPr>
          <p:cNvSpPr/>
          <p:nvPr/>
        </p:nvSpPr>
        <p:spPr>
          <a:xfrm>
            <a:off x="197600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196FF77-CAE5-3A95-7F44-184898BCE60A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196FF77-CAE5-3A95-7F44-184898BCE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9EB0734-BB0C-7A2F-7906-546914214DD5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E20A7A-1499-7234-C5CC-3D54740076FB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4CF519-7A7E-80F3-AC93-722B4C36867B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4CF519-7A7E-80F3-AC93-722B4C368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4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96AE76F-B5E3-E231-6226-A7015D47000E}"/>
              </a:ext>
            </a:extLst>
          </p:cNvPr>
          <p:cNvCxnSpPr>
            <a:cxnSpLocks/>
          </p:cNvCxnSpPr>
          <p:nvPr/>
        </p:nvCxnSpPr>
        <p:spPr>
          <a:xfrm flipH="1">
            <a:off x="9151721" y="2286382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EDA2E27-19A6-A6F3-2777-0108472138CA}"/>
              </a:ext>
            </a:extLst>
          </p:cNvPr>
          <p:cNvSpPr txBox="1"/>
          <p:nvPr/>
        </p:nvSpPr>
        <p:spPr>
          <a:xfrm>
            <a:off x="9301057" y="2344727"/>
            <a:ext cx="58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 err="1">
                <a:solidFill>
                  <a:srgbClr val="FF0000"/>
                </a:solidFill>
              </a:rPr>
              <a:t>ve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E5559E-51CB-418E-1739-F76F42B55CC7}"/>
                  </a:ext>
                </a:extLst>
              </p:cNvPr>
              <p:cNvSpPr txBox="1"/>
              <p:nvPr/>
            </p:nvSpPr>
            <p:spPr>
              <a:xfrm>
                <a:off x="178780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E5559E-51CB-418E-1739-F76F42B55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08" y="2207195"/>
                <a:ext cx="68349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E801D8-832D-F270-85D7-4D427480D6DD}"/>
              </a:ext>
            </a:extLst>
          </p:cNvPr>
          <p:cNvCxnSpPr>
            <a:cxnSpLocks/>
          </p:cNvCxnSpPr>
          <p:nvPr/>
        </p:nvCxnSpPr>
        <p:spPr>
          <a:xfrm>
            <a:off x="1696156" y="350392"/>
            <a:ext cx="852957" cy="159974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2DF6F9-624D-7090-BF73-2B3639A4534B}"/>
              </a:ext>
            </a:extLst>
          </p:cNvPr>
          <p:cNvCxnSpPr/>
          <p:nvPr/>
        </p:nvCxnSpPr>
        <p:spPr>
          <a:xfrm>
            <a:off x="2295270" y="1383030"/>
            <a:ext cx="31089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DEC7F8-85CC-41C3-C4E5-6EE6489031AC}"/>
              </a:ext>
            </a:extLst>
          </p:cNvPr>
          <p:cNvSpPr txBox="1"/>
          <p:nvPr/>
        </p:nvSpPr>
        <p:spPr>
          <a:xfrm>
            <a:off x="5318054" y="1198364"/>
            <a:ext cx="166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Negative Slope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F74763-8EC7-AC55-8C7C-C8E6E83DEE33}"/>
              </a:ext>
            </a:extLst>
          </p:cNvPr>
          <p:cNvCxnSpPr/>
          <p:nvPr/>
        </p:nvCxnSpPr>
        <p:spPr>
          <a:xfrm>
            <a:off x="6890327" y="1450109"/>
            <a:ext cx="2261394" cy="11453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E6A119-F1E1-6EEA-881D-C3388D0506A5}"/>
                  </a:ext>
                </a:extLst>
              </p:cNvPr>
              <p:cNvSpPr txBox="1"/>
              <p:nvPr/>
            </p:nvSpPr>
            <p:spPr>
              <a:xfrm>
                <a:off x="7234887" y="2967335"/>
                <a:ext cx="383366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E6A119-F1E1-6EEA-881D-C3388D050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887" y="2967335"/>
                <a:ext cx="3833668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99862C-6571-8B90-B715-FB38EBFB5B02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99862C-6571-8B90-B715-FB38EBFB5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43320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B09A-2AC9-FBF2-2F07-EFBBDDAD2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2BA7B2-C8D5-8132-1374-295B8E18DD9A}"/>
                  </a:ext>
                </a:extLst>
              </p:cNvPr>
              <p:cNvSpPr txBox="1"/>
              <p:nvPr/>
            </p:nvSpPr>
            <p:spPr>
              <a:xfrm>
                <a:off x="1794968" y="2207195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CC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CC99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CC99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C99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2BA7B2-C8D5-8132-1374-295B8E18D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968" y="2207195"/>
                <a:ext cx="68349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565876-EE00-EE93-861F-23A12FE386D0}"/>
              </a:ext>
            </a:extLst>
          </p:cNvPr>
          <p:cNvCxnSpPr>
            <a:cxnSpLocks/>
          </p:cNvCxnSpPr>
          <p:nvPr/>
        </p:nvCxnSpPr>
        <p:spPr>
          <a:xfrm flipV="1">
            <a:off x="1676400" y="285750"/>
            <a:ext cx="0" cy="21945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9A291D-9E7D-9BBF-C891-46FD144A1A30}"/>
              </a:ext>
            </a:extLst>
          </p:cNvPr>
          <p:cNvCxnSpPr>
            <a:cxnSpLocks/>
          </p:cNvCxnSpPr>
          <p:nvPr/>
        </p:nvCxnSpPr>
        <p:spPr>
          <a:xfrm>
            <a:off x="1400175" y="2143125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0A787FA-352A-5359-C801-468020D62B77}"/>
              </a:ext>
            </a:extLst>
          </p:cNvPr>
          <p:cNvSpPr/>
          <p:nvPr/>
        </p:nvSpPr>
        <p:spPr>
          <a:xfrm>
            <a:off x="1820226" y="350392"/>
            <a:ext cx="2466023" cy="173761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866B25-60F7-982D-EC88-E2F11A7FC66A}"/>
                  </a:ext>
                </a:extLst>
              </p:cNvPr>
              <p:cNvSpPr txBox="1"/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866B25-60F7-982D-EC88-E2F11A7FC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49" y="165726"/>
                <a:ext cx="683491" cy="461665"/>
              </a:xfrm>
              <a:prstGeom prst="rect">
                <a:avLst/>
              </a:prstGeom>
              <a:blipFill>
                <a:blip r:embed="rId3"/>
                <a:stretch>
                  <a:fillRect l="-6250" r="-8036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E9EDD-1870-8D6C-1B2F-864A4975CA4C}"/>
              </a:ext>
            </a:extLst>
          </p:cNvPr>
          <p:cNvCxnSpPr/>
          <p:nvPr/>
        </p:nvCxnSpPr>
        <p:spPr>
          <a:xfrm>
            <a:off x="2136023" y="2055550"/>
            <a:ext cx="0" cy="182880"/>
          </a:xfrm>
          <a:prstGeom prst="line">
            <a:avLst/>
          </a:prstGeom>
          <a:ln w="47625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BA55FB1-ACCC-0AFA-7268-1F669A1D5B1D}"/>
              </a:ext>
            </a:extLst>
          </p:cNvPr>
          <p:cNvSpPr/>
          <p:nvPr/>
        </p:nvSpPr>
        <p:spPr>
          <a:xfrm>
            <a:off x="1976003" y="87391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857F3F-7E78-8FD9-C5A0-43565AD8D796}"/>
                  </a:ext>
                </a:extLst>
              </p:cNvPr>
              <p:cNvSpPr txBox="1"/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857F3F-7E78-8FD9-C5A0-43565AD8D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380" y="534339"/>
                <a:ext cx="3833668" cy="67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9251DAF-BEF4-07B1-6F8B-A8331923354F}"/>
              </a:ext>
            </a:extLst>
          </p:cNvPr>
          <p:cNvSpPr/>
          <p:nvPr/>
        </p:nvSpPr>
        <p:spPr>
          <a:xfrm>
            <a:off x="8488218" y="534339"/>
            <a:ext cx="1330037" cy="679160"/>
          </a:xfrm>
          <a:prstGeom prst="rect">
            <a:avLst/>
          </a:prstGeom>
          <a:solidFill>
            <a:srgbClr val="F6630D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896CB2-599B-3835-28BF-5E89A48B07A2}"/>
              </a:ext>
            </a:extLst>
          </p:cNvPr>
          <p:cNvCxnSpPr>
            <a:cxnSpLocks/>
          </p:cNvCxnSpPr>
          <p:nvPr/>
        </p:nvCxnSpPr>
        <p:spPr>
          <a:xfrm flipH="1">
            <a:off x="9151721" y="1213499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AA1BF1-4F13-ED9E-0496-EB96719B748E}"/>
                  </a:ext>
                </a:extLst>
              </p:cNvPr>
              <p:cNvSpPr txBox="1"/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</a:t>
                </a:r>
                <a:r>
                  <a:rPr lang="en-US" sz="2400" dirty="0"/>
                  <a:t>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AA1BF1-4F13-ED9E-0496-EB96719B7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59" y="1824717"/>
                <a:ext cx="1594924" cy="461665"/>
              </a:xfrm>
              <a:prstGeom prst="rect">
                <a:avLst/>
              </a:prstGeom>
              <a:blipFill>
                <a:blip r:embed="rId5"/>
                <a:stretch>
                  <a:fillRect l="-5725" t="-11842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782B17C-F6CB-5512-CD9B-A2A22951FCEB}"/>
              </a:ext>
            </a:extLst>
          </p:cNvPr>
          <p:cNvCxnSpPr>
            <a:cxnSpLocks/>
          </p:cNvCxnSpPr>
          <p:nvPr/>
        </p:nvCxnSpPr>
        <p:spPr>
          <a:xfrm flipH="1">
            <a:off x="9151721" y="2286382"/>
            <a:ext cx="0" cy="57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F9093ED-E4E4-5896-CEA7-962F0DA133FF}"/>
              </a:ext>
            </a:extLst>
          </p:cNvPr>
          <p:cNvSpPr txBox="1"/>
          <p:nvPr/>
        </p:nvSpPr>
        <p:spPr>
          <a:xfrm>
            <a:off x="9301057" y="2344727"/>
            <a:ext cx="58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 err="1">
                <a:solidFill>
                  <a:srgbClr val="FF0000"/>
                </a:solidFill>
              </a:rPr>
              <a:t>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08C5F2-B6A6-5FE1-72AD-7AF41ED675DA}"/>
              </a:ext>
            </a:extLst>
          </p:cNvPr>
          <p:cNvCxnSpPr>
            <a:cxnSpLocks/>
          </p:cNvCxnSpPr>
          <p:nvPr/>
        </p:nvCxnSpPr>
        <p:spPr>
          <a:xfrm>
            <a:off x="1696156" y="350392"/>
            <a:ext cx="852957" cy="159974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45ABDC-A5C1-CB8B-370C-4AAE8AB65ECB}"/>
              </a:ext>
            </a:extLst>
          </p:cNvPr>
          <p:cNvCxnSpPr/>
          <p:nvPr/>
        </p:nvCxnSpPr>
        <p:spPr>
          <a:xfrm>
            <a:off x="2295270" y="1383030"/>
            <a:ext cx="31089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ADDB3C-937E-EAB8-17AB-6556D99B07CF}"/>
              </a:ext>
            </a:extLst>
          </p:cNvPr>
          <p:cNvSpPr txBox="1"/>
          <p:nvPr/>
        </p:nvSpPr>
        <p:spPr>
          <a:xfrm>
            <a:off x="5318054" y="1198364"/>
            <a:ext cx="166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Negative Slope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0A837A-4A9F-50EC-17F6-09D2677B55C8}"/>
              </a:ext>
            </a:extLst>
          </p:cNvPr>
          <p:cNvCxnSpPr/>
          <p:nvPr/>
        </p:nvCxnSpPr>
        <p:spPr>
          <a:xfrm>
            <a:off x="6890327" y="1450109"/>
            <a:ext cx="2261394" cy="11453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B05D9F-C4F8-780D-7381-046B209D1DD9}"/>
                  </a:ext>
                </a:extLst>
              </p:cNvPr>
              <p:cNvSpPr txBox="1"/>
              <p:nvPr/>
            </p:nvSpPr>
            <p:spPr>
              <a:xfrm>
                <a:off x="7234887" y="2967335"/>
                <a:ext cx="383366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𝑣𝑒</m:t>
                        </m:r>
                      </m:e>
                    </m:d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𝑝𝑟𝑒𝑣𝑖𝑜𝑢𝑠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B05D9F-C4F8-780D-7381-046B209D1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887" y="2967335"/>
                <a:ext cx="3833668" cy="1200329"/>
              </a:xfrm>
              <a:prstGeom prst="rect">
                <a:avLst/>
              </a:prstGeom>
              <a:blipFill>
                <a:blip r:embed="rId6"/>
                <a:stretch>
                  <a:fillRect b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ECD498-CAD7-0342-86A2-87E3B43906FB}"/>
              </a:ext>
            </a:extLst>
          </p:cNvPr>
          <p:cNvCxnSpPr/>
          <p:nvPr/>
        </p:nvCxnSpPr>
        <p:spPr>
          <a:xfrm>
            <a:off x="2425123" y="2055550"/>
            <a:ext cx="0" cy="182880"/>
          </a:xfrm>
          <a:prstGeom prst="line">
            <a:avLst/>
          </a:prstGeom>
          <a:ln w="4762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A99CA4-ACB7-D15F-AD25-538FFA5AE696}"/>
                  </a:ext>
                </a:extLst>
              </p:cNvPr>
              <p:cNvSpPr txBox="1"/>
              <p:nvPr/>
            </p:nvSpPr>
            <p:spPr>
              <a:xfrm>
                <a:off x="2232217" y="2207195"/>
                <a:ext cx="3858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A99CA4-ACB7-D15F-AD25-538FFA5AE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217" y="2207195"/>
                <a:ext cx="385813" cy="461665"/>
              </a:xfrm>
              <a:prstGeom prst="rect">
                <a:avLst/>
              </a:prstGeom>
              <a:blipFill>
                <a:blip r:embed="rId7"/>
                <a:stretch>
                  <a:fillRect l="-3175" r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B00375-8780-536D-F1E6-E860C7945C79}"/>
              </a:ext>
            </a:extLst>
          </p:cNvPr>
          <p:cNvCxnSpPr/>
          <p:nvPr/>
        </p:nvCxnSpPr>
        <p:spPr>
          <a:xfrm>
            <a:off x="2136277" y="2055550"/>
            <a:ext cx="0" cy="182880"/>
          </a:xfrm>
          <a:prstGeom prst="line">
            <a:avLst/>
          </a:prstGeom>
          <a:ln w="47625">
            <a:solidFill>
              <a:srgbClr val="CC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57CE9D-49CC-A2A8-2DA7-CF2B0837591F}"/>
              </a:ext>
            </a:extLst>
          </p:cNvPr>
          <p:cNvCxnSpPr>
            <a:cxnSpLocks/>
          </p:cNvCxnSpPr>
          <p:nvPr/>
        </p:nvCxnSpPr>
        <p:spPr>
          <a:xfrm flipH="1" flipV="1">
            <a:off x="2553019" y="2614208"/>
            <a:ext cx="722902" cy="46241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06B6846-429D-5FB9-A7A5-AA055F7BCD78}"/>
              </a:ext>
            </a:extLst>
          </p:cNvPr>
          <p:cNvSpPr txBox="1"/>
          <p:nvPr/>
        </p:nvSpPr>
        <p:spPr>
          <a:xfrm>
            <a:off x="2841429" y="2985254"/>
            <a:ext cx="105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updated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82C846-CC23-836B-5434-3272C69516BD}"/>
              </a:ext>
            </a:extLst>
          </p:cNvPr>
          <p:cNvSpPr txBox="1"/>
          <p:nvPr/>
        </p:nvSpPr>
        <p:spPr>
          <a:xfrm>
            <a:off x="1158660" y="2985254"/>
            <a:ext cx="109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C9900"/>
                </a:solidFill>
              </a:rPr>
              <a:t>previous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386CEB-230E-D8F9-DB6E-C47A4BDC120E}"/>
              </a:ext>
            </a:extLst>
          </p:cNvPr>
          <p:cNvCxnSpPr>
            <a:cxnSpLocks/>
          </p:cNvCxnSpPr>
          <p:nvPr/>
        </p:nvCxnSpPr>
        <p:spPr>
          <a:xfrm flipV="1">
            <a:off x="1687299" y="2575559"/>
            <a:ext cx="288410" cy="501060"/>
          </a:xfrm>
          <a:prstGeom prst="straightConnector1">
            <a:avLst/>
          </a:prstGeom>
          <a:ln>
            <a:solidFill>
              <a:srgbClr val="CC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16C9E75-2D99-BFC6-ADF2-A802561A5EC4}"/>
                  </a:ext>
                </a:extLst>
              </p:cNvPr>
              <p:cNvSpPr txBox="1"/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16C9E75-2D99-BFC6-ADF2-A802561A5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740" y="1916157"/>
                <a:ext cx="683491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00509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65CB05-FB11-95FE-C763-1E7C7A097FEF}"/>
              </a:ext>
            </a:extLst>
          </p:cNvPr>
          <p:cNvCxnSpPr>
            <a:cxnSpLocks/>
          </p:cNvCxnSpPr>
          <p:nvPr/>
        </p:nvCxnSpPr>
        <p:spPr>
          <a:xfrm flipV="1">
            <a:off x="8153400" y="314325"/>
            <a:ext cx="0" cy="246888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087693-DA16-9FDB-7BA4-A491E26FEEAF}"/>
              </a:ext>
            </a:extLst>
          </p:cNvPr>
          <p:cNvCxnSpPr>
            <a:cxnSpLocks/>
          </p:cNvCxnSpPr>
          <p:nvPr/>
        </p:nvCxnSpPr>
        <p:spPr>
          <a:xfrm>
            <a:off x="7877175" y="2590800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D57B7A9-D070-E506-3638-4384B780DEE0}"/>
              </a:ext>
            </a:extLst>
          </p:cNvPr>
          <p:cNvSpPr/>
          <p:nvPr/>
        </p:nvSpPr>
        <p:spPr>
          <a:xfrm>
            <a:off x="8316276" y="526605"/>
            <a:ext cx="2732722" cy="200704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D83320-CBD8-2420-3D87-15D6052B4A95}"/>
                  </a:ext>
                </a:extLst>
              </p:cNvPr>
              <p:cNvSpPr txBox="1"/>
              <p:nvPr/>
            </p:nvSpPr>
            <p:spPr>
              <a:xfrm>
                <a:off x="133353" y="526605"/>
                <a:ext cx="4765295" cy="874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2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D83320-CBD8-2420-3D87-15D6052B4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3" y="526605"/>
                <a:ext cx="4765295" cy="8748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FC4421-467D-3B10-7915-6B413BD0C379}"/>
                  </a:ext>
                </a:extLst>
              </p:cNvPr>
              <p:cNvSpPr txBox="1"/>
              <p:nvPr/>
            </p:nvSpPr>
            <p:spPr>
              <a:xfrm>
                <a:off x="133353" y="1790700"/>
                <a:ext cx="6441250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sz="2400" dirty="0"/>
                  <a:t> is too small, gradient descent can be slow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sz="2400" dirty="0"/>
                  <a:t> is too large, gradient descent can overshoot</a:t>
                </a:r>
              </a:p>
              <a:p>
                <a:r>
                  <a:rPr lang="en-US" sz="2400" dirty="0"/>
                  <a:t>the minimum. It may fail to converge, or even</a:t>
                </a:r>
              </a:p>
              <a:p>
                <a:r>
                  <a:rPr lang="en-US" sz="2400" dirty="0"/>
                  <a:t>Diverge.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FC4421-467D-3B10-7915-6B413BD0C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3" y="1790700"/>
                <a:ext cx="6441250" cy="4154984"/>
              </a:xfrm>
              <a:prstGeom prst="rect">
                <a:avLst/>
              </a:prstGeom>
              <a:blipFill>
                <a:blip r:embed="rId3"/>
                <a:stretch>
                  <a:fillRect l="-1514" t="-1175" r="-662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93AB54C8-446D-5CB9-A406-B5866FDE4DC4}"/>
              </a:ext>
            </a:extLst>
          </p:cNvPr>
          <p:cNvSpPr/>
          <p:nvPr/>
        </p:nvSpPr>
        <p:spPr>
          <a:xfrm rot="19854339">
            <a:off x="8313101" y="719557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11FEC7-8A18-486C-CB73-86BFCC5F394C}"/>
              </a:ext>
            </a:extLst>
          </p:cNvPr>
          <p:cNvSpPr/>
          <p:nvPr/>
        </p:nvSpPr>
        <p:spPr>
          <a:xfrm rot="19854339">
            <a:off x="8431115" y="964261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E0719F-4124-4A30-C606-3440B0EF8661}"/>
              </a:ext>
            </a:extLst>
          </p:cNvPr>
          <p:cNvSpPr/>
          <p:nvPr/>
        </p:nvSpPr>
        <p:spPr>
          <a:xfrm rot="19854339">
            <a:off x="8549891" y="1189745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A744F3-1E49-C571-7357-EF9F1BBF6D13}"/>
              </a:ext>
            </a:extLst>
          </p:cNvPr>
          <p:cNvSpPr/>
          <p:nvPr/>
        </p:nvSpPr>
        <p:spPr>
          <a:xfrm rot="19854339">
            <a:off x="8667905" y="1434449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99DBE-AAB7-5EA3-9BE5-3249D3BF8305}"/>
              </a:ext>
            </a:extLst>
          </p:cNvPr>
          <p:cNvSpPr/>
          <p:nvPr/>
        </p:nvSpPr>
        <p:spPr>
          <a:xfrm rot="19854339">
            <a:off x="8794299" y="164585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A717F7-3466-168B-310E-90C67934C0DA}"/>
              </a:ext>
            </a:extLst>
          </p:cNvPr>
          <p:cNvSpPr/>
          <p:nvPr/>
        </p:nvSpPr>
        <p:spPr>
          <a:xfrm rot="19854339">
            <a:off x="8916635" y="1857266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012B09-44B3-833D-51FD-8EB66D2F7F75}"/>
              </a:ext>
            </a:extLst>
          </p:cNvPr>
          <p:cNvSpPr/>
          <p:nvPr/>
        </p:nvSpPr>
        <p:spPr>
          <a:xfrm rot="19220408">
            <a:off x="9079511" y="207891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A1D8CE5-DAE7-740D-BA5C-0D30A0649A8F}"/>
              </a:ext>
            </a:extLst>
          </p:cNvPr>
          <p:cNvSpPr/>
          <p:nvPr/>
        </p:nvSpPr>
        <p:spPr>
          <a:xfrm rot="19072169">
            <a:off x="9262961" y="2289680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7C68E4-6F70-2A4D-25FF-39AD2C86588B}"/>
              </a:ext>
            </a:extLst>
          </p:cNvPr>
          <p:cNvSpPr/>
          <p:nvPr/>
        </p:nvSpPr>
        <p:spPr>
          <a:xfrm rot="17993046">
            <a:off x="9495293" y="2432554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8D1425-1D0E-85D8-3D43-723FAD83A1F5}"/>
              </a:ext>
            </a:extLst>
          </p:cNvPr>
          <p:cNvCxnSpPr>
            <a:cxnSpLocks/>
          </p:cNvCxnSpPr>
          <p:nvPr/>
        </p:nvCxnSpPr>
        <p:spPr>
          <a:xfrm flipV="1">
            <a:off x="8288429" y="3946813"/>
            <a:ext cx="0" cy="246888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664F8E-6A9A-CDC3-62DA-2155D0282A72}"/>
              </a:ext>
            </a:extLst>
          </p:cNvPr>
          <p:cNvCxnSpPr>
            <a:cxnSpLocks/>
          </p:cNvCxnSpPr>
          <p:nvPr/>
        </p:nvCxnSpPr>
        <p:spPr>
          <a:xfrm>
            <a:off x="8012204" y="6223288"/>
            <a:ext cx="365950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2CE38BD-4233-64D8-DFBC-F1D7CDF35451}"/>
              </a:ext>
            </a:extLst>
          </p:cNvPr>
          <p:cNvSpPr/>
          <p:nvPr/>
        </p:nvSpPr>
        <p:spPr>
          <a:xfrm>
            <a:off x="8451305" y="4159093"/>
            <a:ext cx="2732722" cy="2007045"/>
          </a:xfrm>
          <a:custGeom>
            <a:avLst/>
            <a:gdLst>
              <a:gd name="connsiteX0" fmla="*/ 0 w 2103120"/>
              <a:gd name="connsiteY0" fmla="*/ 101600 h 1737615"/>
              <a:gd name="connsiteX1" fmla="*/ 1066800 w 2103120"/>
              <a:gd name="connsiteY1" fmla="*/ 1737360 h 1737615"/>
              <a:gd name="connsiteX2" fmla="*/ 2103120 w 2103120"/>
              <a:gd name="connsiteY2" fmla="*/ 0 h 173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3120" h="1737615">
                <a:moveTo>
                  <a:pt x="0" y="101600"/>
                </a:moveTo>
                <a:cubicBezTo>
                  <a:pt x="358140" y="927946"/>
                  <a:pt x="716280" y="1754293"/>
                  <a:pt x="1066800" y="1737360"/>
                </a:cubicBezTo>
                <a:cubicBezTo>
                  <a:pt x="1417320" y="1720427"/>
                  <a:pt x="1760220" y="860213"/>
                  <a:pt x="2103120" y="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2291C8-4609-5ADC-0150-93C71F245E40}"/>
              </a:ext>
            </a:extLst>
          </p:cNvPr>
          <p:cNvSpPr/>
          <p:nvPr/>
        </p:nvSpPr>
        <p:spPr>
          <a:xfrm rot="19854339">
            <a:off x="8448130" y="4352045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F208A7A-CDC0-1E5E-0B9F-42EB323AFEAF}"/>
              </a:ext>
            </a:extLst>
          </p:cNvPr>
          <p:cNvSpPr/>
          <p:nvPr/>
        </p:nvSpPr>
        <p:spPr>
          <a:xfrm rot="19854339">
            <a:off x="10883894" y="452054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3578CBA-282D-CC9A-66F4-0F55BC6D3E2A}"/>
              </a:ext>
            </a:extLst>
          </p:cNvPr>
          <p:cNvSpPr/>
          <p:nvPr/>
        </p:nvSpPr>
        <p:spPr>
          <a:xfrm rot="19854339">
            <a:off x="8802934" y="5066937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6A75958-34BB-3BD6-19F7-D47D44C45EF1}"/>
              </a:ext>
            </a:extLst>
          </p:cNvPr>
          <p:cNvSpPr/>
          <p:nvPr/>
        </p:nvSpPr>
        <p:spPr>
          <a:xfrm rot="18324781">
            <a:off x="10363889" y="5537832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5797CBD-82C0-B9EB-691D-C5B5522758CB}"/>
              </a:ext>
            </a:extLst>
          </p:cNvPr>
          <p:cNvSpPr/>
          <p:nvPr/>
        </p:nvSpPr>
        <p:spPr>
          <a:xfrm rot="19072169">
            <a:off x="9397990" y="592216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B72B6B5-1876-0F60-41AB-711400F289C8}"/>
              </a:ext>
            </a:extLst>
          </p:cNvPr>
          <p:cNvSpPr/>
          <p:nvPr/>
        </p:nvSpPr>
        <p:spPr>
          <a:xfrm rot="17993046">
            <a:off x="9726227" y="6074698"/>
            <a:ext cx="182880" cy="18288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BA673B-0D92-3993-D326-BF7B0CDF5A88}"/>
              </a:ext>
            </a:extLst>
          </p:cNvPr>
          <p:cNvCxnSpPr>
            <a:cxnSpLocks/>
            <a:stCxn id="34" idx="6"/>
            <a:endCxn id="33" idx="1"/>
          </p:cNvCxnSpPr>
          <p:nvPr/>
        </p:nvCxnSpPr>
        <p:spPr>
          <a:xfrm flipV="1">
            <a:off x="9557244" y="5644501"/>
            <a:ext cx="807922" cy="30776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BAC6F51-AA28-292F-038C-348E7332F7FE}"/>
              </a:ext>
            </a:extLst>
          </p:cNvPr>
          <p:cNvCxnSpPr>
            <a:cxnSpLocks/>
            <a:stCxn id="30" idx="6"/>
            <a:endCxn id="33" idx="1"/>
          </p:cNvCxnSpPr>
          <p:nvPr/>
        </p:nvCxnSpPr>
        <p:spPr>
          <a:xfrm>
            <a:off x="8974276" y="5113914"/>
            <a:ext cx="1390890" cy="530587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66F031-D655-9BB3-F164-879E5301BF23}"/>
              </a:ext>
            </a:extLst>
          </p:cNvPr>
          <p:cNvCxnSpPr>
            <a:cxnSpLocks/>
            <a:stCxn id="30" idx="6"/>
            <a:endCxn id="28" idx="1"/>
          </p:cNvCxnSpPr>
          <p:nvPr/>
        </p:nvCxnSpPr>
        <p:spPr>
          <a:xfrm flipV="1">
            <a:off x="8974276" y="4586928"/>
            <a:ext cx="1913119" cy="52698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D76570-F6EC-5D43-BE4F-29F0BF75C728}"/>
              </a:ext>
            </a:extLst>
          </p:cNvPr>
          <p:cNvCxnSpPr>
            <a:cxnSpLocks/>
            <a:stCxn id="27" idx="6"/>
            <a:endCxn id="28" idx="1"/>
          </p:cNvCxnSpPr>
          <p:nvPr/>
        </p:nvCxnSpPr>
        <p:spPr>
          <a:xfrm>
            <a:off x="8619472" y="4399022"/>
            <a:ext cx="2267923" cy="187906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8479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3F15CEEC-21BD-C209-97D7-D5AA12B85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9"/>
          <a:stretch/>
        </p:blipFill>
        <p:spPr>
          <a:xfrm>
            <a:off x="323273" y="580737"/>
            <a:ext cx="9550400" cy="514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6441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0434C-F1C9-4281-B6C9-3A55BDF5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58C51D95-0AB1-A352-BECE-635919252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9"/>
          <a:stretch/>
        </p:blipFill>
        <p:spPr>
          <a:xfrm>
            <a:off x="323273" y="580737"/>
            <a:ext cx="9550400" cy="5143288"/>
          </a:xfrm>
          <a:prstGeom prst="rect">
            <a:avLst/>
          </a:prstGeom>
        </p:spPr>
      </p:pic>
      <p:pic>
        <p:nvPicPr>
          <p:cNvPr id="6" name="Picture 5" descr="A graph with a curve and a line&#10;&#10;Description automatically generated with medium confidence">
            <a:extLst>
              <a:ext uri="{FF2B5EF4-FFF2-40B4-BE49-F238E27FC236}">
                <a16:creationId xmlns:a16="http://schemas.microsoft.com/office/drawing/2014/main" id="{E82175B0-F3AA-3948-AD5B-08BF595B4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12" t="22963" b="4074"/>
          <a:stretch/>
        </p:blipFill>
        <p:spPr>
          <a:xfrm>
            <a:off x="4889499" y="1819423"/>
            <a:ext cx="4984173" cy="391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930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arison of equations with a black text&#10;&#10;Description automatically generated with medium confidence">
            <a:extLst>
              <a:ext uri="{FF2B5EF4-FFF2-40B4-BE49-F238E27FC236}">
                <a16:creationId xmlns:a16="http://schemas.microsoft.com/office/drawing/2014/main" id="{740541AD-B7AC-3A44-256C-BAF83EB5B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" t="8889" r="1874" b="8333"/>
          <a:stretch/>
        </p:blipFill>
        <p:spPr>
          <a:xfrm>
            <a:off x="916125" y="847725"/>
            <a:ext cx="10359749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8723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24C30-D9FA-72E2-08D5-30039E72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A7873A-0704-B8E6-3F8F-3AAAF04273DD}"/>
                  </a:ext>
                </a:extLst>
              </p:cNvPr>
              <p:cNvSpPr txBox="1"/>
              <p:nvPr/>
            </p:nvSpPr>
            <p:spPr>
              <a:xfrm>
                <a:off x="304799" y="610539"/>
                <a:ext cx="8467726" cy="825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A7873A-0704-B8E6-3F8F-3AAAF0427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610539"/>
                <a:ext cx="8467726" cy="8252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661720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6F265-E399-E05A-4560-CEB15387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41F706-8E43-C9E2-32B3-A17EFDC08F4D}"/>
                  </a:ext>
                </a:extLst>
              </p:cNvPr>
              <p:cNvSpPr txBox="1"/>
              <p:nvPr/>
            </p:nvSpPr>
            <p:spPr>
              <a:xfrm>
                <a:off x="304799" y="610539"/>
                <a:ext cx="8467726" cy="1989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  <a:p>
                <a:r>
                  <a:rPr lang="en-US" sz="2800" dirty="0"/>
                  <a:t>    </a:t>
                </a:r>
              </a:p>
              <a:p>
                <a:r>
                  <a:rPr lang="en-US" sz="2800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 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41F706-8E43-C9E2-32B3-A17EFDC08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610539"/>
                <a:ext cx="8467726" cy="19891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8DBA86E-49C6-6054-2426-8B89410399C0}"/>
                  </a:ext>
                </a:extLst>
              </p14:cNvPr>
              <p14:cNvContentPartPr/>
              <p14:nvPr/>
            </p14:nvContentPartPr>
            <p14:xfrm>
              <a:off x="5095995" y="1295565"/>
              <a:ext cx="1143360" cy="9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8DBA86E-49C6-6054-2426-8B89410399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9875" y="1289445"/>
                <a:ext cx="11556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9A5BCFD-7EA9-2AD8-FD12-EA332C1AF2A3}"/>
                  </a:ext>
                </a:extLst>
              </p14:cNvPr>
              <p14:cNvContentPartPr/>
              <p14:nvPr/>
            </p14:nvContentPartPr>
            <p14:xfrm>
              <a:off x="5648235" y="1314285"/>
              <a:ext cx="276840" cy="50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9A5BCFD-7EA9-2AD8-FD12-EA332C1AF2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42115" y="1308165"/>
                <a:ext cx="28908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DD0CF7F-F9DF-24B8-4104-CCF49F4A9FB4}"/>
                  </a:ext>
                </a:extLst>
              </p14:cNvPr>
              <p14:cNvContentPartPr/>
              <p14:nvPr/>
            </p14:nvContentPartPr>
            <p14:xfrm>
              <a:off x="5781795" y="1709925"/>
              <a:ext cx="143280" cy="111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DD0CF7F-F9DF-24B8-4104-CCF49F4A9F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75675" y="1703805"/>
                <a:ext cx="155520" cy="1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069614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FEAEB-4F5A-C8AB-AA06-72B90ABE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88CD62-BB71-3158-1E34-7B9B746A7E3B}"/>
                  </a:ext>
                </a:extLst>
              </p:cNvPr>
              <p:cNvSpPr txBox="1"/>
              <p:nvPr/>
            </p:nvSpPr>
            <p:spPr>
              <a:xfrm>
                <a:off x="304799" y="610539"/>
                <a:ext cx="8467726" cy="1989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  <a:p>
                <a:r>
                  <a:rPr lang="en-US" sz="2800" dirty="0"/>
                  <a:t>    </a:t>
                </a:r>
              </a:p>
              <a:p>
                <a:r>
                  <a:rPr lang="en-US" sz="2800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 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88CD62-BB71-3158-1E34-7B9B746A7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610539"/>
                <a:ext cx="8467726" cy="19891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02CE80D-F6D4-FA6A-9656-887656B0DAB4}"/>
                  </a:ext>
                </a:extLst>
              </p14:cNvPr>
              <p14:cNvContentPartPr/>
              <p14:nvPr/>
            </p14:nvContentPartPr>
            <p14:xfrm>
              <a:off x="5095995" y="1295565"/>
              <a:ext cx="1143360" cy="9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02CE80D-F6D4-FA6A-9656-887656B0DA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9875" y="1289445"/>
                <a:ext cx="11556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5BBF9A5-09EB-129A-A932-F66230CEBCF9}"/>
                  </a:ext>
                </a:extLst>
              </p14:cNvPr>
              <p14:cNvContentPartPr/>
              <p14:nvPr/>
            </p14:nvContentPartPr>
            <p14:xfrm>
              <a:off x="5648235" y="1314285"/>
              <a:ext cx="276840" cy="50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5BBF9A5-09EB-129A-A932-F66230CEBC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42115" y="1308165"/>
                <a:ext cx="28908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6E1E715-C419-525C-0ED1-E941B1B375CB}"/>
                  </a:ext>
                </a:extLst>
              </p14:cNvPr>
              <p14:cNvContentPartPr/>
              <p14:nvPr/>
            </p14:nvContentPartPr>
            <p14:xfrm>
              <a:off x="5781795" y="1709925"/>
              <a:ext cx="143280" cy="111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6E1E715-C419-525C-0ED1-E941B1B375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75675" y="1703805"/>
                <a:ext cx="155520" cy="1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601800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38D8-1B77-CF17-09B8-8FE86F2B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033251-C133-39A0-3594-B610BA06CB98}"/>
                  </a:ext>
                </a:extLst>
              </p:cNvPr>
              <p:cNvSpPr txBox="1"/>
              <p:nvPr/>
            </p:nvSpPr>
            <p:spPr>
              <a:xfrm>
                <a:off x="304799" y="610539"/>
                <a:ext cx="8467726" cy="1989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  <a:p>
                <a:r>
                  <a:rPr lang="en-US" sz="2800" dirty="0"/>
                  <a:t>    </a:t>
                </a:r>
              </a:p>
              <a:p>
                <a:r>
                  <a:rPr lang="en-US" sz="2800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 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033251-C133-39A0-3594-B610BA06C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610539"/>
                <a:ext cx="8467726" cy="19891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B67822-2FC3-14BA-09CF-C91371F1D31B}"/>
                  </a:ext>
                </a:extLst>
              </p:cNvPr>
              <p:cNvSpPr txBox="1"/>
              <p:nvPr/>
            </p:nvSpPr>
            <p:spPr>
              <a:xfrm>
                <a:off x="685800" y="4438650"/>
                <a:ext cx="6839373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B67822-2FC3-14BA-09CF-C91371F1D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438650"/>
                <a:ext cx="6839373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26272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9AFBB-B366-2C64-C962-7EB45815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74DC0D-3799-CB4E-20EC-2BB2E6576DCC}"/>
                  </a:ext>
                </a:extLst>
              </p:cNvPr>
              <p:cNvSpPr txBox="1"/>
              <p:nvPr/>
            </p:nvSpPr>
            <p:spPr>
              <a:xfrm>
                <a:off x="304799" y="610539"/>
                <a:ext cx="8467726" cy="1892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  <a:p>
                <a:r>
                  <a:rPr lang="en-US" sz="2800" dirty="0"/>
                  <a:t>    </a:t>
                </a:r>
              </a:p>
              <a:p>
                <a:r>
                  <a:rPr lang="en-US" sz="2800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 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74DC0D-3799-CB4E-20EC-2BB2E6576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610539"/>
                <a:ext cx="8467726" cy="18923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608474-ADC5-DCC4-B09D-A73C62F7C035}"/>
                  </a:ext>
                </a:extLst>
              </p:cNvPr>
              <p:cNvSpPr txBox="1"/>
              <p:nvPr/>
            </p:nvSpPr>
            <p:spPr>
              <a:xfrm>
                <a:off x="685800" y="4438650"/>
                <a:ext cx="6839373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608474-ADC5-DCC4-B09D-A73C62F7C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438650"/>
                <a:ext cx="6839373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FB4539-1B6A-9F3C-0506-5637B0A766AB}"/>
                  </a:ext>
                </a:extLst>
              </p:cNvPr>
              <p:cNvSpPr txBox="1"/>
              <p:nvPr/>
            </p:nvSpPr>
            <p:spPr>
              <a:xfrm>
                <a:off x="685800" y="5410200"/>
                <a:ext cx="7484806" cy="5868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/>
                  <a:t>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FB4539-1B6A-9F3C-0506-5637B0A76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410200"/>
                <a:ext cx="7484806" cy="586827"/>
              </a:xfrm>
              <a:prstGeom prst="rect">
                <a:avLst/>
              </a:prstGeom>
              <a:blipFill>
                <a:blip r:embed="rId4"/>
                <a:stretch>
                  <a:fillRect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28299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2FC14F-0F6A-371E-36DD-416856EB41D9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3472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          (Simultaneously update</a:t>
                </a:r>
              </a:p>
              <a:p>
                <a:r>
                  <a:rPr lang="en-US" sz="2400" dirty="0"/>
                  <a:t>					                    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j=0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j=1</a:t>
                </a:r>
                <a:r>
                  <a:rPr lang="en-US" sz="2400" dirty="0"/>
                  <a:t>)  </a:t>
                </a:r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2FC14F-0F6A-371E-36DD-416856EB4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3472169"/>
              </a:xfrm>
              <a:prstGeom prst="rect">
                <a:avLst/>
              </a:prstGeom>
              <a:blipFill>
                <a:blip r:embed="rId2"/>
                <a:stretch>
                  <a:fillRect l="-1301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93979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CCE5-49FE-43ED-B0CD-4ABD077D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A3C5F6-A840-493E-85D4-3AE5C0E3D788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4172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A3C5F6-A840-493E-85D4-3AE5C0E3D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4172296"/>
              </a:xfrm>
              <a:prstGeom prst="rect">
                <a:avLst/>
              </a:prstGeom>
              <a:blipFill>
                <a:blip r:embed="rId2"/>
                <a:stretch>
                  <a:fillRect l="-1301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724179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5440-58C5-E6EB-B63C-13E8F5EF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30F422-7959-0980-ED47-ACCEBD3DFD01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4172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30F422-7959-0980-ED47-ACCEBD3DF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4172296"/>
              </a:xfrm>
              <a:prstGeom prst="rect">
                <a:avLst/>
              </a:prstGeom>
              <a:blipFill>
                <a:blip r:embed="rId2"/>
                <a:stretch>
                  <a:fillRect l="-1301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BF6829-9B09-CEF5-C36F-6E7CBBA58264}"/>
                  </a:ext>
                </a:extLst>
              </p:cNvPr>
              <p:cNvSpPr txBox="1"/>
              <p:nvPr/>
            </p:nvSpPr>
            <p:spPr>
              <a:xfrm>
                <a:off x="2225964" y="4972050"/>
                <a:ext cx="6839373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BF6829-9B09-CEF5-C36F-6E7CBBA58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4972050"/>
                <a:ext cx="6839373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79EE193-CB69-396E-1C67-BE97B7E5B5D8}"/>
                  </a:ext>
                </a:extLst>
              </p14:cNvPr>
              <p14:cNvContentPartPr/>
              <p14:nvPr/>
            </p14:nvContentPartPr>
            <p14:xfrm>
              <a:off x="5905635" y="5618445"/>
              <a:ext cx="3168360" cy="3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79EE193-CB69-396E-1C67-BE97B7E5B5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7635" y="5600805"/>
                <a:ext cx="32040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8D39F8-2C46-8E0C-D9AA-DC15C2FE6B1B}"/>
                  </a:ext>
                </a:extLst>
              </p14:cNvPr>
              <p14:cNvContentPartPr/>
              <p14:nvPr/>
            </p14:nvContentPartPr>
            <p14:xfrm>
              <a:off x="6689715" y="2770845"/>
              <a:ext cx="2799000" cy="2468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8D39F8-2C46-8E0C-D9AA-DC15C2FE6B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2075" y="2752845"/>
                <a:ext cx="2834640" cy="250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216396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9611-7F4B-6D2C-6165-991CFCCA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F1D50EC-DF1B-BA6C-B849-3C2353210145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4172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F1D50EC-DF1B-BA6C-B849-3C2353210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4172296"/>
              </a:xfrm>
              <a:prstGeom prst="rect">
                <a:avLst/>
              </a:prstGeom>
              <a:blipFill>
                <a:blip r:embed="rId2"/>
                <a:stretch>
                  <a:fillRect l="-1301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FC62BE-DCA6-2CF7-308D-0F9E83EAB2A3}"/>
                  </a:ext>
                </a:extLst>
              </p:cNvPr>
              <p:cNvSpPr txBox="1"/>
              <p:nvPr/>
            </p:nvSpPr>
            <p:spPr>
              <a:xfrm>
                <a:off x="2225964" y="4972050"/>
                <a:ext cx="6839373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FC62BE-DCA6-2CF7-308D-0F9E83EA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4972050"/>
                <a:ext cx="6839373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33986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9BA9-6269-C3BC-3FE7-DC1AA7846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02D347-FA9E-A577-0773-7F157415BEEA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4172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02D347-FA9E-A577-0773-7F157415B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4172296"/>
              </a:xfrm>
              <a:prstGeom prst="rect">
                <a:avLst/>
              </a:prstGeom>
              <a:blipFill>
                <a:blip r:embed="rId2"/>
                <a:stretch>
                  <a:fillRect l="-1301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1B57BA-FCD1-3822-BF44-FACED4C113AF}"/>
                  </a:ext>
                </a:extLst>
              </p:cNvPr>
              <p:cNvSpPr txBox="1"/>
              <p:nvPr/>
            </p:nvSpPr>
            <p:spPr>
              <a:xfrm>
                <a:off x="2225964" y="4972050"/>
                <a:ext cx="6839373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1B57BA-FCD1-3822-BF44-FACED4C11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4972050"/>
                <a:ext cx="6839373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9FD233-8CED-932D-ECD7-C591B2E625AD}"/>
                  </a:ext>
                </a:extLst>
              </p:cNvPr>
              <p:cNvSpPr txBox="1"/>
              <p:nvPr/>
            </p:nvSpPr>
            <p:spPr>
              <a:xfrm>
                <a:off x="2225964" y="5824547"/>
                <a:ext cx="7484806" cy="5868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/>
                  <a:t>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9FD233-8CED-932D-ECD7-C591B2E62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824547"/>
                <a:ext cx="7484806" cy="586827"/>
              </a:xfrm>
              <a:prstGeom prst="rect">
                <a:avLst/>
              </a:prstGeom>
              <a:blipFill>
                <a:blip r:embed="rId4"/>
                <a:stretch>
                  <a:fillRect b="-11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1A4B4D-4560-0CCC-93AE-3347DE27D54F}"/>
                  </a:ext>
                </a:extLst>
              </p14:cNvPr>
              <p14:cNvContentPartPr/>
              <p14:nvPr/>
            </p14:nvContentPartPr>
            <p14:xfrm>
              <a:off x="5981595" y="6438060"/>
              <a:ext cx="3575160" cy="87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1A4B4D-4560-0CCC-93AE-3347DE27D5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63595" y="6420060"/>
                <a:ext cx="36108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262AAF-C5AA-3E52-5DAC-40D0D35FC265}"/>
                  </a:ext>
                </a:extLst>
              </p14:cNvPr>
              <p14:cNvContentPartPr/>
              <p14:nvPr/>
            </p14:nvContentPartPr>
            <p14:xfrm>
              <a:off x="6845955" y="3761100"/>
              <a:ext cx="3270960" cy="2449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262AAF-C5AA-3E52-5DAC-40D0D35FC2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28315" y="3743460"/>
                <a:ext cx="3306600" cy="248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246980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F32BA-43BF-D69E-525F-E8489FD26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54064F8-B77F-95DB-8674-1AF7A97A1817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3998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800" dirty="0"/>
                      <m:t> . 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800" dirty="0"/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54064F8-B77F-95DB-8674-1AF7A97A1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3998274"/>
              </a:xfrm>
              <a:prstGeom prst="rect">
                <a:avLst/>
              </a:prstGeom>
              <a:blipFill>
                <a:blip r:embed="rId2"/>
                <a:stretch>
                  <a:fillRect l="-1301" t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E1C4B2-783E-DD6A-10CB-42336362B63C}"/>
                  </a:ext>
                </a:extLst>
              </p:cNvPr>
              <p:cNvSpPr txBox="1"/>
              <p:nvPr/>
            </p:nvSpPr>
            <p:spPr>
              <a:xfrm>
                <a:off x="2225964" y="4972050"/>
                <a:ext cx="6839373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E1C4B2-783E-DD6A-10CB-42336362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4972050"/>
                <a:ext cx="6839373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2EE983-8DB0-D0CE-4511-FB72FDBCD266}"/>
                  </a:ext>
                </a:extLst>
              </p:cNvPr>
              <p:cNvSpPr txBox="1"/>
              <p:nvPr/>
            </p:nvSpPr>
            <p:spPr>
              <a:xfrm>
                <a:off x="2225964" y="5824547"/>
                <a:ext cx="7484806" cy="5868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 :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2400" dirty="0">
                        <a:solidFill>
                          <a:srgbClr val="0000FF"/>
                        </a:solidFill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/>
                  <a:t>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2EE983-8DB0-D0CE-4511-FB72FDBCD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824547"/>
                <a:ext cx="7484806" cy="586827"/>
              </a:xfrm>
              <a:prstGeom prst="rect">
                <a:avLst/>
              </a:prstGeom>
              <a:blipFill>
                <a:blip r:embed="rId4"/>
                <a:stretch>
                  <a:fillRect b="-11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9603590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7FAE8-1B11-454B-59FC-C3B21E5A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DE5DCD-5114-8489-CE6D-4E7E64ADBFD6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4391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800" dirty="0"/>
                      <m:t> . 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5DE5DCD-5114-8489-CE6D-4E7E64ADB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4391459"/>
              </a:xfrm>
              <a:prstGeom prst="rect">
                <a:avLst/>
              </a:prstGeom>
              <a:blipFill>
                <a:blip r:embed="rId2"/>
                <a:stretch>
                  <a:fillRect l="-1301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0976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C69C-BD8F-ACF1-DDDF-BCD7A76B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7B96F4-7E89-926A-16E5-4E9F574D5F70}"/>
                  </a:ext>
                </a:extLst>
              </p:cNvPr>
              <p:cNvSpPr txBox="1"/>
              <p:nvPr/>
            </p:nvSpPr>
            <p:spPr>
              <a:xfrm>
                <a:off x="2225964" y="548640"/>
                <a:ext cx="9365672" cy="4391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Gradient descent algorithm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Repeat until convergence {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/>
                  <a:t> 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ox>
                      <m:box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sz="2800" dirty="0"/>
                      <m:t> . 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800" dirty="0"/>
              </a:p>
              <a:p>
                <a:endParaRPr lang="en-US" sz="2400" dirty="0"/>
              </a:p>
              <a:p>
                <a:r>
                  <a:rPr lang="en-US" sz="2400" dirty="0"/>
                  <a:t>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7B96F4-7E89-926A-16E5-4E9F574D5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64" y="548640"/>
                <a:ext cx="9365672" cy="4391459"/>
              </a:xfrm>
              <a:prstGeom prst="rect">
                <a:avLst/>
              </a:prstGeom>
              <a:blipFill>
                <a:blip r:embed="rId2"/>
                <a:stretch>
                  <a:fillRect l="-1301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47733FBA-8BF2-F0C7-BB05-A1A204F90BC0}"/>
              </a:ext>
            </a:extLst>
          </p:cNvPr>
          <p:cNvSpPr/>
          <p:nvPr/>
        </p:nvSpPr>
        <p:spPr>
          <a:xfrm>
            <a:off x="9258300" y="2162175"/>
            <a:ext cx="457200" cy="1590675"/>
          </a:xfrm>
          <a:prstGeom prst="righ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597332-7FBB-DB57-78D5-3DD9B697BBF6}"/>
                  </a:ext>
                </a:extLst>
              </p:cNvPr>
              <p:cNvSpPr txBox="1"/>
              <p:nvPr/>
            </p:nvSpPr>
            <p:spPr>
              <a:xfrm>
                <a:off x="9610725" y="2357347"/>
                <a:ext cx="228819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Update</a:t>
                </a:r>
              </a:p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400" dirty="0"/>
                  <a:t>simultaneously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597332-7FBB-DB57-78D5-3DD9B697B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0725" y="2357347"/>
                <a:ext cx="2288191" cy="1200329"/>
              </a:xfrm>
              <a:prstGeom prst="rect">
                <a:avLst/>
              </a:prstGeom>
              <a:blipFill>
                <a:blip r:embed="rId3"/>
                <a:stretch>
                  <a:fillRect l="-4000" t="-4061" r="-3467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93599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with a rainbow colored curve&#10;&#10;Description automatically generated with medium confidence">
            <a:extLst>
              <a:ext uri="{FF2B5EF4-FFF2-40B4-BE49-F238E27FC236}">
                <a16:creationId xmlns:a16="http://schemas.microsoft.com/office/drawing/2014/main" id="{05957E5B-966F-299E-57D4-D07E6F0C2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2" t="10833" r="20000" b="5556"/>
          <a:stretch/>
        </p:blipFill>
        <p:spPr>
          <a:xfrm>
            <a:off x="2381249" y="561974"/>
            <a:ext cx="7191375" cy="54387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613E04-9F20-430A-334A-0AC2639A179E}"/>
              </a:ext>
            </a:extLst>
          </p:cNvPr>
          <p:cNvSpPr/>
          <p:nvPr/>
        </p:nvSpPr>
        <p:spPr>
          <a:xfrm>
            <a:off x="2209800" y="2219325"/>
            <a:ext cx="62865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41ED25-009C-935D-DE23-8777E2127499}"/>
                  </a:ext>
                </a:extLst>
              </p:cNvPr>
              <p:cNvSpPr txBox="1"/>
              <p:nvPr/>
            </p:nvSpPr>
            <p:spPr>
              <a:xfrm rot="16200000">
                <a:off x="2124075" y="3074342"/>
                <a:ext cx="800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41ED25-009C-935D-DE23-8777E2127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124075" y="3074342"/>
                <a:ext cx="800100" cy="461665"/>
              </a:xfrm>
              <a:prstGeom prst="rect">
                <a:avLst/>
              </a:prstGeom>
              <a:blipFill>
                <a:blip r:embed="rId3"/>
                <a:stretch>
                  <a:fillRect t="-54962" r="-11842" b="-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0E64B7-8707-1525-211D-8A3F522A26C1}"/>
                  </a:ext>
                </a:extLst>
              </p:cNvPr>
              <p:cNvSpPr txBox="1"/>
              <p:nvPr/>
            </p:nvSpPr>
            <p:spPr>
              <a:xfrm>
                <a:off x="3857626" y="5539014"/>
                <a:ext cx="8001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0E64B7-8707-1525-211D-8A3F522A2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26" y="5539014"/>
                <a:ext cx="80010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35CDBC-C7B4-0CDF-5BEC-73CA09D6F679}"/>
                  </a:ext>
                </a:extLst>
              </p:cNvPr>
              <p:cNvSpPr txBox="1"/>
              <p:nvPr/>
            </p:nvSpPr>
            <p:spPr>
              <a:xfrm>
                <a:off x="6905626" y="5539013"/>
                <a:ext cx="80010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35CDBC-C7B4-0CDF-5BEC-73CA09D6F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626" y="5539013"/>
                <a:ext cx="800100" cy="461665"/>
              </a:xfrm>
              <a:prstGeom prst="rect">
                <a:avLst/>
              </a:prstGeom>
              <a:blipFill>
                <a:blip r:embed="rId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4560531-2A92-81F0-C47B-32A4851CB9F2}"/>
              </a:ext>
            </a:extLst>
          </p:cNvPr>
          <p:cNvSpPr txBox="1"/>
          <p:nvPr/>
        </p:nvSpPr>
        <p:spPr>
          <a:xfrm>
            <a:off x="8894597" y="485775"/>
            <a:ext cx="2975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The loss function of </a:t>
            </a:r>
          </a:p>
          <a:p>
            <a:pPr algn="ctr"/>
            <a:r>
              <a:rPr lang="en-US" sz="2400" dirty="0"/>
              <a:t>a Linear Regression</a:t>
            </a:r>
          </a:p>
          <a:p>
            <a:pPr algn="ctr"/>
            <a:r>
              <a:rPr lang="en-US" sz="2400" dirty="0"/>
              <a:t>is always a 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</a:rPr>
              <a:t>CONVEX FUNCTION</a:t>
            </a:r>
          </a:p>
        </p:txBody>
      </p:sp>
    </p:spTree>
    <p:extLst>
      <p:ext uri="{BB962C8B-B14F-4D97-AF65-F5344CB8AC3E}">
        <p14:creationId xmlns:p14="http://schemas.microsoft.com/office/powerpoint/2010/main" val="212662503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4011ED33-DEEA-107D-6C25-22F732677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3767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DFC5453C-EDF6-E35C-0F00-DFD8FD51E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9408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E5E4A284-2248-4001-776C-FFC437922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2260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A35B5E6C-EFBA-D993-5B15-E5DBED8DA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7989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A0F42FE3-3289-9261-4D6D-DA3F29681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5102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9BBBE1E6-7563-F9BC-85BE-8925BD8E1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063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ED5014CC-E21B-296D-5D3E-F3E1539BD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3274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58F3DA06-2D7A-4316-F242-BA1899564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5608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 of a function&#10;&#10;Description automatically generated">
            <a:extLst>
              <a:ext uri="{FF2B5EF4-FFF2-40B4-BE49-F238E27FC236}">
                <a16:creationId xmlns:a16="http://schemas.microsoft.com/office/drawing/2014/main" id="{29266CC3-86E1-AA6C-AAC5-D04B0A37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2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5627</TotalTime>
  <Words>4094</Words>
  <Application>Microsoft Office PowerPoint</Application>
  <PresentationFormat>Widescreen</PresentationFormat>
  <Paragraphs>1089</Paragraphs>
  <Slides>209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209</vt:i4>
      </vt:variant>
    </vt:vector>
  </HeadingPairs>
  <TitlesOfParts>
    <vt:vector size="215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50</cp:revision>
  <dcterms:created xsi:type="dcterms:W3CDTF">2025-01-23T06:33:42Z</dcterms:created>
  <dcterms:modified xsi:type="dcterms:W3CDTF">2025-01-30T05:33:28Z</dcterms:modified>
</cp:coreProperties>
</file>