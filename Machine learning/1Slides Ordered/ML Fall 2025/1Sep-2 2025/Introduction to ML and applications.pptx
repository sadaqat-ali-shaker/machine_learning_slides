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78"/>
  </p:notesMasterIdLst>
  <p:sldIdLst>
    <p:sldId id="29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94" r:id="rId17"/>
    <p:sldId id="298" r:id="rId18"/>
    <p:sldId id="302" r:id="rId19"/>
    <p:sldId id="299" r:id="rId20"/>
    <p:sldId id="305" r:id="rId21"/>
    <p:sldId id="306" r:id="rId22"/>
    <p:sldId id="307" r:id="rId23"/>
    <p:sldId id="308" r:id="rId24"/>
    <p:sldId id="309" r:id="rId25"/>
    <p:sldId id="329" r:id="rId26"/>
    <p:sldId id="311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63" r:id="rId52"/>
    <p:sldId id="357" r:id="rId53"/>
    <p:sldId id="359" r:id="rId54"/>
    <p:sldId id="358" r:id="rId55"/>
    <p:sldId id="360" r:id="rId56"/>
    <p:sldId id="361" r:id="rId57"/>
    <p:sldId id="362" r:id="rId58"/>
    <p:sldId id="364" r:id="rId59"/>
    <p:sldId id="274" r:id="rId60"/>
    <p:sldId id="275" r:id="rId61"/>
    <p:sldId id="276" r:id="rId62"/>
    <p:sldId id="277" r:id="rId63"/>
    <p:sldId id="278" r:id="rId64"/>
    <p:sldId id="280" r:id="rId65"/>
    <p:sldId id="281" r:id="rId66"/>
    <p:sldId id="312" r:id="rId67"/>
    <p:sldId id="318" r:id="rId68"/>
    <p:sldId id="315" r:id="rId69"/>
    <p:sldId id="317" r:id="rId70"/>
    <p:sldId id="321" r:id="rId71"/>
    <p:sldId id="320" r:id="rId72"/>
    <p:sldId id="331" r:id="rId73"/>
    <p:sldId id="322" r:id="rId74"/>
    <p:sldId id="319" r:id="rId75"/>
    <p:sldId id="324" r:id="rId76"/>
    <p:sldId id="316" r:id="rId7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79"/>
      <p:bold r:id="rId80"/>
      <p:italic r:id="rId81"/>
      <p:boldItalic r:id="rId82"/>
    </p:embeddedFont>
    <p:embeddedFont>
      <p:font typeface="Gill Sans" panose="020B0604020202020204" charset="0"/>
      <p:regular r:id="rId83"/>
      <p:bold r:id="rId84"/>
    </p:embeddedFont>
    <p:embeddedFont>
      <p:font typeface="Helvetica Neue" panose="020B0604020202020204" charset="0"/>
      <p:regular r:id="rId85"/>
      <p:bold r:id="rId86"/>
      <p:italic r:id="rId87"/>
      <p:boldItalic r:id="rId88"/>
    </p:embeddedFont>
    <p:embeddedFont>
      <p:font typeface="Helvetica Neue Light" panose="020B0604020202020204" charset="0"/>
      <p:regular r:id="rId89"/>
      <p:bold r:id="rId90"/>
      <p:italic r:id="rId91"/>
      <p:boldItalic r:id="rId92"/>
    </p:embeddedFont>
    <p:embeddedFont>
      <p:font typeface="Roboto" panose="02000000000000000000" pitchFamily="2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梁展鹏" initials="" lastIdx="1" clrIdx="0"/>
  <p:cmAuthor id="1" name="Golden Grape" initials="" lastIdx="1" clrIdx="1"/>
  <p:cmAuthor id="2" name="Michele Buccoli" initials="" lastIdx="1" clrIdx="2"/>
  <p:cmAuthor id="3" name="Hwanhee Kim" initials="" lastIdx="1" clrIdx="3"/>
  <p:cmAuthor id="4" name="Mr.Hafeez Anwar" initials="MA" lastIdx="1" clrIdx="4">
    <p:extLst>
      <p:ext uri="{19B8F6BF-5375-455C-9EA6-DF929625EA0E}">
        <p15:presenceInfo xmlns:p15="http://schemas.microsoft.com/office/powerpoint/2012/main" userId="S::hafeez.anwar@cuiatk.edu.pk::1bac632d-fafe-4761-8043-35ae246d59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C7E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080B88-F458-47C5-9E2C-07E70E4D485D}">
  <a:tblStyle styleId="{DF080B88-F458-47C5-9E2C-07E70E4D485D}" styleName="Table_0"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D5D5D"/>
              </a:solidFill>
              <a:prstDash val="dashDot"/>
              <a:round/>
              <a:headEnd type="none" w="sm" len="sm"/>
              <a:tailEnd type="none" w="sm" len="sm"/>
            </a:ln>
          </a:insideV>
        </a:tcBdr>
        <a:fill>
          <a:solidFill>
            <a:srgbClr val="FAF7E9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DEADD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940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5D5D5D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940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font" Target="fonts/font1.fntdata"/><Relationship Id="rId5" Type="http://schemas.openxmlformats.org/officeDocument/2006/relationships/slide" Target="slides/slide3.xml"/><Relationship Id="rId90" Type="http://schemas.openxmlformats.org/officeDocument/2006/relationships/font" Target="fonts/font12.fntdata"/><Relationship Id="rId95" Type="http://schemas.openxmlformats.org/officeDocument/2006/relationships/font" Target="fonts/font17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font" Target="fonts/font13.fntdata"/><Relationship Id="rId96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font" Target="fonts/font16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commentAuthors" Target="commentAuthor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9.fntdata"/><Relationship Id="rId61" Type="http://schemas.openxmlformats.org/officeDocument/2006/relationships/slide" Target="slides/slide59.xml"/><Relationship Id="rId82" Type="http://schemas.openxmlformats.org/officeDocument/2006/relationships/font" Target="fonts/font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15.fntdata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3T04:29:1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3T04:54:27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31106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be7003ef_0_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ML?</a:t>
            </a:r>
            <a:endParaRPr/>
          </a:p>
        </p:txBody>
      </p:sp>
      <p:sp>
        <p:nvSpPr>
          <p:cNvPr id="257" name="Google Shape;257;g27be7003e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474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be7003ef_0_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human intelegene? </a:t>
            </a:r>
            <a:endParaRPr/>
          </a:p>
        </p:txBody>
      </p:sp>
      <p:sp>
        <p:nvSpPr>
          <p:cNvPr id="263" name="Google Shape;263;g27be7003e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294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7be7003ef_0_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7be7003e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746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707e775c3_209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707e775c3_209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295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be7003ef_0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7be7003e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2059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7be7003ef_0_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27be7003e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668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7be7003ef_0_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27be7003e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15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7be7003ef_0_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7be7003e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641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7be7003ef_0_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27be7003e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402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7be7003ef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27be7003e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8681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7be7003ef_0_1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7be7003e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153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be7003ef_0_1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27be7003e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8380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7be7003ef_0_1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27be7003e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319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7be7003ef_0_1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7be7003ef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009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7be7003ef_0_1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7be7003e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2147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7be7003ef_0_1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7be7003ef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6427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5bf6c7ba5_16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5bf6c7ba5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80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707e775c3_186_1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707e775c3_186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8339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707e775c3_18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707e775c3_18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Then, what is deep learning?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formally, we can explain this terms using this diagram from the Deep Learning book.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machine with intelligent, we can call AI, a very broad concept.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solution for the AI is ML.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algorithms and approaches in ML.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using neural nets and the layers are deep, usually we call it deep learning.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643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707e775c3_186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707e775c3_186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care so much? Basically, deep learning works. There are many exciting demos including X, Y, and Z.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8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cop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596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95458" y="1595065"/>
            <a:ext cx="80814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-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4494628" y="4304667"/>
            <a:ext cx="149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596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50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•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450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450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450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4482425" y="4882307"/>
            <a:ext cx="172500" cy="1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57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596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95458" y="1595065"/>
            <a:ext cx="80814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marR="0" lvl="0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-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412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sz="1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438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4494628" y="4304667"/>
            <a:ext cx="1497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8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70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goodreads.com/author/show/11248204.Aaron_Courville" TargetMode="External"/><Relationship Id="rId5" Type="http://schemas.openxmlformats.org/officeDocument/2006/relationships/hyperlink" Target="https://www.goodreads.com/author/show/4846306.Yoshua_Bengio" TargetMode="External"/><Relationship Id="rId4" Type="http://schemas.openxmlformats.org/officeDocument/2006/relationships/hyperlink" Target="https://www.goodreads.com/author/show/15182060.Ian_Goodfellow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ml-showcase.com/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2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8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2.gif"/><Relationship Id="rId4" Type="http://schemas.openxmlformats.org/officeDocument/2006/relationships/image" Target="../media/image61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DAAD-E938-3B81-D23A-F8AB4FB13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Machine Learning (ML) </a:t>
            </a:r>
            <a:br>
              <a:rPr lang="en-GB" sz="4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</a:br>
            <a:r>
              <a:rPr lang="en-GB" sz="4400" b="1" dirty="0">
                <a:solidFill>
                  <a:srgbClr val="333333"/>
                </a:solidFill>
                <a:latin typeface="Times New Roman" panose="02020603050405020304" pitchFamily="18" charset="0"/>
              </a:rPr>
              <a:t>and its </a:t>
            </a:r>
            <a:r>
              <a:rPr lang="en-GB" sz="4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Applications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E76BE-0DFB-6D77-2093-E97B0614A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Hafeez Anwar</a:t>
            </a:r>
          </a:p>
        </p:txBody>
      </p:sp>
    </p:spTree>
    <p:extLst>
      <p:ext uri="{BB962C8B-B14F-4D97-AF65-F5344CB8AC3E}">
        <p14:creationId xmlns:p14="http://schemas.microsoft.com/office/powerpoint/2010/main" val="284992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0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ML?</a:t>
            </a:r>
            <a:endParaRPr/>
          </a:p>
        </p:txBody>
      </p:sp>
      <p:pic>
        <p:nvPicPr>
          <p:cNvPr id="260" name="Google Shape;260;p60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3256" y="1752063"/>
            <a:ext cx="2754109" cy="25981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580C48-7846-1824-9E9F-387D40AA318A}"/>
              </a:ext>
            </a:extLst>
          </p:cNvPr>
          <p:cNvSpPr txBox="1"/>
          <p:nvPr/>
        </p:nvSpPr>
        <p:spPr>
          <a:xfrm>
            <a:off x="5855220" y="4835723"/>
            <a:ext cx="3294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</a:t>
            </a:r>
            <a:r>
              <a:rPr lang="en-US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Sung Kim at </a:t>
            </a:r>
            <a:r>
              <a:rPr lang="en-US" b="0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PyTorch</a:t>
            </a:r>
            <a:r>
              <a:rPr lang="en-US" dirty="0" err="1">
                <a:solidFill>
                  <a:srgbClr val="0F0F0F"/>
                </a:solidFill>
                <a:latin typeface="Roboto" panose="02000000000000000000" pitchFamily="2" charset="0"/>
              </a:rPr>
              <a:t>ZerotoALL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1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</p:txBody>
      </p:sp>
      <p:pic>
        <p:nvPicPr>
          <p:cNvPr id="266" name="Google Shape;266;p61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2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to eat for lunch?</a:t>
            </a:r>
            <a:endParaRPr/>
          </a:p>
        </p:txBody>
      </p:sp>
      <p:pic>
        <p:nvPicPr>
          <p:cNvPr id="272" name="Google Shape;272;p6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3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to eat for lunch?</a:t>
            </a:r>
            <a:endParaRPr/>
          </a:p>
        </p:txBody>
      </p:sp>
      <p:pic>
        <p:nvPicPr>
          <p:cNvPr id="278" name="Google Shape;278;p6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63"/>
          <p:cNvGrpSpPr/>
          <p:nvPr/>
        </p:nvGrpSpPr>
        <p:grpSpPr>
          <a:xfrm>
            <a:off x="1393558" y="2105954"/>
            <a:ext cx="930339" cy="1288694"/>
            <a:chOff x="0" y="0"/>
            <a:chExt cx="2480904" cy="3436516"/>
          </a:xfrm>
        </p:grpSpPr>
        <p:pic>
          <p:nvPicPr>
            <p:cNvPr id="280" name="Google Shape;280;p63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2480904" cy="27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63"/>
            <p:cNvSpPr txBox="1"/>
            <p:nvPr/>
          </p:nvSpPr>
          <p:spPr>
            <a:xfrm>
              <a:off x="45125" y="2810116"/>
              <a:ext cx="23970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Information</a:t>
              </a:r>
              <a:endParaRPr sz="500"/>
            </a:p>
          </p:txBody>
        </p:sp>
      </p:grpSp>
      <p:sp>
        <p:nvSpPr>
          <p:cNvPr id="282" name="Google Shape;282;p63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4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to eat for lunch?</a:t>
            </a:r>
            <a:endParaRPr/>
          </a:p>
        </p:txBody>
      </p:sp>
      <p:pic>
        <p:nvPicPr>
          <p:cNvPr id="288" name="Google Shape;288;p6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64"/>
          <p:cNvGrpSpPr/>
          <p:nvPr/>
        </p:nvGrpSpPr>
        <p:grpSpPr>
          <a:xfrm>
            <a:off x="1393558" y="2105954"/>
            <a:ext cx="930339" cy="1641044"/>
            <a:chOff x="0" y="0"/>
            <a:chExt cx="2480904" cy="4376116"/>
          </a:xfrm>
        </p:grpSpPr>
        <p:pic>
          <p:nvPicPr>
            <p:cNvPr id="290" name="Google Shape;290;p64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2480904" cy="27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64"/>
            <p:cNvSpPr txBox="1"/>
            <p:nvPr/>
          </p:nvSpPr>
          <p:spPr>
            <a:xfrm>
              <a:off x="41949" y="3749716"/>
              <a:ext cx="23970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 dirty="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Information</a:t>
              </a:r>
              <a:endParaRPr sz="500" dirty="0"/>
            </a:p>
          </p:txBody>
        </p:sp>
      </p:grpSp>
      <p:sp>
        <p:nvSpPr>
          <p:cNvPr id="294" name="Google Shape;294;p64"/>
          <p:cNvSpPr txBox="1"/>
          <p:nvPr/>
        </p:nvSpPr>
        <p:spPr>
          <a:xfrm>
            <a:off x="7420655" y="3512098"/>
            <a:ext cx="391163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</a:t>
            </a:r>
            <a:endParaRPr sz="500" dirty="0"/>
          </a:p>
        </p:txBody>
      </p:sp>
      <p:sp>
        <p:nvSpPr>
          <p:cNvPr id="295" name="Google Shape;295;p64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64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6" name="Picture 2" descr="Andhra Mutton Karahi Recipe By Rida Aftab">
            <a:extLst>
              <a:ext uri="{FF2B5EF4-FFF2-40B4-BE49-F238E27FC236}">
                <a16:creationId xmlns:a16="http://schemas.microsoft.com/office/drawing/2014/main" id="{ECD68E7F-C610-7DE5-E2C0-9D28C0AF2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87" y="2051769"/>
            <a:ext cx="2095500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ip Art: Basic Words: Raincoat Color Unlabeled – Abcteach">
            <a:extLst>
              <a:ext uri="{FF2B5EF4-FFF2-40B4-BE49-F238E27FC236}">
                <a16:creationId xmlns:a16="http://schemas.microsoft.com/office/drawing/2014/main" id="{0C536299-438A-A8BD-A42D-D7BCF0C5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899" y="1989456"/>
            <a:ext cx="2019975" cy="152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1" name="Google Shape;301;p65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to dress?</a:t>
            </a:r>
            <a:endParaRPr/>
          </a:p>
        </p:txBody>
      </p:sp>
      <p:pic>
        <p:nvPicPr>
          <p:cNvPr id="302" name="Google Shape;302;p6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303" name="Google Shape;303;p65"/>
          <p:cNvGrpSpPr/>
          <p:nvPr/>
        </p:nvGrpSpPr>
        <p:grpSpPr>
          <a:xfrm>
            <a:off x="1393558" y="2105954"/>
            <a:ext cx="930339" cy="1713387"/>
            <a:chOff x="0" y="0"/>
            <a:chExt cx="2480904" cy="4569030"/>
          </a:xfrm>
        </p:grpSpPr>
        <p:pic>
          <p:nvPicPr>
            <p:cNvPr id="304" name="Google Shape;304;p65" descr="Imag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2480904" cy="27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65"/>
            <p:cNvSpPr txBox="1"/>
            <p:nvPr/>
          </p:nvSpPr>
          <p:spPr>
            <a:xfrm>
              <a:off x="83904" y="3942630"/>
              <a:ext cx="23970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 dirty="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Information</a:t>
              </a:r>
              <a:endParaRPr sz="500" dirty="0"/>
            </a:p>
          </p:txBody>
        </p:sp>
      </p:grpSp>
      <p:sp>
        <p:nvSpPr>
          <p:cNvPr id="306" name="Google Shape;306;p65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07" name="Google Shape;307;p65"/>
          <p:cNvGrpSpPr/>
          <p:nvPr/>
        </p:nvGrpSpPr>
        <p:grpSpPr>
          <a:xfrm>
            <a:off x="5381625" y="2512218"/>
            <a:ext cx="2411842" cy="1307123"/>
            <a:chOff x="0" y="1579877"/>
            <a:chExt cx="6431577" cy="3485661"/>
          </a:xfrm>
        </p:grpSpPr>
        <p:sp>
          <p:nvSpPr>
            <p:cNvPr id="308" name="Google Shape;308;p65"/>
            <p:cNvSpPr/>
            <p:nvPr/>
          </p:nvSpPr>
          <p:spPr>
            <a:xfrm>
              <a:off x="0" y="1579877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1" name="Google Shape;311;p65"/>
            <p:cNvSpPr txBox="1"/>
            <p:nvPr/>
          </p:nvSpPr>
          <p:spPr>
            <a:xfrm>
              <a:off x="5388476" y="4439138"/>
              <a:ext cx="1043101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 dirty="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Infer</a:t>
              </a:r>
              <a:endParaRPr sz="5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6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is this picture?</a:t>
            </a:r>
            <a:endParaRPr/>
          </a:p>
        </p:txBody>
      </p:sp>
      <p:pic>
        <p:nvPicPr>
          <p:cNvPr id="317" name="Google Shape;317;p66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66"/>
          <p:cNvGrpSpPr/>
          <p:nvPr/>
        </p:nvGrpSpPr>
        <p:grpSpPr>
          <a:xfrm>
            <a:off x="1166564" y="2288381"/>
            <a:ext cx="2500087" cy="1106266"/>
            <a:chOff x="-1" y="0"/>
            <a:chExt cx="6666900" cy="2950044"/>
          </a:xfrm>
        </p:grpSpPr>
        <p:sp>
          <p:nvSpPr>
            <p:cNvPr id="319" name="Google Shape;319;p66"/>
            <p:cNvSpPr/>
            <p:nvPr/>
          </p:nvSpPr>
          <p:spPr>
            <a:xfrm>
              <a:off x="3755099" y="596900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20" name="Google Shape;320;p66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5115" y="0"/>
              <a:ext cx="3287026" cy="24615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66"/>
            <p:cNvSpPr txBox="1"/>
            <p:nvPr/>
          </p:nvSpPr>
          <p:spPr>
            <a:xfrm>
              <a:off x="-1" y="2323644"/>
              <a:ext cx="36978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Image information</a:t>
              </a:r>
              <a:endParaRPr sz="500"/>
            </a:p>
          </p:txBody>
        </p:sp>
      </p:grpSp>
      <p:grpSp>
        <p:nvGrpSpPr>
          <p:cNvPr id="322" name="Google Shape;322;p66"/>
          <p:cNvGrpSpPr/>
          <p:nvPr/>
        </p:nvGrpSpPr>
        <p:grpSpPr>
          <a:xfrm>
            <a:off x="5381625" y="2478281"/>
            <a:ext cx="2104481" cy="916366"/>
            <a:chOff x="0" y="-12"/>
            <a:chExt cx="5611948" cy="2443643"/>
          </a:xfrm>
        </p:grpSpPr>
        <p:sp>
          <p:nvSpPr>
            <p:cNvPr id="323" name="Google Shape;323;p66"/>
            <p:cNvSpPr/>
            <p:nvPr/>
          </p:nvSpPr>
          <p:spPr>
            <a:xfrm>
              <a:off x="0" y="90487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4" name="Google Shape;324;p66"/>
            <p:cNvSpPr txBox="1"/>
            <p:nvPr/>
          </p:nvSpPr>
          <p:spPr>
            <a:xfrm>
              <a:off x="2911850" y="-12"/>
              <a:ext cx="2484600" cy="14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C7F"/>
                </a:buClr>
                <a:buFont typeface="Gill Sans"/>
                <a:buNone/>
              </a:pPr>
              <a:r>
                <a:rPr lang="en" sz="3400" b="0" i="1" u="none" strike="noStrike" cap="none">
                  <a:solidFill>
                    <a:srgbClr val="004C7F"/>
                  </a:solidFill>
                  <a:latin typeface="Gill Sans"/>
                  <a:ea typeface="Gill Sans"/>
                  <a:cs typeface="Gill Sans"/>
                  <a:sym typeface="Gill Sans"/>
                </a:rPr>
                <a:t>CAT</a:t>
              </a:r>
              <a:endParaRPr sz="500"/>
            </a:p>
          </p:txBody>
        </p:sp>
        <p:sp>
          <p:nvSpPr>
            <p:cNvPr id="325" name="Google Shape;325;p66"/>
            <p:cNvSpPr txBox="1"/>
            <p:nvPr/>
          </p:nvSpPr>
          <p:spPr>
            <a:xfrm>
              <a:off x="3477748" y="1817231"/>
              <a:ext cx="21342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Prediction</a:t>
              </a:r>
              <a:endParaRPr sz="5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7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is this number?</a:t>
            </a:r>
            <a:endParaRPr/>
          </a:p>
        </p:txBody>
      </p:sp>
      <p:pic>
        <p:nvPicPr>
          <p:cNvPr id="331" name="Google Shape;331;p6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67"/>
          <p:cNvGrpSpPr/>
          <p:nvPr/>
        </p:nvGrpSpPr>
        <p:grpSpPr>
          <a:xfrm>
            <a:off x="5381625" y="2478286"/>
            <a:ext cx="2104481" cy="916362"/>
            <a:chOff x="0" y="0"/>
            <a:chExt cx="5611948" cy="2443631"/>
          </a:xfrm>
        </p:grpSpPr>
        <p:sp>
          <p:nvSpPr>
            <p:cNvPr id="333" name="Google Shape;333;p67"/>
            <p:cNvSpPr/>
            <p:nvPr/>
          </p:nvSpPr>
          <p:spPr>
            <a:xfrm>
              <a:off x="0" y="90487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4" name="Google Shape;334;p67"/>
            <p:cNvSpPr txBox="1"/>
            <p:nvPr/>
          </p:nvSpPr>
          <p:spPr>
            <a:xfrm>
              <a:off x="4061525" y="0"/>
              <a:ext cx="751200" cy="14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C7F"/>
                </a:buClr>
                <a:buFont typeface="Gill Sans"/>
                <a:buNone/>
              </a:pPr>
              <a:r>
                <a:rPr lang="en" sz="3400" b="0" i="1" u="none" strike="noStrike" cap="none">
                  <a:solidFill>
                    <a:srgbClr val="004C7F"/>
                  </a:solidFill>
                  <a:latin typeface="Gill Sans"/>
                  <a:ea typeface="Gill Sans"/>
                  <a:cs typeface="Gill Sans"/>
                  <a:sym typeface="Gill Sans"/>
                </a:rPr>
                <a:t>2</a:t>
              </a:r>
              <a:endParaRPr sz="500"/>
            </a:p>
          </p:txBody>
        </p:sp>
        <p:sp>
          <p:nvSpPr>
            <p:cNvPr id="335" name="Google Shape;335;p67"/>
            <p:cNvSpPr txBox="1"/>
            <p:nvPr/>
          </p:nvSpPr>
          <p:spPr>
            <a:xfrm>
              <a:off x="3477748" y="1817231"/>
              <a:ext cx="21342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Prediction</a:t>
              </a:r>
              <a:endParaRPr sz="500"/>
            </a:p>
          </p:txBody>
        </p:sp>
      </p:grpSp>
      <p:sp>
        <p:nvSpPr>
          <p:cNvPr id="336" name="Google Shape;336;p67"/>
          <p:cNvSpPr/>
          <p:nvPr/>
        </p:nvSpPr>
        <p:spPr>
          <a:xfrm>
            <a:off x="2574726" y="2512219"/>
            <a:ext cx="1091925" cy="476213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67"/>
          <p:cNvSpPr txBox="1"/>
          <p:nvPr/>
        </p:nvSpPr>
        <p:spPr>
          <a:xfrm>
            <a:off x="1166564" y="3159748"/>
            <a:ext cx="1386675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pic>
        <p:nvPicPr>
          <p:cNvPr id="338" name="Google Shape;338;p67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400" y="2191941"/>
            <a:ext cx="956749" cy="96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8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What is Human Intelligence?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would be the grade if I study 4 hours?</a:t>
            </a:r>
            <a:endParaRPr/>
          </a:p>
        </p:txBody>
      </p:sp>
      <p:pic>
        <p:nvPicPr>
          <p:cNvPr id="344" name="Google Shape;344;p68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225" y="1855244"/>
            <a:ext cx="2622763" cy="2241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68"/>
          <p:cNvGrpSpPr/>
          <p:nvPr/>
        </p:nvGrpSpPr>
        <p:grpSpPr>
          <a:xfrm>
            <a:off x="5381625" y="2478286"/>
            <a:ext cx="2538672" cy="916362"/>
            <a:chOff x="0" y="0"/>
            <a:chExt cx="6769792" cy="2443631"/>
          </a:xfrm>
        </p:grpSpPr>
        <p:sp>
          <p:nvSpPr>
            <p:cNvPr id="346" name="Google Shape;346;p68"/>
            <p:cNvSpPr/>
            <p:nvPr/>
          </p:nvSpPr>
          <p:spPr>
            <a:xfrm>
              <a:off x="0" y="90487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" name="Google Shape;347;p68"/>
            <p:cNvSpPr txBox="1"/>
            <p:nvPr/>
          </p:nvSpPr>
          <p:spPr>
            <a:xfrm>
              <a:off x="3342592" y="0"/>
              <a:ext cx="3427200" cy="14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C7F"/>
                </a:buClr>
                <a:buFont typeface="Gill Sans"/>
                <a:buNone/>
              </a:pPr>
              <a:r>
                <a:rPr lang="en" sz="3400" b="0" i="1" u="none" strike="noStrike" cap="none">
                  <a:solidFill>
                    <a:srgbClr val="004C7F"/>
                  </a:solidFill>
                  <a:latin typeface="Gill Sans"/>
                  <a:ea typeface="Gill Sans"/>
                  <a:cs typeface="Gill Sans"/>
                  <a:sym typeface="Gill Sans"/>
                </a:rPr>
                <a:t>? points</a:t>
              </a:r>
              <a:endParaRPr sz="500"/>
            </a:p>
          </p:txBody>
        </p:sp>
        <p:sp>
          <p:nvSpPr>
            <p:cNvPr id="348" name="Google Shape;348;p68"/>
            <p:cNvSpPr txBox="1"/>
            <p:nvPr/>
          </p:nvSpPr>
          <p:spPr>
            <a:xfrm>
              <a:off x="3989019" y="1817231"/>
              <a:ext cx="21342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Prediction</a:t>
              </a:r>
              <a:endParaRPr sz="500"/>
            </a:p>
          </p:txBody>
        </p:sp>
      </p:grpSp>
      <p:grpSp>
        <p:nvGrpSpPr>
          <p:cNvPr id="349" name="Google Shape;349;p68"/>
          <p:cNvGrpSpPr/>
          <p:nvPr/>
        </p:nvGrpSpPr>
        <p:grpSpPr>
          <a:xfrm>
            <a:off x="1028032" y="2478286"/>
            <a:ext cx="2638619" cy="916362"/>
            <a:chOff x="-1" y="0"/>
            <a:chExt cx="7036318" cy="2443631"/>
          </a:xfrm>
        </p:grpSpPr>
        <p:sp>
          <p:nvSpPr>
            <p:cNvPr id="350" name="Google Shape;350;p68"/>
            <p:cNvSpPr/>
            <p:nvPr/>
          </p:nvSpPr>
          <p:spPr>
            <a:xfrm>
              <a:off x="4124517" y="90487"/>
              <a:ext cx="2911800" cy="1269900"/>
            </a:xfrm>
            <a:prstGeom prst="rightArrow">
              <a:avLst>
                <a:gd name="adj1" fmla="val 32000"/>
                <a:gd name="adj2" fmla="val 6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" name="Google Shape;351;p68"/>
            <p:cNvSpPr txBox="1"/>
            <p:nvPr/>
          </p:nvSpPr>
          <p:spPr>
            <a:xfrm>
              <a:off x="472048" y="1817231"/>
              <a:ext cx="24948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information</a:t>
              </a:r>
              <a:endParaRPr sz="500"/>
            </a:p>
          </p:txBody>
        </p:sp>
        <p:sp>
          <p:nvSpPr>
            <p:cNvPr id="352" name="Google Shape;352;p68"/>
            <p:cNvSpPr txBox="1"/>
            <p:nvPr/>
          </p:nvSpPr>
          <p:spPr>
            <a:xfrm>
              <a:off x="-1" y="0"/>
              <a:ext cx="3438900" cy="14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C7F"/>
                </a:buClr>
                <a:buFont typeface="Gill Sans"/>
                <a:buNone/>
              </a:pPr>
              <a:r>
                <a:rPr lang="en" sz="3400" b="0" i="1" u="none" strike="noStrike" cap="none">
                  <a:solidFill>
                    <a:srgbClr val="004C7F"/>
                  </a:solidFill>
                  <a:latin typeface="Gill Sans"/>
                  <a:ea typeface="Gill Sans"/>
                  <a:cs typeface="Gill Sans"/>
                  <a:sym typeface="Gill Sans"/>
                </a:rPr>
                <a:t>4 hours</a:t>
              </a:r>
              <a:endParaRPr sz="5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lip Art: Basic Words: Raincoat Color Unlabeled – Abcteach">
            <a:extLst>
              <a:ext uri="{FF2B5EF4-FFF2-40B4-BE49-F238E27FC236}">
                <a16:creationId xmlns:a16="http://schemas.microsoft.com/office/drawing/2014/main" id="{F8C34343-90FF-9C0E-AA25-6A201EDF7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215" y="1985786"/>
            <a:ext cx="2019975" cy="152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7" name="Google Shape;357;p69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to dress?</a:t>
            </a:r>
            <a:endParaRPr/>
          </a:p>
        </p:txBody>
      </p:sp>
      <p:grpSp>
        <p:nvGrpSpPr>
          <p:cNvPr id="358" name="Google Shape;358;p69"/>
          <p:cNvGrpSpPr/>
          <p:nvPr/>
        </p:nvGrpSpPr>
        <p:grpSpPr>
          <a:xfrm>
            <a:off x="1393558" y="2105954"/>
            <a:ext cx="930339" cy="1751067"/>
            <a:chOff x="0" y="0"/>
            <a:chExt cx="2480904" cy="4669510"/>
          </a:xfrm>
        </p:grpSpPr>
        <p:pic>
          <p:nvPicPr>
            <p:cNvPr id="359" name="Google Shape;359;p69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2480904" cy="2720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69"/>
            <p:cNvSpPr txBox="1"/>
            <p:nvPr/>
          </p:nvSpPr>
          <p:spPr>
            <a:xfrm>
              <a:off x="83904" y="4043110"/>
              <a:ext cx="23970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lang="en" sz="1200" b="1" i="0" u="none" strike="noStrike" cap="none" dirty="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Information</a:t>
              </a:r>
              <a:endParaRPr sz="500" dirty="0"/>
            </a:p>
          </p:txBody>
        </p:sp>
      </p:grpSp>
      <p:sp>
        <p:nvSpPr>
          <p:cNvPr id="361" name="Google Shape;361;p69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69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69"/>
          <p:cNvSpPr txBox="1"/>
          <p:nvPr/>
        </p:nvSpPr>
        <p:spPr>
          <a:xfrm>
            <a:off x="7394620" y="3622121"/>
            <a:ext cx="391163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</a:t>
            </a:r>
            <a:endParaRPr sz="500" dirty="0"/>
          </a:p>
        </p:txBody>
      </p:sp>
      <p:pic>
        <p:nvPicPr>
          <p:cNvPr id="366" name="Google Shape;366;p6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0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is this picture?</a:t>
            </a:r>
            <a:endParaRPr/>
          </a:p>
        </p:txBody>
      </p:sp>
      <p:sp>
        <p:nvSpPr>
          <p:cNvPr id="372" name="Google Shape;372;p70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70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4" name="Google Shape;374;p70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4732" y="2288381"/>
            <a:ext cx="1232635" cy="92309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70"/>
          <p:cNvSpPr txBox="1"/>
          <p:nvPr/>
        </p:nvSpPr>
        <p:spPr>
          <a:xfrm>
            <a:off x="6380971" y="2478275"/>
            <a:ext cx="12708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CAT</a:t>
            </a:r>
            <a:endParaRPr sz="500"/>
          </a:p>
        </p:txBody>
      </p:sp>
      <p:sp>
        <p:nvSpPr>
          <p:cNvPr id="376" name="Google Shape;376;p70"/>
          <p:cNvSpPr txBox="1"/>
          <p:nvPr/>
        </p:nvSpPr>
        <p:spPr>
          <a:xfrm>
            <a:off x="1166564" y="3159748"/>
            <a:ext cx="13866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sp>
        <p:nvSpPr>
          <p:cNvPr id="377" name="Google Shape;377;p70"/>
          <p:cNvSpPr txBox="1"/>
          <p:nvPr/>
        </p:nvSpPr>
        <p:spPr>
          <a:xfrm>
            <a:off x="6685781" y="3159748"/>
            <a:ext cx="800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endParaRPr sz="500"/>
          </a:p>
        </p:txBody>
      </p:sp>
      <p:pic>
        <p:nvPicPr>
          <p:cNvPr id="378" name="Google Shape;378;p70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1"/>
          <p:cNvSpPr txBox="1">
            <a:spLocks noGrp="1"/>
          </p:cNvSpPr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is this number?</a:t>
            </a:r>
            <a:endParaRPr/>
          </a:p>
        </p:txBody>
      </p:sp>
      <p:sp>
        <p:nvSpPr>
          <p:cNvPr id="384" name="Google Shape;384;p71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5" name="Google Shape;385;p71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71"/>
          <p:cNvSpPr txBox="1"/>
          <p:nvPr/>
        </p:nvSpPr>
        <p:spPr>
          <a:xfrm>
            <a:off x="6904697" y="2478286"/>
            <a:ext cx="281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500"/>
          </a:p>
        </p:txBody>
      </p:sp>
      <p:sp>
        <p:nvSpPr>
          <p:cNvPr id="387" name="Google Shape;387;p71"/>
          <p:cNvSpPr txBox="1"/>
          <p:nvPr/>
        </p:nvSpPr>
        <p:spPr>
          <a:xfrm>
            <a:off x="1166564" y="3159748"/>
            <a:ext cx="13866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sp>
        <p:nvSpPr>
          <p:cNvPr id="388" name="Google Shape;388;p71"/>
          <p:cNvSpPr txBox="1"/>
          <p:nvPr/>
        </p:nvSpPr>
        <p:spPr>
          <a:xfrm>
            <a:off x="6685781" y="3159748"/>
            <a:ext cx="800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endParaRPr sz="500"/>
          </a:p>
        </p:txBody>
      </p:sp>
      <p:pic>
        <p:nvPicPr>
          <p:cNvPr id="389" name="Google Shape;389;p71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2191941"/>
            <a:ext cx="956749" cy="96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71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2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What would be the grade if I study 4 hours?</a:t>
            </a:r>
            <a:endParaRPr/>
          </a:p>
        </p:txBody>
      </p:sp>
      <p:sp>
        <p:nvSpPr>
          <p:cNvPr id="396" name="Google Shape;396;p72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72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8" name="Google Shape;398;p72"/>
          <p:cNvSpPr txBox="1"/>
          <p:nvPr/>
        </p:nvSpPr>
        <p:spPr>
          <a:xfrm>
            <a:off x="6635097" y="2478286"/>
            <a:ext cx="12852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? points</a:t>
            </a:r>
            <a:endParaRPr sz="500"/>
          </a:p>
        </p:txBody>
      </p:sp>
      <p:sp>
        <p:nvSpPr>
          <p:cNvPr id="399" name="Google Shape;399;p72"/>
          <p:cNvSpPr txBox="1"/>
          <p:nvPr/>
        </p:nvSpPr>
        <p:spPr>
          <a:xfrm>
            <a:off x="1205050" y="3159748"/>
            <a:ext cx="9357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information</a:t>
            </a:r>
            <a:endParaRPr sz="500"/>
          </a:p>
        </p:txBody>
      </p:sp>
      <p:sp>
        <p:nvSpPr>
          <p:cNvPr id="400" name="Google Shape;400;p72"/>
          <p:cNvSpPr txBox="1"/>
          <p:nvPr/>
        </p:nvSpPr>
        <p:spPr>
          <a:xfrm>
            <a:off x="6877507" y="3159748"/>
            <a:ext cx="800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endParaRPr sz="500"/>
          </a:p>
        </p:txBody>
      </p:sp>
      <p:sp>
        <p:nvSpPr>
          <p:cNvPr id="401" name="Google Shape;401;p72"/>
          <p:cNvSpPr txBox="1"/>
          <p:nvPr/>
        </p:nvSpPr>
        <p:spPr>
          <a:xfrm>
            <a:off x="1028032" y="2478286"/>
            <a:ext cx="1289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4 hours</a:t>
            </a:r>
            <a:endParaRPr sz="500"/>
          </a:p>
        </p:txBody>
      </p:sp>
      <p:pic>
        <p:nvPicPr>
          <p:cNvPr id="402" name="Google Shape;402;p7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0704-12BB-7FBE-43C5-92E89D84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ML that simple?</a:t>
            </a:r>
            <a:endParaRPr lang="en-US" dirty="0"/>
          </a:p>
        </p:txBody>
      </p:sp>
      <p:pic>
        <p:nvPicPr>
          <p:cNvPr id="5" name="Picture 4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DECBF91D-6A55-E943-A7E7-99D3C87B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75" y="1300170"/>
            <a:ext cx="3632346" cy="33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10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6918796-2918-40D6-BE3A-4600C47F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DECBF91D-6A55-E943-A7E7-99D3C87B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9" y="1080032"/>
            <a:ext cx="2825750" cy="2592388"/>
          </a:xfrm>
          <a:prstGeom prst="rect">
            <a:avLst/>
          </a:prstGeom>
        </p:spPr>
      </p:pic>
      <p:pic>
        <p:nvPicPr>
          <p:cNvPr id="8" name="Picture 7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F4C7280D-A6BA-0915-62A1-EC7BA7DB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954811">
            <a:off x="3275806" y="1187187"/>
            <a:ext cx="2592388" cy="2378075"/>
          </a:xfrm>
          <a:prstGeom prst="rect">
            <a:avLst/>
          </a:prstGeom>
        </p:spPr>
      </p:pic>
      <p:pic>
        <p:nvPicPr>
          <p:cNvPr id="9" name="Picture 8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2E1F0329-27A3-D805-9087-EDCB25740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120925" y="1261938"/>
            <a:ext cx="2592388" cy="2378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AA0704-12BB-7FBE-43C5-92E89D84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27619"/>
            <a:ext cx="7886700" cy="5366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Is ML that simple?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688DF0E5-9FF1-6F90-A2AF-2B4E3E5414D0}"/>
              </a:ext>
            </a:extLst>
          </p:cNvPr>
          <p:cNvSpPr/>
          <p:nvPr/>
        </p:nvSpPr>
        <p:spPr>
          <a:xfrm>
            <a:off x="2241257" y="3519615"/>
            <a:ext cx="5391995" cy="1529463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TOOK ME THREE YEARS (PhD) to TEACH this to a COMPUTER…</a:t>
            </a:r>
          </a:p>
        </p:txBody>
      </p:sp>
    </p:spTree>
    <p:extLst>
      <p:ext uri="{BB962C8B-B14F-4D97-AF65-F5344CB8AC3E}">
        <p14:creationId xmlns:p14="http://schemas.microsoft.com/office/powerpoint/2010/main" val="2342178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0704-12BB-7FBE-43C5-92E89D84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D3DE68-94AC-D7CF-6302-46E24D75A9B4}"/>
                  </a:ext>
                </a:extLst>
              </p14:cNvPr>
              <p14:cNvContentPartPr/>
              <p14:nvPr/>
            </p14:nvContentPartPr>
            <p14:xfrm>
              <a:off x="2650713" y="26047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D3DE68-94AC-D7CF-6302-46E24D75A9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2073" y="259614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E53DF539-57E0-891E-9A6C-713833013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786" y="1181168"/>
            <a:ext cx="3632346" cy="3340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1535AE-5CAC-4E3F-3451-4FF66E792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88365"/>
            <a:ext cx="5121326" cy="27265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90FF86-CC44-BD5A-2787-8E97DC79B2AA}"/>
                  </a:ext>
                </a:extLst>
              </p14:cNvPr>
              <p14:cNvContentPartPr/>
              <p14:nvPr/>
            </p14:nvContentPartPr>
            <p14:xfrm>
              <a:off x="5624083" y="442566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90FF86-CC44-BD5A-2787-8E97DC79B2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5443" y="441702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267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0EE1-6EC2-E628-BB32-C87B66EA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C462-2F77-5629-8847-69632DD28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Rotations</a:t>
            </a:r>
          </a:p>
          <a:p>
            <a:r>
              <a:rPr lang="en-US" dirty="0"/>
              <a:t>Scale</a:t>
            </a:r>
          </a:p>
          <a:p>
            <a:r>
              <a:rPr lang="en-US" dirty="0"/>
              <a:t>Deformations</a:t>
            </a:r>
          </a:p>
          <a:p>
            <a:r>
              <a:rPr lang="en-US" dirty="0"/>
              <a:t>Color</a:t>
            </a:r>
          </a:p>
          <a:p>
            <a:r>
              <a:rPr lang="en-US" dirty="0"/>
              <a:t>Texture</a:t>
            </a:r>
          </a:p>
          <a:p>
            <a:r>
              <a:rPr lang="en-US" dirty="0"/>
              <a:t>Illumination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Medium (air, water, raining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1198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Traditional (explicit) programming to recognize the hand</a:t>
            </a:r>
          </a:p>
        </p:txBody>
      </p:sp>
    </p:spTree>
    <p:extLst>
      <p:ext uri="{BB962C8B-B14F-4D97-AF65-F5344CB8AC3E}">
        <p14:creationId xmlns:p14="http://schemas.microsoft.com/office/powerpoint/2010/main" val="169356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Traditional (explicit) programming to recognize the hand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1E4FA-2A4D-3952-5C60-B558D6511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" y="0"/>
            <a:ext cx="91287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63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Traditional (explicit) programming vs 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E0562-408E-F0C0-579D-711F02671B00}"/>
              </a:ext>
            </a:extLst>
          </p:cNvPr>
          <p:cNvSpPr/>
          <p:nvPr/>
        </p:nvSpPr>
        <p:spPr>
          <a:xfrm>
            <a:off x="3246504" y="2035068"/>
            <a:ext cx="2887994" cy="1073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Traditional (explicit) programming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C3A362-902D-41B6-35CC-D0EE068F4108}"/>
              </a:ext>
            </a:extLst>
          </p:cNvPr>
          <p:cNvCxnSpPr/>
          <p:nvPr/>
        </p:nvCxnSpPr>
        <p:spPr>
          <a:xfrm>
            <a:off x="1716368" y="2211800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866CEC-5006-3AB4-622E-0A6747FA4071}"/>
              </a:ext>
            </a:extLst>
          </p:cNvPr>
          <p:cNvCxnSpPr/>
          <p:nvPr/>
        </p:nvCxnSpPr>
        <p:spPr>
          <a:xfrm>
            <a:off x="1716368" y="2912840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49B149-01A7-7030-18CF-098E38703C85}"/>
              </a:ext>
            </a:extLst>
          </p:cNvPr>
          <p:cNvSpPr txBox="1"/>
          <p:nvPr/>
        </p:nvSpPr>
        <p:spPr>
          <a:xfrm>
            <a:off x="1852290" y="1804235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78745-4D48-CDCF-DF70-7E95D69AEB38}"/>
              </a:ext>
            </a:extLst>
          </p:cNvPr>
          <p:cNvSpPr txBox="1"/>
          <p:nvPr/>
        </p:nvSpPr>
        <p:spPr>
          <a:xfrm>
            <a:off x="1917202" y="251145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B262AC-1973-28BE-C020-7210DA327FBB}"/>
              </a:ext>
            </a:extLst>
          </p:cNvPr>
          <p:cNvCxnSpPr/>
          <p:nvPr/>
        </p:nvCxnSpPr>
        <p:spPr>
          <a:xfrm>
            <a:off x="6143031" y="2564753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C7EECB-76F2-1B0C-2CCD-FB84F05E9634}"/>
              </a:ext>
            </a:extLst>
          </p:cNvPr>
          <p:cNvSpPr txBox="1"/>
          <p:nvPr/>
        </p:nvSpPr>
        <p:spPr>
          <a:xfrm>
            <a:off x="6197658" y="2117082"/>
            <a:ext cx="136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Answers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591EE-EE9B-94EB-6551-20355C7EB56D}"/>
              </a:ext>
            </a:extLst>
          </p:cNvPr>
          <p:cNvSpPr txBox="1"/>
          <p:nvPr/>
        </p:nvSpPr>
        <p:spPr>
          <a:xfrm>
            <a:off x="5511675" y="4820356"/>
            <a:ext cx="3711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</a:t>
            </a:r>
            <a:r>
              <a:rPr lang="en-US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Laurence Moroney at ML zero to hero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34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Traditional (explicit) programming vs 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E0562-408E-F0C0-579D-711F02671B00}"/>
              </a:ext>
            </a:extLst>
          </p:cNvPr>
          <p:cNvSpPr/>
          <p:nvPr/>
        </p:nvSpPr>
        <p:spPr>
          <a:xfrm>
            <a:off x="3246504" y="2035068"/>
            <a:ext cx="2887994" cy="1073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Learning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C3A362-902D-41B6-35CC-D0EE068F4108}"/>
              </a:ext>
            </a:extLst>
          </p:cNvPr>
          <p:cNvCxnSpPr/>
          <p:nvPr/>
        </p:nvCxnSpPr>
        <p:spPr>
          <a:xfrm>
            <a:off x="1716368" y="2211800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866CEC-5006-3AB4-622E-0A6747FA4071}"/>
              </a:ext>
            </a:extLst>
          </p:cNvPr>
          <p:cNvCxnSpPr/>
          <p:nvPr/>
        </p:nvCxnSpPr>
        <p:spPr>
          <a:xfrm>
            <a:off x="1716368" y="2912840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49B149-01A7-7030-18CF-098E38703C85}"/>
              </a:ext>
            </a:extLst>
          </p:cNvPr>
          <p:cNvSpPr txBox="1"/>
          <p:nvPr/>
        </p:nvSpPr>
        <p:spPr>
          <a:xfrm>
            <a:off x="6394026" y="211708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78745-4D48-CDCF-DF70-7E95D69AEB38}"/>
              </a:ext>
            </a:extLst>
          </p:cNvPr>
          <p:cNvSpPr txBox="1"/>
          <p:nvPr/>
        </p:nvSpPr>
        <p:spPr>
          <a:xfrm>
            <a:off x="1917202" y="251145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B262AC-1973-28BE-C020-7210DA327FBB}"/>
              </a:ext>
            </a:extLst>
          </p:cNvPr>
          <p:cNvCxnSpPr/>
          <p:nvPr/>
        </p:nvCxnSpPr>
        <p:spPr>
          <a:xfrm>
            <a:off x="6143031" y="2564753"/>
            <a:ext cx="1475334" cy="0"/>
          </a:xfrm>
          <a:prstGeom prst="straightConnector1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C7EECB-76F2-1B0C-2CCD-FB84F05E9634}"/>
              </a:ext>
            </a:extLst>
          </p:cNvPr>
          <p:cNvSpPr txBox="1"/>
          <p:nvPr/>
        </p:nvSpPr>
        <p:spPr>
          <a:xfrm>
            <a:off x="1770995" y="1804235"/>
            <a:ext cx="136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Answers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D49F9-B240-DDD0-83A0-F0B65FDE8814}"/>
              </a:ext>
            </a:extLst>
          </p:cNvPr>
          <p:cNvSpPr txBox="1"/>
          <p:nvPr/>
        </p:nvSpPr>
        <p:spPr>
          <a:xfrm>
            <a:off x="5511675" y="4820356"/>
            <a:ext cx="3711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</a:t>
            </a:r>
            <a:r>
              <a:rPr lang="en-US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Laurence Moroney at ML zero to hero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48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5F76-28CB-5D86-6A78-4FD9CB41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726" y="5220"/>
            <a:ext cx="5518500" cy="1285800"/>
          </a:xfrm>
        </p:spPr>
        <p:txBody>
          <a:bodyPr/>
          <a:lstStyle/>
          <a:p>
            <a:r>
              <a:rPr lang="en-US" dirty="0"/>
              <a:t>Data and Labels</a:t>
            </a:r>
          </a:p>
        </p:txBody>
      </p:sp>
      <p:pic>
        <p:nvPicPr>
          <p:cNvPr id="4" name="Picture 3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719ADDA9-CD95-BF02-6EE2-EB5D684AB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84" y="776845"/>
            <a:ext cx="2825750" cy="2592388"/>
          </a:xfrm>
          <a:prstGeom prst="rect">
            <a:avLst/>
          </a:prstGeom>
        </p:spPr>
      </p:pic>
      <p:pic>
        <p:nvPicPr>
          <p:cNvPr id="5" name="Picture 4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2BDC81BE-0CF9-CB5B-C880-BF0089A39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954811">
            <a:off x="3275782" y="1039302"/>
            <a:ext cx="2592388" cy="2378075"/>
          </a:xfrm>
          <a:prstGeom prst="rect">
            <a:avLst/>
          </a:prstGeom>
        </p:spPr>
      </p:pic>
      <p:pic>
        <p:nvPicPr>
          <p:cNvPr id="6" name="Picture 5" descr="A crescent moon in a black sky&#10;&#10;Description automatically generated with medium confidence">
            <a:extLst>
              <a:ext uri="{FF2B5EF4-FFF2-40B4-BE49-F238E27FC236}">
                <a16:creationId xmlns:a16="http://schemas.microsoft.com/office/drawing/2014/main" id="{546C6789-414A-2F41-B092-054E8C8D2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112974" y="1128273"/>
            <a:ext cx="2592388" cy="237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771B8F-17E0-F9C4-6A09-CCB385FE8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4" y="3693497"/>
            <a:ext cx="1804377" cy="822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7E5B0D-1181-D691-0AF2-8D8612FC7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818" y="3693497"/>
            <a:ext cx="1911036" cy="822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2B5B8E-5D42-2F81-6862-1A80B1395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391" y="3672420"/>
            <a:ext cx="1912827" cy="8229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D9BD90-9191-C222-ACD6-504BFA54161A}"/>
              </a:ext>
            </a:extLst>
          </p:cNvPr>
          <p:cNvSpPr txBox="1"/>
          <p:nvPr/>
        </p:nvSpPr>
        <p:spPr>
          <a:xfrm>
            <a:off x="851338" y="4666593"/>
            <a:ext cx="136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 = HAND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65498-5506-AA25-F42E-3D8AE00E1AFD}"/>
              </a:ext>
            </a:extLst>
          </p:cNvPr>
          <p:cNvSpPr txBox="1"/>
          <p:nvPr/>
        </p:nvSpPr>
        <p:spPr>
          <a:xfrm>
            <a:off x="3746477" y="4666592"/>
            <a:ext cx="136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 = HAND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92699-FC7D-33A4-F6FD-6CD03EF16982}"/>
              </a:ext>
            </a:extLst>
          </p:cNvPr>
          <p:cNvSpPr txBox="1"/>
          <p:nvPr/>
        </p:nvSpPr>
        <p:spPr>
          <a:xfrm>
            <a:off x="6587945" y="4666592"/>
            <a:ext cx="1363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 = HAND</a:t>
            </a:r>
          </a:p>
        </p:txBody>
      </p:sp>
    </p:spTree>
    <p:extLst>
      <p:ext uri="{BB962C8B-B14F-4D97-AF65-F5344CB8AC3E}">
        <p14:creationId xmlns:p14="http://schemas.microsoft.com/office/powerpoint/2010/main" val="657738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What is ML?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AAA82-3A67-4869-04BF-ECA22082C4B6}"/>
              </a:ext>
            </a:extLst>
          </p:cNvPr>
          <p:cNvSpPr txBox="1"/>
          <p:nvPr/>
        </p:nvSpPr>
        <p:spPr>
          <a:xfrm>
            <a:off x="115262" y="1419745"/>
            <a:ext cx="8659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ML</a:t>
            </a:r>
            <a:r>
              <a:rPr lang="en-US" sz="2400" dirty="0"/>
              <a:t> is a subdomain of </a:t>
            </a:r>
            <a:r>
              <a:rPr lang="en-US" sz="2400" b="1" dirty="0">
                <a:solidFill>
                  <a:srgbClr val="FF0000"/>
                </a:solidFill>
              </a:rPr>
              <a:t>Computer Science </a:t>
            </a:r>
          </a:p>
          <a:p>
            <a:pPr marL="0" indent="0" algn="ctr">
              <a:buNone/>
            </a:pPr>
            <a:r>
              <a:rPr lang="en-US" sz="2400" dirty="0"/>
              <a:t>that</a:t>
            </a:r>
            <a:endParaRPr lang="en-US" sz="2400" b="1" dirty="0"/>
          </a:p>
          <a:p>
            <a:pPr marL="0" indent="0" algn="ctr">
              <a:buNone/>
            </a:pPr>
            <a:r>
              <a:rPr lang="en-US" sz="2400" dirty="0"/>
              <a:t>focuses on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ALGORITHMS</a:t>
            </a:r>
            <a:r>
              <a:rPr lang="en-US" sz="2400" dirty="0"/>
              <a:t> </a:t>
            </a:r>
          </a:p>
          <a:p>
            <a:pPr marL="0" indent="0" algn="ctr">
              <a:buNone/>
            </a:pPr>
            <a:r>
              <a:rPr lang="en-US" sz="2400" dirty="0"/>
              <a:t>which </a:t>
            </a:r>
          </a:p>
          <a:p>
            <a:pPr marL="0" indent="0" algn="ctr">
              <a:buNone/>
            </a:pPr>
            <a:r>
              <a:rPr lang="en-US" sz="2400" dirty="0"/>
              <a:t>help a </a:t>
            </a:r>
            <a:r>
              <a:rPr lang="en-US" sz="2400" b="1" dirty="0">
                <a:solidFill>
                  <a:srgbClr val="0070C0"/>
                </a:solidFill>
              </a:rPr>
              <a:t>COMPUTER</a:t>
            </a:r>
            <a:r>
              <a:rPr lang="en-US" sz="2400" dirty="0"/>
              <a:t> learn from </a:t>
            </a:r>
            <a:r>
              <a:rPr lang="en-US" sz="2400" b="1" dirty="0">
                <a:solidFill>
                  <a:srgbClr val="0070C0"/>
                </a:solidFill>
              </a:rPr>
              <a:t>DATA</a:t>
            </a:r>
            <a:r>
              <a:rPr lang="en-US" sz="2400" b="1" dirty="0"/>
              <a:t> </a:t>
            </a:r>
          </a:p>
          <a:p>
            <a:pPr marL="0" indent="0" algn="ctr">
              <a:buNone/>
            </a:pPr>
            <a:r>
              <a:rPr lang="en-US" sz="2400" dirty="0"/>
              <a:t>without</a:t>
            </a:r>
            <a:endParaRPr lang="en-US" sz="2400" b="1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C7E70"/>
                </a:solidFill>
              </a:rPr>
              <a:t>EXPLICIT PROGRAMMING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CCD01-26F9-E5DF-4E62-25B4C5370CF9}"/>
              </a:ext>
            </a:extLst>
          </p:cNvPr>
          <p:cNvSpPr txBox="1"/>
          <p:nvPr/>
        </p:nvSpPr>
        <p:spPr>
          <a:xfrm>
            <a:off x="5109884" y="4831789"/>
            <a:ext cx="4034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 credit: </a:t>
            </a:r>
            <a:r>
              <a:rPr lang="en-US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Kylie Ying at freecodecamp.org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84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1903-AC5C-D5EB-1245-3FBCB7EF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93" y="133945"/>
            <a:ext cx="8483173" cy="1285800"/>
          </a:xfrm>
        </p:spPr>
        <p:txBody>
          <a:bodyPr/>
          <a:lstStyle/>
          <a:p>
            <a:r>
              <a:rPr lang="en-US" dirty="0"/>
              <a:t>What is ML?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AAA82-3A67-4869-04BF-ECA22082C4B6}"/>
              </a:ext>
            </a:extLst>
          </p:cNvPr>
          <p:cNvSpPr txBox="1"/>
          <p:nvPr/>
        </p:nvSpPr>
        <p:spPr>
          <a:xfrm>
            <a:off x="115262" y="1189176"/>
            <a:ext cx="86599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computer algorithm </a:t>
            </a:r>
            <a:r>
              <a:rPr lang="en-US" sz="2400" dirty="0"/>
              <a:t>that is said to 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i="1" dirty="0">
                <a:solidFill>
                  <a:srgbClr val="7030A0"/>
                </a:solidFill>
              </a:rPr>
              <a:t>learn</a:t>
            </a:r>
            <a:r>
              <a:rPr lang="en-US" sz="2400" dirty="0"/>
              <a:t> from </a:t>
            </a:r>
            <a:r>
              <a:rPr lang="en-US" sz="2400" b="1" dirty="0">
                <a:solidFill>
                  <a:srgbClr val="7030A0"/>
                </a:solidFill>
              </a:rPr>
              <a:t>experience E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/>
              <a:t>with respect to some </a:t>
            </a:r>
            <a:r>
              <a:rPr lang="en-US" sz="2400" b="1" dirty="0">
                <a:solidFill>
                  <a:srgbClr val="7030A0"/>
                </a:solidFill>
              </a:rPr>
              <a:t>task T 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2400" dirty="0"/>
              <a:t>and some </a:t>
            </a:r>
            <a:r>
              <a:rPr lang="en-US" sz="2400" b="1" dirty="0">
                <a:solidFill>
                  <a:srgbClr val="7030A0"/>
                </a:solidFill>
              </a:rPr>
              <a:t>performance measure P</a:t>
            </a:r>
            <a:r>
              <a:rPr lang="en-US" sz="2400" dirty="0"/>
              <a:t>, 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if its performance on T, as measured by P, improves with experience 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CCD01-26F9-E5DF-4E62-25B4C5370CF9}"/>
              </a:ext>
            </a:extLst>
          </p:cNvPr>
          <p:cNvSpPr txBox="1"/>
          <p:nvPr/>
        </p:nvSpPr>
        <p:spPr>
          <a:xfrm>
            <a:off x="6673215" y="4820975"/>
            <a:ext cx="2463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 credit: </a:t>
            </a:r>
            <a:r>
              <a:rPr lang="en-US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Andrew 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705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B4B8-8AE8-820A-6799-9E1AAF83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ML?</a:t>
            </a:r>
          </a:p>
        </p:txBody>
      </p:sp>
      <p:pic>
        <p:nvPicPr>
          <p:cNvPr id="5" name="Picture 4" descr="A person wearing glasses and a yellow sweater&#10;&#10;Description automatically generated">
            <a:extLst>
              <a:ext uri="{FF2B5EF4-FFF2-40B4-BE49-F238E27FC236}">
                <a16:creationId xmlns:a16="http://schemas.microsoft.com/office/drawing/2014/main" id="{6E226C4B-A7D9-D6CC-2A18-971B99153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65"/>
          <a:stretch/>
        </p:blipFill>
        <p:spPr>
          <a:xfrm>
            <a:off x="0" y="1191490"/>
            <a:ext cx="9144000" cy="39520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87B2B2-06EE-507F-8C10-C4A1E3A0A8B5}"/>
              </a:ext>
            </a:extLst>
          </p:cNvPr>
          <p:cNvSpPr/>
          <p:nvPr/>
        </p:nvSpPr>
        <p:spPr>
          <a:xfrm>
            <a:off x="5534890" y="1191490"/>
            <a:ext cx="3609109" cy="395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4BD8A-77C2-E5C5-64BA-0BE3F6597C7E}"/>
              </a:ext>
            </a:extLst>
          </p:cNvPr>
          <p:cNvSpPr/>
          <p:nvPr/>
        </p:nvSpPr>
        <p:spPr>
          <a:xfrm rot="16200000">
            <a:off x="3020216" y="1875145"/>
            <a:ext cx="2060864" cy="4475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99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1C98DB5F-EFC4-8466-AC21-E77816C1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70" t="83386" r="4166"/>
          <a:stretch/>
        </p:blipFill>
        <p:spPr>
          <a:xfrm>
            <a:off x="5145315" y="4288971"/>
            <a:ext cx="3617685" cy="854529"/>
          </a:xfrm>
          <a:prstGeom prst="rect">
            <a:avLst/>
          </a:prstGeom>
        </p:spPr>
      </p:pic>
      <p:pic>
        <p:nvPicPr>
          <p:cNvPr id="8" name="Picture 7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38B93C5F-B2D4-A29B-4545-DAE423E7B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37" t="25000" r="48541" b="-1"/>
          <a:stretch/>
        </p:blipFill>
        <p:spPr>
          <a:xfrm>
            <a:off x="771525" y="1285876"/>
            <a:ext cx="3933825" cy="38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46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yellow sweater&#10;&#10;Description automatically generated">
            <a:extLst>
              <a:ext uri="{FF2B5EF4-FFF2-40B4-BE49-F238E27FC236}">
                <a16:creationId xmlns:a16="http://schemas.microsoft.com/office/drawing/2014/main" id="{ABF08FD4-9E89-160F-9C3E-48C24357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729"/>
          <a:stretch/>
        </p:blipFill>
        <p:spPr>
          <a:xfrm>
            <a:off x="0" y="0"/>
            <a:ext cx="4505325" cy="5143500"/>
          </a:xfrm>
          <a:prstGeom prst="rect">
            <a:avLst/>
          </a:prstGeom>
        </p:spPr>
      </p:pic>
      <p:pic>
        <p:nvPicPr>
          <p:cNvPr id="7" name="Picture 6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489C473B-3611-82D0-B730-4F068CCA5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70" t="83386" r="4166"/>
          <a:stretch/>
        </p:blipFill>
        <p:spPr>
          <a:xfrm>
            <a:off x="5145315" y="4288971"/>
            <a:ext cx="3617685" cy="8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37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yellow shirt&#10;&#10;Description automatically generated">
            <a:extLst>
              <a:ext uri="{FF2B5EF4-FFF2-40B4-BE49-F238E27FC236}">
                <a16:creationId xmlns:a16="http://schemas.microsoft.com/office/drawing/2014/main" id="{C4189D53-8FA5-0D28-3BA4-9C116AC78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562"/>
          <a:stretch/>
        </p:blipFill>
        <p:spPr>
          <a:xfrm>
            <a:off x="0" y="0"/>
            <a:ext cx="4886325" cy="5143500"/>
          </a:xfrm>
          <a:prstGeom prst="rect">
            <a:avLst/>
          </a:prstGeom>
        </p:spPr>
      </p:pic>
      <p:pic>
        <p:nvPicPr>
          <p:cNvPr id="6" name="Picture 5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C7E48F86-BE2E-A1D9-A52B-6A752ACBBA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70" t="83386" r="4166"/>
          <a:stretch/>
        </p:blipFill>
        <p:spPr>
          <a:xfrm>
            <a:off x="5145315" y="4288971"/>
            <a:ext cx="3617685" cy="8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7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at a podium&#10;&#10;Description automatically generated">
            <a:extLst>
              <a:ext uri="{FF2B5EF4-FFF2-40B4-BE49-F238E27FC236}">
                <a16:creationId xmlns:a16="http://schemas.microsoft.com/office/drawing/2014/main" id="{A9B186F1-581D-54E4-515A-6CDDD414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062"/>
          <a:stretch/>
        </p:blipFill>
        <p:spPr>
          <a:xfrm>
            <a:off x="0" y="0"/>
            <a:ext cx="6029325" cy="51435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A8E4845-F928-C25A-8A39-BC580AC3FC17}"/>
              </a:ext>
            </a:extLst>
          </p:cNvPr>
          <p:cNvSpPr/>
          <p:nvPr/>
        </p:nvSpPr>
        <p:spPr>
          <a:xfrm>
            <a:off x="4535663" y="1943101"/>
            <a:ext cx="2103262" cy="3200400"/>
          </a:xfrm>
          <a:custGeom>
            <a:avLst/>
            <a:gdLst>
              <a:gd name="connsiteX0" fmla="*/ 1741312 w 2103262"/>
              <a:gd name="connsiteY0" fmla="*/ 0 h 3248025"/>
              <a:gd name="connsiteX1" fmla="*/ 1741312 w 2103262"/>
              <a:gd name="connsiteY1" fmla="*/ 0 h 3248025"/>
              <a:gd name="connsiteX2" fmla="*/ 1569862 w 2103262"/>
              <a:gd name="connsiteY2" fmla="*/ 190500 h 3248025"/>
              <a:gd name="connsiteX3" fmla="*/ 1522237 w 2103262"/>
              <a:gd name="connsiteY3" fmla="*/ 266700 h 3248025"/>
              <a:gd name="connsiteX4" fmla="*/ 1465087 w 2103262"/>
              <a:gd name="connsiteY4" fmla="*/ 323850 h 3248025"/>
              <a:gd name="connsiteX5" fmla="*/ 1341262 w 2103262"/>
              <a:gd name="connsiteY5" fmla="*/ 457200 h 3248025"/>
              <a:gd name="connsiteX6" fmla="*/ 1312687 w 2103262"/>
              <a:gd name="connsiteY6" fmla="*/ 485775 h 3248025"/>
              <a:gd name="connsiteX7" fmla="*/ 1265062 w 2103262"/>
              <a:gd name="connsiteY7" fmla="*/ 495300 h 3248025"/>
              <a:gd name="connsiteX8" fmla="*/ 1236487 w 2103262"/>
              <a:gd name="connsiteY8" fmla="*/ 533400 h 3248025"/>
              <a:gd name="connsiteX9" fmla="*/ 1131712 w 2103262"/>
              <a:gd name="connsiteY9" fmla="*/ 609600 h 3248025"/>
              <a:gd name="connsiteX10" fmla="*/ 1084087 w 2103262"/>
              <a:gd name="connsiteY10" fmla="*/ 714375 h 3248025"/>
              <a:gd name="connsiteX11" fmla="*/ 1007887 w 2103262"/>
              <a:gd name="connsiteY11" fmla="*/ 781050 h 3248025"/>
              <a:gd name="connsiteX12" fmla="*/ 960262 w 2103262"/>
              <a:gd name="connsiteY12" fmla="*/ 847725 h 3248025"/>
              <a:gd name="connsiteX13" fmla="*/ 931687 w 2103262"/>
              <a:gd name="connsiteY13" fmla="*/ 885825 h 3248025"/>
              <a:gd name="connsiteX14" fmla="*/ 903112 w 2103262"/>
              <a:gd name="connsiteY14" fmla="*/ 914400 h 3248025"/>
              <a:gd name="connsiteX15" fmla="*/ 884062 w 2103262"/>
              <a:gd name="connsiteY15" fmla="*/ 952500 h 3248025"/>
              <a:gd name="connsiteX16" fmla="*/ 826912 w 2103262"/>
              <a:gd name="connsiteY16" fmla="*/ 1000125 h 3248025"/>
              <a:gd name="connsiteX17" fmla="*/ 779287 w 2103262"/>
              <a:gd name="connsiteY17" fmla="*/ 1057275 h 3248025"/>
              <a:gd name="connsiteX18" fmla="*/ 750712 w 2103262"/>
              <a:gd name="connsiteY18" fmla="*/ 1247775 h 3248025"/>
              <a:gd name="connsiteX19" fmla="*/ 731662 w 2103262"/>
              <a:gd name="connsiteY19" fmla="*/ 1333500 h 3248025"/>
              <a:gd name="connsiteX20" fmla="*/ 703087 w 2103262"/>
              <a:gd name="connsiteY20" fmla="*/ 1352550 h 3248025"/>
              <a:gd name="connsiteX21" fmla="*/ 674512 w 2103262"/>
              <a:gd name="connsiteY21" fmla="*/ 1457325 h 3248025"/>
              <a:gd name="connsiteX22" fmla="*/ 655462 w 2103262"/>
              <a:gd name="connsiteY22" fmla="*/ 1543050 h 3248025"/>
              <a:gd name="connsiteX23" fmla="*/ 598312 w 2103262"/>
              <a:gd name="connsiteY23" fmla="*/ 1619250 h 3248025"/>
              <a:gd name="connsiteX24" fmla="*/ 550687 w 2103262"/>
              <a:gd name="connsiteY24" fmla="*/ 1714500 h 3248025"/>
              <a:gd name="connsiteX25" fmla="*/ 503062 w 2103262"/>
              <a:gd name="connsiteY25" fmla="*/ 1771650 h 3248025"/>
              <a:gd name="connsiteX26" fmla="*/ 474487 w 2103262"/>
              <a:gd name="connsiteY26" fmla="*/ 1809750 h 3248025"/>
              <a:gd name="connsiteX27" fmla="*/ 445912 w 2103262"/>
              <a:gd name="connsiteY27" fmla="*/ 1828800 h 3248025"/>
              <a:gd name="connsiteX28" fmla="*/ 379237 w 2103262"/>
              <a:gd name="connsiteY28" fmla="*/ 1876425 h 3248025"/>
              <a:gd name="connsiteX29" fmla="*/ 293512 w 2103262"/>
              <a:gd name="connsiteY29" fmla="*/ 1943100 h 3248025"/>
              <a:gd name="connsiteX30" fmla="*/ 245887 w 2103262"/>
              <a:gd name="connsiteY30" fmla="*/ 2019300 h 3248025"/>
              <a:gd name="connsiteX31" fmla="*/ 226837 w 2103262"/>
              <a:gd name="connsiteY31" fmla="*/ 2076450 h 3248025"/>
              <a:gd name="connsiteX32" fmla="*/ 141112 w 2103262"/>
              <a:gd name="connsiteY32" fmla="*/ 2143125 h 3248025"/>
              <a:gd name="connsiteX33" fmla="*/ 45862 w 2103262"/>
              <a:gd name="connsiteY33" fmla="*/ 2324100 h 3248025"/>
              <a:gd name="connsiteX34" fmla="*/ 45862 w 2103262"/>
              <a:gd name="connsiteY34" fmla="*/ 2962275 h 3248025"/>
              <a:gd name="connsiteX35" fmla="*/ 74437 w 2103262"/>
              <a:gd name="connsiteY35" fmla="*/ 3000375 h 3248025"/>
              <a:gd name="connsiteX36" fmla="*/ 93487 w 2103262"/>
              <a:gd name="connsiteY36" fmla="*/ 3028950 h 3248025"/>
              <a:gd name="connsiteX37" fmla="*/ 122062 w 2103262"/>
              <a:gd name="connsiteY37" fmla="*/ 3086100 h 3248025"/>
              <a:gd name="connsiteX38" fmla="*/ 141112 w 2103262"/>
              <a:gd name="connsiteY38" fmla="*/ 3133725 h 3248025"/>
              <a:gd name="connsiteX39" fmla="*/ 198262 w 2103262"/>
              <a:gd name="connsiteY39" fmla="*/ 3190875 h 3248025"/>
              <a:gd name="connsiteX40" fmla="*/ 226837 w 2103262"/>
              <a:gd name="connsiteY40" fmla="*/ 3219450 h 3248025"/>
              <a:gd name="connsiteX41" fmla="*/ 379237 w 2103262"/>
              <a:gd name="connsiteY41" fmla="*/ 3228975 h 3248025"/>
              <a:gd name="connsiteX42" fmla="*/ 474487 w 2103262"/>
              <a:gd name="connsiteY42" fmla="*/ 3238500 h 3248025"/>
              <a:gd name="connsiteX43" fmla="*/ 626887 w 2103262"/>
              <a:gd name="connsiteY43" fmla="*/ 3248025 h 3248025"/>
              <a:gd name="connsiteX44" fmla="*/ 1722262 w 2103262"/>
              <a:gd name="connsiteY44" fmla="*/ 3219450 h 3248025"/>
              <a:gd name="connsiteX45" fmla="*/ 1817512 w 2103262"/>
              <a:gd name="connsiteY45" fmla="*/ 3124200 h 3248025"/>
              <a:gd name="connsiteX46" fmla="*/ 1893712 w 2103262"/>
              <a:gd name="connsiteY46" fmla="*/ 3057525 h 3248025"/>
              <a:gd name="connsiteX47" fmla="*/ 1998487 w 2103262"/>
              <a:gd name="connsiteY47" fmla="*/ 2857500 h 3248025"/>
              <a:gd name="connsiteX48" fmla="*/ 2027062 w 2103262"/>
              <a:gd name="connsiteY48" fmla="*/ 2762250 h 3248025"/>
              <a:gd name="connsiteX49" fmla="*/ 2103262 w 2103262"/>
              <a:gd name="connsiteY49" fmla="*/ 2533650 h 3248025"/>
              <a:gd name="connsiteX50" fmla="*/ 2074687 w 2103262"/>
              <a:gd name="connsiteY50" fmla="*/ 1885950 h 3248025"/>
              <a:gd name="connsiteX51" fmla="*/ 2046112 w 2103262"/>
              <a:gd name="connsiteY51" fmla="*/ 1790700 h 3248025"/>
              <a:gd name="connsiteX52" fmla="*/ 1998487 w 2103262"/>
              <a:gd name="connsiteY52" fmla="*/ 962025 h 3248025"/>
              <a:gd name="connsiteX53" fmla="*/ 1969912 w 2103262"/>
              <a:gd name="connsiteY53" fmla="*/ 904875 h 3248025"/>
              <a:gd name="connsiteX54" fmla="*/ 1922287 w 2103262"/>
              <a:gd name="connsiteY54" fmla="*/ 781050 h 3248025"/>
              <a:gd name="connsiteX55" fmla="*/ 1874662 w 2103262"/>
              <a:gd name="connsiteY55" fmla="*/ 657225 h 3248025"/>
              <a:gd name="connsiteX56" fmla="*/ 1817512 w 2103262"/>
              <a:gd name="connsiteY56" fmla="*/ 266700 h 3248025"/>
              <a:gd name="connsiteX57" fmla="*/ 1769887 w 2103262"/>
              <a:gd name="connsiteY57" fmla="*/ 152400 h 3248025"/>
              <a:gd name="connsiteX58" fmla="*/ 1741312 w 2103262"/>
              <a:gd name="connsiteY58" fmla="*/ 0 h 324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2103262" h="3248025">
                <a:moveTo>
                  <a:pt x="1741312" y="0"/>
                </a:moveTo>
                <a:lnTo>
                  <a:pt x="1741312" y="0"/>
                </a:lnTo>
                <a:cubicBezTo>
                  <a:pt x="1684162" y="63500"/>
                  <a:pt x="1615140" y="118055"/>
                  <a:pt x="1569862" y="190500"/>
                </a:cubicBezTo>
                <a:cubicBezTo>
                  <a:pt x="1553987" y="215900"/>
                  <a:pt x="1540743" y="243147"/>
                  <a:pt x="1522237" y="266700"/>
                </a:cubicBezTo>
                <a:cubicBezTo>
                  <a:pt x="1505592" y="287884"/>
                  <a:pt x="1482213" y="303054"/>
                  <a:pt x="1465087" y="323850"/>
                </a:cubicBezTo>
                <a:cubicBezTo>
                  <a:pt x="1284054" y="543676"/>
                  <a:pt x="1466191" y="363503"/>
                  <a:pt x="1341262" y="457200"/>
                </a:cubicBezTo>
                <a:cubicBezTo>
                  <a:pt x="1330486" y="465282"/>
                  <a:pt x="1324735" y="479751"/>
                  <a:pt x="1312687" y="485775"/>
                </a:cubicBezTo>
                <a:cubicBezTo>
                  <a:pt x="1298207" y="493015"/>
                  <a:pt x="1280937" y="492125"/>
                  <a:pt x="1265062" y="495300"/>
                </a:cubicBezTo>
                <a:cubicBezTo>
                  <a:pt x="1255537" y="508000"/>
                  <a:pt x="1247712" y="522175"/>
                  <a:pt x="1236487" y="533400"/>
                </a:cubicBezTo>
                <a:cubicBezTo>
                  <a:pt x="1210286" y="559601"/>
                  <a:pt x="1161516" y="589730"/>
                  <a:pt x="1131712" y="609600"/>
                </a:cubicBezTo>
                <a:cubicBezTo>
                  <a:pt x="1119291" y="640653"/>
                  <a:pt x="1102198" y="687209"/>
                  <a:pt x="1084087" y="714375"/>
                </a:cubicBezTo>
                <a:cubicBezTo>
                  <a:pt x="1068677" y="737490"/>
                  <a:pt x="1024466" y="764471"/>
                  <a:pt x="1007887" y="781050"/>
                </a:cubicBezTo>
                <a:cubicBezTo>
                  <a:pt x="992322" y="796615"/>
                  <a:pt x="973783" y="828796"/>
                  <a:pt x="960262" y="847725"/>
                </a:cubicBezTo>
                <a:cubicBezTo>
                  <a:pt x="951035" y="860643"/>
                  <a:pt x="942018" y="873772"/>
                  <a:pt x="931687" y="885825"/>
                </a:cubicBezTo>
                <a:cubicBezTo>
                  <a:pt x="922921" y="896052"/>
                  <a:pt x="910942" y="903439"/>
                  <a:pt x="903112" y="914400"/>
                </a:cubicBezTo>
                <a:cubicBezTo>
                  <a:pt x="894859" y="925954"/>
                  <a:pt x="893495" y="941888"/>
                  <a:pt x="884062" y="952500"/>
                </a:cubicBezTo>
                <a:cubicBezTo>
                  <a:pt x="867587" y="971034"/>
                  <a:pt x="844447" y="982590"/>
                  <a:pt x="826912" y="1000125"/>
                </a:cubicBezTo>
                <a:cubicBezTo>
                  <a:pt x="809377" y="1017660"/>
                  <a:pt x="795162" y="1038225"/>
                  <a:pt x="779287" y="1057275"/>
                </a:cubicBezTo>
                <a:cubicBezTo>
                  <a:pt x="769762" y="1120775"/>
                  <a:pt x="761622" y="1184498"/>
                  <a:pt x="750712" y="1247775"/>
                </a:cubicBezTo>
                <a:cubicBezTo>
                  <a:pt x="745738" y="1276621"/>
                  <a:pt x="743775" y="1306852"/>
                  <a:pt x="731662" y="1333500"/>
                </a:cubicBezTo>
                <a:cubicBezTo>
                  <a:pt x="726925" y="1343922"/>
                  <a:pt x="712612" y="1346200"/>
                  <a:pt x="703087" y="1352550"/>
                </a:cubicBezTo>
                <a:cubicBezTo>
                  <a:pt x="693562" y="1387475"/>
                  <a:pt x="683292" y="1422205"/>
                  <a:pt x="674512" y="1457325"/>
                </a:cubicBezTo>
                <a:cubicBezTo>
                  <a:pt x="667412" y="1485723"/>
                  <a:pt x="665307" y="1515483"/>
                  <a:pt x="655462" y="1543050"/>
                </a:cubicBezTo>
                <a:cubicBezTo>
                  <a:pt x="623743" y="1631863"/>
                  <a:pt x="637223" y="1556020"/>
                  <a:pt x="598312" y="1619250"/>
                </a:cubicBezTo>
                <a:cubicBezTo>
                  <a:pt x="579708" y="1649482"/>
                  <a:pt x="573412" y="1687230"/>
                  <a:pt x="550687" y="1714500"/>
                </a:cubicBezTo>
                <a:cubicBezTo>
                  <a:pt x="534812" y="1733550"/>
                  <a:pt x="518553" y="1752286"/>
                  <a:pt x="503062" y="1771650"/>
                </a:cubicBezTo>
                <a:cubicBezTo>
                  <a:pt x="493145" y="1784046"/>
                  <a:pt x="485712" y="1798525"/>
                  <a:pt x="474487" y="1809750"/>
                </a:cubicBezTo>
                <a:cubicBezTo>
                  <a:pt x="466392" y="1817845"/>
                  <a:pt x="455437" y="1822450"/>
                  <a:pt x="445912" y="1828800"/>
                </a:cubicBezTo>
                <a:cubicBezTo>
                  <a:pt x="395870" y="1928884"/>
                  <a:pt x="467867" y="1809953"/>
                  <a:pt x="379237" y="1876425"/>
                </a:cubicBezTo>
                <a:cubicBezTo>
                  <a:pt x="254737" y="1969800"/>
                  <a:pt x="461065" y="1887249"/>
                  <a:pt x="293512" y="1943100"/>
                </a:cubicBezTo>
                <a:cubicBezTo>
                  <a:pt x="277637" y="1968500"/>
                  <a:pt x="259282" y="1992509"/>
                  <a:pt x="245887" y="2019300"/>
                </a:cubicBezTo>
                <a:cubicBezTo>
                  <a:pt x="236907" y="2037261"/>
                  <a:pt x="239808" y="2061121"/>
                  <a:pt x="226837" y="2076450"/>
                </a:cubicBezTo>
                <a:cubicBezTo>
                  <a:pt x="203454" y="2104085"/>
                  <a:pt x="169687" y="2120900"/>
                  <a:pt x="141112" y="2143125"/>
                </a:cubicBezTo>
                <a:cubicBezTo>
                  <a:pt x="67724" y="2300386"/>
                  <a:pt x="105970" y="2243956"/>
                  <a:pt x="45862" y="2324100"/>
                </a:cubicBezTo>
                <a:cubicBezTo>
                  <a:pt x="-25629" y="2586232"/>
                  <a:pt x="-3998" y="2463672"/>
                  <a:pt x="45862" y="2962275"/>
                </a:cubicBezTo>
                <a:cubicBezTo>
                  <a:pt x="47442" y="2978071"/>
                  <a:pt x="65210" y="2987457"/>
                  <a:pt x="74437" y="3000375"/>
                </a:cubicBezTo>
                <a:cubicBezTo>
                  <a:pt x="81091" y="3009690"/>
                  <a:pt x="87928" y="3018943"/>
                  <a:pt x="93487" y="3028950"/>
                </a:cubicBezTo>
                <a:cubicBezTo>
                  <a:pt x="103830" y="3047568"/>
                  <a:pt x="113249" y="3066711"/>
                  <a:pt x="122062" y="3086100"/>
                </a:cubicBezTo>
                <a:cubicBezTo>
                  <a:pt x="129137" y="3101665"/>
                  <a:pt x="131056" y="3119897"/>
                  <a:pt x="141112" y="3133725"/>
                </a:cubicBezTo>
                <a:cubicBezTo>
                  <a:pt x="156958" y="3155513"/>
                  <a:pt x="179212" y="3171825"/>
                  <a:pt x="198262" y="3190875"/>
                </a:cubicBezTo>
                <a:cubicBezTo>
                  <a:pt x="207787" y="3200400"/>
                  <a:pt x="213393" y="3218610"/>
                  <a:pt x="226837" y="3219450"/>
                </a:cubicBezTo>
                <a:lnTo>
                  <a:pt x="379237" y="3228975"/>
                </a:lnTo>
                <a:cubicBezTo>
                  <a:pt x="411051" y="3231422"/>
                  <a:pt x="442673" y="3236053"/>
                  <a:pt x="474487" y="3238500"/>
                </a:cubicBezTo>
                <a:cubicBezTo>
                  <a:pt x="525236" y="3242404"/>
                  <a:pt x="576087" y="3244850"/>
                  <a:pt x="626887" y="3248025"/>
                </a:cubicBezTo>
                <a:cubicBezTo>
                  <a:pt x="992012" y="3238500"/>
                  <a:pt x="1357633" y="3240720"/>
                  <a:pt x="1722262" y="3219450"/>
                </a:cubicBezTo>
                <a:cubicBezTo>
                  <a:pt x="1747049" y="3218004"/>
                  <a:pt x="1808348" y="3133364"/>
                  <a:pt x="1817512" y="3124200"/>
                </a:cubicBezTo>
                <a:cubicBezTo>
                  <a:pt x="1841377" y="3100335"/>
                  <a:pt x="1871487" y="3082925"/>
                  <a:pt x="1893712" y="3057525"/>
                </a:cubicBezTo>
                <a:cubicBezTo>
                  <a:pt x="1944946" y="2998972"/>
                  <a:pt x="1972280" y="2929570"/>
                  <a:pt x="1998487" y="2857500"/>
                </a:cubicBezTo>
                <a:cubicBezTo>
                  <a:pt x="2009815" y="2826348"/>
                  <a:pt x="2016580" y="2793697"/>
                  <a:pt x="2027062" y="2762250"/>
                </a:cubicBezTo>
                <a:cubicBezTo>
                  <a:pt x="2121100" y="2480135"/>
                  <a:pt x="2036358" y="2756662"/>
                  <a:pt x="2103262" y="2533650"/>
                </a:cubicBezTo>
                <a:cubicBezTo>
                  <a:pt x="2093737" y="2317750"/>
                  <a:pt x="2091262" y="2101423"/>
                  <a:pt x="2074687" y="1885950"/>
                </a:cubicBezTo>
                <a:cubicBezTo>
                  <a:pt x="2072145" y="1852900"/>
                  <a:pt x="2048837" y="1823736"/>
                  <a:pt x="2046112" y="1790700"/>
                </a:cubicBezTo>
                <a:cubicBezTo>
                  <a:pt x="2023370" y="1514955"/>
                  <a:pt x="2022200" y="1237688"/>
                  <a:pt x="1998487" y="962025"/>
                </a:cubicBezTo>
                <a:cubicBezTo>
                  <a:pt x="1996662" y="940805"/>
                  <a:pt x="1978177" y="924504"/>
                  <a:pt x="1969912" y="904875"/>
                </a:cubicBezTo>
                <a:cubicBezTo>
                  <a:pt x="1952751" y="864118"/>
                  <a:pt x="1938711" y="822110"/>
                  <a:pt x="1922287" y="781050"/>
                </a:cubicBezTo>
                <a:cubicBezTo>
                  <a:pt x="1904917" y="737624"/>
                  <a:pt x="1885484" y="702679"/>
                  <a:pt x="1874662" y="657225"/>
                </a:cubicBezTo>
                <a:cubicBezTo>
                  <a:pt x="1825547" y="450944"/>
                  <a:pt x="1858913" y="531667"/>
                  <a:pt x="1817512" y="266700"/>
                </a:cubicBezTo>
                <a:cubicBezTo>
                  <a:pt x="1807098" y="200051"/>
                  <a:pt x="1791139" y="216155"/>
                  <a:pt x="1769887" y="152400"/>
                </a:cubicBezTo>
                <a:cubicBezTo>
                  <a:pt x="1727471" y="25153"/>
                  <a:pt x="1746074" y="25400"/>
                  <a:pt x="174131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A375AABF-0250-20DD-3039-8DE64A32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70" t="83386" r="4166"/>
          <a:stretch/>
        </p:blipFill>
        <p:spPr>
          <a:xfrm>
            <a:off x="5145315" y="4288971"/>
            <a:ext cx="3617685" cy="8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3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at a podium&#10;&#10;Description automatically generated">
            <a:extLst>
              <a:ext uri="{FF2B5EF4-FFF2-40B4-BE49-F238E27FC236}">
                <a16:creationId xmlns:a16="http://schemas.microsoft.com/office/drawing/2014/main" id="{3C8EA654-54AA-D844-1650-07B38B60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229" b="76111"/>
          <a:stretch/>
        </p:blipFill>
        <p:spPr>
          <a:xfrm>
            <a:off x="0" y="0"/>
            <a:ext cx="6562725" cy="1228725"/>
          </a:xfrm>
          <a:prstGeom prst="rect">
            <a:avLst/>
          </a:prstGeom>
        </p:spPr>
      </p:pic>
      <p:pic>
        <p:nvPicPr>
          <p:cNvPr id="6" name="Picture 5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DDE244E0-13E1-2143-5CED-62D057F9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70" t="83386" r="4166"/>
          <a:stretch/>
        </p:blipFill>
        <p:spPr>
          <a:xfrm>
            <a:off x="5145315" y="4288971"/>
            <a:ext cx="3617685" cy="8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4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glasses and a yellow sweater&#10;&#10;Description automatically generated">
            <a:extLst>
              <a:ext uri="{FF2B5EF4-FFF2-40B4-BE49-F238E27FC236}">
                <a16:creationId xmlns:a16="http://schemas.microsoft.com/office/drawing/2014/main" id="{1F8A5FF1-737F-8AD7-0A4D-F0BE196F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87" b="33872"/>
          <a:stretch/>
        </p:blipFill>
        <p:spPr>
          <a:xfrm>
            <a:off x="0" y="0"/>
            <a:ext cx="5972175" cy="34012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2E6FFD8-1411-A47D-5FA4-B18EFDC7F9AA}"/>
              </a:ext>
            </a:extLst>
          </p:cNvPr>
          <p:cNvSpPr/>
          <p:nvPr/>
        </p:nvSpPr>
        <p:spPr>
          <a:xfrm>
            <a:off x="5662611" y="3288506"/>
            <a:ext cx="314327" cy="112785"/>
          </a:xfrm>
          <a:prstGeom prst="rect">
            <a:avLst/>
          </a:prstGeom>
          <a:solidFill>
            <a:srgbClr val="E6E6E6"/>
          </a:solidFill>
          <a:ln w="3175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38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45A2B351-8DB7-74F0-BA7A-85C399AD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921" b="45961"/>
          <a:stretch/>
        </p:blipFill>
        <p:spPr>
          <a:xfrm>
            <a:off x="58057" y="0"/>
            <a:ext cx="5950857" cy="277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99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yellow sweater&#10;&#10;Description automatically generated">
            <a:extLst>
              <a:ext uri="{FF2B5EF4-FFF2-40B4-BE49-F238E27FC236}">
                <a16:creationId xmlns:a16="http://schemas.microsoft.com/office/drawing/2014/main" id="{92611A34-A1A2-5B73-407F-0E4ACF00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524" b="22681"/>
          <a:stretch/>
        </p:blipFill>
        <p:spPr>
          <a:xfrm>
            <a:off x="0" y="0"/>
            <a:ext cx="5987143" cy="3976914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EE9638-D6D7-6C85-E2DB-8BC28620BFA8}"/>
              </a:ext>
            </a:extLst>
          </p:cNvPr>
          <p:cNvSpPr/>
          <p:nvPr/>
        </p:nvSpPr>
        <p:spPr>
          <a:xfrm>
            <a:off x="4829193" y="2946400"/>
            <a:ext cx="1424541" cy="1175657"/>
          </a:xfrm>
          <a:custGeom>
            <a:avLst/>
            <a:gdLst>
              <a:gd name="connsiteX0" fmla="*/ 1295836 w 1424541"/>
              <a:gd name="connsiteY0" fmla="*/ 0 h 1175657"/>
              <a:gd name="connsiteX1" fmla="*/ 1295836 w 1424541"/>
              <a:gd name="connsiteY1" fmla="*/ 0 h 1175657"/>
              <a:gd name="connsiteX2" fmla="*/ 1179721 w 1424541"/>
              <a:gd name="connsiteY2" fmla="*/ 58057 h 1175657"/>
              <a:gd name="connsiteX3" fmla="*/ 1157950 w 1424541"/>
              <a:gd name="connsiteY3" fmla="*/ 72571 h 1175657"/>
              <a:gd name="connsiteX4" fmla="*/ 1005550 w 1424541"/>
              <a:gd name="connsiteY4" fmla="*/ 79829 h 1175657"/>
              <a:gd name="connsiteX5" fmla="*/ 969264 w 1424541"/>
              <a:gd name="connsiteY5" fmla="*/ 87086 h 1175657"/>
              <a:gd name="connsiteX6" fmla="*/ 889436 w 1424541"/>
              <a:gd name="connsiteY6" fmla="*/ 101600 h 1175657"/>
              <a:gd name="connsiteX7" fmla="*/ 831378 w 1424541"/>
              <a:gd name="connsiteY7" fmla="*/ 116114 h 1175657"/>
              <a:gd name="connsiteX8" fmla="*/ 809607 w 1424541"/>
              <a:gd name="connsiteY8" fmla="*/ 123371 h 1175657"/>
              <a:gd name="connsiteX9" fmla="*/ 758807 w 1424541"/>
              <a:gd name="connsiteY9" fmla="*/ 130629 h 1175657"/>
              <a:gd name="connsiteX10" fmla="*/ 715264 w 1424541"/>
              <a:gd name="connsiteY10" fmla="*/ 159657 h 1175657"/>
              <a:gd name="connsiteX11" fmla="*/ 642693 w 1424541"/>
              <a:gd name="connsiteY11" fmla="*/ 181429 h 1175657"/>
              <a:gd name="connsiteX12" fmla="*/ 599150 w 1424541"/>
              <a:gd name="connsiteY12" fmla="*/ 188686 h 1175657"/>
              <a:gd name="connsiteX13" fmla="*/ 577378 w 1424541"/>
              <a:gd name="connsiteY13" fmla="*/ 217714 h 1175657"/>
              <a:gd name="connsiteX14" fmla="*/ 562864 w 1424541"/>
              <a:gd name="connsiteY14" fmla="*/ 232229 h 1175657"/>
              <a:gd name="connsiteX15" fmla="*/ 519321 w 1424541"/>
              <a:gd name="connsiteY15" fmla="*/ 275771 h 1175657"/>
              <a:gd name="connsiteX16" fmla="*/ 461264 w 1424541"/>
              <a:gd name="connsiteY16" fmla="*/ 304800 h 1175657"/>
              <a:gd name="connsiteX17" fmla="*/ 446750 w 1424541"/>
              <a:gd name="connsiteY17" fmla="*/ 333829 h 1175657"/>
              <a:gd name="connsiteX18" fmla="*/ 424978 w 1424541"/>
              <a:gd name="connsiteY18" fmla="*/ 341086 h 1175657"/>
              <a:gd name="connsiteX19" fmla="*/ 403207 w 1424541"/>
              <a:gd name="connsiteY19" fmla="*/ 355600 h 1175657"/>
              <a:gd name="connsiteX20" fmla="*/ 366921 w 1424541"/>
              <a:gd name="connsiteY20" fmla="*/ 362857 h 1175657"/>
              <a:gd name="connsiteX21" fmla="*/ 330636 w 1424541"/>
              <a:gd name="connsiteY21" fmla="*/ 420914 h 1175657"/>
              <a:gd name="connsiteX22" fmla="*/ 308864 w 1424541"/>
              <a:gd name="connsiteY22" fmla="*/ 428171 h 1175657"/>
              <a:gd name="connsiteX23" fmla="*/ 287093 w 1424541"/>
              <a:gd name="connsiteY23" fmla="*/ 478971 h 1175657"/>
              <a:gd name="connsiteX24" fmla="*/ 272578 w 1424541"/>
              <a:gd name="connsiteY24" fmla="*/ 522514 h 1175657"/>
              <a:gd name="connsiteX25" fmla="*/ 250807 w 1424541"/>
              <a:gd name="connsiteY25" fmla="*/ 551543 h 1175657"/>
              <a:gd name="connsiteX26" fmla="*/ 229036 w 1424541"/>
              <a:gd name="connsiteY26" fmla="*/ 595086 h 1175657"/>
              <a:gd name="connsiteX27" fmla="*/ 192750 w 1424541"/>
              <a:gd name="connsiteY27" fmla="*/ 624114 h 1175657"/>
              <a:gd name="connsiteX28" fmla="*/ 156464 w 1424541"/>
              <a:gd name="connsiteY28" fmla="*/ 682171 h 1175657"/>
              <a:gd name="connsiteX29" fmla="*/ 134693 w 1424541"/>
              <a:gd name="connsiteY29" fmla="*/ 696686 h 1175657"/>
              <a:gd name="connsiteX30" fmla="*/ 98407 w 1424541"/>
              <a:gd name="connsiteY30" fmla="*/ 776514 h 1175657"/>
              <a:gd name="connsiteX31" fmla="*/ 54864 w 1424541"/>
              <a:gd name="connsiteY31" fmla="*/ 863600 h 1175657"/>
              <a:gd name="connsiteX32" fmla="*/ 40350 w 1424541"/>
              <a:gd name="connsiteY32" fmla="*/ 914400 h 1175657"/>
              <a:gd name="connsiteX33" fmla="*/ 40350 w 1424541"/>
              <a:gd name="connsiteY33" fmla="*/ 1095829 h 1175657"/>
              <a:gd name="connsiteX34" fmla="*/ 156464 w 1424541"/>
              <a:gd name="connsiteY34" fmla="*/ 1117600 h 1175657"/>
              <a:gd name="connsiteX35" fmla="*/ 403207 w 1424541"/>
              <a:gd name="connsiteY35" fmla="*/ 1146629 h 1175657"/>
              <a:gd name="connsiteX36" fmla="*/ 737036 w 1424541"/>
              <a:gd name="connsiteY36" fmla="*/ 1175657 h 1175657"/>
              <a:gd name="connsiteX37" fmla="*/ 1063607 w 1424541"/>
              <a:gd name="connsiteY37" fmla="*/ 1161143 h 1175657"/>
              <a:gd name="connsiteX38" fmla="*/ 1143436 w 1424541"/>
              <a:gd name="connsiteY38" fmla="*/ 1124857 h 1175657"/>
              <a:gd name="connsiteX39" fmla="*/ 1259550 w 1424541"/>
              <a:gd name="connsiteY39" fmla="*/ 1081314 h 1175657"/>
              <a:gd name="connsiteX40" fmla="*/ 1295836 w 1424541"/>
              <a:gd name="connsiteY40" fmla="*/ 1052286 h 1175657"/>
              <a:gd name="connsiteX41" fmla="*/ 1353893 w 1424541"/>
              <a:gd name="connsiteY41" fmla="*/ 1030514 h 1175657"/>
              <a:gd name="connsiteX42" fmla="*/ 1375664 w 1424541"/>
              <a:gd name="connsiteY42" fmla="*/ 1001486 h 1175657"/>
              <a:gd name="connsiteX43" fmla="*/ 1375664 w 1424541"/>
              <a:gd name="connsiteY43" fmla="*/ 217714 h 1175657"/>
              <a:gd name="connsiteX44" fmla="*/ 1353893 w 1424541"/>
              <a:gd name="connsiteY44" fmla="*/ 174171 h 1175657"/>
              <a:gd name="connsiteX45" fmla="*/ 1274064 w 1424541"/>
              <a:gd name="connsiteY45" fmla="*/ 72571 h 1175657"/>
              <a:gd name="connsiteX46" fmla="*/ 1259550 w 1424541"/>
              <a:gd name="connsiteY46" fmla="*/ 50800 h 1175657"/>
              <a:gd name="connsiteX47" fmla="*/ 1237778 w 1424541"/>
              <a:gd name="connsiteY47" fmla="*/ 14514 h 1175657"/>
              <a:gd name="connsiteX48" fmla="*/ 1295836 w 1424541"/>
              <a:gd name="connsiteY48" fmla="*/ 0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24541" h="1175657">
                <a:moveTo>
                  <a:pt x="1295836" y="0"/>
                </a:moveTo>
                <a:lnTo>
                  <a:pt x="1295836" y="0"/>
                </a:lnTo>
                <a:cubicBezTo>
                  <a:pt x="1221818" y="33645"/>
                  <a:pt x="1232071" y="25339"/>
                  <a:pt x="1179721" y="58057"/>
                </a:cubicBezTo>
                <a:cubicBezTo>
                  <a:pt x="1172325" y="62680"/>
                  <a:pt x="1166604" y="71489"/>
                  <a:pt x="1157950" y="72571"/>
                </a:cubicBezTo>
                <a:cubicBezTo>
                  <a:pt x="1107485" y="78879"/>
                  <a:pt x="1056350" y="77410"/>
                  <a:pt x="1005550" y="79829"/>
                </a:cubicBezTo>
                <a:lnTo>
                  <a:pt x="969264" y="87086"/>
                </a:lnTo>
                <a:cubicBezTo>
                  <a:pt x="934334" y="93437"/>
                  <a:pt x="922731" y="93917"/>
                  <a:pt x="889436" y="101600"/>
                </a:cubicBezTo>
                <a:cubicBezTo>
                  <a:pt x="869999" y="106085"/>
                  <a:pt x="850623" y="110865"/>
                  <a:pt x="831378" y="116114"/>
                </a:cubicBezTo>
                <a:cubicBezTo>
                  <a:pt x="823998" y="118127"/>
                  <a:pt x="817108" y="121871"/>
                  <a:pt x="809607" y="123371"/>
                </a:cubicBezTo>
                <a:cubicBezTo>
                  <a:pt x="792834" y="126726"/>
                  <a:pt x="775740" y="128210"/>
                  <a:pt x="758807" y="130629"/>
                </a:cubicBezTo>
                <a:cubicBezTo>
                  <a:pt x="701252" y="149814"/>
                  <a:pt x="777393" y="120828"/>
                  <a:pt x="715264" y="159657"/>
                </a:cubicBezTo>
                <a:cubicBezTo>
                  <a:pt x="693890" y="173015"/>
                  <a:pt x="666788" y="177048"/>
                  <a:pt x="642693" y="181429"/>
                </a:cubicBezTo>
                <a:cubicBezTo>
                  <a:pt x="628216" y="184061"/>
                  <a:pt x="613664" y="186267"/>
                  <a:pt x="599150" y="188686"/>
                </a:cubicBezTo>
                <a:cubicBezTo>
                  <a:pt x="591893" y="198362"/>
                  <a:pt x="585121" y="208422"/>
                  <a:pt x="577378" y="217714"/>
                </a:cubicBezTo>
                <a:cubicBezTo>
                  <a:pt x="572998" y="222970"/>
                  <a:pt x="567244" y="226973"/>
                  <a:pt x="562864" y="232229"/>
                </a:cubicBezTo>
                <a:cubicBezTo>
                  <a:pt x="529111" y="272734"/>
                  <a:pt x="556024" y="251304"/>
                  <a:pt x="519321" y="275771"/>
                </a:cubicBezTo>
                <a:cubicBezTo>
                  <a:pt x="480455" y="334073"/>
                  <a:pt x="540724" y="255137"/>
                  <a:pt x="461264" y="304800"/>
                </a:cubicBezTo>
                <a:cubicBezTo>
                  <a:pt x="452090" y="310534"/>
                  <a:pt x="454400" y="326179"/>
                  <a:pt x="446750" y="333829"/>
                </a:cubicBezTo>
                <a:cubicBezTo>
                  <a:pt x="441341" y="339238"/>
                  <a:pt x="432235" y="338667"/>
                  <a:pt x="424978" y="341086"/>
                </a:cubicBezTo>
                <a:cubicBezTo>
                  <a:pt x="417721" y="345924"/>
                  <a:pt x="411374" y="352538"/>
                  <a:pt x="403207" y="355600"/>
                </a:cubicBezTo>
                <a:cubicBezTo>
                  <a:pt x="391657" y="359931"/>
                  <a:pt x="376789" y="355456"/>
                  <a:pt x="366921" y="362857"/>
                </a:cubicBezTo>
                <a:cubicBezTo>
                  <a:pt x="316286" y="400833"/>
                  <a:pt x="368047" y="390986"/>
                  <a:pt x="330636" y="420914"/>
                </a:cubicBezTo>
                <a:cubicBezTo>
                  <a:pt x="324662" y="425693"/>
                  <a:pt x="316121" y="425752"/>
                  <a:pt x="308864" y="428171"/>
                </a:cubicBezTo>
                <a:cubicBezTo>
                  <a:pt x="301607" y="445104"/>
                  <a:pt x="293706" y="461776"/>
                  <a:pt x="287093" y="478971"/>
                </a:cubicBezTo>
                <a:cubicBezTo>
                  <a:pt x="281601" y="493251"/>
                  <a:pt x="279420" y="508830"/>
                  <a:pt x="272578" y="522514"/>
                </a:cubicBezTo>
                <a:cubicBezTo>
                  <a:pt x="267169" y="533332"/>
                  <a:pt x="257030" y="541171"/>
                  <a:pt x="250807" y="551543"/>
                </a:cubicBezTo>
                <a:cubicBezTo>
                  <a:pt x="242458" y="565458"/>
                  <a:pt x="237637" y="581325"/>
                  <a:pt x="229036" y="595086"/>
                </a:cubicBezTo>
                <a:cubicBezTo>
                  <a:pt x="217068" y="614234"/>
                  <a:pt x="209105" y="607759"/>
                  <a:pt x="192750" y="624114"/>
                </a:cubicBezTo>
                <a:cubicBezTo>
                  <a:pt x="122496" y="694368"/>
                  <a:pt x="213944" y="613193"/>
                  <a:pt x="156464" y="682171"/>
                </a:cubicBezTo>
                <a:cubicBezTo>
                  <a:pt x="150880" y="688871"/>
                  <a:pt x="141950" y="691848"/>
                  <a:pt x="134693" y="696686"/>
                </a:cubicBezTo>
                <a:cubicBezTo>
                  <a:pt x="119580" y="726910"/>
                  <a:pt x="111426" y="741795"/>
                  <a:pt x="98407" y="776514"/>
                </a:cubicBezTo>
                <a:cubicBezTo>
                  <a:pt x="68387" y="856569"/>
                  <a:pt x="95101" y="823364"/>
                  <a:pt x="54864" y="863600"/>
                </a:cubicBezTo>
                <a:cubicBezTo>
                  <a:pt x="50026" y="880533"/>
                  <a:pt x="46672" y="897963"/>
                  <a:pt x="40350" y="914400"/>
                </a:cubicBezTo>
                <a:cubicBezTo>
                  <a:pt x="16240" y="977087"/>
                  <a:pt x="-36919" y="1006360"/>
                  <a:pt x="40350" y="1095829"/>
                </a:cubicBezTo>
                <a:cubicBezTo>
                  <a:pt x="66089" y="1125632"/>
                  <a:pt x="117684" y="1110757"/>
                  <a:pt x="156464" y="1117600"/>
                </a:cubicBezTo>
                <a:cubicBezTo>
                  <a:pt x="393093" y="1159357"/>
                  <a:pt x="183519" y="1124660"/>
                  <a:pt x="403207" y="1146629"/>
                </a:cubicBezTo>
                <a:cubicBezTo>
                  <a:pt x="734277" y="1179737"/>
                  <a:pt x="424202" y="1161438"/>
                  <a:pt x="737036" y="1175657"/>
                </a:cubicBezTo>
                <a:cubicBezTo>
                  <a:pt x="845893" y="1170819"/>
                  <a:pt x="954990" y="1169832"/>
                  <a:pt x="1063607" y="1161143"/>
                </a:cubicBezTo>
                <a:cubicBezTo>
                  <a:pt x="1076743" y="1160092"/>
                  <a:pt x="1135848" y="1128177"/>
                  <a:pt x="1143436" y="1124857"/>
                </a:cubicBezTo>
                <a:cubicBezTo>
                  <a:pt x="1198963" y="1100564"/>
                  <a:pt x="1209641" y="1097951"/>
                  <a:pt x="1259550" y="1081314"/>
                </a:cubicBezTo>
                <a:cubicBezTo>
                  <a:pt x="1271645" y="1071638"/>
                  <a:pt x="1282198" y="1059630"/>
                  <a:pt x="1295836" y="1052286"/>
                </a:cubicBezTo>
                <a:cubicBezTo>
                  <a:pt x="1314034" y="1042487"/>
                  <a:pt x="1336456" y="1041610"/>
                  <a:pt x="1353893" y="1030514"/>
                </a:cubicBezTo>
                <a:cubicBezTo>
                  <a:pt x="1364097" y="1024020"/>
                  <a:pt x="1368407" y="1011162"/>
                  <a:pt x="1375664" y="1001486"/>
                </a:cubicBezTo>
                <a:cubicBezTo>
                  <a:pt x="1467121" y="727109"/>
                  <a:pt x="1408182" y="920125"/>
                  <a:pt x="1375664" y="217714"/>
                </a:cubicBezTo>
                <a:cubicBezTo>
                  <a:pt x="1374914" y="201504"/>
                  <a:pt x="1361944" y="188260"/>
                  <a:pt x="1353893" y="174171"/>
                </a:cubicBezTo>
                <a:cubicBezTo>
                  <a:pt x="1304779" y="88221"/>
                  <a:pt x="1335497" y="141683"/>
                  <a:pt x="1274064" y="72571"/>
                </a:cubicBezTo>
                <a:cubicBezTo>
                  <a:pt x="1268270" y="66052"/>
                  <a:pt x="1264173" y="58196"/>
                  <a:pt x="1259550" y="50800"/>
                </a:cubicBezTo>
                <a:cubicBezTo>
                  <a:pt x="1252074" y="38839"/>
                  <a:pt x="1237778" y="14514"/>
                  <a:pt x="1237778" y="14514"/>
                </a:cubicBezTo>
                <a:lnTo>
                  <a:pt x="129583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25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95508D7D-FABA-83A0-9B28-4F3A644C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857"/>
          <a:stretch/>
        </p:blipFill>
        <p:spPr>
          <a:xfrm>
            <a:off x="0" y="0"/>
            <a:ext cx="47679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54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173F6-0BD9-4CE9-8C3E-8F9ECCE9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175" t="1270" r="28175" b="71922"/>
          <a:stretch/>
        </p:blipFill>
        <p:spPr>
          <a:xfrm>
            <a:off x="-2576285" y="65315"/>
            <a:ext cx="9144000" cy="13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72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at a podium&#10;&#10;Description automatically generated">
            <a:extLst>
              <a:ext uri="{FF2B5EF4-FFF2-40B4-BE49-F238E27FC236}">
                <a16:creationId xmlns:a16="http://schemas.microsoft.com/office/drawing/2014/main" id="{BBE28536-C2B8-0CCC-1481-DE1BB2A89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254"/>
          <a:stretch/>
        </p:blipFill>
        <p:spPr>
          <a:xfrm>
            <a:off x="0" y="0"/>
            <a:ext cx="4731657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003C12-7E05-F39C-D8A7-DFEC41D1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39" t="1270" r="28175" b="71922"/>
          <a:stretch/>
        </p:blipFill>
        <p:spPr>
          <a:xfrm>
            <a:off x="4804229" y="65315"/>
            <a:ext cx="1763486" cy="13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99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0805266B-27FB-ADE8-4A30-ED74AD8D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56"/>
          <a:stretch/>
        </p:blipFill>
        <p:spPr>
          <a:xfrm>
            <a:off x="0" y="0"/>
            <a:ext cx="45212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C21D63-53E5-C8CE-7C4B-BADC8193B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39" t="1270" r="28175" b="71922"/>
          <a:stretch/>
        </p:blipFill>
        <p:spPr>
          <a:xfrm>
            <a:off x="4826001" y="65315"/>
            <a:ext cx="1763486" cy="13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30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glasses and a yellow sweater&#10;&#10;Description automatically generated">
            <a:extLst>
              <a:ext uri="{FF2B5EF4-FFF2-40B4-BE49-F238E27FC236}">
                <a16:creationId xmlns:a16="http://schemas.microsoft.com/office/drawing/2014/main" id="{44935329-FA87-D5F7-9D4B-43E43063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047" b="61199"/>
          <a:stretch/>
        </p:blipFill>
        <p:spPr>
          <a:xfrm>
            <a:off x="0" y="0"/>
            <a:ext cx="6030686" cy="199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12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yellow shirt&#10;&#10;Description automatically generated">
            <a:extLst>
              <a:ext uri="{FF2B5EF4-FFF2-40B4-BE49-F238E27FC236}">
                <a16:creationId xmlns:a16="http://schemas.microsoft.com/office/drawing/2014/main" id="{1DAD18DE-5B0A-16D6-CAB1-82543433F6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86" b="43563"/>
          <a:stretch/>
        </p:blipFill>
        <p:spPr>
          <a:xfrm>
            <a:off x="0" y="0"/>
            <a:ext cx="6008914" cy="290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03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glasses and a yellow shirt&#10;&#10;Description automatically generated">
            <a:extLst>
              <a:ext uri="{FF2B5EF4-FFF2-40B4-BE49-F238E27FC236}">
                <a16:creationId xmlns:a16="http://schemas.microsoft.com/office/drawing/2014/main" id="{F91B2D6D-132C-5A42-F41D-22F9148BF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301" b="39612"/>
          <a:stretch/>
        </p:blipFill>
        <p:spPr>
          <a:xfrm>
            <a:off x="0" y="0"/>
            <a:ext cx="5275943" cy="3106057"/>
          </a:xfrm>
          <a:prstGeom prst="rect">
            <a:avLst/>
          </a:prstGeom>
        </p:spPr>
      </p:pic>
      <p:pic>
        <p:nvPicPr>
          <p:cNvPr id="4" name="Picture 3" descr="A person in a yellow shirt&#10;&#10;Description automatically generated">
            <a:extLst>
              <a:ext uri="{FF2B5EF4-FFF2-40B4-BE49-F238E27FC236}">
                <a16:creationId xmlns:a16="http://schemas.microsoft.com/office/drawing/2014/main" id="{92B47DB1-654E-3558-47FA-277E42242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73" r="34286" b="74039"/>
          <a:stretch/>
        </p:blipFill>
        <p:spPr>
          <a:xfrm>
            <a:off x="4198257" y="0"/>
            <a:ext cx="1814286" cy="13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534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yellow shirt&#10;&#10;Description automatically generated">
            <a:extLst>
              <a:ext uri="{FF2B5EF4-FFF2-40B4-BE49-F238E27FC236}">
                <a16:creationId xmlns:a16="http://schemas.microsoft.com/office/drawing/2014/main" id="{B3A0EB3F-E90B-E0F6-C839-A6568201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303" b="31987"/>
          <a:stretch/>
        </p:blipFill>
        <p:spPr>
          <a:xfrm>
            <a:off x="0" y="0"/>
            <a:ext cx="5001491" cy="3498273"/>
          </a:xfrm>
          <a:prstGeom prst="rect">
            <a:avLst/>
          </a:prstGeom>
        </p:spPr>
      </p:pic>
      <p:pic>
        <p:nvPicPr>
          <p:cNvPr id="4" name="Picture 3" descr="A person in a yellow shirt&#10;&#10;Description automatically generated">
            <a:extLst>
              <a:ext uri="{FF2B5EF4-FFF2-40B4-BE49-F238E27FC236}">
                <a16:creationId xmlns:a16="http://schemas.microsoft.com/office/drawing/2014/main" id="{13CE17BE-E906-D573-47C5-83E68950A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73" r="34286" b="74039"/>
          <a:stretch/>
        </p:blipFill>
        <p:spPr>
          <a:xfrm>
            <a:off x="4198257" y="0"/>
            <a:ext cx="1814286" cy="133531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B4DAAFA-A295-EC33-DD43-8424EB16BA5E}"/>
              </a:ext>
            </a:extLst>
          </p:cNvPr>
          <p:cNvSpPr/>
          <p:nvPr/>
        </p:nvSpPr>
        <p:spPr>
          <a:xfrm>
            <a:off x="4356223" y="2985655"/>
            <a:ext cx="1144044" cy="893618"/>
          </a:xfrm>
          <a:custGeom>
            <a:avLst/>
            <a:gdLst>
              <a:gd name="connsiteX0" fmla="*/ 659122 w 1144044"/>
              <a:gd name="connsiteY0" fmla="*/ 0 h 893618"/>
              <a:gd name="connsiteX1" fmla="*/ 659122 w 1144044"/>
              <a:gd name="connsiteY1" fmla="*/ 0 h 893618"/>
              <a:gd name="connsiteX2" fmla="*/ 479013 w 1144044"/>
              <a:gd name="connsiteY2" fmla="*/ 103909 h 893618"/>
              <a:gd name="connsiteX3" fmla="*/ 181141 w 1144044"/>
              <a:gd name="connsiteY3" fmla="*/ 263236 h 893618"/>
              <a:gd name="connsiteX4" fmla="*/ 104941 w 1144044"/>
              <a:gd name="connsiteY4" fmla="*/ 318654 h 893618"/>
              <a:gd name="connsiteX5" fmla="*/ 70304 w 1144044"/>
              <a:gd name="connsiteY5" fmla="*/ 360218 h 893618"/>
              <a:gd name="connsiteX6" fmla="*/ 14886 w 1144044"/>
              <a:gd name="connsiteY6" fmla="*/ 436418 h 893618"/>
              <a:gd name="connsiteX7" fmla="*/ 49522 w 1144044"/>
              <a:gd name="connsiteY7" fmla="*/ 775854 h 893618"/>
              <a:gd name="connsiteX8" fmla="*/ 104941 w 1144044"/>
              <a:gd name="connsiteY8" fmla="*/ 810490 h 893618"/>
              <a:gd name="connsiteX9" fmla="*/ 479013 w 1144044"/>
              <a:gd name="connsiteY9" fmla="*/ 886690 h 893618"/>
              <a:gd name="connsiteX10" fmla="*/ 659122 w 1144044"/>
              <a:gd name="connsiteY10" fmla="*/ 893618 h 893618"/>
              <a:gd name="connsiteX11" fmla="*/ 991632 w 1144044"/>
              <a:gd name="connsiteY11" fmla="*/ 858981 h 893618"/>
              <a:gd name="connsiteX12" fmla="*/ 1102468 w 1144044"/>
              <a:gd name="connsiteY12" fmla="*/ 748145 h 893618"/>
              <a:gd name="connsiteX13" fmla="*/ 1123250 w 1144044"/>
              <a:gd name="connsiteY13" fmla="*/ 658090 h 893618"/>
              <a:gd name="connsiteX14" fmla="*/ 1144032 w 1144044"/>
              <a:gd name="connsiteY14" fmla="*/ 581890 h 893618"/>
              <a:gd name="connsiteX15" fmla="*/ 1088613 w 1144044"/>
              <a:gd name="connsiteY15" fmla="*/ 325581 h 893618"/>
              <a:gd name="connsiteX16" fmla="*/ 1047050 w 1144044"/>
              <a:gd name="connsiteY16" fmla="*/ 270163 h 893618"/>
              <a:gd name="connsiteX17" fmla="*/ 977777 w 1144044"/>
              <a:gd name="connsiteY17" fmla="*/ 228600 h 893618"/>
              <a:gd name="connsiteX18" fmla="*/ 956995 w 1144044"/>
              <a:gd name="connsiteY18" fmla="*/ 193963 h 893618"/>
              <a:gd name="connsiteX19" fmla="*/ 901577 w 1144044"/>
              <a:gd name="connsiteY19" fmla="*/ 166254 h 893618"/>
              <a:gd name="connsiteX20" fmla="*/ 846159 w 1144044"/>
              <a:gd name="connsiteY20" fmla="*/ 145472 h 893618"/>
              <a:gd name="connsiteX21" fmla="*/ 790741 w 1144044"/>
              <a:gd name="connsiteY21" fmla="*/ 110836 h 893618"/>
              <a:gd name="connsiteX22" fmla="*/ 769959 w 1144044"/>
              <a:gd name="connsiteY22" fmla="*/ 96981 h 893618"/>
              <a:gd name="connsiteX23" fmla="*/ 735322 w 1144044"/>
              <a:gd name="connsiteY23" fmla="*/ 76200 h 893618"/>
              <a:gd name="connsiteX24" fmla="*/ 679904 w 1144044"/>
              <a:gd name="connsiteY24" fmla="*/ 34636 h 893618"/>
              <a:gd name="connsiteX25" fmla="*/ 645268 w 1144044"/>
              <a:gd name="connsiteY25" fmla="*/ 20781 h 893618"/>
              <a:gd name="connsiteX26" fmla="*/ 624486 w 1144044"/>
              <a:gd name="connsiteY26" fmla="*/ 13854 h 893618"/>
              <a:gd name="connsiteX27" fmla="*/ 659122 w 1144044"/>
              <a:gd name="connsiteY27" fmla="*/ 0 h 89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4044" h="893618">
                <a:moveTo>
                  <a:pt x="659122" y="0"/>
                </a:moveTo>
                <a:lnTo>
                  <a:pt x="659122" y="0"/>
                </a:lnTo>
                <a:cubicBezTo>
                  <a:pt x="599086" y="34636"/>
                  <a:pt x="540109" y="71179"/>
                  <a:pt x="479013" y="103909"/>
                </a:cubicBezTo>
                <a:cubicBezTo>
                  <a:pt x="308640" y="195180"/>
                  <a:pt x="305767" y="180152"/>
                  <a:pt x="181141" y="263236"/>
                </a:cubicBezTo>
                <a:cubicBezTo>
                  <a:pt x="155009" y="280657"/>
                  <a:pt x="128577" y="297972"/>
                  <a:pt x="104941" y="318654"/>
                </a:cubicBezTo>
                <a:cubicBezTo>
                  <a:pt x="91368" y="330530"/>
                  <a:pt x="82436" y="346873"/>
                  <a:pt x="70304" y="360218"/>
                </a:cubicBezTo>
                <a:cubicBezTo>
                  <a:pt x="19650" y="415937"/>
                  <a:pt x="47775" y="370639"/>
                  <a:pt x="14886" y="436418"/>
                </a:cubicBezTo>
                <a:cubicBezTo>
                  <a:pt x="-2095" y="580762"/>
                  <a:pt x="-18342" y="608457"/>
                  <a:pt x="49522" y="775854"/>
                </a:cubicBezTo>
                <a:cubicBezTo>
                  <a:pt x="57706" y="796042"/>
                  <a:pt x="84076" y="804230"/>
                  <a:pt x="104941" y="810490"/>
                </a:cubicBezTo>
                <a:cubicBezTo>
                  <a:pt x="132408" y="818730"/>
                  <a:pt x="419198" y="880459"/>
                  <a:pt x="479013" y="886690"/>
                </a:cubicBezTo>
                <a:cubicBezTo>
                  <a:pt x="538770" y="892915"/>
                  <a:pt x="599086" y="891309"/>
                  <a:pt x="659122" y="893618"/>
                </a:cubicBezTo>
                <a:cubicBezTo>
                  <a:pt x="769959" y="882072"/>
                  <a:pt x="885750" y="893724"/>
                  <a:pt x="991632" y="858981"/>
                </a:cubicBezTo>
                <a:cubicBezTo>
                  <a:pt x="1041276" y="842691"/>
                  <a:pt x="1102468" y="748145"/>
                  <a:pt x="1102468" y="748145"/>
                </a:cubicBezTo>
                <a:cubicBezTo>
                  <a:pt x="1109395" y="718127"/>
                  <a:pt x="1115778" y="687977"/>
                  <a:pt x="1123250" y="658090"/>
                </a:cubicBezTo>
                <a:cubicBezTo>
                  <a:pt x="1129635" y="632548"/>
                  <a:pt x="1144032" y="608218"/>
                  <a:pt x="1144032" y="581890"/>
                </a:cubicBezTo>
                <a:cubicBezTo>
                  <a:pt x="1144032" y="446417"/>
                  <a:pt x="1146305" y="414741"/>
                  <a:pt x="1088613" y="325581"/>
                </a:cubicBezTo>
                <a:cubicBezTo>
                  <a:pt x="1076069" y="306195"/>
                  <a:pt x="1064428" y="285368"/>
                  <a:pt x="1047050" y="270163"/>
                </a:cubicBezTo>
                <a:cubicBezTo>
                  <a:pt x="1026784" y="252431"/>
                  <a:pt x="1000868" y="242454"/>
                  <a:pt x="977777" y="228600"/>
                </a:cubicBezTo>
                <a:cubicBezTo>
                  <a:pt x="970850" y="217054"/>
                  <a:pt x="967416" y="202489"/>
                  <a:pt x="956995" y="193963"/>
                </a:cubicBezTo>
                <a:cubicBezTo>
                  <a:pt x="941010" y="180885"/>
                  <a:pt x="919708" y="176144"/>
                  <a:pt x="901577" y="166254"/>
                </a:cubicBezTo>
                <a:cubicBezTo>
                  <a:pt x="860270" y="143723"/>
                  <a:pt x="904131" y="157068"/>
                  <a:pt x="846159" y="145472"/>
                </a:cubicBezTo>
                <a:cubicBezTo>
                  <a:pt x="822217" y="97590"/>
                  <a:pt x="847666" y="129811"/>
                  <a:pt x="790741" y="110836"/>
                </a:cubicBezTo>
                <a:cubicBezTo>
                  <a:pt x="782843" y="108203"/>
                  <a:pt x="777019" y="101394"/>
                  <a:pt x="769959" y="96981"/>
                </a:cubicBezTo>
                <a:cubicBezTo>
                  <a:pt x="758541" y="89845"/>
                  <a:pt x="746392" y="83864"/>
                  <a:pt x="735322" y="76200"/>
                </a:cubicBezTo>
                <a:cubicBezTo>
                  <a:pt x="716337" y="63057"/>
                  <a:pt x="699569" y="46738"/>
                  <a:pt x="679904" y="34636"/>
                </a:cubicBezTo>
                <a:cubicBezTo>
                  <a:pt x="669314" y="28119"/>
                  <a:pt x="656911" y="25147"/>
                  <a:pt x="645268" y="20781"/>
                </a:cubicBezTo>
                <a:cubicBezTo>
                  <a:pt x="638431" y="18217"/>
                  <a:pt x="630747" y="17611"/>
                  <a:pt x="624486" y="13854"/>
                </a:cubicBezTo>
                <a:cubicBezTo>
                  <a:pt x="618886" y="10494"/>
                  <a:pt x="653349" y="2309"/>
                  <a:pt x="65912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80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at a podium&#10;&#10;Description automatically generated">
            <a:extLst>
              <a:ext uri="{FF2B5EF4-FFF2-40B4-BE49-F238E27FC236}">
                <a16:creationId xmlns:a16="http://schemas.microsoft.com/office/drawing/2014/main" id="{8A614D14-7D77-3A9A-0099-D5E697215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31" b="69562"/>
          <a:stretch/>
        </p:blipFill>
        <p:spPr>
          <a:xfrm>
            <a:off x="0" y="0"/>
            <a:ext cx="6123709" cy="15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023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AD715BB1-C53C-FF7C-B808-C8FB0CEC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121" b="39125"/>
          <a:stretch/>
        </p:blipFill>
        <p:spPr>
          <a:xfrm>
            <a:off x="0" y="0"/>
            <a:ext cx="5292436" cy="31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20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yellow shirt&#10;&#10;Description automatically generated">
            <a:extLst>
              <a:ext uri="{FF2B5EF4-FFF2-40B4-BE49-F238E27FC236}">
                <a16:creationId xmlns:a16="http://schemas.microsoft.com/office/drawing/2014/main" id="{1174765A-E3E8-8803-2818-3FA457BB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303" b="21481"/>
          <a:stretch/>
        </p:blipFill>
        <p:spPr>
          <a:xfrm>
            <a:off x="0" y="0"/>
            <a:ext cx="6830291" cy="40386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FA1E172-22A5-68C9-7541-FFCD1FCDCA32}"/>
              </a:ext>
            </a:extLst>
          </p:cNvPr>
          <p:cNvSpPr/>
          <p:nvPr/>
        </p:nvSpPr>
        <p:spPr>
          <a:xfrm>
            <a:off x="4682836" y="1004309"/>
            <a:ext cx="3744753" cy="3595400"/>
          </a:xfrm>
          <a:custGeom>
            <a:avLst/>
            <a:gdLst>
              <a:gd name="connsiteX0" fmla="*/ 2382982 w 3744753"/>
              <a:gd name="connsiteY0" fmla="*/ 146 h 3595400"/>
              <a:gd name="connsiteX1" fmla="*/ 2382982 w 3744753"/>
              <a:gd name="connsiteY1" fmla="*/ 146 h 3595400"/>
              <a:gd name="connsiteX2" fmla="*/ 2147455 w 3744753"/>
              <a:gd name="connsiteY2" fmla="*/ 124836 h 3595400"/>
              <a:gd name="connsiteX3" fmla="*/ 2036619 w 3744753"/>
              <a:gd name="connsiteY3" fmla="*/ 180255 h 3595400"/>
              <a:gd name="connsiteX4" fmla="*/ 1828800 w 3744753"/>
              <a:gd name="connsiteY4" fmla="*/ 332655 h 3595400"/>
              <a:gd name="connsiteX5" fmla="*/ 1738746 w 3744753"/>
              <a:gd name="connsiteY5" fmla="*/ 395000 h 3595400"/>
              <a:gd name="connsiteX6" fmla="*/ 1607128 w 3744753"/>
              <a:gd name="connsiteY6" fmla="*/ 519691 h 3595400"/>
              <a:gd name="connsiteX7" fmla="*/ 1537855 w 3744753"/>
              <a:gd name="connsiteY7" fmla="*/ 595891 h 3595400"/>
              <a:gd name="connsiteX8" fmla="*/ 1440873 w 3744753"/>
              <a:gd name="connsiteY8" fmla="*/ 679018 h 3595400"/>
              <a:gd name="connsiteX9" fmla="*/ 1336964 w 3744753"/>
              <a:gd name="connsiteY9" fmla="*/ 852200 h 3595400"/>
              <a:gd name="connsiteX10" fmla="*/ 1184564 w 3744753"/>
              <a:gd name="connsiteY10" fmla="*/ 1039236 h 3595400"/>
              <a:gd name="connsiteX11" fmla="*/ 983673 w 3744753"/>
              <a:gd name="connsiteY11" fmla="*/ 1247055 h 3595400"/>
              <a:gd name="connsiteX12" fmla="*/ 907473 w 3744753"/>
              <a:gd name="connsiteY12" fmla="*/ 1357891 h 3595400"/>
              <a:gd name="connsiteX13" fmla="*/ 796637 w 3744753"/>
              <a:gd name="connsiteY13" fmla="*/ 1461800 h 3595400"/>
              <a:gd name="connsiteX14" fmla="*/ 720437 w 3744753"/>
              <a:gd name="connsiteY14" fmla="*/ 1544927 h 3595400"/>
              <a:gd name="connsiteX15" fmla="*/ 630382 w 3744753"/>
              <a:gd name="connsiteY15" fmla="*/ 1621127 h 3595400"/>
              <a:gd name="connsiteX16" fmla="*/ 574964 w 3744753"/>
              <a:gd name="connsiteY16" fmla="*/ 1690400 h 3595400"/>
              <a:gd name="connsiteX17" fmla="*/ 505691 w 3744753"/>
              <a:gd name="connsiteY17" fmla="*/ 1759673 h 3595400"/>
              <a:gd name="connsiteX18" fmla="*/ 394855 w 3744753"/>
              <a:gd name="connsiteY18" fmla="*/ 1884364 h 3595400"/>
              <a:gd name="connsiteX19" fmla="*/ 332509 w 3744753"/>
              <a:gd name="connsiteY19" fmla="*/ 1939782 h 3595400"/>
              <a:gd name="connsiteX20" fmla="*/ 263237 w 3744753"/>
              <a:gd name="connsiteY20" fmla="*/ 2064473 h 3595400"/>
              <a:gd name="connsiteX21" fmla="*/ 207819 w 3744753"/>
              <a:gd name="connsiteY21" fmla="*/ 2126818 h 3595400"/>
              <a:gd name="connsiteX22" fmla="*/ 152400 w 3744753"/>
              <a:gd name="connsiteY22" fmla="*/ 2258436 h 3595400"/>
              <a:gd name="connsiteX23" fmla="*/ 76200 w 3744753"/>
              <a:gd name="connsiteY23" fmla="*/ 2383127 h 3595400"/>
              <a:gd name="connsiteX24" fmla="*/ 55419 w 3744753"/>
              <a:gd name="connsiteY24" fmla="*/ 2452400 h 3595400"/>
              <a:gd name="connsiteX25" fmla="*/ 41564 w 3744753"/>
              <a:gd name="connsiteY25" fmla="*/ 2507818 h 3595400"/>
              <a:gd name="connsiteX26" fmla="*/ 0 w 3744753"/>
              <a:gd name="connsiteY26" fmla="*/ 2597873 h 3595400"/>
              <a:gd name="connsiteX27" fmla="*/ 41564 w 3744753"/>
              <a:gd name="connsiteY27" fmla="*/ 3131273 h 3595400"/>
              <a:gd name="connsiteX28" fmla="*/ 429491 w 3744753"/>
              <a:gd name="connsiteY28" fmla="*/ 3429146 h 3595400"/>
              <a:gd name="connsiteX29" fmla="*/ 1039091 w 3744753"/>
              <a:gd name="connsiteY29" fmla="*/ 3560764 h 3595400"/>
              <a:gd name="connsiteX30" fmla="*/ 1482437 w 3744753"/>
              <a:gd name="connsiteY30" fmla="*/ 3595400 h 3595400"/>
              <a:gd name="connsiteX31" fmla="*/ 2272146 w 3744753"/>
              <a:gd name="connsiteY31" fmla="*/ 3553836 h 3595400"/>
              <a:gd name="connsiteX32" fmla="*/ 2625437 w 3744753"/>
              <a:gd name="connsiteY32" fmla="*/ 3477636 h 3595400"/>
              <a:gd name="connsiteX33" fmla="*/ 3235037 w 3744753"/>
              <a:gd name="connsiteY33" fmla="*/ 3034291 h 3595400"/>
              <a:gd name="connsiteX34" fmla="*/ 3491346 w 3744753"/>
              <a:gd name="connsiteY34" fmla="*/ 2708709 h 3595400"/>
              <a:gd name="connsiteX35" fmla="*/ 3657600 w 3744753"/>
              <a:gd name="connsiteY35" fmla="*/ 2431618 h 3595400"/>
              <a:gd name="connsiteX36" fmla="*/ 3733800 w 3744753"/>
              <a:gd name="connsiteY36" fmla="*/ 2140673 h 3595400"/>
              <a:gd name="connsiteX37" fmla="*/ 3713019 w 3744753"/>
              <a:gd name="connsiteY37" fmla="*/ 1309400 h 3595400"/>
              <a:gd name="connsiteX38" fmla="*/ 3546764 w 3744753"/>
              <a:gd name="connsiteY38" fmla="*/ 935327 h 3595400"/>
              <a:gd name="connsiteX39" fmla="*/ 3491346 w 3744753"/>
              <a:gd name="connsiteY39" fmla="*/ 817564 h 3595400"/>
              <a:gd name="connsiteX40" fmla="*/ 3269673 w 3744753"/>
              <a:gd name="connsiteY40" fmla="*/ 519691 h 3595400"/>
              <a:gd name="connsiteX41" fmla="*/ 3200400 w 3744753"/>
              <a:gd name="connsiteY41" fmla="*/ 443491 h 3595400"/>
              <a:gd name="connsiteX42" fmla="*/ 2867891 w 3744753"/>
              <a:gd name="connsiteY42" fmla="*/ 235673 h 3595400"/>
              <a:gd name="connsiteX43" fmla="*/ 2736273 w 3744753"/>
              <a:gd name="connsiteY43" fmla="*/ 173327 h 3595400"/>
              <a:gd name="connsiteX44" fmla="*/ 2680855 w 3744753"/>
              <a:gd name="connsiteY44" fmla="*/ 138691 h 3595400"/>
              <a:gd name="connsiteX45" fmla="*/ 2590800 w 3744753"/>
              <a:gd name="connsiteY45" fmla="*/ 97127 h 3595400"/>
              <a:gd name="connsiteX46" fmla="*/ 2535382 w 3744753"/>
              <a:gd name="connsiteY46" fmla="*/ 69418 h 3595400"/>
              <a:gd name="connsiteX47" fmla="*/ 2479964 w 3744753"/>
              <a:gd name="connsiteY47" fmla="*/ 48636 h 3595400"/>
              <a:gd name="connsiteX48" fmla="*/ 2382982 w 3744753"/>
              <a:gd name="connsiteY48" fmla="*/ 14000 h 3595400"/>
              <a:gd name="connsiteX49" fmla="*/ 2327564 w 3744753"/>
              <a:gd name="connsiteY49" fmla="*/ 146 h 3595400"/>
              <a:gd name="connsiteX50" fmla="*/ 2327564 w 3744753"/>
              <a:gd name="connsiteY50" fmla="*/ 20927 h 3595400"/>
              <a:gd name="connsiteX51" fmla="*/ 2382982 w 3744753"/>
              <a:gd name="connsiteY51" fmla="*/ 146 h 35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744753" h="3595400">
                <a:moveTo>
                  <a:pt x="2382982" y="146"/>
                </a:moveTo>
                <a:lnTo>
                  <a:pt x="2382982" y="146"/>
                </a:lnTo>
                <a:cubicBezTo>
                  <a:pt x="2031328" y="167598"/>
                  <a:pt x="2397674" y="-13218"/>
                  <a:pt x="2147455" y="124836"/>
                </a:cubicBezTo>
                <a:cubicBezTo>
                  <a:pt x="2111288" y="144790"/>
                  <a:pt x="2071218" y="157691"/>
                  <a:pt x="2036619" y="180255"/>
                </a:cubicBezTo>
                <a:cubicBezTo>
                  <a:pt x="1964665" y="227181"/>
                  <a:pt x="1898483" y="282419"/>
                  <a:pt x="1828800" y="332655"/>
                </a:cubicBezTo>
                <a:cubicBezTo>
                  <a:pt x="1799184" y="354006"/>
                  <a:pt x="1763417" y="368087"/>
                  <a:pt x="1738746" y="395000"/>
                </a:cubicBezTo>
                <a:cubicBezTo>
                  <a:pt x="1462187" y="696700"/>
                  <a:pt x="1806112" y="331761"/>
                  <a:pt x="1607128" y="519691"/>
                </a:cubicBezTo>
                <a:cubicBezTo>
                  <a:pt x="1582172" y="543261"/>
                  <a:pt x="1562639" y="572140"/>
                  <a:pt x="1537855" y="595891"/>
                </a:cubicBezTo>
                <a:cubicBezTo>
                  <a:pt x="1507114" y="625351"/>
                  <a:pt x="1470304" y="648250"/>
                  <a:pt x="1440873" y="679018"/>
                </a:cubicBezTo>
                <a:cubicBezTo>
                  <a:pt x="1346314" y="777875"/>
                  <a:pt x="1420080" y="734691"/>
                  <a:pt x="1336964" y="852200"/>
                </a:cubicBezTo>
                <a:cubicBezTo>
                  <a:pt x="1290524" y="917857"/>
                  <a:pt x="1240458" y="981414"/>
                  <a:pt x="1184564" y="1039236"/>
                </a:cubicBezTo>
                <a:cubicBezTo>
                  <a:pt x="1117600" y="1108509"/>
                  <a:pt x="1038257" y="1167661"/>
                  <a:pt x="983673" y="1247055"/>
                </a:cubicBezTo>
                <a:cubicBezTo>
                  <a:pt x="958273" y="1284000"/>
                  <a:pt x="936919" y="1324082"/>
                  <a:pt x="907473" y="1357891"/>
                </a:cubicBezTo>
                <a:cubicBezTo>
                  <a:pt x="874212" y="1396079"/>
                  <a:pt x="832446" y="1425991"/>
                  <a:pt x="796637" y="1461800"/>
                </a:cubicBezTo>
                <a:cubicBezTo>
                  <a:pt x="770057" y="1488380"/>
                  <a:pt x="747576" y="1518919"/>
                  <a:pt x="720437" y="1544927"/>
                </a:cubicBezTo>
                <a:cubicBezTo>
                  <a:pt x="692047" y="1572134"/>
                  <a:pt x="658187" y="1593322"/>
                  <a:pt x="630382" y="1621127"/>
                </a:cubicBezTo>
                <a:cubicBezTo>
                  <a:pt x="609472" y="1642037"/>
                  <a:pt x="594746" y="1668420"/>
                  <a:pt x="574964" y="1690400"/>
                </a:cubicBezTo>
                <a:cubicBezTo>
                  <a:pt x="553119" y="1714673"/>
                  <a:pt x="527912" y="1735743"/>
                  <a:pt x="505691" y="1759673"/>
                </a:cubicBezTo>
                <a:cubicBezTo>
                  <a:pt x="467851" y="1800424"/>
                  <a:pt x="436419" y="1847419"/>
                  <a:pt x="394855" y="1884364"/>
                </a:cubicBezTo>
                <a:cubicBezTo>
                  <a:pt x="374073" y="1902837"/>
                  <a:pt x="350982" y="1919000"/>
                  <a:pt x="332509" y="1939782"/>
                </a:cubicBezTo>
                <a:cubicBezTo>
                  <a:pt x="199009" y="2089971"/>
                  <a:pt x="345500" y="1937340"/>
                  <a:pt x="263237" y="2064473"/>
                </a:cubicBezTo>
                <a:cubicBezTo>
                  <a:pt x="248132" y="2087817"/>
                  <a:pt x="226292" y="2106036"/>
                  <a:pt x="207819" y="2126818"/>
                </a:cubicBezTo>
                <a:cubicBezTo>
                  <a:pt x="192469" y="2167750"/>
                  <a:pt x="173664" y="2221707"/>
                  <a:pt x="152400" y="2258436"/>
                </a:cubicBezTo>
                <a:cubicBezTo>
                  <a:pt x="92290" y="2362263"/>
                  <a:pt x="124582" y="2262171"/>
                  <a:pt x="76200" y="2383127"/>
                </a:cubicBezTo>
                <a:cubicBezTo>
                  <a:pt x="67247" y="2405510"/>
                  <a:pt x="61871" y="2429172"/>
                  <a:pt x="55419" y="2452400"/>
                </a:cubicBezTo>
                <a:cubicBezTo>
                  <a:pt x="50323" y="2470747"/>
                  <a:pt x="48343" y="2490024"/>
                  <a:pt x="41564" y="2507818"/>
                </a:cubicBezTo>
                <a:cubicBezTo>
                  <a:pt x="29794" y="2538713"/>
                  <a:pt x="13855" y="2567855"/>
                  <a:pt x="0" y="2597873"/>
                </a:cubicBezTo>
                <a:cubicBezTo>
                  <a:pt x="13855" y="2775673"/>
                  <a:pt x="-3657" y="2958763"/>
                  <a:pt x="41564" y="3131273"/>
                </a:cubicBezTo>
                <a:cubicBezTo>
                  <a:pt x="83659" y="3291857"/>
                  <a:pt x="303699" y="3381770"/>
                  <a:pt x="429491" y="3429146"/>
                </a:cubicBezTo>
                <a:cubicBezTo>
                  <a:pt x="626523" y="3503353"/>
                  <a:pt x="830806" y="3538042"/>
                  <a:pt x="1039091" y="3560764"/>
                </a:cubicBezTo>
                <a:cubicBezTo>
                  <a:pt x="1186449" y="3576839"/>
                  <a:pt x="1334655" y="3583855"/>
                  <a:pt x="1482437" y="3595400"/>
                </a:cubicBezTo>
                <a:cubicBezTo>
                  <a:pt x="1745673" y="3581545"/>
                  <a:pt x="2009933" y="3580852"/>
                  <a:pt x="2272146" y="3553836"/>
                </a:cubicBezTo>
                <a:cubicBezTo>
                  <a:pt x="2391983" y="3541489"/>
                  <a:pt x="2511767" y="3517542"/>
                  <a:pt x="2625437" y="3477636"/>
                </a:cubicBezTo>
                <a:cubicBezTo>
                  <a:pt x="2893150" y="3383651"/>
                  <a:pt x="3041465" y="3244387"/>
                  <a:pt x="3235037" y="3034291"/>
                </a:cubicBezTo>
                <a:cubicBezTo>
                  <a:pt x="3328627" y="2932711"/>
                  <a:pt x="3412051" y="2821802"/>
                  <a:pt x="3491346" y="2708709"/>
                </a:cubicBezTo>
                <a:cubicBezTo>
                  <a:pt x="3553184" y="2620514"/>
                  <a:pt x="3602182" y="2523982"/>
                  <a:pt x="3657600" y="2431618"/>
                </a:cubicBezTo>
                <a:cubicBezTo>
                  <a:pt x="3683000" y="2334636"/>
                  <a:pt x="3728855" y="2240804"/>
                  <a:pt x="3733800" y="2140673"/>
                </a:cubicBezTo>
                <a:cubicBezTo>
                  <a:pt x="3747471" y="1863833"/>
                  <a:pt x="3755521" y="1583300"/>
                  <a:pt x="3713019" y="1309400"/>
                </a:cubicBezTo>
                <a:cubicBezTo>
                  <a:pt x="3692096" y="1174562"/>
                  <a:pt x="3604865" y="1058791"/>
                  <a:pt x="3546764" y="935327"/>
                </a:cubicBezTo>
                <a:cubicBezTo>
                  <a:pt x="3528291" y="896073"/>
                  <a:pt x="3512760" y="855294"/>
                  <a:pt x="3491346" y="817564"/>
                </a:cubicBezTo>
                <a:cubicBezTo>
                  <a:pt x="3429080" y="707857"/>
                  <a:pt x="3354664" y="613181"/>
                  <a:pt x="3269673" y="519691"/>
                </a:cubicBezTo>
                <a:cubicBezTo>
                  <a:pt x="3246582" y="494291"/>
                  <a:pt x="3226845" y="465377"/>
                  <a:pt x="3200400" y="443491"/>
                </a:cubicBezTo>
                <a:cubicBezTo>
                  <a:pt x="3137722" y="391619"/>
                  <a:pt x="2920440" y="260565"/>
                  <a:pt x="2867891" y="235673"/>
                </a:cubicBezTo>
                <a:cubicBezTo>
                  <a:pt x="2824018" y="214891"/>
                  <a:pt x="2777440" y="199056"/>
                  <a:pt x="2736273" y="173327"/>
                </a:cubicBezTo>
                <a:cubicBezTo>
                  <a:pt x="2717800" y="161782"/>
                  <a:pt x="2699841" y="149371"/>
                  <a:pt x="2680855" y="138691"/>
                </a:cubicBezTo>
                <a:cubicBezTo>
                  <a:pt x="2601031" y="93790"/>
                  <a:pt x="2652611" y="125655"/>
                  <a:pt x="2590800" y="97127"/>
                </a:cubicBezTo>
                <a:cubicBezTo>
                  <a:pt x="2572048" y="88472"/>
                  <a:pt x="2554303" y="77696"/>
                  <a:pt x="2535382" y="69418"/>
                </a:cubicBezTo>
                <a:cubicBezTo>
                  <a:pt x="2517307" y="61510"/>
                  <a:pt x="2498098" y="56407"/>
                  <a:pt x="2479964" y="48636"/>
                </a:cubicBezTo>
                <a:cubicBezTo>
                  <a:pt x="2359401" y="-3033"/>
                  <a:pt x="2529602" y="59114"/>
                  <a:pt x="2382982" y="14000"/>
                </a:cubicBezTo>
                <a:cubicBezTo>
                  <a:pt x="2329595" y="-2427"/>
                  <a:pt x="2367643" y="146"/>
                  <a:pt x="2327564" y="146"/>
                </a:cubicBezTo>
                <a:lnTo>
                  <a:pt x="2327564" y="20927"/>
                </a:lnTo>
                <a:lnTo>
                  <a:pt x="2382982" y="146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38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0E03572A-6BDF-C6F5-8A65-C25E65A0D3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39"/>
          <a:stretch/>
        </p:blipFill>
        <p:spPr>
          <a:xfrm>
            <a:off x="0" y="0"/>
            <a:ext cx="46689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82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952A6288-17CF-8A0F-798F-A16CBA912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6969"/>
          <a:stretch/>
        </p:blipFill>
        <p:spPr>
          <a:xfrm>
            <a:off x="0" y="0"/>
            <a:ext cx="4849091" cy="51435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E8D8C5-6513-D6B2-46C4-41E0B410AAEE}"/>
              </a:ext>
            </a:extLst>
          </p:cNvPr>
          <p:cNvSpPr/>
          <p:nvPr/>
        </p:nvSpPr>
        <p:spPr>
          <a:xfrm>
            <a:off x="4710569" y="3879273"/>
            <a:ext cx="304776" cy="506856"/>
          </a:xfrm>
          <a:custGeom>
            <a:avLst/>
            <a:gdLst>
              <a:gd name="connsiteX0" fmla="*/ 235504 w 304776"/>
              <a:gd name="connsiteY0" fmla="*/ 0 h 506856"/>
              <a:gd name="connsiteX1" fmla="*/ 235504 w 304776"/>
              <a:gd name="connsiteY1" fmla="*/ 0 h 506856"/>
              <a:gd name="connsiteX2" fmla="*/ 159304 w 304776"/>
              <a:gd name="connsiteY2" fmla="*/ 34636 h 506856"/>
              <a:gd name="connsiteX3" fmla="*/ 103886 w 304776"/>
              <a:gd name="connsiteY3" fmla="*/ 62345 h 506856"/>
              <a:gd name="connsiteX4" fmla="*/ 69249 w 304776"/>
              <a:gd name="connsiteY4" fmla="*/ 117763 h 506856"/>
              <a:gd name="connsiteX5" fmla="*/ 48467 w 304776"/>
              <a:gd name="connsiteY5" fmla="*/ 131618 h 506856"/>
              <a:gd name="connsiteX6" fmla="*/ 48467 w 304776"/>
              <a:gd name="connsiteY6" fmla="*/ 464127 h 506856"/>
              <a:gd name="connsiteX7" fmla="*/ 83104 w 304776"/>
              <a:gd name="connsiteY7" fmla="*/ 477982 h 506856"/>
              <a:gd name="connsiteX8" fmla="*/ 159304 w 304776"/>
              <a:gd name="connsiteY8" fmla="*/ 505691 h 506856"/>
              <a:gd name="connsiteX9" fmla="*/ 256286 w 304776"/>
              <a:gd name="connsiteY9" fmla="*/ 498763 h 506856"/>
              <a:gd name="connsiteX10" fmla="*/ 270140 w 304776"/>
              <a:gd name="connsiteY10" fmla="*/ 450272 h 506856"/>
              <a:gd name="connsiteX11" fmla="*/ 304776 w 304776"/>
              <a:gd name="connsiteY11" fmla="*/ 394854 h 506856"/>
              <a:gd name="connsiteX12" fmla="*/ 290922 w 304776"/>
              <a:gd name="connsiteY12" fmla="*/ 55418 h 506856"/>
              <a:gd name="connsiteX13" fmla="*/ 270140 w 304776"/>
              <a:gd name="connsiteY13" fmla="*/ 48491 h 506856"/>
              <a:gd name="connsiteX14" fmla="*/ 235504 w 304776"/>
              <a:gd name="connsiteY14" fmla="*/ 20782 h 506856"/>
              <a:gd name="connsiteX15" fmla="*/ 193940 w 304776"/>
              <a:gd name="connsiteY15" fmla="*/ 13854 h 506856"/>
              <a:gd name="connsiteX16" fmla="*/ 180086 w 304776"/>
              <a:gd name="connsiteY16" fmla="*/ 6927 h 506856"/>
              <a:gd name="connsiteX17" fmla="*/ 235504 w 304776"/>
              <a:gd name="connsiteY17" fmla="*/ 0 h 506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4776" h="506856">
                <a:moveTo>
                  <a:pt x="235504" y="0"/>
                </a:moveTo>
                <a:lnTo>
                  <a:pt x="235504" y="0"/>
                </a:lnTo>
                <a:cubicBezTo>
                  <a:pt x="210104" y="11545"/>
                  <a:pt x="184259" y="22158"/>
                  <a:pt x="159304" y="34636"/>
                </a:cubicBezTo>
                <a:cubicBezTo>
                  <a:pt x="93867" y="67354"/>
                  <a:pt x="150748" y="46724"/>
                  <a:pt x="103886" y="62345"/>
                </a:cubicBezTo>
                <a:cubicBezTo>
                  <a:pt x="36411" y="129820"/>
                  <a:pt x="134849" y="25925"/>
                  <a:pt x="69249" y="117763"/>
                </a:cubicBezTo>
                <a:cubicBezTo>
                  <a:pt x="64410" y="124538"/>
                  <a:pt x="55394" y="127000"/>
                  <a:pt x="48467" y="131618"/>
                </a:cubicBezTo>
                <a:cubicBezTo>
                  <a:pt x="-30336" y="236693"/>
                  <a:pt x="-249" y="184009"/>
                  <a:pt x="48467" y="464127"/>
                </a:cubicBezTo>
                <a:cubicBezTo>
                  <a:pt x="50598" y="476378"/>
                  <a:pt x="71783" y="472836"/>
                  <a:pt x="83104" y="477982"/>
                </a:cubicBezTo>
                <a:cubicBezTo>
                  <a:pt x="144500" y="505889"/>
                  <a:pt x="102407" y="494311"/>
                  <a:pt x="159304" y="505691"/>
                </a:cubicBezTo>
                <a:cubicBezTo>
                  <a:pt x="191631" y="503382"/>
                  <a:pt x="227298" y="513257"/>
                  <a:pt x="256286" y="498763"/>
                </a:cubicBezTo>
                <a:cubicBezTo>
                  <a:pt x="271322" y="491245"/>
                  <a:pt x="263031" y="465505"/>
                  <a:pt x="270140" y="450272"/>
                </a:cubicBezTo>
                <a:cubicBezTo>
                  <a:pt x="279352" y="430532"/>
                  <a:pt x="293231" y="413327"/>
                  <a:pt x="304776" y="394854"/>
                </a:cubicBezTo>
                <a:cubicBezTo>
                  <a:pt x="300158" y="281709"/>
                  <a:pt x="302190" y="168096"/>
                  <a:pt x="290922" y="55418"/>
                </a:cubicBezTo>
                <a:cubicBezTo>
                  <a:pt x="290195" y="48152"/>
                  <a:pt x="276332" y="52361"/>
                  <a:pt x="270140" y="48491"/>
                </a:cubicBezTo>
                <a:cubicBezTo>
                  <a:pt x="257602" y="40655"/>
                  <a:pt x="248964" y="26900"/>
                  <a:pt x="235504" y="20782"/>
                </a:cubicBezTo>
                <a:cubicBezTo>
                  <a:pt x="222717" y="14970"/>
                  <a:pt x="207566" y="17261"/>
                  <a:pt x="193940" y="13854"/>
                </a:cubicBezTo>
                <a:cubicBezTo>
                  <a:pt x="188931" y="12602"/>
                  <a:pt x="184704" y="9236"/>
                  <a:pt x="180086" y="6927"/>
                </a:cubicBezTo>
                <a:lnTo>
                  <a:pt x="235504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514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at a podium&#10;&#10;Description automatically generated">
            <a:extLst>
              <a:ext uri="{FF2B5EF4-FFF2-40B4-BE49-F238E27FC236}">
                <a16:creationId xmlns:a16="http://schemas.microsoft.com/office/drawing/2014/main" id="{8A769567-CB35-5E5D-A5FB-E08D37F7C3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970"/>
          <a:stretch/>
        </p:blipFill>
        <p:spPr>
          <a:xfrm>
            <a:off x="0" y="0"/>
            <a:ext cx="4849091" cy="51435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B3236C9-F815-F8AB-4E14-64A3669AA112}"/>
              </a:ext>
            </a:extLst>
          </p:cNvPr>
          <p:cNvSpPr/>
          <p:nvPr/>
        </p:nvSpPr>
        <p:spPr>
          <a:xfrm>
            <a:off x="4710569" y="3879273"/>
            <a:ext cx="304776" cy="506856"/>
          </a:xfrm>
          <a:custGeom>
            <a:avLst/>
            <a:gdLst>
              <a:gd name="connsiteX0" fmla="*/ 235504 w 304776"/>
              <a:gd name="connsiteY0" fmla="*/ 0 h 506856"/>
              <a:gd name="connsiteX1" fmla="*/ 235504 w 304776"/>
              <a:gd name="connsiteY1" fmla="*/ 0 h 506856"/>
              <a:gd name="connsiteX2" fmla="*/ 159304 w 304776"/>
              <a:gd name="connsiteY2" fmla="*/ 34636 h 506856"/>
              <a:gd name="connsiteX3" fmla="*/ 103886 w 304776"/>
              <a:gd name="connsiteY3" fmla="*/ 62345 h 506856"/>
              <a:gd name="connsiteX4" fmla="*/ 69249 w 304776"/>
              <a:gd name="connsiteY4" fmla="*/ 117763 h 506856"/>
              <a:gd name="connsiteX5" fmla="*/ 48467 w 304776"/>
              <a:gd name="connsiteY5" fmla="*/ 131618 h 506856"/>
              <a:gd name="connsiteX6" fmla="*/ 48467 w 304776"/>
              <a:gd name="connsiteY6" fmla="*/ 464127 h 506856"/>
              <a:gd name="connsiteX7" fmla="*/ 83104 w 304776"/>
              <a:gd name="connsiteY7" fmla="*/ 477982 h 506856"/>
              <a:gd name="connsiteX8" fmla="*/ 159304 w 304776"/>
              <a:gd name="connsiteY8" fmla="*/ 505691 h 506856"/>
              <a:gd name="connsiteX9" fmla="*/ 256286 w 304776"/>
              <a:gd name="connsiteY9" fmla="*/ 498763 h 506856"/>
              <a:gd name="connsiteX10" fmla="*/ 270140 w 304776"/>
              <a:gd name="connsiteY10" fmla="*/ 450272 h 506856"/>
              <a:gd name="connsiteX11" fmla="*/ 304776 w 304776"/>
              <a:gd name="connsiteY11" fmla="*/ 394854 h 506856"/>
              <a:gd name="connsiteX12" fmla="*/ 290922 w 304776"/>
              <a:gd name="connsiteY12" fmla="*/ 55418 h 506856"/>
              <a:gd name="connsiteX13" fmla="*/ 270140 w 304776"/>
              <a:gd name="connsiteY13" fmla="*/ 48491 h 506856"/>
              <a:gd name="connsiteX14" fmla="*/ 235504 w 304776"/>
              <a:gd name="connsiteY14" fmla="*/ 20782 h 506856"/>
              <a:gd name="connsiteX15" fmla="*/ 193940 w 304776"/>
              <a:gd name="connsiteY15" fmla="*/ 13854 h 506856"/>
              <a:gd name="connsiteX16" fmla="*/ 180086 w 304776"/>
              <a:gd name="connsiteY16" fmla="*/ 6927 h 506856"/>
              <a:gd name="connsiteX17" fmla="*/ 235504 w 304776"/>
              <a:gd name="connsiteY17" fmla="*/ 0 h 506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4776" h="506856">
                <a:moveTo>
                  <a:pt x="235504" y="0"/>
                </a:moveTo>
                <a:lnTo>
                  <a:pt x="235504" y="0"/>
                </a:lnTo>
                <a:cubicBezTo>
                  <a:pt x="210104" y="11545"/>
                  <a:pt x="184259" y="22158"/>
                  <a:pt x="159304" y="34636"/>
                </a:cubicBezTo>
                <a:cubicBezTo>
                  <a:pt x="93867" y="67354"/>
                  <a:pt x="150748" y="46724"/>
                  <a:pt x="103886" y="62345"/>
                </a:cubicBezTo>
                <a:cubicBezTo>
                  <a:pt x="36411" y="129820"/>
                  <a:pt x="134849" y="25925"/>
                  <a:pt x="69249" y="117763"/>
                </a:cubicBezTo>
                <a:cubicBezTo>
                  <a:pt x="64410" y="124538"/>
                  <a:pt x="55394" y="127000"/>
                  <a:pt x="48467" y="131618"/>
                </a:cubicBezTo>
                <a:cubicBezTo>
                  <a:pt x="-30336" y="236693"/>
                  <a:pt x="-249" y="184009"/>
                  <a:pt x="48467" y="464127"/>
                </a:cubicBezTo>
                <a:cubicBezTo>
                  <a:pt x="50598" y="476378"/>
                  <a:pt x="71783" y="472836"/>
                  <a:pt x="83104" y="477982"/>
                </a:cubicBezTo>
                <a:cubicBezTo>
                  <a:pt x="144500" y="505889"/>
                  <a:pt x="102407" y="494311"/>
                  <a:pt x="159304" y="505691"/>
                </a:cubicBezTo>
                <a:cubicBezTo>
                  <a:pt x="191631" y="503382"/>
                  <a:pt x="227298" y="513257"/>
                  <a:pt x="256286" y="498763"/>
                </a:cubicBezTo>
                <a:cubicBezTo>
                  <a:pt x="271322" y="491245"/>
                  <a:pt x="263031" y="465505"/>
                  <a:pt x="270140" y="450272"/>
                </a:cubicBezTo>
                <a:cubicBezTo>
                  <a:pt x="279352" y="430532"/>
                  <a:pt x="293231" y="413327"/>
                  <a:pt x="304776" y="394854"/>
                </a:cubicBezTo>
                <a:cubicBezTo>
                  <a:pt x="300158" y="281709"/>
                  <a:pt x="302190" y="168096"/>
                  <a:pt x="290922" y="55418"/>
                </a:cubicBezTo>
                <a:cubicBezTo>
                  <a:pt x="290195" y="48152"/>
                  <a:pt x="276332" y="52361"/>
                  <a:pt x="270140" y="48491"/>
                </a:cubicBezTo>
                <a:cubicBezTo>
                  <a:pt x="257602" y="40655"/>
                  <a:pt x="248964" y="26900"/>
                  <a:pt x="235504" y="20782"/>
                </a:cubicBezTo>
                <a:cubicBezTo>
                  <a:pt x="222717" y="14970"/>
                  <a:pt x="207566" y="17261"/>
                  <a:pt x="193940" y="13854"/>
                </a:cubicBezTo>
                <a:cubicBezTo>
                  <a:pt x="188931" y="12602"/>
                  <a:pt x="184704" y="9236"/>
                  <a:pt x="180086" y="6927"/>
                </a:cubicBezTo>
                <a:lnTo>
                  <a:pt x="235504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75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yellow shirt&#10;&#10;Description automatically generated">
            <a:extLst>
              <a:ext uri="{FF2B5EF4-FFF2-40B4-BE49-F238E27FC236}">
                <a16:creationId xmlns:a16="http://schemas.microsoft.com/office/drawing/2014/main" id="{2481D4C8-F85C-56BC-8601-52865DE12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r="45909"/>
          <a:stretch/>
        </p:blipFill>
        <p:spPr>
          <a:xfrm>
            <a:off x="0" y="152401"/>
            <a:ext cx="4946073" cy="4741718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A33B43-0CB6-1EE6-96BF-B1A4DC86E86C}"/>
              </a:ext>
            </a:extLst>
          </p:cNvPr>
          <p:cNvSpPr/>
          <p:nvPr/>
        </p:nvSpPr>
        <p:spPr>
          <a:xfrm>
            <a:off x="3685309" y="3172691"/>
            <a:ext cx="1738746" cy="1911927"/>
          </a:xfrm>
          <a:custGeom>
            <a:avLst/>
            <a:gdLst>
              <a:gd name="connsiteX0" fmla="*/ 1427018 w 1738746"/>
              <a:gd name="connsiteY0" fmla="*/ 0 h 1911927"/>
              <a:gd name="connsiteX1" fmla="*/ 1427018 w 1738746"/>
              <a:gd name="connsiteY1" fmla="*/ 0 h 1911927"/>
              <a:gd name="connsiteX2" fmla="*/ 1281546 w 1738746"/>
              <a:gd name="connsiteY2" fmla="*/ 96982 h 1911927"/>
              <a:gd name="connsiteX3" fmla="*/ 796636 w 1738746"/>
              <a:gd name="connsiteY3" fmla="*/ 374073 h 1911927"/>
              <a:gd name="connsiteX4" fmla="*/ 221673 w 1738746"/>
              <a:gd name="connsiteY4" fmla="*/ 782782 h 1911927"/>
              <a:gd name="connsiteX5" fmla="*/ 96982 w 1738746"/>
              <a:gd name="connsiteY5" fmla="*/ 962891 h 1911927"/>
              <a:gd name="connsiteX6" fmla="*/ 20782 w 1738746"/>
              <a:gd name="connsiteY6" fmla="*/ 1087582 h 1911927"/>
              <a:gd name="connsiteX7" fmla="*/ 0 w 1738746"/>
              <a:gd name="connsiteY7" fmla="*/ 1295400 h 1911927"/>
              <a:gd name="connsiteX8" fmla="*/ 20782 w 1738746"/>
              <a:gd name="connsiteY8" fmla="*/ 1711036 h 1911927"/>
              <a:gd name="connsiteX9" fmla="*/ 110836 w 1738746"/>
              <a:gd name="connsiteY9" fmla="*/ 1835727 h 1911927"/>
              <a:gd name="connsiteX10" fmla="*/ 318655 w 1738746"/>
              <a:gd name="connsiteY10" fmla="*/ 1884218 h 1911927"/>
              <a:gd name="connsiteX11" fmla="*/ 408709 w 1738746"/>
              <a:gd name="connsiteY11" fmla="*/ 1905000 h 1911927"/>
              <a:gd name="connsiteX12" fmla="*/ 519546 w 1738746"/>
              <a:gd name="connsiteY12" fmla="*/ 1911927 h 1911927"/>
              <a:gd name="connsiteX13" fmla="*/ 1094509 w 1738746"/>
              <a:gd name="connsiteY13" fmla="*/ 1891145 h 1911927"/>
              <a:gd name="connsiteX14" fmla="*/ 1205346 w 1738746"/>
              <a:gd name="connsiteY14" fmla="*/ 1870364 h 1911927"/>
              <a:gd name="connsiteX15" fmla="*/ 1295400 w 1738746"/>
              <a:gd name="connsiteY15" fmla="*/ 1842654 h 1911927"/>
              <a:gd name="connsiteX16" fmla="*/ 1461655 w 1738746"/>
              <a:gd name="connsiteY16" fmla="*/ 1752600 h 1911927"/>
              <a:gd name="connsiteX17" fmla="*/ 1503218 w 1738746"/>
              <a:gd name="connsiteY17" fmla="*/ 1717964 h 1911927"/>
              <a:gd name="connsiteX18" fmla="*/ 1537855 w 1738746"/>
              <a:gd name="connsiteY18" fmla="*/ 1662545 h 1911927"/>
              <a:gd name="connsiteX19" fmla="*/ 1551709 w 1738746"/>
              <a:gd name="connsiteY19" fmla="*/ 1600200 h 1911927"/>
              <a:gd name="connsiteX20" fmla="*/ 1662546 w 1738746"/>
              <a:gd name="connsiteY20" fmla="*/ 1323109 h 1911927"/>
              <a:gd name="connsiteX21" fmla="*/ 1683327 w 1738746"/>
              <a:gd name="connsiteY21" fmla="*/ 1239982 h 1911927"/>
              <a:gd name="connsiteX22" fmla="*/ 1738746 w 1738746"/>
              <a:gd name="connsiteY22" fmla="*/ 1094509 h 1911927"/>
              <a:gd name="connsiteX23" fmla="*/ 1717964 w 1738746"/>
              <a:gd name="connsiteY23" fmla="*/ 588818 h 1911927"/>
              <a:gd name="connsiteX24" fmla="*/ 1704109 w 1738746"/>
              <a:gd name="connsiteY24" fmla="*/ 450273 h 1911927"/>
              <a:gd name="connsiteX25" fmla="*/ 1683327 w 1738746"/>
              <a:gd name="connsiteY25" fmla="*/ 374073 h 1911927"/>
              <a:gd name="connsiteX26" fmla="*/ 1648691 w 1738746"/>
              <a:gd name="connsiteY26" fmla="*/ 339436 h 1911927"/>
              <a:gd name="connsiteX27" fmla="*/ 1627909 w 1738746"/>
              <a:gd name="connsiteY27" fmla="*/ 297873 h 1911927"/>
              <a:gd name="connsiteX28" fmla="*/ 1607127 w 1738746"/>
              <a:gd name="connsiteY28" fmla="*/ 263236 h 1911927"/>
              <a:gd name="connsiteX29" fmla="*/ 1572491 w 1738746"/>
              <a:gd name="connsiteY29" fmla="*/ 200891 h 1911927"/>
              <a:gd name="connsiteX30" fmla="*/ 1551709 w 1738746"/>
              <a:gd name="connsiteY30" fmla="*/ 166254 h 1911927"/>
              <a:gd name="connsiteX31" fmla="*/ 1517073 w 1738746"/>
              <a:gd name="connsiteY31" fmla="*/ 138545 h 1911927"/>
              <a:gd name="connsiteX32" fmla="*/ 1503218 w 1738746"/>
              <a:gd name="connsiteY32" fmla="*/ 83127 h 1911927"/>
              <a:gd name="connsiteX33" fmla="*/ 1461655 w 1738746"/>
              <a:gd name="connsiteY33" fmla="*/ 41564 h 1911927"/>
              <a:gd name="connsiteX34" fmla="*/ 1440873 w 1738746"/>
              <a:gd name="connsiteY34" fmla="*/ 34636 h 1911927"/>
              <a:gd name="connsiteX35" fmla="*/ 1427018 w 1738746"/>
              <a:gd name="connsiteY35" fmla="*/ 0 h 191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38746" h="1911927">
                <a:moveTo>
                  <a:pt x="1427018" y="0"/>
                </a:moveTo>
                <a:lnTo>
                  <a:pt x="1427018" y="0"/>
                </a:lnTo>
                <a:cubicBezTo>
                  <a:pt x="1283750" y="53726"/>
                  <a:pt x="1488373" y="-30104"/>
                  <a:pt x="1281546" y="96982"/>
                </a:cubicBezTo>
                <a:cubicBezTo>
                  <a:pt x="1122931" y="194444"/>
                  <a:pt x="949513" y="267837"/>
                  <a:pt x="796636" y="374073"/>
                </a:cubicBezTo>
                <a:cubicBezTo>
                  <a:pt x="331041" y="697622"/>
                  <a:pt x="520648" y="558550"/>
                  <a:pt x="221673" y="782782"/>
                </a:cubicBezTo>
                <a:cubicBezTo>
                  <a:pt x="46389" y="1067617"/>
                  <a:pt x="295212" y="670265"/>
                  <a:pt x="96982" y="962891"/>
                </a:cubicBezTo>
                <a:cubicBezTo>
                  <a:pt x="69663" y="1003219"/>
                  <a:pt x="46182" y="1046018"/>
                  <a:pt x="20782" y="1087582"/>
                </a:cubicBezTo>
                <a:cubicBezTo>
                  <a:pt x="13855" y="1156855"/>
                  <a:pt x="0" y="1225782"/>
                  <a:pt x="0" y="1295400"/>
                </a:cubicBezTo>
                <a:cubicBezTo>
                  <a:pt x="0" y="1434118"/>
                  <a:pt x="5463" y="1573166"/>
                  <a:pt x="20782" y="1711036"/>
                </a:cubicBezTo>
                <a:cubicBezTo>
                  <a:pt x="26757" y="1764807"/>
                  <a:pt x="60282" y="1815131"/>
                  <a:pt x="110836" y="1835727"/>
                </a:cubicBezTo>
                <a:cubicBezTo>
                  <a:pt x="182251" y="1864822"/>
                  <a:pt x="246287" y="1869141"/>
                  <a:pt x="318655" y="1884218"/>
                </a:cubicBezTo>
                <a:cubicBezTo>
                  <a:pt x="348814" y="1890501"/>
                  <a:pt x="378191" y="1900791"/>
                  <a:pt x="408709" y="1905000"/>
                </a:cubicBezTo>
                <a:cubicBezTo>
                  <a:pt x="445380" y="1910058"/>
                  <a:pt x="482600" y="1909618"/>
                  <a:pt x="519546" y="1911927"/>
                </a:cubicBezTo>
                <a:cubicBezTo>
                  <a:pt x="711200" y="1905000"/>
                  <a:pt x="903081" y="1902747"/>
                  <a:pt x="1094509" y="1891145"/>
                </a:cubicBezTo>
                <a:cubicBezTo>
                  <a:pt x="1132030" y="1888871"/>
                  <a:pt x="1168806" y="1879184"/>
                  <a:pt x="1205346" y="1870364"/>
                </a:cubicBezTo>
                <a:cubicBezTo>
                  <a:pt x="1235876" y="1862995"/>
                  <a:pt x="1265605" y="1852586"/>
                  <a:pt x="1295400" y="1842654"/>
                </a:cubicBezTo>
                <a:cubicBezTo>
                  <a:pt x="1359528" y="1821278"/>
                  <a:pt x="1404941" y="1799862"/>
                  <a:pt x="1461655" y="1752600"/>
                </a:cubicBezTo>
                <a:cubicBezTo>
                  <a:pt x="1475509" y="1741055"/>
                  <a:pt x="1491569" y="1731731"/>
                  <a:pt x="1503218" y="1717964"/>
                </a:cubicBezTo>
                <a:cubicBezTo>
                  <a:pt x="1517289" y="1701334"/>
                  <a:pt x="1526309" y="1681018"/>
                  <a:pt x="1537855" y="1662545"/>
                </a:cubicBezTo>
                <a:cubicBezTo>
                  <a:pt x="1542473" y="1641763"/>
                  <a:pt x="1544977" y="1620396"/>
                  <a:pt x="1551709" y="1600200"/>
                </a:cubicBezTo>
                <a:cubicBezTo>
                  <a:pt x="1613591" y="1414555"/>
                  <a:pt x="1603032" y="1442136"/>
                  <a:pt x="1662546" y="1323109"/>
                </a:cubicBezTo>
                <a:cubicBezTo>
                  <a:pt x="1669473" y="1295400"/>
                  <a:pt x="1673566" y="1266824"/>
                  <a:pt x="1683327" y="1239982"/>
                </a:cubicBezTo>
                <a:cubicBezTo>
                  <a:pt x="1767715" y="1007915"/>
                  <a:pt x="1672443" y="1337618"/>
                  <a:pt x="1738746" y="1094509"/>
                </a:cubicBezTo>
                <a:cubicBezTo>
                  <a:pt x="1731819" y="925945"/>
                  <a:pt x="1727021" y="757281"/>
                  <a:pt x="1717964" y="588818"/>
                </a:cubicBezTo>
                <a:cubicBezTo>
                  <a:pt x="1715472" y="542473"/>
                  <a:pt x="1711499" y="496093"/>
                  <a:pt x="1704109" y="450273"/>
                </a:cubicBezTo>
                <a:cubicBezTo>
                  <a:pt x="1699917" y="424281"/>
                  <a:pt x="1695101" y="397621"/>
                  <a:pt x="1683327" y="374073"/>
                </a:cubicBezTo>
                <a:cubicBezTo>
                  <a:pt x="1676025" y="359469"/>
                  <a:pt x="1658295" y="352641"/>
                  <a:pt x="1648691" y="339436"/>
                </a:cubicBezTo>
                <a:cubicBezTo>
                  <a:pt x="1639580" y="326909"/>
                  <a:pt x="1635326" y="311471"/>
                  <a:pt x="1627909" y="297873"/>
                </a:cubicBezTo>
                <a:cubicBezTo>
                  <a:pt x="1621461" y="286053"/>
                  <a:pt x="1613148" y="275279"/>
                  <a:pt x="1607127" y="263236"/>
                </a:cubicBezTo>
                <a:cubicBezTo>
                  <a:pt x="1560703" y="170387"/>
                  <a:pt x="1626993" y="282645"/>
                  <a:pt x="1572491" y="200891"/>
                </a:cubicBezTo>
                <a:cubicBezTo>
                  <a:pt x="1565022" y="189688"/>
                  <a:pt x="1560654" y="176317"/>
                  <a:pt x="1551709" y="166254"/>
                </a:cubicBezTo>
                <a:cubicBezTo>
                  <a:pt x="1541886" y="155203"/>
                  <a:pt x="1528618" y="147781"/>
                  <a:pt x="1517073" y="138545"/>
                </a:cubicBezTo>
                <a:cubicBezTo>
                  <a:pt x="1512455" y="120072"/>
                  <a:pt x="1512665" y="99659"/>
                  <a:pt x="1503218" y="83127"/>
                </a:cubicBezTo>
                <a:cubicBezTo>
                  <a:pt x="1493497" y="66116"/>
                  <a:pt x="1480242" y="47760"/>
                  <a:pt x="1461655" y="41564"/>
                </a:cubicBezTo>
                <a:cubicBezTo>
                  <a:pt x="1454728" y="39255"/>
                  <a:pt x="1446575" y="39198"/>
                  <a:pt x="1440873" y="34636"/>
                </a:cubicBezTo>
                <a:cubicBezTo>
                  <a:pt x="1434372" y="29435"/>
                  <a:pt x="1429327" y="5773"/>
                  <a:pt x="1427018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138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of numbers and letters&#10;&#10;Description automatically generated with medium confidence">
            <a:extLst>
              <a:ext uri="{FF2B5EF4-FFF2-40B4-BE49-F238E27FC236}">
                <a16:creationId xmlns:a16="http://schemas.microsoft.com/office/drawing/2014/main" id="{C12A348D-F0D8-D324-39D8-0CE75E1B4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03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arrows&#10;&#10;Description automatically generated">
            <a:extLst>
              <a:ext uri="{FF2B5EF4-FFF2-40B4-BE49-F238E27FC236}">
                <a16:creationId xmlns:a16="http://schemas.microsoft.com/office/drawing/2014/main" id="{C58A211C-8339-148A-E480-CD831DC62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515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yellow shirt&#10;&#10;Description automatically generated">
            <a:extLst>
              <a:ext uri="{FF2B5EF4-FFF2-40B4-BE49-F238E27FC236}">
                <a16:creationId xmlns:a16="http://schemas.microsoft.com/office/drawing/2014/main" id="{0A600157-1173-13EC-DFDE-0A08F83B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7" r="44318" b="41952"/>
          <a:stretch/>
        </p:blipFill>
        <p:spPr>
          <a:xfrm>
            <a:off x="0" y="-3464"/>
            <a:ext cx="5091545" cy="29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954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D6A8ACB6-376C-0EB2-CED8-5276BEFA7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5" b="43839"/>
          <a:stretch/>
        </p:blipFill>
        <p:spPr>
          <a:xfrm>
            <a:off x="0" y="0"/>
            <a:ext cx="5347855" cy="288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193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566224DD-2321-1676-868B-A8CE8957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788"/>
          <a:stretch/>
        </p:blipFill>
        <p:spPr>
          <a:xfrm>
            <a:off x="0" y="0"/>
            <a:ext cx="42256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67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at a podium&#10;&#10;Description automatically generated">
            <a:extLst>
              <a:ext uri="{FF2B5EF4-FFF2-40B4-BE49-F238E27FC236}">
                <a16:creationId xmlns:a16="http://schemas.microsoft.com/office/drawing/2014/main" id="{DD2A2B57-D138-BC29-0CD6-FA064FD9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347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numbers on a white background&#10;&#10;Description automatically generated">
            <a:extLst>
              <a:ext uri="{FF2B5EF4-FFF2-40B4-BE49-F238E27FC236}">
                <a16:creationId xmlns:a16="http://schemas.microsoft.com/office/drawing/2014/main" id="{1879BA6E-3785-4016-209E-28FD7E43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392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glasses and a yellow sweater&#10;&#10;Description automatically generated">
            <a:extLst>
              <a:ext uri="{FF2B5EF4-FFF2-40B4-BE49-F238E27FC236}">
                <a16:creationId xmlns:a16="http://schemas.microsoft.com/office/drawing/2014/main" id="{3121C28B-A2A4-E562-E62B-022BF063D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151" b="32256"/>
          <a:stretch/>
        </p:blipFill>
        <p:spPr>
          <a:xfrm>
            <a:off x="0" y="0"/>
            <a:ext cx="5015345" cy="34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835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3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8" name="Google Shape;408;p73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9" name="Google Shape;409;p73"/>
          <p:cNvSpPr txBox="1"/>
          <p:nvPr/>
        </p:nvSpPr>
        <p:spPr>
          <a:xfrm>
            <a:off x="6904697" y="2478286"/>
            <a:ext cx="281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500"/>
          </a:p>
        </p:txBody>
      </p:sp>
      <p:sp>
        <p:nvSpPr>
          <p:cNvPr id="410" name="Google Shape;410;p73"/>
          <p:cNvSpPr txBox="1"/>
          <p:nvPr/>
        </p:nvSpPr>
        <p:spPr>
          <a:xfrm>
            <a:off x="1166564" y="3159748"/>
            <a:ext cx="13866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sp>
        <p:nvSpPr>
          <p:cNvPr id="411" name="Google Shape;411;p73"/>
          <p:cNvSpPr txBox="1"/>
          <p:nvPr/>
        </p:nvSpPr>
        <p:spPr>
          <a:xfrm>
            <a:off x="6685781" y="3159748"/>
            <a:ext cx="800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endParaRPr sz="500"/>
          </a:p>
        </p:txBody>
      </p:sp>
      <p:pic>
        <p:nvPicPr>
          <p:cNvPr id="412" name="Google Shape;412;p7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2191941"/>
            <a:ext cx="956749" cy="96432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73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Machine needs lots of training</a:t>
            </a:r>
            <a:endParaRPr/>
          </a:p>
        </p:txBody>
      </p:sp>
      <p:pic>
        <p:nvPicPr>
          <p:cNvPr id="414" name="Google Shape;414;p73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7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7060" y="1903220"/>
            <a:ext cx="1769052" cy="16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74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Machine needs lots of training</a:t>
            </a:r>
            <a:endParaRPr/>
          </a:p>
        </p:txBody>
      </p:sp>
      <p:pic>
        <p:nvPicPr>
          <p:cNvPr id="421" name="Google Shape;421;p74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394" y="1914172"/>
            <a:ext cx="2753228" cy="206492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74"/>
          <p:cNvSpPr/>
          <p:nvPr/>
        </p:nvSpPr>
        <p:spPr>
          <a:xfrm>
            <a:off x="4027154" y="2574562"/>
            <a:ext cx="13725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74"/>
          <p:cNvSpPr txBox="1"/>
          <p:nvPr/>
        </p:nvSpPr>
        <p:spPr>
          <a:xfrm>
            <a:off x="3787149" y="3127175"/>
            <a:ext cx="13725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training</a:t>
            </a:r>
            <a:endParaRPr sz="500"/>
          </a:p>
        </p:txBody>
      </p:sp>
      <p:sp>
        <p:nvSpPr>
          <p:cNvPr id="424" name="Google Shape;424;p74"/>
          <p:cNvSpPr txBox="1"/>
          <p:nvPr/>
        </p:nvSpPr>
        <p:spPr>
          <a:xfrm>
            <a:off x="6836184" y="1763316"/>
            <a:ext cx="11844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Model</a:t>
            </a:r>
            <a:endParaRPr sz="500"/>
          </a:p>
        </p:txBody>
      </p:sp>
      <p:sp>
        <p:nvSpPr>
          <p:cNvPr id="425" name="Google Shape;425;p74"/>
          <p:cNvSpPr txBox="1"/>
          <p:nvPr/>
        </p:nvSpPr>
        <p:spPr>
          <a:xfrm>
            <a:off x="1180488" y="4026684"/>
            <a:ext cx="23451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Labeled dataset</a:t>
            </a:r>
            <a:endParaRPr sz="5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7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75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Predict (test) with trained model</a:t>
            </a:r>
            <a:endParaRPr/>
          </a:p>
        </p:txBody>
      </p:sp>
      <p:pic>
        <p:nvPicPr>
          <p:cNvPr id="432" name="Google Shape;432;p7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6863" y="1716905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1644" y="187166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7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706" y="203537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7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7628" y="2154436"/>
            <a:ext cx="635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5"/>
          <p:cNvSpPr txBox="1"/>
          <p:nvPr/>
        </p:nvSpPr>
        <p:spPr>
          <a:xfrm>
            <a:off x="3521025" y="3581046"/>
            <a:ext cx="21021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Trained model</a:t>
            </a:r>
            <a:endParaRPr sz="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6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76"/>
          <p:cNvSpPr txBox="1"/>
          <p:nvPr/>
        </p:nvSpPr>
        <p:spPr>
          <a:xfrm>
            <a:off x="1166564" y="3159748"/>
            <a:ext cx="13866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pic>
        <p:nvPicPr>
          <p:cNvPr id="443" name="Google Shape;443;p76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2268141"/>
            <a:ext cx="956749" cy="96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76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76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Predict (test) with trained model</a:t>
            </a:r>
            <a:endParaRPr/>
          </a:p>
        </p:txBody>
      </p:sp>
      <p:pic>
        <p:nvPicPr>
          <p:cNvPr id="446" name="Google Shape;446;p76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6863" y="1716905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76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1644" y="187166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76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0706" y="203537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76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7628" y="2154436"/>
            <a:ext cx="635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76"/>
          <p:cNvSpPr txBox="1"/>
          <p:nvPr/>
        </p:nvSpPr>
        <p:spPr>
          <a:xfrm>
            <a:off x="3521025" y="3581046"/>
            <a:ext cx="21021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Trained model</a:t>
            </a:r>
            <a:endParaRPr sz="500"/>
          </a:p>
        </p:txBody>
      </p:sp>
      <p:sp>
        <p:nvSpPr>
          <p:cNvPr id="451" name="Google Shape;451;p76"/>
          <p:cNvSpPr txBox="1"/>
          <p:nvPr/>
        </p:nvSpPr>
        <p:spPr>
          <a:xfrm>
            <a:off x="889157" y="3549951"/>
            <a:ext cx="18027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Test dataset</a:t>
            </a:r>
            <a:endParaRPr sz="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7"/>
          <p:cNvSpPr/>
          <p:nvPr/>
        </p:nvSpPr>
        <p:spPr>
          <a:xfrm>
            <a:off x="2574726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p77"/>
          <p:cNvSpPr/>
          <p:nvPr/>
        </p:nvSpPr>
        <p:spPr>
          <a:xfrm>
            <a:off x="5381625" y="2512219"/>
            <a:ext cx="1092000" cy="476100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1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77"/>
          <p:cNvSpPr txBox="1"/>
          <p:nvPr/>
        </p:nvSpPr>
        <p:spPr>
          <a:xfrm>
            <a:off x="6904697" y="2478286"/>
            <a:ext cx="281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4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500"/>
          </a:p>
        </p:txBody>
      </p:sp>
      <p:sp>
        <p:nvSpPr>
          <p:cNvPr id="459" name="Google Shape;459;p77"/>
          <p:cNvSpPr txBox="1"/>
          <p:nvPr/>
        </p:nvSpPr>
        <p:spPr>
          <a:xfrm>
            <a:off x="1166564" y="3159748"/>
            <a:ext cx="13866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information</a:t>
            </a:r>
            <a:endParaRPr sz="500"/>
          </a:p>
        </p:txBody>
      </p:sp>
      <p:sp>
        <p:nvSpPr>
          <p:cNvPr id="460" name="Google Shape;460;p77"/>
          <p:cNvSpPr txBox="1"/>
          <p:nvPr/>
        </p:nvSpPr>
        <p:spPr>
          <a:xfrm>
            <a:off x="6685781" y="3159748"/>
            <a:ext cx="800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</a:t>
            </a:r>
            <a:endParaRPr sz="500"/>
          </a:p>
        </p:txBody>
      </p:sp>
      <p:pic>
        <p:nvPicPr>
          <p:cNvPr id="461" name="Google Shape;461;p7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2268141"/>
            <a:ext cx="956749" cy="96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77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6474" y="1912149"/>
            <a:ext cx="1769051" cy="1668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77"/>
          <p:cNvSpPr txBox="1">
            <a:spLocks noGrp="1"/>
          </p:cNvSpPr>
          <p:nvPr>
            <p:ph type="title"/>
          </p:nvPr>
        </p:nvSpPr>
        <p:spPr>
          <a:xfrm>
            <a:off x="431625" y="518963"/>
            <a:ext cx="8280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" tIns="20100" rIns="20100" bIns="20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3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Machine Learning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Predict (test) with trained model</a:t>
            </a:r>
            <a:endParaRPr/>
          </a:p>
        </p:txBody>
      </p:sp>
      <p:pic>
        <p:nvPicPr>
          <p:cNvPr id="464" name="Google Shape;464;p77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6863" y="1716905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77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1644" y="187166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77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0706" y="2035373"/>
            <a:ext cx="635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77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7628" y="2154436"/>
            <a:ext cx="635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77"/>
          <p:cNvSpPr txBox="1"/>
          <p:nvPr/>
        </p:nvSpPr>
        <p:spPr>
          <a:xfrm>
            <a:off x="3521025" y="3581046"/>
            <a:ext cx="21021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Trained model</a:t>
            </a:r>
            <a:endParaRPr sz="500"/>
          </a:p>
        </p:txBody>
      </p:sp>
      <p:sp>
        <p:nvSpPr>
          <p:cNvPr id="469" name="Google Shape;469;p77"/>
          <p:cNvSpPr txBox="1"/>
          <p:nvPr/>
        </p:nvSpPr>
        <p:spPr>
          <a:xfrm>
            <a:off x="889157" y="3549951"/>
            <a:ext cx="18027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Gill Sans"/>
              <a:buNone/>
            </a:pPr>
            <a:r>
              <a:rPr lang="en" sz="3000" b="0" i="1" u="none" strike="noStrike" cap="none">
                <a:solidFill>
                  <a:srgbClr val="004C7F"/>
                </a:solidFill>
                <a:latin typeface="Gill Sans"/>
                <a:ea typeface="Gill Sans"/>
                <a:cs typeface="Gill Sans"/>
                <a:sym typeface="Gill Sans"/>
              </a:rPr>
              <a:t>Test dataset</a:t>
            </a:r>
            <a:endParaRPr sz="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875" y="418775"/>
            <a:ext cx="4709299" cy="430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9"/>
          <p:cNvSpPr txBox="1"/>
          <p:nvPr/>
        </p:nvSpPr>
        <p:spPr>
          <a:xfrm>
            <a:off x="4658875" y="4838700"/>
            <a:ext cx="6049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Deep Learning </a:t>
            </a:r>
            <a:r>
              <a:rPr lang="en" sz="100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lang="en" sz="900">
                <a:solidFill>
                  <a:srgbClr val="181818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u="sng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Ian Goodfellow</a:t>
            </a:r>
            <a:r>
              <a:rPr lang="en" sz="900">
                <a:solidFill>
                  <a:srgbClr val="181818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u="sng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Yoshua Bengio</a:t>
            </a:r>
            <a:r>
              <a:rPr lang="en" sz="900">
                <a:solidFill>
                  <a:srgbClr val="181818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u="sng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Aaron Courville</a:t>
            </a:r>
            <a:endParaRPr sz="1000" u="sng">
              <a:solidFill>
                <a:srgbClr val="333333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90" name="Google Shape;490;p7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Deep Learning?</a:t>
            </a:r>
            <a:endParaRPr sz="30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912" y="766200"/>
            <a:ext cx="6504174" cy="41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8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Why We Care?</a:t>
            </a:r>
            <a:endParaRPr sz="30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7" name="Google Shape;497;p80"/>
          <p:cNvSpPr txBox="1"/>
          <p:nvPr/>
        </p:nvSpPr>
        <p:spPr>
          <a:xfrm>
            <a:off x="6149650" y="4597600"/>
            <a:ext cx="63039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More demos at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https://ml-showcase.com/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B42A-17A9-63CD-3FEF-B6A506EA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753007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5134">
            <a:extLst>
              <a:ext uri="{FF2B5EF4-FFF2-40B4-BE49-F238E27FC236}">
                <a16:creationId xmlns:a16="http://schemas.microsoft.com/office/drawing/2014/main" id="{7383B190-6BFB-422F-B667-06B7B25F0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31267" y="2632472"/>
            <a:ext cx="5319162" cy="222587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365" y="2859715"/>
            <a:ext cx="4848966" cy="1137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Transportation/Roads safety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6365" y="4162926"/>
            <a:ext cx="4848965" cy="45191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kern="1200" dirty="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Overloaded passenger vehicles detection</a:t>
            </a:r>
          </a:p>
        </p:txBody>
      </p:sp>
      <p:pic>
        <p:nvPicPr>
          <p:cNvPr id="5128" name="Picture 8" descr="Students climbing on the roof of passenger bus after the school overloaded  bus may cause any">
            <a:extLst>
              <a:ext uri="{FF2B5EF4-FFF2-40B4-BE49-F238E27FC236}">
                <a16:creationId xmlns:a16="http://schemas.microsoft.com/office/drawing/2014/main" id="{43B68E90-515F-2D1B-A8A4-1D398D77D6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7" r="3485" b="2"/>
          <a:stretch/>
        </p:blipFill>
        <p:spPr bwMode="auto">
          <a:xfrm>
            <a:off x="238226" y="224522"/>
            <a:ext cx="3120339" cy="228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50D5ABC-1983-6455-A6C6-B05565F42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9" b="20690"/>
          <a:stretch/>
        </p:blipFill>
        <p:spPr bwMode="auto">
          <a:xfrm>
            <a:off x="3490722" y="224522"/>
            <a:ext cx="5412813" cy="225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7" name="Straight Connector 5136">
            <a:extLst>
              <a:ext uri="{FF2B5EF4-FFF2-40B4-BE49-F238E27FC236}">
                <a16:creationId xmlns:a16="http://schemas.microsoft.com/office/drawing/2014/main" id="{ED28E597-4AF8-4D69-A9AB-A1EDC6156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53715" y="4082314"/>
            <a:ext cx="48006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0" name="Picture 10" descr="Plan of action: Traffic police ready to clamp down on school van drivers">
            <a:extLst>
              <a:ext uri="{FF2B5EF4-FFF2-40B4-BE49-F238E27FC236}">
                <a16:creationId xmlns:a16="http://schemas.microsoft.com/office/drawing/2014/main" id="{89223E2F-AA0D-D23C-A357-4F13C5342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7" r="2" b="2"/>
          <a:stretch/>
        </p:blipFill>
        <p:spPr bwMode="auto">
          <a:xfrm>
            <a:off x="238226" y="2632074"/>
            <a:ext cx="3120339" cy="22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33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83B190-6BFB-422F-B667-06B7B25F0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31267" y="2632472"/>
            <a:ext cx="5319162" cy="222587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365" y="2859715"/>
            <a:ext cx="4848966" cy="1137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Transportation/Roads safety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6365" y="4162926"/>
            <a:ext cx="4848965" cy="4519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Toll automation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AD754B-8CF0-73DE-A8CD-1D243198E3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98" b="-4"/>
          <a:stretch/>
        </p:blipFill>
        <p:spPr>
          <a:xfrm>
            <a:off x="238226" y="224522"/>
            <a:ext cx="3120339" cy="2286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4C375-13D3-4E22-9310-BF10FA9AF3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97" b="29610"/>
          <a:stretch/>
        </p:blipFill>
        <p:spPr>
          <a:xfrm>
            <a:off x="3490722" y="224522"/>
            <a:ext cx="5412813" cy="225614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28E597-4AF8-4D69-A9AB-A1EDC6156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53715" y="4082314"/>
            <a:ext cx="48006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69613DE-BC2A-D63D-B9EE-FBE2C46CDA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80" b="2"/>
          <a:stretch/>
        </p:blipFill>
        <p:spPr>
          <a:xfrm>
            <a:off x="238226" y="2632074"/>
            <a:ext cx="3120339" cy="22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3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7383B190-6BFB-422F-B667-06B7B25F0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31267" y="2632472"/>
            <a:ext cx="5319162" cy="222587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365" y="2859715"/>
            <a:ext cx="4848966" cy="1137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Transportation/Roads safety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6365" y="4162926"/>
            <a:ext cx="4848965" cy="4519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Automated roads inspection using UAV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062A18D-3C9C-3084-7755-C9A64BA6C0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282"/>
          <a:stretch/>
        </p:blipFill>
        <p:spPr bwMode="auto">
          <a:xfrm>
            <a:off x="238226" y="224522"/>
            <a:ext cx="3120339" cy="228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Alligator cracking">
            <a:extLst>
              <a:ext uri="{FF2B5EF4-FFF2-40B4-BE49-F238E27FC236}">
                <a16:creationId xmlns:a16="http://schemas.microsoft.com/office/drawing/2014/main" id="{1BE21E4C-C9DD-5A1E-495A-B933E7354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25"/>
          <a:stretch/>
        </p:blipFill>
        <p:spPr bwMode="auto">
          <a:xfrm>
            <a:off x="3490722" y="224522"/>
            <a:ext cx="5412813" cy="225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77" name="Straight Connector 11276">
            <a:extLst>
              <a:ext uri="{FF2B5EF4-FFF2-40B4-BE49-F238E27FC236}">
                <a16:creationId xmlns:a16="http://schemas.microsoft.com/office/drawing/2014/main" id="{ED28E597-4AF8-4D69-A9AB-A1EDC6156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53715" y="4082314"/>
            <a:ext cx="48006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8" name="Picture 4" descr="Pothole">
            <a:extLst>
              <a:ext uri="{FF2B5EF4-FFF2-40B4-BE49-F238E27FC236}">
                <a16:creationId xmlns:a16="http://schemas.microsoft.com/office/drawing/2014/main" id="{5B749B29-CDE1-EE1A-26B3-59C231B68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7" r="2" b="2"/>
          <a:stretch/>
        </p:blipFill>
        <p:spPr bwMode="auto">
          <a:xfrm>
            <a:off x="238226" y="2632074"/>
            <a:ext cx="3120339" cy="22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38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" name="Rectangle 14350">
            <a:extLst>
              <a:ext uri="{FF2B5EF4-FFF2-40B4-BE49-F238E27FC236}">
                <a16:creationId xmlns:a16="http://schemas.microsoft.com/office/drawing/2014/main" id="{F0618178-4B5C-46A4-9E68-052C31FA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31267" y="2632472"/>
            <a:ext cx="5319162" cy="222587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365" y="2859715"/>
            <a:ext cx="4848966" cy="1137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Transportation/Roads safety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6365" y="4162926"/>
            <a:ext cx="4848965" cy="4519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Vehicles counting to avoid traffic jam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89E2328-959E-E0A2-9BBB-BE40D884F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226" y="249966"/>
            <a:ext cx="3120339" cy="220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Vehicle Counting Using Video Camera - YouTube">
            <a:extLst>
              <a:ext uri="{FF2B5EF4-FFF2-40B4-BE49-F238E27FC236}">
                <a16:creationId xmlns:a16="http://schemas.microsoft.com/office/drawing/2014/main" id="{93E24A9A-1F72-B222-65A2-245019093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9" b="11502"/>
          <a:stretch/>
        </p:blipFill>
        <p:spPr bwMode="auto">
          <a:xfrm>
            <a:off x="6768944" y="692486"/>
            <a:ext cx="2081485" cy="11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Simple vehicle counting using OpenCV YOLO3 Python 3.5 and Sort - YouTube">
            <a:extLst>
              <a:ext uri="{FF2B5EF4-FFF2-40B4-BE49-F238E27FC236}">
                <a16:creationId xmlns:a16="http://schemas.microsoft.com/office/drawing/2014/main" id="{8F295140-4965-222E-AC86-9817E8A1F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4738" y="399127"/>
            <a:ext cx="3231516" cy="181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353" name="Straight Connector 14352">
            <a:extLst>
              <a:ext uri="{FF2B5EF4-FFF2-40B4-BE49-F238E27FC236}">
                <a16:creationId xmlns:a16="http://schemas.microsoft.com/office/drawing/2014/main" id="{936FD40B-09C1-46D7-9E32-CC9BD7629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53715" y="4082314"/>
            <a:ext cx="48006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2" name="Picture 6">
            <a:extLst>
              <a:ext uri="{FF2B5EF4-FFF2-40B4-BE49-F238E27FC236}">
                <a16:creationId xmlns:a16="http://schemas.microsoft.com/office/drawing/2014/main" id="{295A2CE9-457B-BD45-BB3D-FF44B575A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244" y="2632472"/>
            <a:ext cx="3026302" cy="226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7537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F4110-C0FC-4D61-ACD2-A7C950EAE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31267" y="2632472"/>
            <a:ext cx="5319162" cy="222587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365" y="2859715"/>
            <a:ext cx="4848966" cy="1137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Transportation/Roads safety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6365" y="4162926"/>
            <a:ext cx="4848965" cy="4519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kern="1200">
                <a:solidFill>
                  <a:srgbClr val="FBC26E"/>
                </a:solidFill>
                <a:latin typeface="+mn-lt"/>
                <a:ea typeface="+mn-ea"/>
                <a:cs typeface="+mn-cs"/>
              </a:rPr>
              <a:t>Driver drowsiness detection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94CBDB-A76C-499E-95AB-C0A049E3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53715" y="4082314"/>
            <a:ext cx="48006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474B28A-4675-9861-D0F9-C24A5C2355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283" b="1"/>
          <a:stretch/>
        </p:blipFill>
        <p:spPr>
          <a:xfrm>
            <a:off x="11492" y="1352592"/>
            <a:ext cx="3404436" cy="1963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BDA79A-BFA5-9844-D0AF-2665FD4EB3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628" b="2"/>
          <a:stretch/>
        </p:blipFill>
        <p:spPr>
          <a:xfrm>
            <a:off x="3490722" y="224522"/>
            <a:ext cx="5412813" cy="225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6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" y="0"/>
            <a:ext cx="88763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928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BBF8-DCDD-3362-8C49-1E3F626C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health monitoring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642F8AF-2D25-47C8-63CF-96AEF95E1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500" y="863872"/>
            <a:ext cx="7169908" cy="1111746"/>
          </a:xfrm>
        </p:spPr>
        <p:txBody>
          <a:bodyPr/>
          <a:lstStyle/>
          <a:p>
            <a:r>
              <a:rPr lang="en-US" dirty="0"/>
              <a:t>IoT enabled wearable sensors-based health monitoring via physical activities recognition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A7FB9C-0296-39B6-526E-8B6799A00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4" y="1836651"/>
            <a:ext cx="4970609" cy="313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72041-2249-756B-72D9-6400C0B0A3B6}"/>
              </a:ext>
            </a:extLst>
          </p:cNvPr>
          <p:cNvSpPr txBox="1"/>
          <p:nvPr/>
        </p:nvSpPr>
        <p:spPr>
          <a:xfrm>
            <a:off x="5769446" y="4279628"/>
            <a:ext cx="3123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Patel</a:t>
            </a:r>
            <a:r>
              <a:rPr lang="en-GB" dirty="0">
                <a:solidFill>
                  <a:srgbClr val="222222"/>
                </a:solidFill>
                <a:latin typeface="Arial" panose="020B0604020202020204" pitchFamily="34" charset="0"/>
              </a:rPr>
              <a:t> et al.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2012</a:t>
            </a:r>
          </a:p>
          <a:p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neuroengineering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rehabilitation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9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pp.1-17.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7066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change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500" y="1105902"/>
            <a:ext cx="5518500" cy="1111746"/>
          </a:xfrm>
        </p:spPr>
        <p:txBody>
          <a:bodyPr/>
          <a:lstStyle/>
          <a:p>
            <a:r>
              <a:rPr lang="en-US" dirty="0"/>
              <a:t>Extreme weather events detection using ML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A6A66A7-1B47-1120-04CF-1FC1A67D8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" t="12399" r="79852" b="74493"/>
          <a:stretch/>
        </p:blipFill>
        <p:spPr bwMode="auto">
          <a:xfrm>
            <a:off x="237500" y="2251662"/>
            <a:ext cx="1298089" cy="128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B3DC33D-9F70-17F9-5FBA-BBE1024C6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" t="26574" r="79852" b="60318"/>
          <a:stretch/>
        </p:blipFill>
        <p:spPr bwMode="auto">
          <a:xfrm>
            <a:off x="2707248" y="2251662"/>
            <a:ext cx="1298089" cy="128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C068BB7-5235-35E3-9623-8C3F43C1F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" t="42436" r="79852" b="44456"/>
          <a:stretch/>
        </p:blipFill>
        <p:spPr bwMode="auto">
          <a:xfrm>
            <a:off x="5176996" y="2251662"/>
            <a:ext cx="1298089" cy="128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E26F3F9-56B4-2C5F-E888-45A8AB6C89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" t="56588" r="79852" b="30313"/>
          <a:stretch/>
        </p:blipFill>
        <p:spPr bwMode="auto">
          <a:xfrm>
            <a:off x="7608411" y="2252530"/>
            <a:ext cx="1298089" cy="12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A003FC-F7F6-A503-3299-E24098CDF3E4}"/>
              </a:ext>
            </a:extLst>
          </p:cNvPr>
          <p:cNvSpPr txBox="1"/>
          <p:nvPr/>
        </p:nvSpPr>
        <p:spPr>
          <a:xfrm>
            <a:off x="107324" y="3775988"/>
            <a:ext cx="1558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datasets</a:t>
            </a:r>
          </a:p>
          <a:p>
            <a:r>
              <a:rPr lang="en-US" dirty="0"/>
              <a:t>using 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66A86-FA90-ED52-87BA-EB0B083E5C56}"/>
              </a:ext>
            </a:extLst>
          </p:cNvPr>
          <p:cNvSpPr txBox="1"/>
          <p:nvPr/>
        </p:nvSpPr>
        <p:spPr>
          <a:xfrm>
            <a:off x="2577072" y="3775988"/>
            <a:ext cx="16770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 the findings to</a:t>
            </a:r>
          </a:p>
          <a:p>
            <a:r>
              <a:rPr lang="en-US" dirty="0"/>
              <a:t>extreme weather</a:t>
            </a:r>
          </a:p>
          <a:p>
            <a:r>
              <a:rPr lang="en-US" dirty="0"/>
              <a:t>patterns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89F7F-0B8B-20DD-8720-2950035DF94F}"/>
              </a:ext>
            </a:extLst>
          </p:cNvPr>
          <p:cNvSpPr txBox="1"/>
          <p:nvPr/>
        </p:nvSpPr>
        <p:spPr>
          <a:xfrm>
            <a:off x="4987509" y="3775988"/>
            <a:ext cx="2055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Development of climate</a:t>
            </a:r>
          </a:p>
          <a:p>
            <a:r>
              <a:rPr lang="en-US" dirty="0"/>
              <a:t>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A0AED-A73A-FC77-CCB8-8AF81DD8DA92}"/>
              </a:ext>
            </a:extLst>
          </p:cNvPr>
          <p:cNvSpPr txBox="1"/>
          <p:nvPr/>
        </p:nvSpPr>
        <p:spPr>
          <a:xfrm>
            <a:off x="7369231" y="3775988"/>
            <a:ext cx="1776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Climate services </a:t>
            </a:r>
          </a:p>
          <a:p>
            <a:r>
              <a:rPr lang="en-US" dirty="0"/>
              <a:t>information systems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8FC25-4A5A-2C35-CC54-740B2A16A362}"/>
              </a:ext>
            </a:extLst>
          </p:cNvPr>
          <p:cNvSpPr txBox="1"/>
          <p:nvPr/>
        </p:nvSpPr>
        <p:spPr>
          <a:xfrm>
            <a:off x="1065475" y="4788893"/>
            <a:ext cx="8078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https://www.uni-giessen.de/de/fbz/zentren/zeu/activities/researchprojects/copy_of_CLINT/PI</a:t>
            </a:r>
          </a:p>
        </p:txBody>
      </p:sp>
    </p:spTree>
    <p:extLst>
      <p:ext uri="{BB962C8B-B14F-4D97-AF65-F5344CB8AC3E}">
        <p14:creationId xmlns:p14="http://schemas.microsoft.com/office/powerpoint/2010/main" val="19016501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99AE2756-0FC4-4155-83E7-58AAAB63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9266" y="358311"/>
            <a:ext cx="0" cy="27432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47AB924-1B87-43FC-B7C7-B112D5C51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83551" y="3475159"/>
            <a:ext cx="8579094" cy="138319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16846-BA05-B278-A8A2-139D1B35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3" y="3567478"/>
            <a:ext cx="8354891" cy="697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Climate change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E8BB16-BB52-D73D-3506-82CEAB6E8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521" y="4361773"/>
            <a:ext cx="6858000" cy="315001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800" kern="1200" dirty="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Change estimation in satellite or UAV imagery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9A828D-B2D9-EEF6-DC25-BDE29B51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9" y="224234"/>
            <a:ext cx="2814177" cy="2814177"/>
          </a:xfrm>
          <a:prstGeom prst="rect">
            <a:avLst/>
          </a:prstGeom>
        </p:spPr>
      </p:pic>
      <p:pic>
        <p:nvPicPr>
          <p:cNvPr id="2050" name="Picture 2" descr="Remotesensing 13 02176 g001 550">
            <a:extLst>
              <a:ext uri="{FF2B5EF4-FFF2-40B4-BE49-F238E27FC236}">
                <a16:creationId xmlns:a16="http://schemas.microsoft.com/office/drawing/2014/main" id="{CB9CC062-A79F-5E24-6D97-A9500C0CC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9919" y="373588"/>
            <a:ext cx="2824478" cy="265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818DC98F-4057-4645-B948-F604F39A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5050" y="358311"/>
            <a:ext cx="0" cy="27432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D99F5D1-535A-6A23-BECB-8F3EEEBA2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505" y="126330"/>
            <a:ext cx="2814169" cy="3084021"/>
          </a:xfrm>
          <a:prstGeom prst="rect">
            <a:avLst/>
          </a:prstGeom>
        </p:spPr>
      </p:pic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DAD2B705-4A9B-408D-AA80-4F41045E0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7350" y="4304018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919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BBF8-DCDD-3362-8C49-1E3F626C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14" y="-1966"/>
            <a:ext cx="6641194" cy="1285800"/>
          </a:xfrm>
        </p:spPr>
        <p:txBody>
          <a:bodyPr/>
          <a:lstStyle/>
          <a:p>
            <a:pPr algn="l"/>
            <a:r>
              <a:rPr lang="en-US" dirty="0"/>
              <a:t>Crowd detection and density estimation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642F8AF-2D25-47C8-63CF-96AEF95E1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500" y="1105902"/>
            <a:ext cx="5518500" cy="1111746"/>
          </a:xfrm>
        </p:spPr>
        <p:txBody>
          <a:bodyPr/>
          <a:lstStyle/>
          <a:p>
            <a:r>
              <a:rPr lang="en-US" dirty="0"/>
              <a:t>Persons counting in political or religious events</a:t>
            </a:r>
          </a:p>
        </p:txBody>
      </p:sp>
      <p:pic>
        <p:nvPicPr>
          <p:cNvPr id="15362" name="Picture 2" descr="How many people showed up to PTI's Islamabad jalsa?">
            <a:extLst>
              <a:ext uri="{FF2B5EF4-FFF2-40B4-BE49-F238E27FC236}">
                <a16:creationId xmlns:a16="http://schemas.microsoft.com/office/drawing/2014/main" id="{150B3C8F-0F37-5629-F46A-36197DA0C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9" y="2137496"/>
            <a:ext cx="2759250" cy="157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89814D-4859-04FC-C609-B0F4773838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194"/>
          <a:stretch/>
        </p:blipFill>
        <p:spPr>
          <a:xfrm>
            <a:off x="39755" y="3753965"/>
            <a:ext cx="4023885" cy="1371600"/>
          </a:xfrm>
          <a:prstGeom prst="rect">
            <a:avLst/>
          </a:prstGeom>
        </p:spPr>
      </p:pic>
      <p:pic>
        <p:nvPicPr>
          <p:cNvPr id="15364" name="Picture 4" descr="How many people showed up to PTI's Islamabad jalsa? - Daily Times">
            <a:extLst>
              <a:ext uri="{FF2B5EF4-FFF2-40B4-BE49-F238E27FC236}">
                <a16:creationId xmlns:a16="http://schemas.microsoft.com/office/drawing/2014/main" id="{EC54E2CF-4AD4-7885-5FCE-0B5DF7FB1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44"/>
          <a:stretch/>
        </p:blipFill>
        <p:spPr bwMode="auto">
          <a:xfrm>
            <a:off x="2909719" y="2137496"/>
            <a:ext cx="2759251" cy="157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7CE82-CD64-2540-FF78-3DE720A9B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758" y="846578"/>
            <a:ext cx="3198995" cy="2383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B9CAB1-5366-7488-E1CF-378AC1CD6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382" y="3242025"/>
            <a:ext cx="2519803" cy="190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770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733</Words>
  <Application>Microsoft Office PowerPoint</Application>
  <PresentationFormat>On-screen Show (16:9)</PresentationFormat>
  <Paragraphs>179</Paragraphs>
  <Slides>75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Calibri</vt:lpstr>
      <vt:lpstr>Georgia</vt:lpstr>
      <vt:lpstr>Roboto</vt:lpstr>
      <vt:lpstr>Helvetica Neue Light</vt:lpstr>
      <vt:lpstr>Times New Roman</vt:lpstr>
      <vt:lpstr>Arial</vt:lpstr>
      <vt:lpstr>Helvetica Neue</vt:lpstr>
      <vt:lpstr>Gill Sans</vt:lpstr>
      <vt:lpstr>Simple Light</vt:lpstr>
      <vt:lpstr>White</vt:lpstr>
      <vt:lpstr>Machine Learning (ML)  and its Applications</vt:lpstr>
      <vt:lpstr>What is ML?</vt:lpstr>
      <vt:lpstr>What is Human Intelligence?</vt:lpstr>
      <vt:lpstr>What is Human Intelligence? What to eat for lunch?</vt:lpstr>
      <vt:lpstr>What is Human Intelligence? What to eat for lunch?</vt:lpstr>
      <vt:lpstr>What is Human Intelligence? What to eat for lunch?</vt:lpstr>
      <vt:lpstr>What is Human Intelligence? What to dress?</vt:lpstr>
      <vt:lpstr>What is Human Intelligence? What is this picture?</vt:lpstr>
      <vt:lpstr>What is Human Intelligence? What is this number?</vt:lpstr>
      <vt:lpstr>What is Human Intelligence? What would be the grade if I study 4 hours?</vt:lpstr>
      <vt:lpstr>Machine Learning What to dress?</vt:lpstr>
      <vt:lpstr>Machine Learning What is this picture?</vt:lpstr>
      <vt:lpstr>Machine Learning What is this number?</vt:lpstr>
      <vt:lpstr>Machine Learning What would be the grade if I study 4 hours?</vt:lpstr>
      <vt:lpstr>Is ML that simple?</vt:lpstr>
      <vt:lpstr>Is ML that simple?</vt:lpstr>
      <vt:lpstr>Why?</vt:lpstr>
      <vt:lpstr>Why?</vt:lpstr>
      <vt:lpstr>Traditional (explicit) programming to recognize the hand</vt:lpstr>
      <vt:lpstr>Traditional (explicit) programming to recognize the hand</vt:lpstr>
      <vt:lpstr>Traditional (explicit) programming vs ML</vt:lpstr>
      <vt:lpstr>Traditional (explicit) programming vs ML</vt:lpstr>
      <vt:lpstr>Data and Labels</vt:lpstr>
      <vt:lpstr>What is ML?</vt:lpstr>
      <vt:lpstr>What is ML?</vt:lpstr>
      <vt:lpstr>What is ML?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Machine needs lots of training</vt:lpstr>
      <vt:lpstr>Machine Learning Machine needs lots of training</vt:lpstr>
      <vt:lpstr>Machine Learning Predict (test) with trained model</vt:lpstr>
      <vt:lpstr>Machine Learning Predict (test) with trained model</vt:lpstr>
      <vt:lpstr>Machine Learning Predict (test) with trained model</vt:lpstr>
      <vt:lpstr>Deep Learning?</vt:lpstr>
      <vt:lpstr>Why We Care?</vt:lpstr>
      <vt:lpstr>Applications of Machine Learning</vt:lpstr>
      <vt:lpstr>Transportation/Roads safety</vt:lpstr>
      <vt:lpstr>Transportation/Roads safety</vt:lpstr>
      <vt:lpstr>Transportation/Roads safety</vt:lpstr>
      <vt:lpstr>Transportation/Roads safety</vt:lpstr>
      <vt:lpstr>Transportation/Roads safety</vt:lpstr>
      <vt:lpstr>PowerPoint Presentation</vt:lpstr>
      <vt:lpstr>Remote health monitoring</vt:lpstr>
      <vt:lpstr>Climate change</vt:lpstr>
      <vt:lpstr>Climate change</vt:lpstr>
      <vt:lpstr>Crowd detection and density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Machine Learning (ML) Applications</dc:title>
  <dc:creator>Hafeez Anwar</dc:creator>
  <cp:lastModifiedBy>Mr.Hafeez Anwar</cp:lastModifiedBy>
  <cp:revision>18</cp:revision>
  <dcterms:modified xsi:type="dcterms:W3CDTF">2025-01-23T05:13:34Z</dcterms:modified>
</cp:coreProperties>
</file>