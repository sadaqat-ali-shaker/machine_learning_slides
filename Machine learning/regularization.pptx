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ink/ink1.xml" ContentType="application/inkml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ink/ink2.xml" ContentType="application/inkml+xml"/>
  <Override PartName="/ppt/ink/ink3.xml" ContentType="application/inkml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ink/ink4.xml" ContentType="application/inkml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ink/ink5.xml" ContentType="application/inkml+xml"/>
  <Override PartName="/ppt/ink/ink6.xml" ContentType="application/inkml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rts/chart10.xml" ContentType="application/vnd.openxmlformats-officedocument.drawingml.chart+xml"/>
  <Override PartName="/ppt/ink/ink10.xml" ContentType="application/inkml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ink/ink11.xml" ContentType="application/inkml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ink/ink12.xml" ContentType="application/inkml+xml"/>
  <Override PartName="/ppt/ink/ink13.xml" ContentType="application/inkml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ink/ink14.xml" ContentType="application/inkml+xml"/>
  <Override PartName="/ppt/ink/ink15.xml" ContentType="application/inkml+xml"/>
  <Override PartName="/ppt/ink/ink16.xml" ContentType="application/inkml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charts/chart23.xml" ContentType="application/vnd.openxmlformats-officedocument.drawingml.chart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charts/chart24.xml" ContentType="application/vnd.openxmlformats-officedocument.drawingml.chart+xml"/>
  <Override PartName="/ppt/notesSlides/notesSlide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ink/ink41.xml" ContentType="application/inkml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ink/ink42.xml" ContentType="application/inkml+xml"/>
  <Override PartName="/ppt/notesSlides/notesSlide4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ink/ink43.xml" ContentType="application/inkml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36"/>
  </p:notesMasterIdLst>
  <p:sldIdLst>
    <p:sldId id="367" r:id="rId5"/>
    <p:sldId id="368" r:id="rId6"/>
    <p:sldId id="424" r:id="rId7"/>
    <p:sldId id="425" r:id="rId8"/>
    <p:sldId id="426" r:id="rId9"/>
    <p:sldId id="427" r:id="rId10"/>
    <p:sldId id="428" r:id="rId11"/>
    <p:sldId id="401" r:id="rId12"/>
    <p:sldId id="402" r:id="rId13"/>
    <p:sldId id="406" r:id="rId14"/>
    <p:sldId id="403" r:id="rId15"/>
    <p:sldId id="404" r:id="rId16"/>
    <p:sldId id="431" r:id="rId17"/>
    <p:sldId id="432" r:id="rId18"/>
    <p:sldId id="433" r:id="rId19"/>
    <p:sldId id="436" r:id="rId20"/>
    <p:sldId id="434" r:id="rId21"/>
    <p:sldId id="437" r:id="rId22"/>
    <p:sldId id="438" r:id="rId23"/>
    <p:sldId id="407" r:id="rId24"/>
    <p:sldId id="409" r:id="rId25"/>
    <p:sldId id="408" r:id="rId26"/>
    <p:sldId id="411" r:id="rId27"/>
    <p:sldId id="410" r:id="rId28"/>
    <p:sldId id="419" r:id="rId29"/>
    <p:sldId id="413" r:id="rId30"/>
    <p:sldId id="375" r:id="rId31"/>
    <p:sldId id="415" r:id="rId32"/>
    <p:sldId id="416" r:id="rId33"/>
    <p:sldId id="420" r:id="rId34"/>
    <p:sldId id="399" r:id="rId35"/>
  </p:sldIdLst>
  <p:sldSz cx="9144000" cy="5143500" type="screen16x9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58970" autoAdjust="0"/>
  </p:normalViewPr>
  <p:slideViewPr>
    <p:cSldViewPr>
      <p:cViewPr varScale="1">
        <p:scale>
          <a:sx n="146" d="100"/>
          <a:sy n="146" d="100"/>
        </p:scale>
        <p:origin x="630" y="114"/>
      </p:cViewPr>
      <p:guideLst>
        <p:guide orient="horz" pos="310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3A-4A5B-9ED9-A8FA3236E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806016"/>
        <c:axId val="118807936"/>
      </c:scatterChart>
      <c:valAx>
        <c:axId val="11880601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807936"/>
        <c:crosses val="autoZero"/>
        <c:crossBetween val="midCat"/>
      </c:valAx>
      <c:valAx>
        <c:axId val="118807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80601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64-4449-B5DE-459226B3F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814976"/>
        <c:axId val="126636416"/>
      </c:scatterChart>
      <c:valAx>
        <c:axId val="11881497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636416"/>
        <c:crosses val="autoZero"/>
        <c:crossBetween val="midCat"/>
      </c:valAx>
      <c:valAx>
        <c:axId val="126636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81497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347-4F7B-88CB-DD15995C4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647296"/>
        <c:axId val="126657664"/>
      </c:scatterChart>
      <c:valAx>
        <c:axId val="12664729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657664"/>
        <c:crosses val="autoZero"/>
        <c:crossBetween val="midCat"/>
      </c:valAx>
      <c:valAx>
        <c:axId val="126657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2664729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3A-4A5B-9ED9-A8FA3236E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806016"/>
        <c:axId val="118807936"/>
      </c:scatterChart>
      <c:valAx>
        <c:axId val="11880601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807936"/>
        <c:crosses val="autoZero"/>
        <c:crossBetween val="midCat"/>
      </c:valAx>
      <c:valAx>
        <c:axId val="118807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80601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64-4449-B5DE-459226B3F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814976"/>
        <c:axId val="126636416"/>
      </c:scatterChart>
      <c:valAx>
        <c:axId val="11881497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636416"/>
        <c:crosses val="autoZero"/>
        <c:crossBetween val="midCat"/>
      </c:valAx>
      <c:valAx>
        <c:axId val="126636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81497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347-4F7B-88CB-DD15995C4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647296"/>
        <c:axId val="126657664"/>
      </c:scatterChart>
      <c:valAx>
        <c:axId val="12664729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657664"/>
        <c:crosses val="autoZero"/>
        <c:crossBetween val="midCat"/>
      </c:valAx>
      <c:valAx>
        <c:axId val="126657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2664729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3A-4A5B-9ED9-A8FA3236E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806016"/>
        <c:axId val="118807936"/>
      </c:scatterChart>
      <c:valAx>
        <c:axId val="11880601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807936"/>
        <c:crosses val="autoZero"/>
        <c:crossBetween val="midCat"/>
      </c:valAx>
      <c:valAx>
        <c:axId val="118807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80601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64-4449-B5DE-459226B3F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814976"/>
        <c:axId val="126636416"/>
      </c:scatterChart>
      <c:valAx>
        <c:axId val="11881497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636416"/>
        <c:crosses val="autoZero"/>
        <c:crossBetween val="midCat"/>
      </c:valAx>
      <c:valAx>
        <c:axId val="126636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81497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347-4F7B-88CB-DD15995C4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647296"/>
        <c:axId val="126657664"/>
      </c:scatterChart>
      <c:valAx>
        <c:axId val="12664729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657664"/>
        <c:crosses val="autoZero"/>
        <c:crossBetween val="midCat"/>
      </c:valAx>
      <c:valAx>
        <c:axId val="126657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2664729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7D5-4E98-A316-A36558CF6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577408"/>
        <c:axId val="118583680"/>
      </c:scatterChart>
      <c:valAx>
        <c:axId val="11857740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583680"/>
        <c:crosses val="autoZero"/>
        <c:crossBetween val="midCat"/>
      </c:valAx>
      <c:valAx>
        <c:axId val="1185836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57740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BA-4EB0-B5CA-FD906276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77888"/>
        <c:axId val="118679808"/>
      </c:scatterChart>
      <c:valAx>
        <c:axId val="1186778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679808"/>
        <c:crosses val="autoZero"/>
        <c:crossBetween val="midCat"/>
      </c:valAx>
      <c:valAx>
        <c:axId val="118679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6778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98-46F5-BB73-7B7C2F19E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03232"/>
        <c:axId val="118705152"/>
      </c:scatterChart>
      <c:valAx>
        <c:axId val="1187032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705152"/>
        <c:crosses val="autoZero"/>
        <c:crossBetween val="midCat"/>
      </c:valAx>
      <c:valAx>
        <c:axId val="11870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7032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BA-4EB0-B5CA-FD906276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77888"/>
        <c:axId val="118679808"/>
      </c:scatterChart>
      <c:valAx>
        <c:axId val="1186778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679808"/>
        <c:crosses val="autoZero"/>
        <c:crossBetween val="midCat"/>
      </c:valAx>
      <c:valAx>
        <c:axId val="118679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6778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98-46F5-BB73-7B7C2F19E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03232"/>
        <c:axId val="118705152"/>
      </c:scatterChart>
      <c:valAx>
        <c:axId val="1187032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705152"/>
        <c:crosses val="autoZero"/>
        <c:crossBetween val="midCat"/>
      </c:valAx>
      <c:valAx>
        <c:axId val="11870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7032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BA-4EB0-B5CA-FD906276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77888"/>
        <c:axId val="118679808"/>
      </c:scatterChart>
      <c:valAx>
        <c:axId val="1186778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679808"/>
        <c:crosses val="autoZero"/>
        <c:crossBetween val="midCat"/>
      </c:valAx>
      <c:valAx>
        <c:axId val="118679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6778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98-46F5-BB73-7B7C2F19E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03232"/>
        <c:axId val="118705152"/>
      </c:scatterChart>
      <c:valAx>
        <c:axId val="1187032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705152"/>
        <c:crosses val="autoZero"/>
        <c:crossBetween val="midCat"/>
      </c:valAx>
      <c:valAx>
        <c:axId val="11870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7032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BA-4EB0-B5CA-FD906276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77888"/>
        <c:axId val="118679808"/>
      </c:scatterChart>
      <c:valAx>
        <c:axId val="1186778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679808"/>
        <c:crosses val="autoZero"/>
        <c:crossBetween val="midCat"/>
      </c:valAx>
      <c:valAx>
        <c:axId val="118679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6778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98-46F5-BB73-7B7C2F19E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03232"/>
        <c:axId val="118705152"/>
      </c:scatterChart>
      <c:valAx>
        <c:axId val="1187032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705152"/>
        <c:crosses val="autoZero"/>
        <c:crossBetween val="midCat"/>
      </c:valAx>
      <c:valAx>
        <c:axId val="11870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7032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BA-4EB0-B5CA-FD906276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77888"/>
        <c:axId val="118679808"/>
      </c:scatterChart>
      <c:valAx>
        <c:axId val="1186778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679808"/>
        <c:crosses val="autoZero"/>
        <c:crossBetween val="midCat"/>
      </c:valAx>
      <c:valAx>
        <c:axId val="118679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6778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98-46F5-BB73-7B7C2F19E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03232"/>
        <c:axId val="118705152"/>
      </c:scatterChart>
      <c:valAx>
        <c:axId val="1187032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705152"/>
        <c:crosses val="autoZero"/>
        <c:crossBetween val="midCat"/>
      </c:valAx>
      <c:valAx>
        <c:axId val="11870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7032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BA-4EB0-B5CA-FD906276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77888"/>
        <c:axId val="118679808"/>
      </c:scatterChart>
      <c:valAx>
        <c:axId val="1186778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679808"/>
        <c:crosses val="autoZero"/>
        <c:crossBetween val="midCat"/>
      </c:valAx>
      <c:valAx>
        <c:axId val="118679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6778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98-46F5-BB73-7B7C2F19E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03232"/>
        <c:axId val="118705152"/>
      </c:scatterChart>
      <c:valAx>
        <c:axId val="11870323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18705152"/>
        <c:crosses val="autoZero"/>
        <c:crossBetween val="midCat"/>
      </c:valAx>
      <c:valAx>
        <c:axId val="11870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1870323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10"/>
            <c:spPr>
              <a:ln w="25400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F5-46AC-B1F1-E88C365C17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702720"/>
        <c:axId val="126704640"/>
      </c:scatterChart>
      <c:valAx>
        <c:axId val="126702720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6704640"/>
        <c:crosses val="autoZero"/>
        <c:crossBetween val="midCat"/>
      </c:valAx>
      <c:valAx>
        <c:axId val="126704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26702720"/>
        <c:crossesAt val="0"/>
        <c:crossBetween val="midCat"/>
      </c:valAx>
    </c:plotArea>
    <c:plotVisOnly val="1"/>
    <c:dispBlanksAs val="gap"/>
    <c:showDLblsOverMax val="0"/>
  </c:chart>
  <c:spPr>
    <a:ln w="28575"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304.44874274661498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274.517374517375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54C-498E-BA57-987EA089D6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123264"/>
        <c:axId val="128125184"/>
      </c:scatterChart>
      <c:valAx>
        <c:axId val="128123264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128125184"/>
        <c:crosses val="autoZero"/>
        <c:crossBetween val="midCat"/>
      </c:valAx>
      <c:valAx>
        <c:axId val="1281251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128123264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1:07.51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1782 24575,'-1'16'0,"1"1"0,1 0 0,0-1 0,1 1 0,1-1 0,1 1 0,7 22 0,-4-22 0,0 0 0,-2 1 0,0 0 0,-1 0 0,-1 0 0,-1 1 0,0 23 0,-1-34 0,0 0 0,1 0 0,-1-1 0,1 1 0,1-1 0,0 0 0,0 0 0,6 11 0,-4-8 0,-1 0 0,1 0 0,4 19 0,0 32 0,-9-47 0,2-1 0,0 1 0,1-1 0,0 1 0,1-1 0,0 0 0,1-1 0,7 13 0,44 81 0,-36-65 0,2-2 0,39 55 0,-19-40 0,68 67 0,-103-115 0,1 0 0,0-1 0,1 0 0,-1 0 0,1 0 0,0-1 0,0-1 0,0 0 0,0 0 0,1-1 0,0 0 0,-1 0 0,1-1 0,0 0 0,-1-1 0,1 0 0,0-1 0,0 0 0,-1 0 0,1-1 0,-1 0 0,1-1 0,-1 0 0,0-1 0,0 0 0,0 0 0,0 0 0,-1-2 0,15-10 0,0-3 0,0 0 0,-2-2 0,0 0 0,-2-1 0,0-1 0,-1-1 0,14-27 0,1-4 0,-25 44 0,0-1 0,-1 0 0,0 0 0,-1-1 0,-1 0 0,0 0 0,0 0 0,-1-1 0,-1 1 0,2-16 0,-5-185 0,-2 92 0,3 114 0,0 0 0,0 0 0,1 0 0,1 0 0,-1 0 0,1 1 0,0-1 0,8-11 0,-6 10 0,-1-1 0,0 1 0,0-1 0,-1 1 0,4-15 0,-5-59 0,-3 72 0,0-1 0,1 1 0,1 0 0,-1-1 0,2 1 0,0 0 0,0 0 0,1 0 0,0 0 0,6-12 0,6-8 0,13-42 0,-2 5 0,-20 55 0,1 1 0,1 0 0,0 0 0,1 1 0,0 0 0,17-15 0,-12 12 0,-1 0 0,15-22 0,14-33 0,11-20 0,-38 70 0,-2-1 0,14-25 0,6-10 0,15-26 0,9-13 0,-21 48 0,23-35 0,-53 73 0,-2-1 0,1 0 0,-1 0 0,-1 0 0,1 0 0,-2-1 0,4-18 0,1-11 0,23-73 0,-26 103 0,0 1 0,1 1 0,0-1 0,1 1 0,-1-1 0,2 2 0,-1-1 0,0 1 0,1 0 0,13-9 0,8-9 0,-15 14 0,0 0 0,0 1 0,1 1 0,0 0 0,1 1 0,0 0 0,0 1 0,0 1 0,1 0 0,-1 2 0,1-1 0,22-1 0,23 1 0,118 7 0,-146-1 0,19 4 0,0 1 0,-1 4 0,59 18 0,-54-12 0,114 16 0,-162-33 0,1 0 0,-1 0 0,1-1 0,-1 0 0,0 0 0,1-1 0,-1 0 0,0 0 0,0-1 0,0 0 0,-1-1 0,1 0 0,-1 0 0,0 0 0,0-1 0,0 0 0,0-1 0,-1 1 0,0-1 0,0 0 0,-1-1 0,0 0 0,0 1 0,0-2 0,-1 1 0,0 0 0,4-10 0,0-5 0,2 1 0,0 1 0,2 0 0,0 0 0,1 1 0,1 1 0,1 0 0,1 1 0,0 0 0,1 2 0,0 0 0,2 1 0,-1 0 0,2 2 0,33-17 0,-33 21 0,-1 2 0,1 0 0,0 1 0,1 1 0,29-2 0,109 2 0,-22 2 0,125-31 0,-176 23 0,-1 3 0,158 8 0,-95 2 0,79 6 0,-191-4 0,-1 1 0,0 1 0,0 3 0,44 17 0,-5-3 0,-51-17 0,0 1 0,31 14 0,55 28 0,-73-35 0,-1 1 0,-1 1 0,-1 2 0,37 27 0,-64-42 0,0 0 0,-1 1 0,1-1 0,-1 1 0,1 1 0,-2-1 0,1 1 0,0 0 0,-1 0 0,0 0 0,-1 0 0,1 1 0,-1-1 0,-1 1 0,1 0 0,-1 0 0,0 0 0,-1 0 0,1 0 0,-1 1 0,-1-1 0,0 0 0,0 8 0,1-7 0,0 0 0,0-1 0,1 1 0,0-1 0,1 1 0,-1-1 0,1 0 0,1 0 0,-1 0 0,1 0 0,7 8 0,55 68 0,45 35 0,-50-73 10,-52-40-116,-1 0 1,1 1-1,-1 0 0,0 0 0,-1 0 1,0 1-1,0 0 0,0 1 0,-1-1 0,0 1 1,0 1-1,4 8 0,-4 1-6720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1:07.51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1782 24575,'-1'16'0,"1"1"0,1 0 0,0-1 0,1 1 0,1-1 0,1 1 0,7 22 0,-4-22 0,0 0 0,-2 1 0,0 0 0,-1 0 0,-1 0 0,-1 1 0,0 23 0,-1-34 0,0 0 0,1 0 0,-1-1 0,1 1 0,1-1 0,0 0 0,0 0 0,6 11 0,-4-8 0,-1 0 0,1 0 0,4 19 0,0 32 0,-9-47 0,2-1 0,0 1 0,1-1 0,0 1 0,1-1 0,0 0 0,1-1 0,7 13 0,44 81 0,-36-65 0,2-2 0,39 55 0,-19-40 0,68 67 0,-103-115 0,1 0 0,0-1 0,1 0 0,-1 0 0,1 0 0,0-1 0,0-1 0,0 0 0,0 0 0,1-1 0,0 0 0,-1 0 0,1-1 0,0 0 0,-1-1 0,1 0 0,0-1 0,0 0 0,-1 0 0,1-1 0,-1 0 0,1-1 0,-1 0 0,0-1 0,0 0 0,0 0 0,0 0 0,-1-2 0,15-10 0,0-3 0,0 0 0,-2-2 0,0 0 0,-2-1 0,0-1 0,-1-1 0,14-27 0,1-4 0,-25 44 0,0-1 0,-1 0 0,0 0 0,-1-1 0,-1 0 0,0 0 0,0 0 0,-1-1 0,-1 1 0,2-16 0,-5-185 0,-2 92 0,3 114 0,0 0 0,0 0 0,1 0 0,1 0 0,-1 0 0,1 1 0,0-1 0,8-11 0,-6 10 0,-1-1 0,0 1 0,0-1 0,-1 1 0,4-15 0,-5-59 0,-3 72 0,0-1 0,1 1 0,1 0 0,-1-1 0,2 1 0,0 0 0,0 0 0,1 0 0,0 0 0,6-12 0,6-8 0,13-42 0,-2 5 0,-20 55 0,1 1 0,1 0 0,0 0 0,1 1 0,0 0 0,17-15 0,-12 12 0,-1 0 0,15-22 0,14-33 0,11-20 0,-38 70 0,-2-1 0,14-25 0,6-10 0,15-26 0,9-13 0,-21 48 0,23-35 0,-53 73 0,-2-1 0,1 0 0,-1 0 0,-1 0 0,1 0 0,-2-1 0,4-18 0,1-11 0,23-73 0,-26 103 0,0 1 0,1 1 0,0-1 0,1 1 0,-1-1 0,2 2 0,-1-1 0,0 1 0,1 0 0,13-9 0,8-9 0,-15 14 0,0 0 0,0 1 0,1 1 0,0 0 0,1 1 0,0 0 0,0 1 0,0 1 0,1 0 0,-1 2 0,1-1 0,22-1 0,23 1 0,118 7 0,-146-1 0,19 4 0,0 1 0,-1 4 0,59 18 0,-54-12 0,114 16 0,-162-33 0,1 0 0,-1 0 0,1-1 0,-1 0 0,0 0 0,1-1 0,-1 0 0,0 0 0,0-1 0,0 0 0,-1-1 0,1 0 0,-1 0 0,0 0 0,0-1 0,0 0 0,0-1 0,-1 1 0,0-1 0,0 0 0,-1-1 0,0 0 0,0 1 0,0-2 0,-1 1 0,0 0 0,4-10 0,0-5 0,2 1 0,0 1 0,2 0 0,0 0 0,1 1 0,1 1 0,1 0 0,1 1 0,0 0 0,1 2 0,0 0 0,2 1 0,-1 0 0,2 2 0,33-17 0,-33 21 0,-1 2 0,1 0 0,0 1 0,1 1 0,29-2 0,109 2 0,-22 2 0,125-31 0,-176 23 0,-1 3 0,158 8 0,-95 2 0,79 6 0,-191-4 0,-1 1 0,0 1 0,0 3 0,44 17 0,-5-3 0,-51-17 0,0 1 0,31 14 0,55 28 0,-73-35 0,-1 1 0,-1 1 0,-1 2 0,37 27 0,-64-42 0,0 0 0,-1 1 0,1-1 0,-1 1 0,1 1 0,-2-1 0,1 1 0,0 0 0,-1 0 0,0 0 0,-1 0 0,1 1 0,-1-1 0,-1 1 0,1 0 0,-1 0 0,0 0 0,-1 0 0,1 0 0,-1 1 0,-1-1 0,0 0 0,0 8 0,1-7 0,0 0 0,0-1 0,1 1 0,0-1 0,1 1 0,-1-1 0,1 0 0,1 0 0,-1 0 0,1 0 0,7 8 0,55 68 0,45 35 0,-50-73 10,-52-40-116,-1 0 1,1 1-1,-1 0 0,0 0 0,-1 0 1,0 1-1,0 0 0,0 1 0,-1-1 0,0 1 1,0 1-1,4 8 0,-4 1-6720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1:59.46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3278 24575,'27'-19'0,"-15"12"0,-1-3 0,-1 0 0,0-1 0,-1 0 0,0-1 0,0 0 0,-2-1 0,8-14 0,-5 8 0,2 0 0,15-19 0,-21 29 0,0 1 0,-1-1 0,0 0 0,6-14 0,-7 14 0,0 0 0,0 0 0,1 1 0,11-15 0,5-4 0,-2-2 0,-1 0 0,26-58 0,-20 41 0,21-63 0,20 11 0,-59 89 0,-2 0 0,1 0 0,-1-1 0,0 1 0,2-14 0,-3 14 0,0-1 0,0 1 0,1-1 0,0 1 0,10-15 0,21-32 0,-26 40 0,0 1 0,1 0 0,20-23 0,-10 15 0,-1-1 0,-1-2 0,16-31 0,-17 29 0,1 0 0,33-40 0,-35 48 0,-2-1 0,0 0 0,-1-1 0,16-38 0,16-26 0,-38 74 0,17-27 0,23-53 0,-40 78 0,2 0 0,-1 1 0,2 0 0,0 0 0,22-21 0,24-31 0,41-51 0,-80 97 0,4-2 0,1 0 0,1 1 0,1 1 0,37-22 0,14-13 0,-46 32 0,47-27 0,565-246 0,-12 65 0,-476 186 0,-46 15 0,151-36 0,-215 55 0,84-25 0,59-11 0,32-3 0,-144 29 0,0 4 0,89-8 0,-72 13 0,159-40 0,45-7 0,-9 10 128,-94 13-1621,-147 28-5333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3:18.7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24575,'0'5'0,"0"1"0,1-1 0,0 1 0,1-1 0,-1 1 0,1-1 0,0 0 0,0 0 0,1 0 0,-1 0 0,1 0 0,0-1 0,0 1 0,5 3 0,7 9 0,0-2 0,23 18 0,1 0 0,12 18 0,2-3 0,98 68 0,-66-66 0,-57-35 0,-1 1 0,0 1 0,44 38 0,104 101 0,19-11 0,-47-39 0,114 83 0,-181-129 0,132 111 0,-85-71 0,-3-2 0,-58-43 0,79 49 0,0-1 0,53 63 0,72 49 0,-245-192 0,33 39 0,-40-41 0,1 0 0,40 32 0,-26-28 0,-7-6 0,0 1 0,-1 1 0,28 31 0,104 114 0,21 26 0,0-10 0,-139-145 0,-25-23 0,-1 1 0,-1 1 0,13 22 0,-14-21 0,1-1 0,26 30 0,283 261 0,-288-272 0,-12-12 0,1-1 0,1-1 0,45 32 0,-41-34 0,-1 1 0,0 1 0,42 47 0,56 85 0,-100-125 0,1 0 0,50 41 0,-42-40 0,43 48 0,-34-25 0,-24-27 0,2-1 0,0-1 0,1-1 0,35 27 0,-51-45 0,11 6 0,0 1 0,-2 1 0,1 0 0,-1 1 0,-1 0 0,-1 1 0,13 18 0,-10-12 0,0-1 0,1 0 0,1-1 0,0-1 0,40 30 0,-35-30 0,0 1 0,-2 1 0,0 1 0,18 24 0,-20-22-341,0 0 0,2-1-1,40 32 1,-39-35-6485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3:18.7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24575,'0'5'0,"0"1"0,1-1 0,0 1 0,1-1 0,-1 1 0,1-1 0,0 0 0,0 0 0,1 0 0,-1 0 0,1 0 0,0-1 0,0 1 0,5 3 0,7 9 0,0-2 0,23 18 0,1 0 0,12 18 0,2-3 0,98 68 0,-66-66 0,-57-35 0,-1 1 0,0 1 0,44 38 0,104 101 0,19-11 0,-47-39 0,114 83 0,-181-129 0,132 111 0,-85-71 0,-3-2 0,-58-43 0,79 49 0,0-1 0,53 63 0,72 49 0,-245-192 0,33 39 0,-40-41 0,1 0 0,40 32 0,-26-28 0,-7-6 0,0 1 0,-1 1 0,28 31 0,104 114 0,21 26 0,0-10 0,-139-145 0,-25-23 0,-1 1 0,-1 1 0,13 22 0,-14-21 0,1-1 0,26 30 0,283 261 0,-288-272 0,-12-12 0,1-1 0,1-1 0,45 32 0,-41-34 0,-1 1 0,0 1 0,42 47 0,56 85 0,-100-125 0,1 0 0,50 41 0,-42-40 0,43 48 0,-34-25 0,-24-27 0,2-1 0,0-1 0,1-1 0,35 27 0,-51-45 0,11 6 0,0 1 0,-2 1 0,1 0 0,-1 1 0,-1 0 0,-1 1 0,13 18 0,-10-12 0,0-1 0,1 0 0,1-1 0,0-1 0,40 30 0,-35-30 0,0 1 0,-2 1 0,0 1 0,18 24 0,-20-22-341,0 0 0,2-1-1,40 32 1,-39-35-6485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4:08.50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1070 1 24575,'-1'3'0,"-1"0"0,1 0 0,0 0 0,-1-1 0,0 1 0,0 0 0,0-1 0,0 1 0,-3 2 0,-8 11 0,4 2 0,0 0 0,1 0 0,1 1 0,1-1 0,0 2 0,1-1 0,2 0 0,0 1 0,-1 32 0,3-44 0,-1-1 0,0 1 0,0 0 0,0 0 0,-1-1 0,-1 1 0,1-1 0,-1 0 0,0 0 0,-1 0 0,1-1 0,-1 1 0,-7 5 0,5-4 0,1 0 0,-1 1 0,2 0 0,-1 0 0,1 0 0,1 0 0,-7 17 0,6-6 0,0-1 0,-2 0 0,-1-1 0,0 1 0,-1-1 0,-22 31 0,27-42 0,1 1 0,-1-1 0,1 1 0,1-1 0,0 1 0,0 0 0,0 0 0,1-1 0,-1 13 0,1-10 0,0-1 0,0 1 0,-1-1 0,0 0 0,-1 0 0,-5 12 0,-60 112 0,24-67 0,33-45 0,0-1 0,-1-1 0,-2 0 0,1 0 0,-31 29 0,-75 66 0,109-105 0,-1 0 0,1 0 0,-2-1 0,-18 11 0,-20 13 0,30-17 0,2-2 0,1 1 0,0 0 0,1 2 0,-17 20 0,24-27 0,0 1 0,0-1 0,-14 10 0,15-14 0,1 2 0,-1-1 0,1 1 0,0 1 0,1-1 0,-10 15 0,-10 16 0,19-30 0,2 0 0,-1 0 0,1 1 0,0-1 0,-5 15 0,9-20 0,0 0 0,1 0 0,-1 1 0,1-1 0,0 0 0,0 0 0,0 0 0,0 0 0,0 1 0,1-1 0,0 0 0,-1 0 0,1 0 0,0 0 0,0 0 0,1 0 0,-1 0 0,1-1 0,-1 1 0,1 0 0,4 4 0,47 50 0,-36-40 0,-1 0 0,23 31 0,-32-34 0,0 0 0,0 0 0,-2 0 0,0 0 0,0 1 0,2 16 0,6 19 0,13-1 0,-3-7 0,-9-14 0,23 38 0,5 10 0,-18-34 0,-19-34 0,1 1 0,-1 0 0,0 1 0,-1-1 0,4 15 0,6 17 0,5 25 0,-18-60 0,1 1 0,0-1 0,1 0 0,0 0 0,0-1 0,0 1 0,1 0 0,0-1 0,0 0 0,0 0 0,0 0 0,1 0 0,0-1 0,0 0 0,0 0 0,9 5 0,-5-2 0,0 0 0,0 1 0,0 1 0,10 12 0,49 73 0,-50-70 0,1-1 0,1 0 0,1-2 0,1 0 0,1-2 0,26 19 0,-48-38 0,51 46 0,11 9 0,-51-46 0,-2 1 0,1-1 0,-2 2 0,1 0 0,-1 0 0,7 13 0,-7-11 0,1 0 0,0-1 0,1 0 0,17 16 0,-8-11 0,-2 1 0,0 0 0,26 35 0,-6-5 0,-22-33 0,0 0 0,0-1 0,21 13 0,-11-8 0,-18-14 0,0 0 0,1 0 0,-1-1 0,1 0 0,0 0 0,0-1 0,0 0 0,1-1 0,14 2 0,9-1 0,47-1 0,-44-2 0,7 1 0,-25 1 0,1-2 0,-1 0 0,0 0 0,1-2 0,-1 0 0,0-1 0,18-6 0,-33 7 0,0 1 0,0-1 0,-1 0 0,1 0 0,-1 0 0,1 0 0,-1 0 0,0 0 0,0-1 0,0 1 0,0-1 0,0 1 0,-1-1 0,1 0 0,-1 0 0,0 0 0,1 0 0,-1 0 0,-1 0 0,1 0 0,0 0 0,-1 0 0,1 0 0,-1-5 0,0-11 0,0 0 0,-2 0 0,-3-21 0,-1-4 0,4-141 0,3 107 0,-1 73 0,-1-1 0,0 0 0,0 0 0,0 1 0,0-1 0,-1 0 0,0 1 0,0 0 0,-1-1 0,0 1 0,1 0 0,-2 0 0,1 1 0,0-1 0,-7-5 0,-6-6 0,0 1 0,-34-22 0,-6-7 0,44 35 0,0 0 0,0 1 0,-1 0 0,-25-11 0,24 13 0,2 0 0,-1-1 0,1 0 0,0-1 0,-11-10 0,9 3 0,0-1 0,2 0 0,-17-26 0,25 34 0,1 1 0,-1-1 0,2 0 0,-1 0 0,1 0 0,1 0 0,-1 0 0,0-16 0,5-75 0,0 41 0,-3-150 0,1 204 0,0-1 0,-1 0 0,1 1 0,1-1 0,-1 1 0,1 0 0,0-1 0,0 1 0,0 0 0,0 0 0,1 0 0,-1 0 0,1 0 0,0 1 0,0-1 0,1 1 0,-1 0 0,1 0 0,0 0 0,-1 0 0,1 1 0,1 0 0,5-3 0,13-6 0,2 1 0,-1 0 0,28-5 0,-14 4 0,-10 3 0,1 2 0,0 0 0,0 2 0,0 2 0,1 0 0,-1 2 0,1 1 0,-1 2 0,0 0 0,0 2 0,0 2 0,-1 0 0,0 2 0,0 1 0,48 24 0,-67-29 0,-1 0 0,1 1 0,-1 0 0,-1 0 0,1 1 0,-1 0 0,0 0 0,-1 0 0,1 1 0,-2 0 0,1 1 0,-1-1 0,0 1 0,-1 0 0,0 0 0,4 13 0,-2 0 0,-1 0 0,-1 1 0,0 0 0,-2 0 0,-1 44 0,-3 314 0,2-218 0,1-156 0,1 0 0,0-1 0,0 1 0,0 0 0,1-1 0,0 0 0,0 0 0,0 0 0,1 0 0,0 0 0,0-1 0,0 1 0,1-1 0,0 0 0,6 4 0,30 42 0,-16-5 0,-17-29 0,0-2 0,1 1 0,0-1 0,1 0 0,1-1 0,1 0 0,0-1 0,17 15 0,31 20 0,-30-24 0,43 28 0,-73-52 0,143 80 0,-122-70 0,1-2 0,0 0 0,0-1 0,1-1 0,24 3 0,26 1 0,34 6 0,133 1 0,-180-17 0,161-5 0,-185 2 0,0-2 0,0-1 0,-1-2 0,38-13 0,-41 9 0,-1-1 0,-1-1 0,57-35 0,-86 48 0,19-12 0,0 0 0,-1-2 0,34-33 0,-48 43 0,-1 1 0,0-1 0,0 0 0,-1-1 0,0 1 0,0 0 0,0-1 0,0 0 0,-1 0 0,0 1 0,0-1 0,-1-1 0,0 1 0,0 0 0,0 0 0,0 0 0,-1-1 0,0 1 0,-1 0 0,0 0 0,-1-7 0,1 10 0,0-1 0,-1 1 0,1 0 0,-1 0 0,0 0 0,0 0 0,0 0 0,0 1 0,-1-1 0,1 0 0,-1 1 0,-2-3 0,-44-29 0,7 4 0,30 21 0,0 0 0,0 0 0,0 1 0,-1 1 0,-1 0 0,1 0 0,-1 2 0,0 0 0,0 0 0,-1 1 0,-29-3 0,17 0 0,0-1 0,-49-20 0,48 16 0,-1 1 0,-40-9 0,-88-19 0,-32-7 0,179 44 0,-23-3 0,-59-18 0,81 19 0,0-1 0,0 0 0,1 0 0,0-1 0,0 0 0,0-1 0,1 0 0,0 0 0,-8-9 0,-31-24 0,42 37 0,1-1 0,0 1 0,0-1 0,0 0 0,0-1 0,1 1 0,0-1 0,0 1 0,0-1 0,0-1 0,1 1 0,0 0 0,0-1 0,0 0 0,1 1 0,0-1 0,0 0 0,0 0 0,-1-10 0,0-26 0,6-75 0,0 31 0,-3 80 0,1 1 0,0 0 0,0-1 0,0 1 0,1 0 0,0 0 0,0 0 0,0 0 0,0 0 0,1 0 0,0 1 0,0-1 0,0 1 0,1 0 0,-1 0 0,1 0 0,0 0 0,0 0 0,1 1 0,5-4 0,13-7 0,0 1 0,49-21 0,-30 16 0,-30 12 0,25-13 0,1 2 0,1 2 0,77-21 0,-104 34 0,0 0 0,0 1 0,1 0 0,-1 1 0,1 0 0,-1 1 0,0 0 0,0 1 0,1 0 0,-1 1 0,-1 1 0,1 0 0,0 0 0,-1 1 0,0 0 0,0 1 0,18 14 0,-27-19 0,96 78 0,-87-68 0,-1 0 0,0 1 0,0 0 0,-1 1 0,-1-1 0,9 18 0,38 76 0,-44-87 0,1-1 0,1 0 0,0 0 0,2-2 0,0 0 0,1 0 0,21 16 0,8 9 0,-13-11 0,1-1 0,43 30 0,-58-48 0,0 0 0,0-1 0,1-1 0,0-1 0,1-1 0,36 9 0,21-2 0,155 6 0,84-21 0,-117-2 0,187 3-1365,-343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3:18.7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24575,'0'5'0,"0"1"0,1-1 0,0 1 0,1-1 0,-1 1 0,1-1 0,0 0 0,0 0 0,1 0 0,-1 0 0,1 0 0,0-1 0,0 1 0,5 3 0,7 9 0,0-2 0,23 18 0,1 0 0,12 18 0,2-3 0,98 68 0,-66-66 0,-57-35 0,-1 1 0,0 1 0,44 38 0,104 101 0,19-11 0,-47-39 0,114 83 0,-181-129 0,132 111 0,-85-71 0,-3-2 0,-58-43 0,79 49 0,0-1 0,53 63 0,72 49 0,-245-192 0,33 39 0,-40-41 0,1 0 0,40 32 0,-26-28 0,-7-6 0,0 1 0,-1 1 0,28 31 0,104 114 0,21 26 0,0-10 0,-139-145 0,-25-23 0,-1 1 0,-1 1 0,13 22 0,-14-21 0,1-1 0,26 30 0,283 261 0,-288-272 0,-12-12 0,1-1 0,1-1 0,45 32 0,-41-34 0,-1 1 0,0 1 0,42 47 0,56 85 0,-100-125 0,1 0 0,50 41 0,-42-40 0,43 48 0,-34-25 0,-24-27 0,2-1 0,0-1 0,1-1 0,35 27 0,-51-45 0,11 6 0,0 1 0,-2 1 0,1 0 0,-1 1 0,-1 0 0,-1 1 0,13 18 0,-10-12 0,0-1 0,1 0 0,1-1 0,0-1 0,40 30 0,-35-30 0,0 1 0,-2 1 0,0 1 0,18 24 0,-20-22-341,0 0 0,2-1-1,40 32 1,-39-35-6485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4:08.50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1070 1 24575,'-1'3'0,"-1"0"0,1 0 0,0 0 0,-1-1 0,0 1 0,0 0 0,0-1 0,0 1 0,-3 2 0,-8 11 0,4 2 0,0 0 0,1 0 0,1 1 0,1-1 0,0 2 0,1-1 0,2 0 0,0 1 0,-1 32 0,3-44 0,-1-1 0,0 1 0,0 0 0,0 0 0,-1-1 0,-1 1 0,1-1 0,-1 0 0,0 0 0,-1 0 0,1-1 0,-1 1 0,-7 5 0,5-4 0,1 0 0,-1 1 0,2 0 0,-1 0 0,1 0 0,1 0 0,-7 17 0,6-6 0,0-1 0,-2 0 0,-1-1 0,0 1 0,-1-1 0,-22 31 0,27-42 0,1 1 0,-1-1 0,1 1 0,1-1 0,0 1 0,0 0 0,0 0 0,1-1 0,-1 13 0,1-10 0,0-1 0,0 1 0,-1-1 0,0 0 0,-1 0 0,-5 12 0,-60 112 0,24-67 0,33-45 0,0-1 0,-1-1 0,-2 0 0,1 0 0,-31 29 0,-75 66 0,109-105 0,-1 0 0,1 0 0,-2-1 0,-18 11 0,-20 13 0,30-17 0,2-2 0,1 1 0,0 0 0,1 2 0,-17 20 0,24-27 0,0 1 0,0-1 0,-14 10 0,15-14 0,1 2 0,-1-1 0,1 1 0,0 1 0,1-1 0,-10 15 0,-10 16 0,19-30 0,2 0 0,-1 0 0,1 1 0,0-1 0,-5 15 0,9-20 0,0 0 0,1 0 0,-1 1 0,1-1 0,0 0 0,0 0 0,0 0 0,0 0 0,0 1 0,1-1 0,0 0 0,-1 0 0,1 0 0,0 0 0,0 0 0,1 0 0,-1 0 0,1-1 0,-1 1 0,1 0 0,4 4 0,47 50 0,-36-40 0,-1 0 0,23 31 0,-32-34 0,0 0 0,0 0 0,-2 0 0,0 0 0,0 1 0,2 16 0,6 19 0,13-1 0,-3-7 0,-9-14 0,23 38 0,5 10 0,-18-34 0,-19-34 0,1 1 0,-1 0 0,0 1 0,-1-1 0,4 15 0,6 17 0,5 25 0,-18-60 0,1 1 0,0-1 0,1 0 0,0 0 0,0-1 0,0 1 0,1 0 0,0-1 0,0 0 0,0 0 0,0 0 0,1 0 0,0-1 0,0 0 0,0 0 0,9 5 0,-5-2 0,0 0 0,0 1 0,0 1 0,10 12 0,49 73 0,-50-70 0,1-1 0,1 0 0,1-2 0,1 0 0,1-2 0,26 19 0,-48-38 0,51 46 0,11 9 0,-51-46 0,-2 1 0,1-1 0,-2 2 0,1 0 0,-1 0 0,7 13 0,-7-11 0,1 0 0,0-1 0,1 0 0,17 16 0,-8-11 0,-2 1 0,0 0 0,26 35 0,-6-5 0,-22-33 0,0 0 0,0-1 0,21 13 0,-11-8 0,-18-14 0,0 0 0,1 0 0,-1-1 0,1 0 0,0 0 0,0-1 0,0 0 0,1-1 0,14 2 0,9-1 0,47-1 0,-44-2 0,7 1 0,-25 1 0,1-2 0,-1 0 0,0 0 0,1-2 0,-1 0 0,0-1 0,18-6 0,-33 7 0,0 1 0,0-1 0,-1 0 0,1 0 0,-1 0 0,1 0 0,-1 0 0,0 0 0,0-1 0,0 1 0,0-1 0,0 1 0,-1-1 0,1 0 0,-1 0 0,0 0 0,1 0 0,-1 0 0,-1 0 0,1 0 0,0 0 0,-1 0 0,1 0 0,-1-5 0,0-11 0,0 0 0,-2 0 0,-3-21 0,-1-4 0,4-141 0,3 107 0,-1 73 0,-1-1 0,0 0 0,0 0 0,0 1 0,0-1 0,-1 0 0,0 1 0,0 0 0,-1-1 0,0 1 0,1 0 0,-2 0 0,1 1 0,0-1 0,-7-5 0,-6-6 0,0 1 0,-34-22 0,-6-7 0,44 35 0,0 0 0,0 1 0,-1 0 0,-25-11 0,24 13 0,2 0 0,-1-1 0,1 0 0,0-1 0,-11-10 0,9 3 0,0-1 0,2 0 0,-17-26 0,25 34 0,1 1 0,-1-1 0,2 0 0,-1 0 0,1 0 0,1 0 0,-1 0 0,0-16 0,5-75 0,0 41 0,-3-150 0,1 204 0,0-1 0,-1 0 0,1 1 0,1-1 0,-1 1 0,1 0 0,0-1 0,0 1 0,0 0 0,0 0 0,1 0 0,-1 0 0,1 0 0,0 1 0,0-1 0,1 1 0,-1 0 0,1 0 0,0 0 0,-1 0 0,1 1 0,1 0 0,5-3 0,13-6 0,2 1 0,-1 0 0,28-5 0,-14 4 0,-10 3 0,1 2 0,0 0 0,0 2 0,0 2 0,1 0 0,-1 2 0,1 1 0,-1 2 0,0 0 0,0 2 0,0 2 0,-1 0 0,0 2 0,0 1 0,48 24 0,-67-29 0,-1 0 0,1 1 0,-1 0 0,-1 0 0,1 1 0,-1 0 0,0 0 0,-1 0 0,1 1 0,-2 0 0,1 1 0,-1-1 0,0 1 0,-1 0 0,0 0 0,4 13 0,-2 0 0,-1 0 0,-1 1 0,0 0 0,-2 0 0,-1 44 0,-3 314 0,2-218 0,1-156 0,1 0 0,0-1 0,0 1 0,0 0 0,1-1 0,0 0 0,0 0 0,0 0 0,1 0 0,0 0 0,0-1 0,0 1 0,1-1 0,0 0 0,6 4 0,30 42 0,-16-5 0,-17-29 0,0-2 0,1 1 0,0-1 0,1 0 0,1-1 0,1 0 0,0-1 0,17 15 0,31 20 0,-30-24 0,43 28 0,-73-52 0,143 80 0,-122-70 0,1-2 0,0 0 0,0-1 0,1-1 0,24 3 0,26 1 0,34 6 0,133 1 0,-180-17 0,161-5 0,-185 2 0,0-2 0,0-1 0,-1-2 0,38-13 0,-41 9 0,-1-1 0,-1-1 0,57-35 0,-86 48 0,19-12 0,0 0 0,-1-2 0,34-33 0,-48 43 0,-1 1 0,0-1 0,0 0 0,-1-1 0,0 1 0,0 0 0,0-1 0,0 0 0,-1 0 0,0 1 0,0-1 0,-1-1 0,0 1 0,0 0 0,0 0 0,0 0 0,-1-1 0,0 1 0,-1 0 0,0 0 0,-1-7 0,1 10 0,0-1 0,-1 1 0,1 0 0,-1 0 0,0 0 0,0 0 0,0 0 0,0 1 0,-1-1 0,1 0 0,-1 1 0,-2-3 0,-44-29 0,7 4 0,30 21 0,0 0 0,0 0 0,0 1 0,-1 1 0,-1 0 0,1 0 0,-1 2 0,0 0 0,0 0 0,-1 1 0,-29-3 0,17 0 0,0-1 0,-49-20 0,48 16 0,-1 1 0,-40-9 0,-88-19 0,-32-7 0,179 44 0,-23-3 0,-59-18 0,81 19 0,0-1 0,0 0 0,1 0 0,0-1 0,0 0 0,0-1 0,1 0 0,0 0 0,-8-9 0,-31-24 0,42 37 0,1-1 0,0 1 0,0-1 0,0 0 0,0-1 0,1 1 0,0-1 0,0 1 0,0-1 0,0-1 0,1 1 0,0 0 0,0-1 0,0 0 0,1 1 0,0-1 0,0 0 0,0 0 0,-1-10 0,0-26 0,6-75 0,0 31 0,-3 80 0,1 1 0,0 0 0,0-1 0,0 1 0,1 0 0,0 0 0,0 0 0,0 0 0,0 0 0,1 0 0,0 1 0,0-1 0,0 1 0,1 0 0,-1 0 0,1 0 0,0 0 0,0 0 0,1 1 0,5-4 0,13-7 0,0 1 0,49-21 0,-30 16 0,-30 12 0,25-13 0,1 2 0,1 2 0,77-21 0,-104 34 0,0 0 0,0 1 0,1 0 0,-1 1 0,1 0 0,-1 1 0,0 0 0,0 1 0,1 0 0,-1 1 0,-1 1 0,1 0 0,0 0 0,-1 1 0,0 0 0,0 1 0,18 14 0,-27-19 0,96 78 0,-87-68 0,-1 0 0,0 1 0,0 0 0,-1 1 0,-1-1 0,9 18 0,38 76 0,-44-87 0,1-1 0,1 0 0,0 0 0,2-2 0,0 0 0,1 0 0,21 16 0,8 9 0,-13-11 0,1-1 0,43 30 0,-58-48 0,0 0 0,0-1 0,1-1 0,0-1 0,1-1 0,36 9 0,21-2 0,155 6 0,84-21 0,-117-2 0,187 3-1365,-343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4:43.02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784 1 24575,'-18'22'0,"3"-8"0,-2 30 0,16-39 0,0 0 0,0 0 0,-1-1 0,0 1 0,0 0 0,0-1 0,-1 0 0,1 1 0,-1-1 0,0 0 0,-6 6 0,-1 0 0,0 2 0,1-1 0,0 1 0,0 1 0,2 0 0,-1 0 0,2 0 0,-10 27 0,-11 21 0,-18 9 0,33-54 0,1 0 0,1 0 0,-9 20 0,13-25 0,0-1 0,-1 1 0,0-2 0,-14 17 0,-15 19 0,6 0 0,-61 70 0,80-100 0,0 1 0,1 0 0,0 0 0,2 1 0,0 0 0,0 1 0,2 0 0,-5 19 0,5-18 0,3-12 0,0 0 0,-1 0 0,0-1 0,0 1 0,0-1 0,-1 0 0,-9 9 0,9-9 0,0-1 0,0 1 0,0 0 0,0 1 0,1-1 0,0 1 0,1 0 0,-5 13 0,-53 156 0,39-113 0,16-50 0,0 1 0,1 0 0,1 0 0,1 0 0,-3 16 0,3 270 0,6-151 0,-3 193 0,1-334 0,0-1 0,0 0 0,0 0 0,1 0 0,1 0 0,-1 0 0,1-1 0,0 1 0,5 7 0,16 41 0,-19-38 0,1 0 0,1-1 0,0 0 0,2-1 0,0 0 0,0 0 0,1 0 0,1-2 0,0 1 0,17 14 0,-20-17 0,1 1 0,-2-1 0,1 2 0,-2-1 0,0 1 0,0 0 0,5 22 0,-8-27 0,6 18 0,2-1 0,1-1 0,0 1 0,20 26 0,-6-12 0,1-1 0,54 57 0,8 16 0,2-17 0,-10 31 0,-45-84 0,2-1 0,1-2 0,56 42 0,-45-39 0,1-1 0,2-3 0,2-3 0,94 45 0,433 117 0,-247-108 0,-181-52 0,68 19 0,-161-40 0,2-2 0,-1-3 0,87 3 0,8 1 0,25 0 0,234-11 0,-200-6 0,-121 4 0,-36 2 0,1-4 0,0-2 0,90-16 0,182-70 0,-230 61 0,85-30 0,261-98 0,-421 147-682,51-25-1,-56 23-6143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45:22.465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17310 5027 3651,'0'0'3203,"0"0"-1185,0-20-481,0 20-223,0 0 255,0 0-320,0 0-384,0 0-352,0 0-33,0 0-64,0 0 97,20 0-161,-20 0 129,0 0-65,0 0 97,18 0-97,-18 20-32,0-20-127,0 0-33,0 20 64,20-20-192,-20 20 160,21 0-127,-21 0-129,20-20 192,0 19-128,-20 2 0,19-2 0,1 1-64,0 1 64,-20-2 32,20 1 0,-20 0 32,20-1-32,-1 2 32,1-1-31,0 19-1,0-20 0,0 2-96,-1-1 128,1 0-32,-20-1-32,20 1 32,0 0 32,-20 0 64,21 0-31,-21 0-33,18 0-32,-18-1 0,20 1-96,1 0 96,-21 0-96,20 1 96,0-2 0,0 1-64,-20 19 64,19-18-64,-19-1 64,20-1-32,0 1-96,-20-1 64,20 2 32,0-21-31,-20 20 31,19-1 0,1 1-96,-20 0 96,20 0 64,-20-20-96,20 20-32,-20 0 64,20-1 0,-20 1-96,19 0 0,-19 0 128,20 0-192,-20 0 96,0 0 96,20-1 0,-20 2-96,20-2 96,-20 22-128,0-22 64,21 1-32,-21 19 0,18-18 32,-18 18-64,20-19 128,-20 0-160,21 20 128,-21-20-32,0-1-32,0 1 0,20 0 0,-20 0 0,0 0-64,20 1 96,-20-2-64,18-19 64,-18 19-96,21 2 0,-21-21 0,20 19 64,-20-19-32,20 21 32,-20-21-64,20 0 32,-20 0 64,19 0-128,-19 0-192,20 0 192,-20 0 96,20-21 0,0 21-33,-20-19 33,20 19-96,-1-21-64,-19 2 0,20 19 192,0-19-192,-20-2-32,0 1-32,20 0 416,-20 0-160,0 0-32,0-19 0,0 19 32,21 0-32,-21-20 0,0 1-32,0 18 96,0-18-128,18 0 96,-18-2-96,0 22 128,0-21-128,0 20 256,20-20-384,-20 0 224,0 20 32,0-19-96,20-1 64,-20 0-96,0 1 256,0-1-320,0 20 256,0-19 0,0-2-32,0 22-64,0-20 96,0 18-64,0-19-32,0 20-32,0-19 32,0-1-64,0 0 96,0 20-128,0-19 96,0-2 0,0 2 1,0 0 31,0 18 0,0-18 160,0 19-192,0 1 128,0-2-192,0-18 128,0 18-128,0-18 64,0 19-64,0-20 96,0 20 0,0-19 0,0 19-352,0-20 704,0 20-352,0 0-96,0-19 64,0 18-32,0 2 64,0-2 1,0-18 63,0 18-128,0-18 32,0 0 0,0-1 0,0 0-32,21-20-32,-21 21 64,0-1-96,0-19 128,0 19-160,20-20 128,-20 20 0,0 0 0,0 0-96,0 1 128,0 0 32,0-21-160,0 20 32,0 0-128,0-20 224,20 21-64,-20-1-64,0 0 32,0 1-32,19-21-65,-19 20 65,0-20-32,20 1 32,-20 19 32,20 1 0,-20 19-32,0-20 160,0 20-96,20-20-32,-20 21 0,0-21 0,20 20-32,-20-1 96,19-18-128,-19-1 64,20 20 32,-20 0-32,20 1 32,-20-1-32,20-20 64,-20 20 64,0 0-224,20 20 128,-20-19 32,0-1-32,19 0-160,-19 20 0,20-20-1,-20 0-31,20-1 160,-20 21 0,0 0 0,20-19 32,-20 19 32,0 0 0,0 0-32,0 0-96,0 0 32,0 0 32,21 0-352,-21 0 512,0 0-256,0 0 160,0 0-64,18 0-128,-18 0 160,0 0 0,0 0 0,0 0 0,0 0 96,0 0-192,0 0 192,0 0-289,20 0 290,-20 0-97,0 0 0,0 0 0,0 0 96,0 0-192,0 0 128,0 0-32,0 0 32,20 0 0,-20 0-128,0 0 96,0 0 0,0 0 32,0 0-97,0 0 1,0 0 64,0 0 97,0 0-97,21 0-33,-21 0 33,0 0 0,0 0 97,0 0-161,0 0-1,20 0 65,-20 0-32,0 0-32,0 19 64,0-19-32,18 0 128,-18 0-192,0 0 96,21 0 0,-21 0 0,0 0 0,0 21 0,20-21 96,-20 0-160,0 0 96,20 0-32,-20 0 0,0 0-32,0 20 32,20-20 0,-20 0 32,0 0 0,0 0-96,0 0 32,0 0 32,0 20 0,19-20 32,-19 0-64,0 0 32,0 0-64,0 20 64,0-20 32,20 0-64,-20 20 160,0-20-288,0 0 256,20 19-160,-20-19 128,0 20-32,0-20-64,0 20 0,20-20 64,-20 20-64,0-20 32,0 0 0,0 20 64,0-20-128,20 0 96,-20 0-32,0 20 32,0-20-64,19 19 32,-19-19 0,0 0 0,0 20 96,0-20-224,20 20 160,-20-20-32,0 0 32,0 21-32,20-21 32,-20 0-96,0 19 96,0-19-64,20 20 64,-20-20 0,0 19-96,0-19 96,20 0-32,-20 0 32,0 21-32,0-21 0,19 0 32,-19 20 0,0-20-96,20 0 128,-20 20-128,0-20 64,20 0 0,-20 0 32,21 20-64,-21-20 0,0 0 64,20 0 97,-20 19-226,0-19 129,20 0-64,-20 0 32,0 20 0,18-20-32,-18 0 64,21 20-32,-1-20 32,-20 0 0,20 0 97,-20 0-225,20 0 160,-20 0-96,19 0 96,1 20-64,-20-20 0,20 0 0,0 0 0,19-20 0,-19 20 0,0 0 32,0-20 0,0 20 32,-1 0-64,1-20-32,0 20 64,21-19 0,-23 19-64,2 0 64,1-20-32,19 20-32,-21-20 96,21 20-64,-20-20-64,0 20 128,-1-21 0,1 21-64,20 0-64,-40-19 0,39 19 128,-19-20-96,0 20 192,0-19-224,1 19 64,17-21 0,-17 1 0,-1 20 0,0-20-64,0 20 192,-1-19-192,1 19 160,0-20-128,0 20 128,0-20-64,-1 20 0,1-20 64,0 20-128,-20-20 128,20 0 32,0 1-128,-20 19 0,19-20 32,-19 0-64,20 0 96,0 20-96,-20-20 64,20-1-64,1 2 64,-3 0-64,-18 19 0,20-20 128,1 0-192,-21 20 192,20-21-160,0 2 96,-2-1-32,3 0 0,-21 1 0,20 19 32,0-21 65,0 1-65,-1 1 32,1 19-64,0-20 128,0 0-64,0 0-64,-1 0 32,1 0-32,0 1 96,0-1-64,1 0 32,-21 20 64,20-20-192,-2 1 256,2-2-288,1 2 192,-1-2-96,0 2 64,-1 0 128,1-2 1,0 1-129,0 0 416,0 0-480,-1 0 64,1 1 32,-20-1-160,20 0 64,0 0-96,0 0 256,-1 20-288,1-20 160,0 1 0,0-1-32,1 20 32,17-20-128,-18 0 128,1 0-64,-1 20 32,-2-20 64,3 20-32,-1-19-64,0 19 32,0-20-32,-1 20 32,21-21 32,-20 2-32,19-2 0,-19 2 0,20 0 0,-20-2 0,1 21 0,17-20 32,-17 20-128,-1-20 32,0 20 0,-2-20 0,-18 20 64,21-20 64,-1 20-96,20 0-128,-21-19 192,1 19-64,0 0-32,0 0 64,-20 0-128,20 0 64,-20 0 0,19 0 0,1 0 128,-20 19-96,20-19 64,20 20-96,-21-20 96,1 20-129,0-20 97,1 20-96,-21-20 128,20 20-64,-20-20 32,18 0 0,2 21 0,-20-21 0,21 0-32,-21 19-32,20-19 128,-20 19-192,20-19 128,-20 21-32,0-2 32,19-19 32,-19 21-32,20-1 0,-20-20 0,20 19-32,0 1-32,0 0 64,-20 0 32,19 0-32,-19 0 64,20-20-192,-20 19 96,20 1 0,-20 0 128,20-20-192,0 20 96,-20 0-32,21 0-32,-21-20 96,18 19-64,-18 1-64,0-20 96,20 20-64,-20-20 64,20 20 0,-20-20-32,21 20 128,-1-20-448,-2 21 640,3-2-544,-1 0 224,0-19 32,0 21 32,-20-21-64,19 19 32,1-19-65,0 21 98,-20-21-33,20 19 160,0-19-256,-1 20 96,1 0 0,0-20 0,20 20 32,-21-1-64,1-19 64,0 20-64,0 0 64,-20-20-257,21 20 418,17 0-97,-17-20-128,-1 20 64,-20-20-32,20 19 32,-2-19 64,3 20-160,19-20 64,-20 21 0,19-2 64,1 1-128,0 0 128,-1-1-64,2 2 0,17-1 32,-17 19-32,-2-20 0,1 22 0,0-21 32,-1 20-32,1-1 0,-1 1-32,-19 0 96,20-1-64,-1 2 0,-19-2 32,21-20-32,-3 22 0,-17-21 32,19 19 0,-1-19-64,-19 20 64,20-20 0,-20 20-32,19-1-32,-19-19-96,0 0-481,0 20-480,-20-21-961,21 1-1313,-21-20-7111</inkml:trace>
  <inkml:trace contextRef="#ctx0" brushRef="#br0" timeOffset="1747.1">17389 5087 4228,'-21'0'2562,"21"0"-288,0 0-768,21 0-417,-21 0-705,0 0-384,20 0-192,-20 0-417,0 0 1,0 0 415,0 0 193,0 0 96,0 0 97,0 0 383,-20 0 257,20 0 224,0 0 32,0 0-224,0 0-64,0 0-1,0 0-63,-21 0-96,21-20-97,-20 20-95,2-20 159,-2-20-63,-21 20 63,21-19-255,-19-1-449,-1 0 384,1 1-352,19 18 32,-20-19-160,1 21-673,19-1-96,0 20-609,20 0-1697,-20-21-9481</inkml:trace>
  <inkml:trace contextRef="#ctx0" brushRef="#br0" timeOffset="2662.15">24436 3577 3363,'0'0'2562,"0"0"417,-20 0 32,20 0-1057,0 0-385,0 0-416,0 0-224,20 0-192,-20 0-97,0 0-287,0 0-97,0 0 288,21 0-63,-21 19-1,38 1-159,-17 19-257,19 2 32,19-2-32,-19 1-288,19 0-737,0-1-160,-19 1-961,1-20-2883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4:26.583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15621 5861 768,'-18'41'0,"18"-41"32,0 19 0,0-19-96,-21 20-160,21-20 32,0 20-159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4:26.583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15621 5861 768,'-18'41'0,"18"-41"32,0 19 0,0-19-96,-21 20-160,21-20 32,0 20-159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7:07.5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3502 24575,'0'-331'0,"1"321"0,0 0 0,1 0 0,0 0 0,1 0 0,7-18 0,-6 18 0,-1-1 0,1 0 0,-2 0 0,3-21 0,-4 23 0,1 0 0,-1 0 0,1 0 0,1 0 0,0 1 0,0-1 0,7-12 0,7-20 0,-9 17 0,-5 16 0,-1-1 0,1 1 0,0 0 0,1-1 0,0 1 0,1 1 0,-1-1 0,1 1 0,11-12 0,-3 4 0,-1 0 0,0-1 0,-1 0 0,-1-1 0,8-18 0,-8 15 0,0 1 0,2 1 0,21-28 0,-18 26 0,0 0 0,-1-1 0,-2-1 0,19-43 0,-30 62 0,7-19 0,2 1 0,0 0 0,1 0 0,1 1 0,0 1 0,2 0 0,18-19 0,112-124 0,-90 97 0,80-74 0,-119 124 0,0 0 0,-2-2 0,22-32 0,-3 4 0,1 5 0,46-43 0,2-1 0,-13 1 0,-22 27 0,67-64 0,-37 48 0,90-77 0,-115 100 0,-36 34 0,0 1 0,20-16 0,9-1 0,1 3 0,1 1 0,86-35 0,85-37 0,-21 9 0,-103 49 0,-34 15 0,117-37 0,-23 16 0,46-10 0,-89 25 0,-70 19 0,46-9 0,301-40 0,-260 30 0,-77 17 0,68-9 0,189-16 0,-47-4 0,-149 23 0,202-17 0,-248 32 0,-16 2-1365,-7 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4:26.583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15621 5861 768,'-18'41'0,"18"-41"32,0 19 0,0-19-96,-21 20-160,21-20 32,0 20-159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7:07.5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3502 24575,'0'-331'0,"1"321"0,0 0 0,1 0 0,0 0 0,1 0 0,7-18 0,-6 18 0,-1-1 0,1 0 0,-2 0 0,3-21 0,-4 23 0,1 0 0,-1 0 0,1 0 0,1 0 0,0 1 0,0-1 0,7-12 0,7-20 0,-9 17 0,-5 16 0,-1-1 0,1 1 0,0 0 0,1-1 0,0 1 0,1 1 0,-1-1 0,1 1 0,11-12 0,-3 4 0,-1 0 0,0-1 0,-1 0 0,-1-1 0,8-18 0,-8 15 0,0 1 0,2 1 0,21-28 0,-18 26 0,0 0 0,-1-1 0,-2-1 0,19-43 0,-30 62 0,7-19 0,2 1 0,0 0 0,1 0 0,1 1 0,0 1 0,2 0 0,18-19 0,112-124 0,-90 97 0,80-74 0,-119 124 0,0 0 0,-2-2 0,22-32 0,-3 4 0,1 5 0,46-43 0,2-1 0,-13 1 0,-22 27 0,67-64 0,-37 48 0,90-77 0,-115 100 0,-36 34 0,0 1 0,20-16 0,9-1 0,1 3 0,1 1 0,86-35 0,85-37 0,-21 9 0,-103 49 0,-34 15 0,117-37 0,-23 16 0,46-10 0,-89 25 0,-70 19 0,46-9 0,301-40 0,-260 30 0,-77 17 0,68-9 0,189-16 0,-47-4 0,-149 23 0,202-17 0,-248 32 0,-16 2-1365,-7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02.94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2737 24575,'-1'21'0,"1"-10"0,-1 0 0,1 0 0,1 1 0,0-1 0,1 0 0,0 0 0,0 0 0,2 0 0,7 20 0,11 20 0,-18-41 0,-1 0 0,1 0 0,1-1 0,0 0 0,0 0 0,1 0 0,0-1 0,9 10 0,5 5 0,27 35 0,12 15 0,-28-39 0,-20-20 0,2 0 0,-1-1 0,2-1 0,15 12 0,-17-15 0,-1 0 0,0 1 0,-1 1 0,18 23 0,-18-20 0,2-1 0,-1 0 0,15 11 0,38 38 0,-48-44 0,2-1 0,0 0 0,1-1 0,31 20 0,-45-33 0,0 0 0,1-1 0,-1 1 0,1-1 0,-1 0 0,1-1 0,-1 1 0,1-1 0,0 0 0,0-1 0,0 1 0,0-1 0,-1-1 0,1 1 0,0-1 0,0 0 0,0 0 0,-1 0 0,1-1 0,-1 0 0,1 0 0,-1 0 0,10-6 0,15-12 0,-1-1 0,-1-1 0,0-1 0,-2-2 0,29-35 0,-16 19 0,40-50 0,-71 80 0,0 0 0,-1 0 0,-1 0 0,0-1 0,-1 0 0,0-1 0,4-13 0,17-44 0,-21 59 0,0 0 0,0 0 0,-1 0 0,-1-1 0,0 1 0,3-24 0,-5-319 0,-4 164 0,1 118 0,0 37 0,2 1 0,6-56 0,-4 80 0,1-1 0,1 1 0,-1-1 0,10-15 0,-8 16 0,-1 1 0,1-1 0,-2 0 0,0 0 0,4-17 0,-2-44 0,-6-119 0,-2 63 0,4 104 0,1-1 0,2 1 0,0 0 0,11-35 0,-13 52 0,27-66 0,-6 20 0,-18 38 0,0-2 0,1 1 0,0 0 0,1 1 0,1-1 0,0 1 0,11-14 0,89-108 0,-68 86 0,-35 41 0,1 0 0,0 1 0,1 0 0,0 0 0,0 0 0,1 1 0,0 0 0,0 0 0,1 1 0,0 0 0,0 1 0,13-6 0,569-189 0,-482 171 0,-61 18 0,88-33 0,-93 28 0,46-10 0,43-17 0,-71 22 0,0 2 0,121-20 0,-47 12 0,-110 20 0,1-1 0,-1-1 0,-1-1 0,1-1 0,-2-2 0,29-18 0,121-104 0,-32 23 0,-65 65 0,-51 33 0,0-2 0,25-19 0,-36 24 0,0 1 0,1 1 0,-1 0 0,2 0 0,-1 2 0,1 0 0,1 1 0,-1 0 0,1 2 0,21-4 0,-28 6 0,0 1 0,0 0 0,0 1 0,0 0 0,0 1 0,0 0 0,0 0 0,0 1 0,-1 0 0,1 1 0,0 0 0,-1 0 0,0 1 0,0 1 0,0-1 0,0 2 0,-1-1 0,15 13 0,57 48 0,-52-45 0,-2 2 0,39 40 0,-59-56 0,28 33 0,1-2 0,41 34 0,-12-9 0,-47-45 0,0-1 0,31 24 0,-18-17 0,43 42 0,-47-40 0,56 42 0,-24-29 0,90 66 0,-43-23 0,53 44 0,-119-92 0,-20-18 0,-1 0 0,0 2 0,22 27 0,-28-30 25,1-1 1,27 24-1,-6-7-1466,-20-17-5385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4:26.583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15621 5861 768,'-18'41'0,"18"-41"32,0 19 0,0-19-96,-21 20-160,21-20 32,0 20-159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7:07.5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3502 24575,'0'-331'0,"1"321"0,0 0 0,1 0 0,0 0 0,1 0 0,7-18 0,-6 18 0,-1-1 0,1 0 0,-2 0 0,3-21 0,-4 23 0,1 0 0,-1 0 0,1 0 0,1 0 0,0 1 0,0-1 0,7-12 0,7-20 0,-9 17 0,-5 16 0,-1-1 0,1 1 0,0 0 0,1-1 0,0 1 0,1 1 0,-1-1 0,1 1 0,11-12 0,-3 4 0,-1 0 0,0-1 0,-1 0 0,-1-1 0,8-18 0,-8 15 0,0 1 0,2 1 0,21-28 0,-18 26 0,0 0 0,-1-1 0,-2-1 0,19-43 0,-30 62 0,7-19 0,2 1 0,0 0 0,1 0 0,1 1 0,0 1 0,2 0 0,18-19 0,112-124 0,-90 97 0,80-74 0,-119 124 0,0 0 0,-2-2 0,22-32 0,-3 4 0,1 5 0,46-43 0,2-1 0,-13 1 0,-22 27 0,67-64 0,-37 48 0,90-77 0,-115 100 0,-36 34 0,0 1 0,20-16 0,9-1 0,1 3 0,1 1 0,86-35 0,85-37 0,-21 9 0,-103 49 0,-34 15 0,117-37 0,-23 16 0,46-10 0,-89 25 0,-70 19 0,46-9 0,301-40 0,-260 30 0,-77 17 0,68-9 0,189-16 0,-47-4 0,-149 23 0,202-17 0,-248 32 0,-16 2-1365,-7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02.94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2737 24575,'-1'21'0,"1"-10"0,-1 0 0,1 0 0,1 1 0,0-1 0,1 0 0,0 0 0,0 0 0,2 0 0,7 20 0,11 20 0,-18-41 0,-1 0 0,1 0 0,1-1 0,0 0 0,0 0 0,1 0 0,0-1 0,9 10 0,5 5 0,27 35 0,12 15 0,-28-39 0,-20-20 0,2 0 0,-1-1 0,2-1 0,15 12 0,-17-15 0,-1 0 0,0 1 0,-1 1 0,18 23 0,-18-20 0,2-1 0,-1 0 0,15 11 0,38 38 0,-48-44 0,2-1 0,0 0 0,1-1 0,31 20 0,-45-33 0,0 0 0,1-1 0,-1 1 0,1-1 0,-1 0 0,1-1 0,-1 1 0,1-1 0,0 0 0,0-1 0,0 1 0,0-1 0,-1-1 0,1 1 0,0-1 0,0 0 0,0 0 0,-1 0 0,1-1 0,-1 0 0,1 0 0,-1 0 0,10-6 0,15-12 0,-1-1 0,-1-1 0,0-1 0,-2-2 0,29-35 0,-16 19 0,40-50 0,-71 80 0,0 0 0,-1 0 0,-1 0 0,0-1 0,-1 0 0,0-1 0,4-13 0,17-44 0,-21 59 0,0 0 0,0 0 0,-1 0 0,-1-1 0,0 1 0,3-24 0,-5-319 0,-4 164 0,1 118 0,0 37 0,2 1 0,6-56 0,-4 80 0,1-1 0,1 1 0,-1-1 0,10-15 0,-8 16 0,-1 1 0,1-1 0,-2 0 0,0 0 0,4-17 0,-2-44 0,-6-119 0,-2 63 0,4 104 0,1-1 0,2 1 0,0 0 0,11-35 0,-13 52 0,27-66 0,-6 20 0,-18 38 0,0-2 0,1 1 0,0 0 0,1 1 0,1-1 0,0 1 0,11-14 0,89-108 0,-68 86 0,-35 41 0,1 0 0,0 1 0,1 0 0,0 0 0,0 0 0,1 1 0,0 0 0,0 0 0,1 1 0,0 0 0,0 1 0,13-6 0,569-189 0,-482 171 0,-61 18 0,88-33 0,-93 28 0,46-10 0,43-17 0,-71 22 0,0 2 0,121-20 0,-47 12 0,-110 20 0,1-1 0,-1-1 0,-1-1 0,1-1 0,-2-2 0,29-18 0,121-104 0,-32 23 0,-65 65 0,-51 33 0,0-2 0,25-19 0,-36 24 0,0 1 0,1 1 0,-1 0 0,2 0 0,-1 2 0,1 0 0,1 1 0,-1 0 0,1 2 0,21-4 0,-28 6 0,0 1 0,0 0 0,0 1 0,0 0 0,0 1 0,0 0 0,0 0 0,0 1 0,-1 0 0,1 1 0,0 0 0,-1 0 0,0 1 0,0 1 0,0-1 0,0 2 0,-1-1 0,15 13 0,57 48 0,-52-45 0,-2 2 0,39 40 0,-59-56 0,28 33 0,1-2 0,41 34 0,-12-9 0,-47-45 0,0-1 0,31 24 0,-18-17 0,43 42 0,-47-40 0,56 42 0,-24-29 0,90 66 0,-43-23 0,53 44 0,-119-92 0,-20-18 0,-1 0 0,0 2 0,22 27 0,-28-30 25,1-1 1,27 24-1,-6-7-1466,-20-17-5385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24172,'1016'762'0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1366 0 24575,'-3'4'0,"1"-1"0,0 0 0,-1 0 0,0 0 0,0 0 0,0 0 0,0 0 0,0-1 0,0 0 0,-5 3 0,0 1 0,-170 148 0,31-33 0,110-92 0,-12 6 0,-61 31 0,-10 8 0,80-47 0,-224 159 0,75-67 0,120-76 0,49-32 0,1 0 0,-34 29 0,52-39-66,0 0 35,1-1 0,0 1 0,0-1 0,-1 1 0,1-1 0,0 1 0,-1-1 0,1 1 0,-1-1 0,1 0 1,-1 1-1,1-1 0,0 0 0,-1 1 0,1-1 0,-1 0 0,0 1 0,1-1 0,-1 0 0,1 0 0,-1 0 0,1 0 0,-1 0 1,1 1-1,-1-1 0,0 0 0,1 0 0,-1 0 0,1-1 0,-1 1 0,1 0 0,-1 0 0,0 0 0,1 0 0,-1 0 0,1-1 1,-1 1-1,1 0 0,-1 0 0,1-1 0,-1 1 0,-4-11-6795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6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1597 0 24575,'-12'2'0,"1"1"0,-1 0 0,1 0 0,0 1 0,0 1 0,0 0 0,0 0 0,1 1 0,-17 12 0,-5 2 0,-265 165 0,-35 19 0,-48 21 0,342-200 0,0 2 0,-37 33 0,-47 35 0,74-65-24,19-13-647,-40 31 1,59-40-6156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7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24575,'1'5'0,"0"0"0,0 0 0,0 0 0,1 0 0,0-1 0,0 1 0,0-1 0,0 1 0,1-1 0,0 0 0,5 7 0,40 42 0,77 64 0,-108-102 0,1-1 0,1 0 0,0-2 0,38 19 0,-37-21 0,-2 0 0,1 1 0,-1 1 0,-1 0 0,30 28 0,59 60 0,-63-61 0,-8-6 0,-1-2 0,62 47 0,-56-49 0,-1 3 0,53 54 0,-46-43-1365,-37-28-5461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48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3905 24575,'0'-28'0,"-1"-11"0,7-53 0,-4 78 0,1 0 0,0 1 0,1-1 0,1 1 0,0 0 0,0 0 0,11-17 0,-10 21 0,0-1 0,-1 0 0,0-1 0,0 1 0,-1-1 0,-1 0 0,0 0 0,0 0 0,-1 0 0,-1 0 0,0-1 0,0-10 0,0 9 0,0 1 0,1 0 0,1 0 0,0 0 0,1 0 0,7-16 0,10-40 0,-15 50 0,0 0 0,0 0 0,2 0 0,0 1 0,2 0 0,18-26 0,-16 26 0,-1-1 0,-1 0 0,-1 0 0,0-1 0,9-29 0,-10 24 0,1 0 0,1 1 0,1 0 0,1 0 0,20-27 0,21-42 0,-10 25 0,-35 56 0,0 0 0,-1-1 0,0 0 0,0 0 0,-1-1 0,7-22 0,-5 9 0,1 1 0,1 1 0,2-1 0,28-43 0,-24 40 0,-6 9 0,-1 0 0,12-39 0,-15 37 0,2 1 0,11-23 0,-12 33 0,0-1 0,0 1 0,17-16 0,17-25 0,0-6 0,-28 39 0,0-1 0,21-40 0,-21 34 0,2 0 0,26-35 0,18-30 0,88-146 0,-74 148 0,-48 60 0,24-35 0,-21 27 0,0 2 0,3 1 0,41-35 0,16-16 0,-52 45 0,-1 1 0,2 1 0,59-45 0,-62 57 0,76-55 0,143-78 0,-83 52 0,103-44 0,87-5 0,-251 121 0,37-14 0,-104 35 0,0 1 0,1 3 0,0 1 0,0 2 0,48 0 0,71-10 0,-96 8 0,71 1 0,62-7 0,-47-2 0,1 6 0,159 12 0,-105 1 0,666-3-1365,-831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4:26.583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15621 5861 768,'-18'41'0,"18"-41"32,0 19 0,0-19-96,-21 20-160,21-20 32,0 20-159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7:07.5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3502 24575,'0'-331'0,"1"321"0,0 0 0,1 0 0,0 0 0,1 0 0,7-18 0,-6 18 0,-1-1 0,1 0 0,-2 0 0,3-21 0,-4 23 0,1 0 0,-1 0 0,1 0 0,1 0 0,0 1 0,0-1 0,7-12 0,7-20 0,-9 17 0,-5 16 0,-1-1 0,1 1 0,0 0 0,1-1 0,0 1 0,1 1 0,-1-1 0,1 1 0,11-12 0,-3 4 0,-1 0 0,0-1 0,-1 0 0,-1-1 0,8-18 0,-8 15 0,0 1 0,2 1 0,21-28 0,-18 26 0,0 0 0,-1-1 0,-2-1 0,19-43 0,-30 62 0,7-19 0,2 1 0,0 0 0,1 0 0,1 1 0,0 1 0,2 0 0,18-19 0,112-124 0,-90 97 0,80-74 0,-119 124 0,0 0 0,-2-2 0,22-32 0,-3 4 0,1 5 0,46-43 0,2-1 0,-13 1 0,-22 27 0,67-64 0,-37 48 0,90-77 0,-115 100 0,-36 34 0,0 1 0,20-16 0,9-1 0,1 3 0,1 1 0,86-35 0,85-37 0,-21 9 0,-103 49 0,-34 15 0,117-37 0,-23 16 0,46-10 0,-89 25 0,-70 19 0,46-9 0,301-40 0,-260 30 0,-77 17 0,68-9 0,189-16 0,-47-4 0,-149 23 0,202-17 0,-248 32 0,-16 2-1365,-7 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02.94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2737 24575,'-1'21'0,"1"-10"0,-1 0 0,1 0 0,1 1 0,0-1 0,1 0 0,0 0 0,0 0 0,2 0 0,7 20 0,11 20 0,-18-41 0,-1 0 0,1 0 0,1-1 0,0 0 0,0 0 0,1 0 0,0-1 0,9 10 0,5 5 0,27 35 0,12 15 0,-28-39 0,-20-20 0,2 0 0,-1-1 0,2-1 0,15 12 0,-17-15 0,-1 0 0,0 1 0,-1 1 0,18 23 0,-18-20 0,2-1 0,-1 0 0,15 11 0,38 38 0,-48-44 0,2-1 0,0 0 0,1-1 0,31 20 0,-45-33 0,0 0 0,1-1 0,-1 1 0,1-1 0,-1 0 0,1-1 0,-1 1 0,1-1 0,0 0 0,0-1 0,0 1 0,0-1 0,-1-1 0,1 1 0,0-1 0,0 0 0,0 0 0,-1 0 0,1-1 0,-1 0 0,1 0 0,-1 0 0,10-6 0,15-12 0,-1-1 0,-1-1 0,0-1 0,-2-2 0,29-35 0,-16 19 0,40-50 0,-71 80 0,0 0 0,-1 0 0,-1 0 0,0-1 0,-1 0 0,0-1 0,4-13 0,17-44 0,-21 59 0,0 0 0,0 0 0,-1 0 0,-1-1 0,0 1 0,3-24 0,-5-319 0,-4 164 0,1 118 0,0 37 0,2 1 0,6-56 0,-4 80 0,1-1 0,1 1 0,-1-1 0,10-15 0,-8 16 0,-1 1 0,1-1 0,-2 0 0,0 0 0,4-17 0,-2-44 0,-6-119 0,-2 63 0,4 104 0,1-1 0,2 1 0,0 0 0,11-35 0,-13 52 0,27-66 0,-6 20 0,-18 38 0,0-2 0,1 1 0,0 0 0,1 1 0,1-1 0,0 1 0,11-14 0,89-108 0,-68 86 0,-35 41 0,1 0 0,0 1 0,1 0 0,0 0 0,0 0 0,1 1 0,0 0 0,0 0 0,1 1 0,0 0 0,0 1 0,13-6 0,569-189 0,-482 171 0,-61 18 0,88-33 0,-93 28 0,46-10 0,43-17 0,-71 22 0,0 2 0,121-20 0,-47 12 0,-110 20 0,1-1 0,-1-1 0,-1-1 0,1-1 0,-2-2 0,29-18 0,121-104 0,-32 23 0,-65 65 0,-51 33 0,0-2 0,25-19 0,-36 24 0,0 1 0,1 1 0,-1 0 0,2 0 0,-1 2 0,1 0 0,1 1 0,-1 0 0,1 2 0,21-4 0,-28 6 0,0 1 0,0 0 0,0 1 0,0 0 0,0 1 0,0 0 0,0 0 0,0 1 0,-1 0 0,1 1 0,0 0 0,-1 0 0,0 1 0,0 1 0,0-1 0,0 2 0,-1-1 0,15 13 0,57 48 0,-52-45 0,-2 2 0,39 40 0,-59-56 0,28 33 0,1-2 0,41 34 0,-12-9 0,-47-45 0,0-1 0,31 24 0,-18-17 0,43 42 0,-47-40 0,56 42 0,-24-29 0,90 66 0,-43-23 0,53 44 0,-119-92 0,-20-18 0,-1 0 0,0 2 0,22 27 0,-28-30 25,1-1 1,27 24-1,-6-7-1466,-20-17-5385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24172,'1016'762'0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1366 0 24575,'-3'4'0,"1"-1"0,0 0 0,-1 0 0,0 0 0,0 0 0,0 0 0,0 0 0,0-1 0,0 0 0,-5 3 0,0 1 0,-170 148 0,31-33 0,110-92 0,-12 6 0,-61 31 0,-10 8 0,80-47 0,-224 159 0,75-67 0,120-76 0,49-32 0,1 0 0,-34 29 0,52-39-66,0 0 35,1-1 0,0 1 0,0-1 0,-1 1 0,1-1 0,0 1 0,-1-1 0,1 1 0,-1-1 0,1 0 1,-1 1-1,1-1 0,0 0 0,-1 1 0,1-1 0,-1 0 0,0 1 0,1-1 0,-1 0 0,1 0 0,-1 0 0,1 0 0,-1 0 1,1 1-1,-1-1 0,0 0 0,1 0 0,-1 0 0,1-1 0,-1 1 0,1 0 0,-1 0 0,0 0 0,1 0 0,-1 0 0,1-1 1,-1 1-1,1 0 0,-1 0 0,1-1 0,-1 1 0,-4-11-6795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6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1597 0 24575,'-12'2'0,"1"1"0,-1 0 0,1 0 0,0 1 0,0 1 0,0 0 0,0 0 0,1 1 0,-17 12 0,-5 2 0,-265 165 0,-35 19 0,-48 21 0,342-200 0,0 2 0,-37 33 0,-47 35 0,74-65-24,19-13-647,-40 31 1,59-40-6156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7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24575,'1'5'0,"0"0"0,0 0 0,0 0 0,1 0 0,0-1 0,0 1 0,0-1 0,0 1 0,1-1 0,0 0 0,5 7 0,40 42 0,77 64 0,-108-102 0,1-1 0,1 0 0,0-2 0,38 19 0,-37-21 0,-2 0 0,1 1 0,-1 1 0,-1 0 0,30 28 0,59 60 0,-63-61 0,-8-6 0,-1-2 0,62 47 0,-56-49 0,-1 3 0,53 54 0,-46-43-1365,-37-28-5461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48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3905 24575,'0'-28'0,"-1"-11"0,7-53 0,-4 78 0,1 0 0,0 1 0,1-1 0,1 1 0,0 0 0,0 0 0,11-17 0,-10 21 0,0-1 0,-1 0 0,0-1 0,0 1 0,-1-1 0,-1 0 0,0 0 0,0 0 0,-1 0 0,-1 0 0,0-1 0,0-10 0,0 9 0,0 1 0,1 0 0,1 0 0,0 0 0,1 0 0,7-16 0,10-40 0,-15 50 0,0 0 0,0 0 0,2 0 0,0 1 0,2 0 0,18-26 0,-16 26 0,-1-1 0,-1 0 0,-1 0 0,0-1 0,9-29 0,-10 24 0,1 0 0,1 1 0,1 0 0,1 0 0,20-27 0,21-42 0,-10 25 0,-35 56 0,0 0 0,-1-1 0,0 0 0,0 0 0,-1-1 0,7-22 0,-5 9 0,1 1 0,1 1 0,2-1 0,28-43 0,-24 40 0,-6 9 0,-1 0 0,12-39 0,-15 37 0,2 1 0,11-23 0,-12 33 0,0-1 0,0 1 0,17-16 0,17-25 0,0-6 0,-28 39 0,0-1 0,21-40 0,-21 34 0,2 0 0,26-35 0,18-30 0,88-146 0,-74 148 0,-48 60 0,24-35 0,-21 27 0,0 2 0,3 1 0,41-35 0,16-16 0,-52 45 0,-1 1 0,2 1 0,59-45 0,-62 57 0,76-55 0,143-78 0,-83 52 0,103-44 0,87-5 0,-251 121 0,37-14 0,-104 35 0,0 1 0,1 3 0,0 1 0,0 2 0,48 0 0,71-10 0,-96 8 0,71 1 0,62-7 0,-47-2 0,1 6 0,159 12 0,-105 1 0,666-3-1365,-831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2:54:26.583"/>
    </inkml:context>
    <inkml:brush xml:id="br0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15621 5861 768,'-18'41'0,"18"-41"32,0 19 0,0-19-96,-21 20-160,21-20 32,0 20-159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7:07.5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3502 24575,'0'-331'0,"1"321"0,0 0 0,1 0 0,0 0 0,1 0 0,7-18 0,-6 18 0,-1-1 0,1 0 0,-2 0 0,3-21 0,-4 23 0,1 0 0,-1 0 0,1 0 0,1 0 0,0 1 0,0-1 0,7-12 0,7-20 0,-9 17 0,-5 16 0,-1-1 0,1 1 0,0 0 0,1-1 0,0 1 0,1 1 0,-1-1 0,1 1 0,11-12 0,-3 4 0,-1 0 0,0-1 0,-1 0 0,-1-1 0,8-18 0,-8 15 0,0 1 0,2 1 0,21-28 0,-18 26 0,0 0 0,-1-1 0,-2-1 0,19-43 0,-30 62 0,7-19 0,2 1 0,0 0 0,1 0 0,1 1 0,0 1 0,2 0 0,18-19 0,112-124 0,-90 97 0,80-74 0,-119 124 0,0 0 0,-2-2 0,22-32 0,-3 4 0,1 5 0,46-43 0,2-1 0,-13 1 0,-22 27 0,67-64 0,-37 48 0,90-77 0,-115 100 0,-36 34 0,0 1 0,20-16 0,9-1 0,1 3 0,1 1 0,86-35 0,85-37 0,-21 9 0,-103 49 0,-34 15 0,117-37 0,-23 16 0,46-10 0,-89 25 0,-70 19 0,46-9 0,301-40 0,-260 30 0,-77 17 0,68-9 0,189-16 0,-47-4 0,-149 23 0,202-17 0,-248 32 0,-16 2-1365,-7 1-5461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02.94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2737 24575,'-1'21'0,"1"-10"0,-1 0 0,1 0 0,1 1 0,0-1 0,1 0 0,0 0 0,0 0 0,2 0 0,7 20 0,11 20 0,-18-41 0,-1 0 0,1 0 0,1-1 0,0 0 0,0 0 0,1 0 0,0-1 0,9 10 0,5 5 0,27 35 0,12 15 0,-28-39 0,-20-20 0,2 0 0,-1-1 0,2-1 0,15 12 0,-17-15 0,-1 0 0,0 1 0,-1 1 0,18 23 0,-18-20 0,2-1 0,-1 0 0,15 11 0,38 38 0,-48-44 0,2-1 0,0 0 0,1-1 0,31 20 0,-45-33 0,0 0 0,1-1 0,-1 1 0,1-1 0,-1 0 0,1-1 0,-1 1 0,1-1 0,0 0 0,0-1 0,0 1 0,0-1 0,-1-1 0,1 1 0,0-1 0,0 0 0,0 0 0,-1 0 0,1-1 0,-1 0 0,1 0 0,-1 0 0,10-6 0,15-12 0,-1-1 0,-1-1 0,0-1 0,-2-2 0,29-35 0,-16 19 0,40-50 0,-71 80 0,0 0 0,-1 0 0,-1 0 0,0-1 0,-1 0 0,0-1 0,4-13 0,17-44 0,-21 59 0,0 0 0,0 0 0,-1 0 0,-1-1 0,0 1 0,3-24 0,-5-319 0,-4 164 0,1 118 0,0 37 0,2 1 0,6-56 0,-4 80 0,1-1 0,1 1 0,-1-1 0,10-15 0,-8 16 0,-1 1 0,1-1 0,-2 0 0,0 0 0,4-17 0,-2-44 0,-6-119 0,-2 63 0,4 104 0,1-1 0,2 1 0,0 0 0,11-35 0,-13 52 0,27-66 0,-6 20 0,-18 38 0,0-2 0,1 1 0,0 0 0,1 1 0,1-1 0,0 1 0,11-14 0,89-108 0,-68 86 0,-35 41 0,1 0 0,0 1 0,1 0 0,0 0 0,0 0 0,1 1 0,0 0 0,0 0 0,1 1 0,0 0 0,0 1 0,13-6 0,569-189 0,-482 171 0,-61 18 0,88-33 0,-93 28 0,46-10 0,43-17 0,-71 22 0,0 2 0,121-20 0,-47 12 0,-110 20 0,1-1 0,-1-1 0,-1-1 0,1-1 0,-2-2 0,29-18 0,121-104 0,-32 23 0,-65 65 0,-51 33 0,0-2 0,25-19 0,-36 24 0,0 1 0,1 1 0,-1 0 0,2 0 0,-1 2 0,1 0 0,1 1 0,-1 0 0,1 2 0,21-4 0,-28 6 0,0 1 0,0 0 0,0 1 0,0 0 0,0 1 0,0 0 0,0 0 0,0 1 0,-1 0 0,1 1 0,0 0 0,-1 0 0,0 1 0,0 1 0,0-1 0,0 2 0,-1-1 0,15 13 0,57 48 0,-52-45 0,-2 2 0,39 40 0,-59-56 0,28 33 0,1-2 0,41 34 0,-12-9 0,-47-45 0,0-1 0,31 24 0,-18-17 0,43 42 0,-47-40 0,56 42 0,-24-29 0,90 66 0,-43-23 0,53 44 0,-119-92 0,-20-18 0,-1 0 0,0 2 0,22 27 0,-28-30 25,1-1 1,27 24-1,-6-7-1466,-20-17-5385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24172,'1016'762'0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1366 0 24575,'-3'4'0,"1"-1"0,0 0 0,-1 0 0,0 0 0,0 0 0,0 0 0,0 0 0,0-1 0,0 0 0,-5 3 0,0 1 0,-170 148 0,31-33 0,110-92 0,-12 6 0,-61 31 0,-10 8 0,80-47 0,-224 159 0,75-67 0,120-76 0,49-32 0,1 0 0,-34 29 0,52-39-66,0 0 35,1-1 0,0 1 0,0-1 0,-1 1 0,1-1 0,0 1 0,-1-1 0,1 1 0,-1-1 0,1 0 1,-1 1-1,1-1 0,0 0 0,-1 1 0,1-1 0,-1 0 0,0 1 0,1-1 0,-1 0 0,1 0 0,-1 0 0,1 0 0,-1 0 1,1 1-1,-1-1 0,0 0 0,1 0 0,-1 0 0,1-1 0,-1 1 0,1 0 0,-1 0 0,0 0 0,1 0 0,-1 0 0,1-1 1,-1 1-1,1 0 0,-1 0 0,1-1 0,-1 1 0,-4-11-6795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6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1597 0 24575,'-12'2'0,"1"1"0,-1 0 0,1 0 0,0 1 0,0 1 0,0 0 0,0 0 0,1 1 0,-17 12 0,-5 2 0,-265 165 0,-35 19 0,-48 21 0,342-200 0,0 2 0,-37 33 0,-47 35 0,74-65-24,19-13-647,-40 31 1,59-40-6156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27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24575,'1'5'0,"0"0"0,0 0 0,0 0 0,1 0 0,0-1 0,0 1 0,0-1 0,0 1 0,1-1 0,0 0 0,5 7 0,40 42 0,77 64 0,-108-102 0,1-1 0,1 0 0,0-2 0,38 19 0,-37-21 0,-2 0 0,1 1 0,-1 1 0,-1 0 0,30 28 0,59 60 0,-63-61 0,-8-6 0,-1-2 0,62 47 0,-56-49 0,-1 3 0,53 54 0,-46-43-1365,-37-28-5461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08:38:48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3905 24575,'0'-28'0,"-1"-11"0,7-53 0,-4 78 0,1 0 0,0 1 0,1-1 0,1 1 0,0 0 0,0 0 0,11-17 0,-10 21 0,0-1 0,-1 0 0,0-1 0,0 1 0,-1-1 0,-1 0 0,0 0 0,0 0 0,-1 0 0,-1 0 0,0-1 0,0-10 0,0 9 0,0 1 0,1 0 0,1 0 0,0 0 0,1 0 0,7-16 0,10-40 0,-15 50 0,0 0 0,0 0 0,2 0 0,0 1 0,2 0 0,18-26 0,-16 26 0,-1-1 0,-1 0 0,-1 0 0,0-1 0,9-29 0,-10 24 0,1 0 0,1 1 0,1 0 0,1 0 0,20-27 0,21-42 0,-10 25 0,-35 56 0,0 0 0,-1-1 0,0 0 0,0 0 0,-1-1 0,7-22 0,-5 9 0,1 1 0,1 1 0,2-1 0,28-43 0,-24 40 0,-6 9 0,-1 0 0,12-39 0,-15 37 0,2 1 0,11-23 0,-12 33 0,0-1 0,0 1 0,17-16 0,17-25 0,0-6 0,-28 39 0,0-1 0,21-40 0,-21 34 0,2 0 0,26-35 0,18-30 0,88-146 0,-74 148 0,-48 60 0,24-35 0,-21 27 0,0 2 0,3 1 0,41-35 0,16-16 0,-52 45 0,-1 1 0,2 1 0,59-45 0,-62 57 0,76-55 0,143-78 0,-83 52 0,103-44 0,87-5 0,-251 121 0,37-14 0,-104 35 0,0 1 0,1 3 0,0 1 0,0 2 0,48 0 0,71-10 0,-96 8 0,71 1 0,62-7 0,-47-2 0,1 6 0,159 12 0,-105 1 0,666-3-1365,-831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17:09.565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8178 6040 4516,'-20'0'2434,"20"0"-608,0 0-65,-20 0 193,20 0-256,0 0-257,0 0-480,0 0-480,0 0-193,0 20 64,20-20 97,0 0-289,-1 0-64,1 0-96,0 0 128,20 0 0,-1 0-64,1 0 32,-1 0 32,22 0-31,-3-20-65,3 20 64,-2 0-128,1 0-32,19 0 160,0 0-160,1-19 128,-1 19 0,20 0-64,0 0 64,0 0 64,21-20-32,-1 20-32,0 0-32,21-20-64,-22 20 64,21 0-32,1-20 96,-22 20-32,21 0-32,1 0 32,-2 0-64,1 0 96,1 0 1,-2 0-194,21 0 97,-21 0 64,22 0-128,-2 0 161,2 0-162,-2 0 194,2 0-97,-2 0 96,0 0-32,22 0 64,-22 0-160,2 0 96,-2 0-64,0 0-64,2 0 96,-2 0-128,1 0 128,20 0-64,-21 0 64,2 0-96,-2-20 128,1 20-64,-1 0 32,2-20 129,-22 20-129,2 0-32,-21 0 0,19 0-32,-19 0 0,-19 0 64,-1-19-64,-20 19-32,20 0 32,-38 0 64,-3 0-64,3 0 0,-41 0-64,-1 0-321,-19-20-1088,-19 20-1794,-1 0-11115</inkml:trace>
  <inkml:trace contextRef="#ctx0" brushRef="#br0" timeOffset="1544.08">17945 5941 704,'-20'0'3235,"20"0"-640,0 0-673,0 0-225,0 0-223,0 0-65,0 0-480,0 0-449,0 0-384,0 0 32,0 0 33,0 0 127,-20 20-64,20-20 0,0 20 0,-20-20 65,20 20-65,0-20-32,0 20 64,0-20 97,0 0-1,20 19 0,0-19 129,0 20-321,-1-20 160,21 0-192,-20 20 65,19-20-161,1 0 96,19 0-64,-18 20-32,17-20 32,23 0-32,-2 0 0,41 0 0,-21 0 96,20 0-224,-1 0 96,1 0 0,1 0-64,-1 0 96,0 0-224,-19 0 96,19 20-64,-1-20 31,1 0 65,-20 0 128,1 20-128,-21-20 64,1 0 32,-21 20 0,-18-20 0,-3 0-64,3 0 161,-21 0-1,0 0 224,-20 0-32,19-20 129,1 20-33,-20 0 97,20-20-161,-20 0 128,0 0-255,20 0 95,-20 0-128,-20-19-192,20-1 0,-20 20-737,20 0-1921,-20 1-3300</inkml:trace>
  <inkml:trace contextRef="#ctx0" brushRef="#br0" timeOffset="4941.28">17984 4033 10570,'-20'-20'224,"1"20"288,19-19 481,-20 19-192,0-20-257,0 20 97,0 0-289,1 0-288,-1 0-96,-20 20 32,19-1 32,-17 22 32,17-2 161,-19 21 127,20-1 32,1 20-63,19 1-161,-20 20 0,20-1-64,20-20-64,19 21 32,1-20-128,-1-21-160,2 1 96,19-21 160,-1-19-128,-19 0 128,19-20 96,0 0 64,-19-40 64,19 1-128,-39-1-160,21-19 673,-21-22-353,-20-18 225,18 0-289,-36 0-160,18-20 96,-20 19 257,-21 20 95,3 1-128,-3 40-320,1-2 97,1 22-322,-21 19-575,21 19-1218,-21 1-4452</inkml:trace>
  <inkml:trace contextRef="#ctx0" brushRef="#br0" timeOffset="9241.52">5637 8107 10057,'0'0'1666,"0"0"-898,0 0-768,0 20 417,0-20 448,0 0 95,0 20-159,0 19-256,0 1-1,19 20 1,-19-1-257,20 1-160,-20-1-96,20-18 0,-20-2 32,20 1-160,-20-20-32,20-1-416,-20 2-578,0-2-1632,0-19-6119</inkml:trace>
  <inkml:trace contextRef="#ctx0" brushRef="#br0" timeOffset="9587.54">5477 8226 10409,'0'20'993,"0"-20"-865,0 0 481,0 0 1345,0-20-993,0 1-673,21-2-224,-21 2-32,20-1-32,0 0 32,-2-20 32,-18 20-64,21 0 0,-1 1 0,-20 19 64,20-20-96,0 20 0,-20 0 96,19 20 160,1-1 1,0 21-97,0-20-96,0 20-32,-1-20-32,1-1-417,0 2-1312,0-2-3460</inkml:trace>
  <inkml:trace contextRef="#ctx0" brushRef="#br0" timeOffset="10193.58">6550 7888 14830,'-40'20'704,"40"-20"-896,20 0 320,19 0 609,21 0 512,19 0-128,21 0-320,39 0-161,39 0 97,-20 0-96,22 0-161,-1 0-256,-41 0-95,1 0-354,-40-20-639,-38 20-546,-22 0-896,-39 0-6182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17:40.25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00FFFF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2163 6736 11050,'0'0'256,"-20"0"-64,20 0 161,0 0 351,0 0-63,20 20 384,0-20-288,19 0-449,1 0 64,-1-20-31,1 20-65,19 0-128,-19 0-32,19 0-64,-19 0 32,1-19-32,-2 19-128,1-21-128,-20 21-96,-1 0-129,-19-19-159,20 19-129,-20 0-224,0 0-865,0 0-1825</inkml:trace>
  <inkml:trace contextRef="#ctx0" brushRef="#br0" timeOffset="331.01">2580 6577 64,'-20'0'7687,"20"0"-7559,0 0 416,20 0 1154,-20 0-513,18 0-448,23 0-481,-21 0-64,19 20-64,1-20 1,-20 21 31,19-21 0,-19 0-32,20 19 32,-20-19 96,1 0 1,-3 0-65,2 0-64,-20 19 32,20-19 32,-20 0 161,-20 21-1,20-21-32,-20 19-64,2 2-127,-3-2-97,-19 21-32,20-20-449,-19 0-1120,19 19-3492</inkml:trace>
  <inkml:trace contextRef="#ctx0" brushRef="#br0" timeOffset="14132.8">2163 4510 10570,'-20'0'576,"-1"0"897,21-20 706,0 20-674,0 0-640,0 0-641,0 20-96,21-20 321,19 0 31,-22 20-352,43-20 64,-22 20-32,21-20-63,-1 0-33,2 0 32,-23 0-32,23 0-64,-43 0-96,3-20-193,-1 20-447,0 0-514,-20-20-575,20 20-1378,-20-20-4164</inkml:trace>
  <inkml:trace contextRef="#ctx0" brushRef="#br0" timeOffset="14436.82">2499 4352 10570,'0'0'2562,"0"0"-1921,0 0-321,20 0 417,0 19 31,1-19-255,17 20-97,23 0-128,-22-20-31,21 20-1,-21-20 0,21 0 64,-19 0-288,-3 0 33,-18 20-33,1 0 128,-21-1-128,0 1 384,-21 0 65,1 0-1,-18 20 65,17-21-161,-19 2-160,0-2-96,21 1-64,-21 0-672,20-20-449,20 19-1442,-20 2-4547</inkml:trace>
  <inkml:trace contextRef="#ctx0" brushRef="#br0" timeOffset="17081.97">13914 8584 1217,'0'0'576,"0"0"97,0 0 288,-20 0 704,20 0-191,0 0 63,0 0-63,0 0-417,0 0-64,0 0-129,0 0-255,0 0-257,0 0-128,0 0-159,20 0-33,-20 0 0,0 0 0,0 0 0,20 0 32,-20 0 96,21 0 0,-21 0-64,20 0 0,-2 0-64,3 0 0,-1 0 0,20 0-32,-21 0 0,21 0 0,-20 0 32,0 0-64,19 0 32,-19 0 0,20 0 32,-21 0-32,1 0 0,21 0 64,-21 0-32,18 0 0,-17 0 0,19 0-32,-20 0 32,19 0-32,1 0-32,-20 0 32,19 0-32,1 0 32,-20 0-64,19 0-96,2 0 0,-21 20 96,18-20 32,3 0 0,-2 0 64,1 0-32,0 0 32,-1 0 0,1 0-64,19 0 32,-19 0-32,-1 0 0,1 0-192,-19 0-65,19 0-31,-1 0 128,21 0 128,-21 0 64,21 0 0,-21 0 32,22 0 32,-23 0-32,3 0-32,-3 0 0,23 0 0,-22 0-32,1 0-64,0 0-64,19 0-353,-18 0-287,17 0 223,3 0 353,-2 0 288,0 0 96,1 0 160,19 0 97,-20 0 95,2 0-127,18 0 223,-20 0-127,21 0-97,-21 0-96,20 0-32,-18 0-159,18 0-65,-20 0 0,-19 0-32,0 0-32,-1 0-321,-19 0-416,0 0-480,-20 0-1633,0 0-2147</inkml:trace>
  <inkml:trace contextRef="#ctx0" brushRef="#br0" timeOffset="36694.08">13657 974 6726,'20'-21'384,"-20"21"1186,0-20 576,0 1-705,19-1 65,-19 1-65,0-2-480,0 1-449,-19 1-223,19 19-193,-20 0-160,20 0-129,-20 0-31,0 19-64,-21 1 96,23 1 128,-2 18-32,-1 0 64,1 21-32,20-21 128,0 22-64,20-2 0,1-19 64,-1 0-128,18-1-33,3 1 65,18-19 97,-19-21 63,19 19 64,1-19-32,-21-19-64,22-2-32,-23-19-64,3 1 32,-1-1 128,-21 0-96,-19 0 257,0-19-129,0 19-160,-39-19-32,-1-1 96,1 21 96,-22-2-32,2 22-64,-1-2-64,-19 42-160,20-21-160,19 39 480,-1-18-224,23 18-32,18 0 64,0 2 32,18-22 0,2 20 64,21-18-96,18-1 32,-19 0-96,0-20-448,-1 0-609,1 0-2018,-1 0-2467</inkml:trace>
  <inkml:trace contextRef="#ctx0" brushRef="#br0" timeOffset="36982.11">14311 1172 8391,'0'20'6503,"0"-20"-6535,0 20 1313,0-20-352,20 20-353,-20-20-191,0 20-193,0-1-192,21-19-32,-21 20-257,0 20-415,20-19-1026,-20-2-2562</inkml:trace>
  <inkml:trace contextRef="#ctx0" brushRef="#br0" timeOffset="37523.14">14807 1252 8584,'20'0'4196,"1"0"-3780,-21 0 641,0 0-545,0 0-31,0 0-1,0 19-159,-21 1-257,21 20 0,0-19-128,-20 18-225,20-20-832,-18 1-1857,18 1-5286</inkml:trace>
  <inkml:trace contextRef="#ctx0" brushRef="#br0" timeOffset="38027.17">15384 974 16944,'59'-60'-673,"-59"21"1025,0 18-192,0-18-256,-20 18 96,1 21 64,-21 0-128,0 0-64,21 0 0,-21 21 128,19 18 32,1 1 0,20-1 32,0 2-32,0 18 32,20-19-32,1 0 32,19-21 64,-21 21 129,21-20 95,0-20 0,19 0 33,-19 0-97,-1-20-32,-19 0 65,21-19-129,-23-1-96,-18 0-192,0 1-128,0-2-65,-18 2 129,-23 19 160,1-20 64,1 40 96,-1-20-64,1 20-96,19 20-96,0-20 32,0 21-32,20-2 64,20 1 0,-20-1 0,20 1 0,19-20 32,-19 21 0,0-21-256,20 20-929,-21-20-1121,-19 0-1794,20 0-2819</inkml:trace>
  <inkml:trace contextRef="#ctx0" brushRef="#br0" timeOffset="38344.18">15720 1093 14221,'0'0'609,"0"0"-417,0 0 833,0 0-769,21 0-192,-1 0-64,-20 20-32,20-20 0,0 19-64,-20 1 96,0 0 64,0-20 64,0 40 96,0-20 32,0 0 1,-20-20-193,20 19-64,0 1-32,20-20-64,-20 0-353,19 0-352,1 20-800,0-20-1570,0 0-4356</inkml:trace>
  <inkml:trace contextRef="#ctx0" brushRef="#br0" timeOffset="38533.19">16218 1232 15822,'19'0'97,"1"0"383,-20 0 609,0 0-544,0 0-353,0 0-384,0 0-577,20 0-929,-20 0-1697,20 0-3876</inkml:trace>
  <inkml:trace contextRef="#ctx0" brushRef="#br0" timeOffset="38655.21">16475 1192 12587,'0'0'-160,"0"0"1089,0 0-448,0 20-610,0-20-1056,21 0-3171</inkml:trace>
  <inkml:trace contextRef="#ctx0" brushRef="#br0" timeOffset="38758.21">16654 1192 8712,'20'20'-353,"-20"-20"-1921</inkml:trace>
  <inkml:trace contextRef="#ctx0" brushRef="#br0" timeOffset="38900.21">16913 1212 16143,'38'0'-32,"-38"-20"1217,21 20-577,-21 0-1152,0 0-1922,0 0-5542</inkml:trace>
  <inkml:trace contextRef="#ctx0" brushRef="#br0" timeOffset="39110.22">17310 1232 17648,'38'0'1506,"-38"0"-1763,20 0 834,-20 0-257,0 20-160,-20-20 97,2 19-193,-2-19-192,-1 20-929,1 0-481,20 0-1537,-20 1-7142</inkml:trace>
  <inkml:trace contextRef="#ctx0" brushRef="#br0" timeOffset="39549.25">17727 974 10794,'18'-60'4452,"-18"21"-5317,0 39 289,-18-21-930,18 21 1250,-21 21 897,1-2 159,20 20-736,-20 2-320,20 18 64,20 1 192,0-21 96,19 1-160,2 0-64,-1-20 128,19-20 288,20 0 673,-19-20 192,-1 0 96,-19-20-160,-1 1-256,2-1-449,-21 0-255,-20-19-418,0 18 65,-41-17 0,3 37 160,-23-18-96,2 18 0,-1 21 95,1 0 1,0 21-64,39-2-32,-20 1 448,40 20-192,0-1-96,20 2-64,20-2-288,-1 0-673,1-18-384,-1-1-225,21 0-2850</inkml:trace>
  <inkml:trace contextRef="#ctx0" brushRef="#br0" timeOffset="39911.28">18361 1152 14541,'20'20'321,"-20"-20"736,0 20 32,0 0-705,0-20-32,0 20-160,0 0-95,0-20-97,-20 19 224,20-19-160,0 0 0,0 0-128,0 0-224,0 0 63,0 0 129,0-19-64,20-1 0,0 0 128,0 0 96,0 20 256,-1 0 193,1 0 127,0 0-127,0 0-193,-20 20-160,0 0-544,0 0-1442,21-1-5349</inkml:trace>
  <inkml:trace contextRef="#ctx0" brushRef="#br0" timeOffset="41418.36">10976 914 5733,'-20'0'865,"0"-20"704,1 20-63,-1-19-257,0 19 64,-20 0-256,21-21-576,-21 21-481,20 0-97,-19 0 129,-1 21-64,-1-2 64,23 20 65,-22 2-33,19-2 0,1 0-32,20 22 64,20-2-32,1-19 32,-1 19 32,39-19-160,1 1 64,-1-22 32,0 1 64,1-1 385,19-19 63,-20-19-287,2-20-225,-2 18 128,-19-19-64,0 1 64,-21-21 0,-19 20-96,0 1 33,-39-22-162,-1 22-63,0-21 0,-19 1 0,-20 19 160,18 1-128,-18 18 64,20 21-32,-1 0-32,21 40-64,19-20 64,0 40 64,20-21 0,20 2-64,0 17 32,19-37-32,1 19 32,19-1-32,-19-19-641,19 0-1185,-19-20-2626</inkml:trace>
  <inkml:trace contextRef="#ctx0" brushRef="#br0" timeOffset="41728.38">11513 1232 14189,'20'0'-96,"-20"20"32,0-20 128,-20 0-32,20 19-32,0 1 128,0-20 32,0 20-128,20 0 96,-1 1 129,-19-21 95,20 0 32,0 0 33,0 0 95,0 0 33,-1-21-65,-19 1-160,0-20 97,0 21-417,-19-1-256,-1 0-449,-20 20-1441,20-20-6214</inkml:trace>
  <inkml:trace contextRef="#ctx0" brushRef="#br0" timeOffset="42467.42">10580 1788 12107,'-21'21'96,"21"-21"352,21 0 353,19 0-480,-1 0 800,21 0 192,39 0-384,0 0-353,19 0-63,22 0-257,-21 0-64,21 0-192,-22 0-320,-19 0-577,0 0-576,-39-21-2948</inkml:trace>
  <inkml:trace contextRef="#ctx0" brushRef="#br0" timeOffset="48005.74">11195 2007 9224,'0'0'929,"-20"0"-577,20 20 866,0 0-33,0-20 32,0 19-192,0 1-449,0 0-159,0 20-65,0-20 129,0 19-65,0-19-192,0 0-160,0 21-64,20-22 0,-20 0-192,0 2-256,0-21-353,0 0-865,0 19-1921,0-38-6727</inkml:trace>
  <inkml:trace contextRef="#ctx0" brushRef="#br0" timeOffset="48344.75">10997 2225 9256,'0'20'5221,"0"-20"-6342,0-20 993,0 20 128,0-20 64,20 0 160,-20 20-64,18-19-192,-18-1 96,20 0-31,1 0 31,-1 0 0,-20 0 32,20 20 224,-1-19-32,-19-1 225,0 0 63,20 20 65,-20 0-449,0 0-192,20 0 0,-20 0 128,20 0 32,0 20-160,0-20 32,-1 0-64,1 20-160,0-20-192,0 0-353,1 0-928,-3 0-3332</inkml:trace>
  <inkml:trace contextRef="#ctx0" brushRef="#br1" timeOffset="61334.5">9130 5643 2434,'0'0'1313,"0"0"192,0-20 321,0 20-32,0 0-225,0 0-512,0 0-320,0 0 96,0 0 192,0 0-64,0 0-289,0 0-319,-20 0-129,20 0-128,-19 0 0,-1 0-96,20 0 32,-20-20-64,0 20 64,0 0-32,1 0 0,-1 0 0,-20 0 32,19 0-32,3 0 32,-2 0-32,-21 0 0,21 0 0,20 0 0,-18 0 0,-3 0 32,21 0-32,-20 0 0,20 0 64,0 0-64,-20 0 0,20 0-64,0 0 32,0 0 0,0 0 32,0 0-64,-20 0 64,20 0 0,0 0 0,0 0 0,0 0-32,0 0-32,0 0 64,0 0 0,0 0 0,0 0 0,0 20 0,0-20-32,0 0 32,0 0 32,0 20-32,0-20 32,0 20 0,0-20-32,0 21 0,0-2-32,20 1 64,-20-20 0,0 19-32,0 1 0,20 1 0,-20-1 0,0-1 32,20 1-32,-20 20 32,0-20-32,0-1 0,0 1 0,0 20 0,0-20 0,0 19 0,21-19-32,-21 20 96,0 0-64,18-20 0,-18 20 0,0-1 0,0 1 0,0 0 0,20-21 0,-20 22 0,0-2 32,0 1-32,0-20 32,0 19-32,0 1 32,20 0 64,-20 0 0,0 0 1,0 0-1,0-1 0,0 1 0,0 0-64,0-1 32,-20 1-64,20 0 0,0-1 0,0 1 0,0 0 0,0 0 0,0 0 32,0-1-32,0 1 32,0-1-32,0 1 0,0 0 32,20-20 0,-20 19 0,0-19 32,0 0-32,21 20-32,-21-21 96,0 22-96,0-22 0,-21 2 0,21-2 32,0 0 32,0 2-32,0-21-32,0 20 96,0-20 97,0 0-1,0 20 96,-20-20-32,20 20-31,0-20-97,0 20-32,0-20-64,0 0 0,0 19 32,0-19 64,20 0 128,-20 0-160,0 0 193,0 0-193,21 0 96,-21 0-32,20 0-64,-20 0 0,39 0 96,-19 0-95,0 0-1,19 0-96,1 0-96,0 0-577,-21 0-448,21 20-1313,-40-20-6535</inkml:trace>
  <inkml:trace contextRef="#ctx0" brushRef="#br1" timeOffset="64552.68">18798 6677 13260,'-20'19'2498,"20"-19"-1280,-19 0 319,19 0-160,0 0 1,0 0-449,0 0-321,19 0-352,-19 0 225,40 0-97,0 21 193,-1-21-97,1 19-160,19-19 33,2 0-129,-2 0-32,-19 0-32,19 0-32,-19 0-63,-21 0-1,1-19-64,0 19 64,0 0-128,-20 0-193,0 0-255,0 0-513,-20 0-1025,0 0-1153,0 0-1538</inkml:trace>
  <inkml:trace contextRef="#ctx0" brushRef="#br1" timeOffset="66932.82">20367 6260 11146,'0'0'769,"-20"-21"-545,20 21 128,-20 21-31,-1-2 640,-17 1-225,17 19-383,-19 2-161,1-22 0,-1 21 192,0-20-31,1 20-161,19-40-192,20 19-224,-20-19-481,20 0-865,0-19-1504,20-1-3044</inkml:trace>
  <inkml:trace contextRef="#ctx0" brushRef="#br1" timeOffset="67199.84">20128 5981 9961,'0'-40'1217,"0"40"-192,0-20 865,0 20-545,0 0-736,0 0-129,20 40-128,0-20 65,-1 20-97,1 19 353,0 1-161,21 19 65,-21-19-321,19-1-128,1 1-32,-20 0-32,19-20-32,1-1-192,-20-19-288,-1 0-257,1 0-480,0-20-929,-20 0-2178</inkml:trace>
  <inkml:trace contextRef="#ctx0" brushRef="#br1" timeOffset="67617.86">19731 6756 12107,'-20'0'1986,"20"0"-1570,0 0 897,0 0-63,0 0-418,20 0-255,0 0-97,0-20-287,39 20-1,-18 0 160,38 0-32,0 0 33,0 0-65,20 0 0,0 0 1,1 0-193,-1-19-64,0 19-64,-18 0-96,-22 0-417,-19-21-224,-1 21 225,-19 0 63,0 0-351,-20 0-450,-20 0-31,20 0-865,-20 21-1057,-19-21-3043</inkml:trace>
  <inkml:trace contextRef="#ctx0" brushRef="#br1" timeOffset="69088.95">20168 7034 11082,'0'40'64,"0"0"288,-20-21 1090,20 2-609,0 18-129,-20-19-127,20-20-257,0 20 0,0-20 609,0-20-96,0 0-673,20 0-96,-20-20 96,20 0-64,-1 21-63,-19-21-66,20 20-63,0 20 0,0 0 64,1 0 0,-1 0 32,-2 20 0,3 0 0,-21 0-32,20-1 32,-20 2 32,0-2-64,20-19 96,-20 21-64,0-21 192,20-21-63,-20 21-33,19-19-32,-19-2-128,20 2 64,0-1 32,0 20 96,0 0 160,-20 0 289,19 0 255,1 20 129,0-1-480,0 2-225,0 19 0,-1-21-160,1 1-64,-20 0-96,20 0-640,-20 0-610,20-1-543,-20 1-2083</inkml:trace>
  <inkml:trace contextRef="#ctx0" brushRef="#br1" timeOffset="69925.98">21478 6359 7559,'0'-40'3011,"0"40"-2051,0-20 578,0 0 31,0 20-319,0-19-129,0-2-513,-20 21-352,0 0-448,0 0 448,1 21-320,-1-2 96,0 21 0,0 20 1,0-1 127,1 20-128,19-19 32,19 0-32,1 20 0,20-41 32,-1 1-32,21 0 32,-1-21 128,2-19-32,18 0 129,-20 0-161,-19-19 96,-1-21 128,1 0 1,0 1-65,-40-1-32,0-19-192,-20-22-256,-20 22-288,-39-21-257,0 20 128,0 21 513,-2 0 224,-18 39 64,40 0-127,0 19 255,-1 21-128,40 0-32,20-1 0,20 1 0,20 0-31,-1-1-1,21 1 0,19 0 32,0-19-32,0-2 32,-18-19-160,-2 19-512,1-19-481,-21 0-1089,1 0-3908</inkml:trace>
  <inkml:trace contextRef="#ctx0" brushRef="#br1" timeOffset="70330.02">22133 6736 6726,'40'0'2979,"-40"20"-1538,20 0 1186,0 20-321,-20-1-769,19 1-384,1 20-416,-20-21-385,20 1-127,-20 19 31,0-38 288,0 19-63,-20-21 223,0 1 33,1-20 0,-1 0-449,0 0-320,-20 0-384,1-20-513,-1 1-801,1-21-768,-1 0-3588</inkml:trace>
  <inkml:trace contextRef="#ctx0" brushRef="#br1" timeOffset="70445.02">21975 6618 17104,'40'0'-705,"-22"0"-192,3 0-1441,-21 0-2979</inkml:trace>
  <inkml:trace contextRef="#ctx0" brushRef="#br1" timeOffset="72003.11">22272 5504 9096,'0'-20'961,"0"20"288,0 0 673,0 0-224,0 0-353,0-20-224,0 20-384,0 0-321,0 0 65,20 0-65,0 20-96,19-20-160,2 0 1,-3 0-97,23 0 0,-22 0 0,21 0-32,-21-20 0,1 20 0,-20 0-64,0 0-32,1 0 64,-3 0-64,-18 0 0,0 20 0,20-20 64,-20 20 0,0 0 0,0 0-33,20 0 66,-20 0-33,0-1 0,0 21 0,0 1 32,21-2-64,-21 21 96,0-21-64,0 21 32,0-21-321,0 21 578,0-1-289,0 1 0,0-20 0,0 20 64,0 0-32,0-21-32,0 0 64,0 21 64,-21-20 128,21 0 96,-20-1-95,20 1 63,0 0-160,0 19 225,0-19-97,0 20-160,0-20-32,20 19 0,-20-19-128,0 20 128,21-21-64,-21 21 0,0 0 64,20-20-128,-20 19 96,18-19-96,-18-1 32,21 1 32,-21 0 0,20-21-256,-20 1 480,20 20-192,0-40-160,-20 20 160,0-20-96,0 20 32,0-20 0,0 0 32,0 0-64,0 0 32,0 19 32,0-19-32,0 0 0,0 0 0,0 20 0,0-20-64,0 21 96,0-21-96,0 19 64,19-19-96,-19 21 96,0-21 0,0 0 64,0 0-64,0 19 0,0-19 32,-19 0-32,19 0 0,0 19 0,19-19 0,-19 0 0,0 0-32,0 21 32,0-21 0,0 0-32,0 0 64,0 20-32,0-20 0,0 0 64,0 0-32,0 0-96,0 0 160,0 20-128,0-20 64,0 0-32,0 0 97,0 0-65,0 20 0,0-20 128,0 0-192,0 0 32,0 0 96,20 0-96,-20 0 64,0 0-64,0 20 0,20-20-32,-20 0 64,0 0-128,0 19 192,0-19-128,0 20 0,0-20 64,0 20-64,20-20 32,-20 20 0,0-20-96,0 0 32,0 0-64,0 0 160,0 20-32,0-20-32,0 20-33,0-20 130,0 0-65,0 19-33,0-19 66,0 0 63,0 0-160,0 0 32,0 0 64,0 0 32,0 0-64,0 0 96,0 0 0,0 0-96,-20 0 32,20 0 0,-20 0 32,0 0 64,-19-19 192,-1 19 97,-19 0-1,-2-20-192,2 20-160,-20 0-288,19 20-1634,1-20-1825,-2 19-4357</inkml:trace>
  <inkml:trace contextRef="#ctx0" brushRef="#br1" timeOffset="89732.13">8456 7591 3042,'0'19'1121,"0"-19"353,0 19-481,0 2-257,0-1 97,0-20 192,-21 20 96,21 0 128,0 0-159,-20-1-258,20 1-255,0 0-193,0 0-192,0 0-96,0 0-31,0-1-1,20 1 32,-20-20 128,0 20 96,21 0-32,-1-20-63,-2 20-1,2-20-96,1 20 32,-1-20-128,0 0 64,19 19-64,-19-19 32,20 0-96,-1 21 64,1-21 0,1 0-32,-23 0 64,22 20-64,1-20 33,-2 0 31,1 0-32,19 0 0,-19 0 0,19 19 32,-19-19 0,19 0 64,20 0 0,-18 0-64,-2 0-64,1 0 64,-1 20-32,1-20 64,-1 0-96,0 0 0,2 0 0,-2 0 0,1 0 0,19-20 32,-20 20 32,2 0-128,-3 0 224,1 0-224,2 0 64,-22 0 0,21 0 64,-20-19-128,19 19 64,-18 0 0,18 0 0,-19 0 0,-1 0 64,21 0-160,-21 0 128,1-20-32,-1 20 0,1 0 0,19 0-96,-19 0 96,1 0 0,-3 0 0,-17-21 0,19 21 0,-1 0 64,1-19-128,0 19 64,-21 0 0,21-20 0,-20 20 0,1-20-32,17 20 64,-18-20-64,1 20-32,-1-20 128,-2 20 32,3-20-160,-1 20 160,-20-19-128,20 19 64,0-20-32,-20 20-32,19-20 96,1 20-96,0-20 32,0 0 0,0 20 0,-20-20 0,19 1 64,1 19-32,0-20 1,0 20-33,0-20-33,-20 20 33,19-20-64,21 20 32,-20-20 32,1 20-128,17 0 128,-17-21 32,19 21-64,-1-19 0,-19 19 32,20 0 0,-1 0 32,1 0-64,19 0-192,-19-19 480,1 19-288,18 0 32,-19 0 32,-1 0-32,21 0 96,-21 0-192,21 0 64,-21 0 64,22 0-32,-3-21 0,1 21 0,2 0 0,-2 0 0,21 0 0,-21 0 0,20 0 0,-18-19 0,18 19 0,0 0 128,0 0-160,0 0 64,20 0 0,-18 0-64,18-21 32,0 21 32,1 0-96,-1-20 96,0 20-32,0 0 0,1-19 96,-21 19-96,20 0 0,0-20 0,0 20 0,0 0-32,1-20 64,-1 20-64,-20 0 64,20-20-32,-18 20 33,-2 0-98,0 0 130,-19 0-98,19 0 33,1 0 33,-22 0-66,23 0-31,-2 0 96,-20 0-96,20 0 64,2 0 129,-22 0-226,20 20 161,-19-20 33,19 0-33,-20 0 96,22 0-96,-22 0 128,20 0-288,0 0 128,1 0-160,0 0 128,19 0 64,-20 0-128,0 0 32,1 0 32,0 0 0,-22 0 96,22 0-64,0 20 32,-1-20-96,0 0 128,-20 20-192,22-20 64,-2 19 96,0-19-192,0 0 256,20 20-192,-18-20 96,-2 21 32,0-2-160,0-19 224,0 21-128,2-21 0,-2 0 32,-20 19-32,21-19 64,-1 19-128,-20-19 64,20 0-32,-18 0 0,-2 21 64,1-21 0,-1 20 64,0-20-160,2 0 128,-21 20-64,19 0 0,-19-20 96,19 20-128,-19-1 32,-1-19 64,21 20-96,-21 0 32,22 0-64,-2 0 128,-19 0 128,19-1-95,-19 1 63,19 0 64,-19 0-32,19 0-64,-18 0 0,18-1-96,-19 2 32,19-1-32,-19-20-32,19 19 32,-19 1-64,-1 0 97,21-20-1,-1 20-32,-18-20 0,18 20 0,1-20 0,-1 20 32,0-20-32,22 20 0,-23-20-64,3 0 160,-2 19-256,0-19 224,1 0-32,-1 0 0,2 21 64,18-21-64,-20 0 0,20 0-32,-19 0-64,19 0 128,-18 0-96,18 0 0,0 0 0,-20-21-32,21 21 64,-21 0 64,0 0-192,2 0 192,-23 0 1,23-19-1,-22 19 0,1 0 32,0 0-96,-1-20 0,1 20-64,1 0 64,17 0-64,-17-20 64,18 20-64,0 0 96,-19 0-128,0 0 96,-1 0 0,1 0-160,-1 20 256,1-20-192,-20 0 64,19 20 0,-19-20 0,1 0 96,-1 0 128,-20 0 32,20 0 65,-20 0-33,0 0-128,0 0-32,18 0 64,-18 0-160,21 0 33,-21 0 63,0-20-64,0 20 0,0 0 128,20-20 32,-20 20 32,0-20-160,0 0 97,0 20 63,0-20-64,20 0-160,-20 1 160,0-1-256,0-1 192,20 2 0,-20-1 193,0 0-193,19-20 160,-19 20 0,0 1-223,0 19-98,0-20 66,0 0-98,0 20 1,0-20-384,0 20-129,0 0-416,0 0-800,0 0-1282,0 0-2466</inkml:trace>
  <inkml:trace contextRef="#ctx0" brushRef="#br2" timeOffset="110867.34">8733 3358 6053,'-20'0'1313,"20"0"513,0-20-192,0 20-33,0 0-320,0 0-512,0 20-256,0-20-97,0 20-192,0 0 33,0-1 95,0 1-96,20 20-64,-20 0 0,0 20 97,20-21-97,-20 41-96,0-21 0,-20 21-128,20-21 128,0 21-96,-20-21 96,20 21-64,0-21 257,0 1-289,0 20 96,0-21-128,0 1 64,0-1 32,0 1-32,0-1 32,0 1 128,0 0-256,0 0 512,20 0-352,-20-21-96,0 21 97,20-21-33,-20 21-128,0-20 32,20-1-33,-20 1 130,0-20-33,0 20 0,0-20-32,0 19-32,0-18 64,0-1-32,0-1 0,0 20-32,0-18-65,0-21 97,0 20 97,0 0-258,0-1 193,0-19-64,0 0 64,0 0-64,0 20 0,0-20 96,0 0-96,0 0 64,0 0-64,0 0-32,0 0 160,0 0-128,0 0-32,0 0 96,0 0-32,21 0 161,-21 0-226,18 0 65,2-20 65,0 20-226,1 0 161,-21 0-128,20 0 64,-2 0 64,3 0 0,19 0-32,-20 0 64,19 0-32,1 20 32,-1-20 32,21 0 32,-21 0-192,21 20 128,-1-20 32,2 0-64,-2 20-32,1-20 64,-1 0-64,0 20 64,22-20 0,-22 0 0,20 0 0,0 0 65,-19 0-97,19 0 0,20 0 96,-19 0-96,19 0 96,-19 0-96,-1 0-64,21 0 64,-21 20-32,20-20 128,-20 0-160,20 0 32,-20 20 32,21-20 0,0 0 0,0 0 32,-1 0-160,0 0 160,0 0-32,19 0-32,-19 0 64,0 19 32,21-19-64,-1 0 96,1 0-160,-1 0 32,-20 0 32,21-19 32,-21 19 32,20 0-160,-20 0 96,1 0 0,17 0 0,-17 0-64,19 0 192,-20 0-160,0 0 64,21 0-32,-1 0 32,-20 0-32,21 0 0,-1-20 0,-20 20 32,19 0-32,2-20 32,-1 0-64,-20 20 96,21-20-160,-1 20 96,-20-20 64,0 20-128,1-20 64,-21 20 0,0 0-64,1-19 128,-21 19-64,20 0-64,-18 0 128,-2 0-64,0 0 0,1 0 0,-21 0-96,21 0 160,-21 0-128,1 0 128,-19 0-64,19 0 0,-40 0 64,18 0-128,3 0 192,-21 0-96,0 0 32,0 0-96,0 0 96,0 0-64,0 0-32,0 0 0,20 0 0,-20 0 96,0 0-160,0 0 128,0 0-64,0 0 96,0 0-64,0 0-32,20 0 32,-20 0 0,20 0 32,-20 0 0,0 0-160,19 0 128,-19 0-160,0 0-65,0 0 65,0 0 64,0 0 96,0 0 32,0 0-160,0 0-64,0 0 96,0 0-32,0 0 0,0 0-65,0 0-127,0 0-224,0 0 95,20 0 129,-20 0-161,0 0-800,0-20-1121,0 20-865,0 0-609,-20 0-1023</inkml:trace>
  <inkml:trace contextRef="#ctx0" brushRef="#br2" timeOffset="111884.39">16198 5445 7142,'0'0'2467,"0"0"-2115,0 0 737,20 0 128,-20 0-480,19 0-129,21 0-127,-20 0-193,0 0-128,19 0 353,1 0-161,-1 0-224,1 0-96,1 0 0,-2 0-64,1 0 0,19 0 32,-19 0 0,-1 0 0,1 0 128,-20-20 289,19 20 255,-19 0 33,0 0-128,1 0-225,-1 0-64,0-20-224,-20 20-32,18 0 64,-18 0-160,21-21 192,-21 21-96,0 0 97,20-19 31,-20 19-64,20-20 192,-20 1-192,0 19-32,20-20-64,-20-1-32,19-18 64,-19 19 64,20 1-192,0-22 96,-20-18 96,0 19 0,20-40-96,-20 1 0,0 0-352,0-21 608,-20 1-256,20-1 32,-20-19-32,0 20 0,1-1 0,19 1-32,-20-1-32,0 1 96,0 0-64,20 19 0,-21 0 32,21 2-160,-18-2 64,18 0-64,0 21 128,0-1 32,-20 21-32,20-1 32,-20 20-96,20-20 0,-21 20 0,-19 1-129,21-2 97,-21 21 32,0-20 0,1 20 96,-21 0-64,-19 0 96,-1 0-96,1 20 128,-20-20 0,-20 0-96,-21 21 32,-18-2 32,-2 1 0,2-20-96,-20 19 128,-20 2-96,-1-1 0,1-20 32,-1 20-96,-1 0-64,2-20 64,-1 19-64,-18-19 95,17 0 97,2 0-64,-19 0 64,18 0 1,-1 0-1,2 0-64,-19 0-33,18 0 130,-19 0-98,19 0 66,1 0-66,-21 0 33,21 0 97,-1 0-129,20-19 64,-20 19 160,1 0 128,19 19-384,-19-19 673,40 20-545,-2 0-64,22-20 0,-1 20-449,19 0 33,1 0-33,20 0 161,20-1 160,20-19-256,-2 20-1442,23 0-3395</inkml:trace>
  <inkml:trace contextRef="#ctx0" brushRef="#br2" timeOffset="112726.43">15404 3159 7046,'0'19'385,"0"-19"255,0 0 1442,0 0 192,0 0 32,0 0-576,0 0-641,0-19-512,0-1-289,19 1 0,-19-22 161,40 2-353,0-1 96,19-20-224,0 21 64,40-21 0,1-19-64,39 19 192,21 20 192,-2-20 353,0 21-577,41 19 257,-20 0-289,20 0-128,-1 20 64,-40 0-160,21 0-225,-40 20-95,-39 0-225,-1 0 97,-20 0-129,-39-20-320,0 0 32,-40 19 64,0-19-1185,-20 0-2690</inkml:trace>
  <inkml:trace contextRef="#ctx0" brushRef="#br2" timeOffset="113543.49">18719 2404 1985,'-20'-59'10699,"20"38"-10059,20 2 1,0 0-225,19-2-160,21 21 417,-1 21 480,2-2-737,18 0-159,0 21-257,0 20-257,-39-1-511,-20 21-225,-1 0-96,-19-21 192,-19-19 577,-1 0 320,0-40 320,-20 0 0,1 0-224,-1-20-32,1-21 32,-2 2 129,21 19 255,0 1-31,20-2 95,20 1-544,21 20 64,-3 0 160,23 0-96,-2 20-31,20 1-33,1 18-64,-21-19-545,2-1-2274,-22 2-3939</inkml:trace>
  <inkml:trace contextRef="#ctx0" brushRef="#br2" timeOffset="113781.5">18460 3020 16111,'-19'20'672,"38"-20"-896,41 0 705,19 0-193,21 0 0,39 0 161,-1 0-97,22 0-160,-2-20-192,2 20 224,-2 0-128,-19-20-128,-39 20-288,-42-20-1281,-17 20-545,-41 0-2499</inkml:trace>
  <inkml:trace contextRef="#ctx0" brushRef="#br2" timeOffset="114178.53">18719 3298 13741,'0'40'224,"20"-40"-224,0 40 0,-1-20 128,21 19-64,0-19-64,-21 20-32,1-1 0,0-19 0,-20 20 0,0-20 96,-40 0 224,21-1 289,-21-19 191,0 21 193,1-21-288,-1-21-225,20 21-191,1-19-1,19-1 0,0 0-256,19 20-128,21-19 96,0 38-64,-1-19 160,21 20 32,-21 0-160,22-1 64,-23 2-448,3-1-545,-21-20-833,-20 19-2402,0-19-6342</inkml:trace>
  <inkml:trace contextRef="#ctx0" brushRef="#br2" timeOffset="114618.55">19373 3437 17264,'-19'-20'-288,"-1"20"-449,0 0 481,0 20 192,-19 0 192,19 20 96,0-1-64,20 21-192,0-20-64,20 0 64,0-1-128,-1-19 352,21 0 64,19-20 257,-19 0 31,1 0-224,-3-20-127,3 0-33,-1-19-64,-1 18 32,-19-18-32,0 0 0,-20-2-256,-20 2-224,0-1 31,-19 0 417,-1 40 97,-19-19-1,19 19-96,-21 0-32,42 0 160,-21 19-32,40 1-64,0 0-32,0 0 161,20 0-97,0 0 96,19 19-352,2-18 32,-1-2-161,-1-19-127,-19 20-513,20-20-1313,-21 0-3459</inkml:trace>
  <inkml:trace contextRef="#ctx0" brushRef="#br2" timeOffset="114928.57">19930 3715 15726,'0'20'-128,"-21"-20"-128,21 0 224,0 0 32,0 20 192,0 0 96,21 0-95,-21-20-193,20 20 128,0-20 256,-1 20 97,21-20-193,-20 0-128,0 0 96,-20-20 353,0 0-97,0 0-63,0 0-129,-40 0-128,20 0-288,-39 1 64,18 19-224,3 0-897,18-20-1922,-21 20-11275</inkml:trace>
  <inkml:trace contextRef="#ctx0" brushRef="#br2" timeOffset="115621.61">20545 2643 12748,'-40'-21'1793,"40"1"-95,0 20-577,0 0-801,20-19-288,20 19 0,19 0 32,2 0-64,-2-20 128,20 20-128,0-20-96,-19 20 0,-21 0-384,1 0-289,-40 0 0,0 0 1,-20 0-353,0 0-449,-19 20 737,19 0 609,-20-1 160,40 22 160,-19-2 256,19 21 161,0-20-1,19 19 161,1-19-224,0 0 31,0-1 64,19-19 33,-19 0 64,-20 0-65,20 0-95,-20-20 191,-20 0 513,-19 19-448,-1-19-224,-19 0 63,-1 0-512,21 0-128,-1 0-512,-1 0-481,23 20-961,18 0-1442,0-20-3426</inkml:trace>
  <inkml:trace contextRef="#ctx0" brushRef="#br2" timeOffset="115902.62">21578 2662 17072,'0'-19'-385,"-21"19"161,21 19 448,-20 1 257,0 19 320,2 2-33,-3 17-223,1 3-417,20-2 64,-20-19-96,20 20-160,20-1-160,-20-19-545,20-1-256,19-18-416,-19-1-1026,21 0-2946</inkml:trace>
  <inkml:trace contextRef="#ctx0" brushRef="#br2" timeOffset="116312.65">21895 2782 17616,'-20'0'-160,"0"19"-32,0 21 256,0 0 160,20 19 32,-19 1-160,19-1 65,19 2-290,1-3-351,20-17 224,1-21 224,18 0 64,-19-1 32,19-19 32,0-19 128,-19-1 128,-20-20 33,0 19-1,-1-37-31,-19 17-225,0-18-224,-19-1-161,-21 21 257,-19-1-96,19 20 128,-19 0 64,-2 20-64,2 20-64,39 20 64,0-20 32,20 19 65,0 1-65,40 0 32,19-1 0,20 2-256,-18-22 32,-2 1-161,1-1-127,-21-19-993,-19 0-2147,0-19-6822</inkml:trace>
  <inkml:trace contextRef="#ctx0" brushRef="#br2" timeOffset="116580.66">22193 2602 16239,'0'0'-705,"39"0"385,-19 0 961,20 20 95,-1 1 417,22 18-224,-23 21-160,23-1-225,-22 1 65,-19 19 128,20 21-193,-20-20-191,19-1-225,-39 0 64,0-19-192,-20 0 96,1-21-160,-21 21-481,0-21-191,1 2-674,-22-22-832,23 21-3619</inkml:trace>
  <inkml:trace contextRef="#ctx0" brushRef="#br3" timeOffset="130611.47">1547 6717 14285,'-79'0'1249,"39"0"-96,20 0-128,-19 0 449,39-21-129,0 21-736,0 0-642,0 0 226,19 0 255,21 21-192,0-21-31,19 19-161,20-19 128,0 0 32,41 0-128,39 0 64,20 0 96,-1-19-127,0 19-1,-38 0-32,-21-21-64,-40 21-32,0 0 64,-18 0-64,-2 0 64,-39 0 32,0 0 64,-20 0-32,0 0 225,0 0-33,0 0-256,-20 0-256,20-19-160,-20 19-97,20 0-736,-21-21-929,21 2-384,-18 0-2851</inkml:trace>
  <inkml:trace contextRef="#ctx0" brushRef="#br3" timeOffset="131202.5">2580 6557 14733,'-20'-20'673,"-1"20"224,21 0 544,0 0-31,0 0-738,21 0-415,-21 20 223,20 0 0,19 0 65,1 1-65,19-2-127,1 0-385,-1-19 448,2 21-384,-23-21 0,3 19-64,-3-19 160,3 0-32,-21 21-192,-20-21 96,20 0 64,-20 0-96,0 0 0,0 0 0,0 19 0,0-19 96,19 0-32,-19 20 0,0-20-64,0 0 96,0 20-64,0-20 64,0 0 32,0 0 33,0 0 95,0 0 160,0 0-31,0 0 127,0 0-224,0 0 97,-19 0-193,19 0 0,0 0-64,-20 0-32,20 0 64,0 0-32,-20 20-32,20-20 0,0 0 0,0 0 0,0 0 1,-20 0-290,-1 20 482,3 0-257,-2-1 160,-21 1-64,3 20 0,-3 19-96,-19-19-96,21 20-257,-21-1-575,21-19-1026,-1 20-1153,1-1-993,-2-19-10506</inkml:trace>
  <inkml:trace contextRef="#ctx0" brushRef="#br3" timeOffset="135910.77">3473 7551 128,'-20'0'12107,"20"0"-11530,0 0 223,0 0 1090,0 0-609,0 0-704,0 0-321,20 0 257,-20 19 31,20-19 161,19 0-97,-19 0 65,20 0-192,-1 0-65,1 0-64,-1 0-31,21 0-193,-19 0 32,-3-19-96,3 19-32,-21 0-128,-20 0 96,19 0-449,-19 0-608,0 0-512,0 0-769,0 19-2659</inkml:trace>
  <inkml:trace contextRef="#ctx0" brushRef="#br3" timeOffset="137144.84">5656 7530 4932,'-19'0'1730,"19"0"-609,0 0 1089,-20 0 96,20 0-320,0 0-641,0 0-480,0 0-192,0 0-225,0 0 161,0 0 31,20 21-127,-1-21-1,1 0 1,20 0-33,-1 19-95,1-19-161,0 0 0,19 0 0,-18 0-32,-3 0 1,-17-19-65,19 19-64,-21 0 32,-19 0-96,20 0 64,-20 0-32,0 0 0,0 0 0,0 0-32,0 0 96,0 0-160,0 0 64,0 0-32,0 0 64,0 0-192,0 0-64,0 0-129,0 0-191,20 0-129,-20 0 1,0 0-193,0 0-96,0 0-513,0-21-960,0 21-3075</inkml:trace>
  <inkml:trace contextRef="#ctx0" brushRef="#br3" timeOffset="138910.94">7423 7391 6758,'-40'0'2915,"21"0"-865,-1 0 96,0 20-385,20-20-159,-20 0-545,20 0-224,0 0-321,20 0-63,-20 0 319,20 0-127,0 0-129,19 0-191,1 20-129,19-20 96,2 0-288,-3 0 64,1 0-32,2 0 32,-2 0-64,-19 0 0,-20 0 0,0 0 32,-1 0-64,-19 0 128,0 0-64,0 0 64,0 0 97,0 0-97,0 0-160,-19 0-32,19-20-129,-20 20-31,0 0-256,0 0-65,0 0-192,0 20 65,1-20 127,19 0-256,-20 0 449,20 0-128,-20 0-129,0 0-897,20 0-1729,-21 0-4900</inkml:trace>
  <inkml:trace contextRef="#ctx0" brushRef="#br3" timeOffset="140763.04">19373 8147 2882,'-19'0'3812,"-1"0"-2179,20 0 577,-20 0 257,20 0-385,-20 0-417,20 0-480,0 0-288,0 0-192,0 0-32,0 0-97,20 0-191,-20 0 31,20 0-32,19 0-127,1 0-65,1 0 0,18 0-96,1 0-32,19 0-32,-20 0-64,20 0 64,2 0 0,18 0-32,0 0 64,0 0-32,21 0-32,18 0 32,1 0 64,-1 20-192,2-20-64,-21 19 192,-20-19-96,1 21 64,19-21-64,-20 19 64,0-19-32,1 20 64,19-20-32,-20 0 64,0 20 32,1-20 0,-1 0-32,-20 20-32,0-20-32,-19 0 32,-1 0-32,0 0-32,2 20 32,-22-20 0,1 20 0,0-20 128,-1 0-63,1 19-33,-20-19 64,1 0-32,-3 0-128,2 0 128,-20 0-96,0 0-128,0 0 192,0 0-161,0 0-127,0 0-128,0-19-865,0 19-1058,-20-20-3618</inkml:trace>
  <inkml:trace contextRef="#ctx0" brushRef="#br3" timeOffset="166788.53">1250 6776 5124,'0'0'705,"0"0"-192,0 0 1120,-21 0 705,21 0-1185,0 0-192,0 20-288,0-20-257,0 20-159,0 19 31,0-19-64,0 0 32,0 20 97,0-1-97,0 1-64,0 0-160,0 20 0,0-1 32,0 1-32,0-1-32,0 1 32,21 19-32,-21-19 32,0 0 0,0 18 96,0-17-64,0 18 1,0 1-33,0-1 0,0 1 96,0 19 0,0-20 96,-21 21-128,21-21 64,0 20 0,0-19 1,0 20-65,0-21 0,0 20 128,0-19-64,-20-1-96,20 1 32,0-1 64,-20 1-160,20-1 32,-20-19 0,20 20 33,-19-2-97,19 3 96,0-22-64,-20 21 32,20-1 0,0-19 96,-20-1-224,20 1 160,0 0 32,-20 0-64,0-21-64,20 21 32,-19-21 32,-1-19-32,20 20-32,0 0 32,0-21 0,0 2 0,0-2 96,0 1-160,0-20 128,0 20 32,0-20-32,0 0 128,-20 20-64,20-20-128,0 20-32,0-1-32,0-19 32,0 21-32,0-2 96,0-19 0,20 0 96,-20 20-192,0-20 192,20 0 1,-1 0-97,1 0-32,20 0 96,-20 0-128,19 0 128,1 0-64,1 0-128,-3 21 64,3-21 64,-2 0-385,1 0 33,0 0-160,-1 0-193,-19 0-640,-20 0-2018,20 0-9097</inkml:trace>
  <inkml:trace contextRef="#ctx0" brushRef="#br3" timeOffset="167120.54">1428 10432 10057,'0'20'3459,"0"-20"-3651,0 0 128,0 0 1313,0 0 225,20 20-513,19-20-481,1 20-192,19-20-256,1 19 64,-21 2-32,2-21-128,17 19 128,-37 1-64,19-20 32,-20 21 65,-20-21 95,0 0 96,0 19-32,0-19 161,-20 20-193,-20 0 64,19-1 64,-17 22 161,-3-2-193,3 1-63,-3 0-193,1-1-193,1-19-1056,19 20-1153,-20-20-7880</inkml:trace>
  <inkml:trace contextRef="#ctx0" brushRef="#br3" timeOffset="171331.79">5815 7710 672,'20'0'1377,"-20"-20"-416,0 20-96,0 0 288,0 0 96,0 0 33,0 0 223,0 0 417,0 0-128,0 0-449,0 0-448,0 0-513,0 0-288,0 0-32,0 0 64,0 0 97,0 0 63,0 0-32,0 0 64,0 0-31,0 0-65,0 0 0,0 0-96,0 0 96,0 0-160,0 0 33,0 0-1,0 0 0,0 0 0,0 0-32,0 0-32,0 0-64,0 0 32,0 0-32,0 0-32,0 0 96,0 0-64,0 0 64,0 0-352,0 0 640,0 0-416,0 0 96,0 0 0,0 0 0,0 0 0,0 0-32,0 0-128,0 0 160,0 0-64,-20 20 31,20-20 33,0 20-96,-20-1 128,20 21 32,-20-20-96,0 20-160,20-1-96,-19 1-353,-1 0-31,0 0 191,20-1 1,-20 1 63,0 0 225,1 0 160,-1 0 0,0-21 64,0 21 0,-19 0 0,19-1 96,0 2-64,-1-2 1,-17 0-33,-3 21 128,21-40 160,-20 20-64,1-1-96,19 1-96,-20 0-31,21 0-1,-1 0 0,0-20-32,0 19 0,-1 1 64,3 0 0,-23 0-128,21-1 128,0 21-128,2 0 128,-23-1-32,21-19-32,0 19 32,-19 1-32,19-20-32,0 20 96,-19-21-32,19 21 0,0-20 0,20 20 32,-20-1-64,20-19 0,0-1-64,0 1-192,0-20-97,0 0-63,0 0 128,-21-1 63,21-19 97,0 21 32,-18-21 128,18 19-96,-20-19-993,20 0-3395</inkml:trace>
  <inkml:trace contextRef="#ctx0" brushRef="#br3" timeOffset="171562.81">4605 9757 11915,'0'19'1185,"0"1"-1185,0 0 96,0 0 929,20 0 128,-20 19-576,18-18-417,2-2-64,1 1 0,-1-20 160,0 0 257,19 0-129,-19-20-288,20 1-576,-21-21-609,21 20-545,-20 0-3779</inkml:trace>
  <inkml:trace contextRef="#ctx0" brushRef="#br3" timeOffset="172651.87">5378 8803 1057,'0'-40'3907,"0"40"-1729,0-20-544,0 20 127,0 0-159,0 0-897,0 20-193,0 0-95,0 0-1,0-1-96,20 21 33,-20 0-33,0 20 32,20-1 33,-20 20-161,0 1-64,0 0-32,0 19-96,0-40 0,0 1 64,0 0-64,-20 0 32,20-20 0,0-1-64,0 1 0,-20 0 32,20-21-32,0 1-64,0-20-256,0 20-353,0-20-480,0 0-512,0 0-1923,0 0-3586</inkml:trace>
  <inkml:trace contextRef="#ctx0" brushRef="#br3" timeOffset="172968.89">5279 9638 4452,'0'0'2786,"0"0"-2658,0 0-128,0 0 193,0 19 607,0 1 866,0 20-705,20-20 96,0 19-160,-20 1-385,19-20-191,1 20-33,0-40 96,-20 19 193,20-19 95,0 21-63,1-21-161,-21 0 65,18-21-193,2 21-96,-20-19-96,21-1-128,-1 0-128,-20 0-64,0 20-224,0-20-577,20 20-1313,-20 0-2243,0 0-3106</inkml:trace>
  <inkml:trace contextRef="#ctx0" brushRef="#br3" timeOffset="174964">19909 7670 3363,'0'0'2754,"-20"0"-1024,20 0 480,0 0-256,0 0-449,0 0-736,0 0-192,20 0-65,-20 0-160,21 0 33,-1 0-1,0 0-128,19-20 33,-19 20-33,20 0 0,-1 0-64,1 0 65,19 0-65,2-21 96,-2 21-64,20 0 0,1 0-95,19 0-97,19 0 64,22 0-32,-1 0-32,19 0 0,2 21 0,-22-21 32,2 0-64,18 0 0,-19 20 64,1-20 0,-2 0-64,1 0 0,-39 0 32,-1 0 0,-40 20-64,-19-20 0,-20 0-256,-1 0 96,-19 0-161,0 0 33,0 0-449,-19 0 32,-1 0-63,20 0-866,-20 0-3907</inkml:trace>
  <inkml:trace contextRef="#ctx0" brushRef="#br3" timeOffset="176601.1">19989 7730 2562,'0'0'1794,"0"0"-1346,0 0 513,0-20 384,0 20 641,-19 0-352,19 0-641,0 0-161,-20 0 129,20 0-32,-20 0-160,-1 0-161,21 0-447,0 0 191,0 0 64,21 0-63,-1 0-65,19 0-160,21 0-128,-1 0 0,20 0 32,2-20-32,18 20 64,0 0-64,20-20 32,-19 20 32,-21 0-64,0 0 0,-20 0-64,-19-20-32,0 20 64,-21 0 32,1 0 64,-20 0 0,0 0 224,0 0-255,0 0-162,-20 0 418,1-21-193,-1 21 64,20 0-32,-20 0 32,20 0-128,0 0-224,0 0-288,0 0-321,0 21-1089,0-21-3171</inkml:trace>
  <inkml:trace contextRef="#ctx0" brushRef="#br3" timeOffset="177972.17">7283 7491 11370,'21'0'833,"-1"0"-801,20 0 417,-1-20-33,1 20 96,19 0-223,2 0-65,-3 0-160,22 0-32,-20 0 32,19 0-64,-20 0 64,1 0-32,-21-20 0,2 20 32,-21 0-32,0 0 128,-20-20 321,0 20 352,0 0-321,0 0-416,0 0-96,0-20 0,0 20 0,0-20 0,18 1 0,-18-1 32,21-20 0,-21 0 0,20 1-32,-20-21 0,20 1 0,0-21 32,-20 1-64,19-21 32,1 1-32,-20-1-64,0-19-64,0 20 64,-20 20 192,20-1-96,-19 20 64,19 20 0,-20 1 0,20-1 32,-20 20-96,20 0 0,-20 0-160,20 20-128,-21 0-129,21 0-63,-18-19 32,-2 19 127,0 0 225,-21 0 64,2 19 0,-21-19 32,1 0 0,-20 0 64,-2 0 128,-18 0 129,20 0-1,20 0-288,-20 20-64,19-20-32,21 0 32,-1 0 32,19 0 32,21 0-192,-20 20 0,40-20 96,-20 20 96,21 20 32,-21-1 32,0 1 64,20 20 256,-20 20 33,0 39-161,0 0-192,0 1-32,-20 18 0,20 1-64,-21-19-32,21-1-96,0-40 96,0 0 0,0-39 0,0 0-96,21-1-160,-1-19-1154,0 1-4195</inkml:trace>
  <inkml:trace contextRef="#ctx0" brushRef="#br3" timeOffset="178910.23">7364 8763 3267,'0'0'5765,"0"0"-5220,0 0-385,19 0 865,-19 0 736,0 0-95,0 0-705,0 0-577,0 0-320,0 0-96,20 0 32,-20 20 128,0 0 129,0 19 191,0 21-96,0 0-31,-20 19-1,20 1-160,0-1-160,0-19 32,0-1 0,-19 1-96,19-41 128,0 22-64,0-22 0,0 1-64,0 19-192,0-39-385,0 21-512,0-1-897,0 0-2434</inkml:trace>
  <inkml:trace contextRef="#ctx0" brushRef="#br3" timeOffset="179227.25">7125 9299 11723,'-20'0'736,"20"0"-832,20 20 449,-20 20 415,21-1 289,-1 2-192,-2-2-513,2 0-223,1 22-33,19-22 32,-22 1 192,23-20 289,-1-20 63,-21 20 97,41-40-128,-21 0-321,1 1-128,19-21-96,-19 0-64,1-1-224,-2 22-417,-19-1-864,0 20-2114,-20 0-9994</inkml:trace>
  <inkml:trace contextRef="#ctx0" brushRef="#br3" timeOffset="185230.59">5180 11406 992,'-20'19'2563,"20"-19"-193,0 0-96,0 0-480,-21 0-513,21 0-128,0 0 32,-18 0-256,18 0-128,0 0-321,0 0-223,0 0-33,0 0 64,18 0 97,-18 0-1,21 0-128,19 0-160,-20 0 128,19 0-224,21 0 225,-21 0-257,21 0 32,-1 21 0,20-21-32,-18 0 32,18 0 0,0 0 0,0 0-64,20 0 96,-18 19 0,18-19 0,0 0-32,21 0 0,-2 0 0,1 0-64,-20 0 224,41 0-192,-21 0 0,-20 0 96,21 0 0,-3 0-96,-17 0 128,19-19 32,-20 19 192,21 0 161,19-21-129,-19 21 193,-21-19 31,19 19-224,-38-20-159,-41 20-193,1-20-160,-20 20-481,-1 0-608,-19 0-417,-19 0-960,-21 0-7880</inkml:trace>
  <inkml:trace contextRef="#ctx0" brushRef="#br3" timeOffset="201083.5">9488 12558 2081</inkml:trace>
  <inkml:trace contextRef="#ctx0" brushRef="#br3" timeOffset="213318.2">5220 12638 2818,'0'0'1249</inkml:trace>
  <inkml:trace contextRef="#ctx0" brushRef="#br3" timeOffset="213613.21">5259 12459 1249,'0'-60'2210,"0"40"-192,0 1 224,0-2 224,0-18 289,0 39-673,0 0-1249,0 19-129,0 1 97,0 1-321,0-2-127,0 21 31,0 20 129,0 0-1,20 19 33,-20 0-129,0 0-96,-20 21-128,20-20-127,0 19 31,0-20-160,0-19-33,0-1-223,0 1-288,0-20-321,20-21-929,-20-19-1729,0 0-5702</inkml:trace>
  <inkml:trace contextRef="#ctx0" brushRef="#br3" timeOffset="213873.23">5556 12956 15214,'0'20'1057,"0"-20"-929,0 0 417,0 0 896,21-20-416,-1 20-609,0 0-512,0 0 352,19-20-480,1 20-384,-1 0-706,1-20-1280,0 20-3876</inkml:trace>
  <inkml:trace contextRef="#ctx0" brushRef="#br3" timeOffset="214507.26">6767 12558 7847,'0'0'1890,"0"0"-1474,0 0 1122,0 20-33,0 0-736,-18 20-481,-3 19-224,1 1 0,0 0-32,0-1 0,1 1 64,-1-20 96,-20-1-63,20-19 31,-19-20-128,19 0-256,-20 0 63,21-20 129,-1 0-64,20 1-96,0-21 0,20 20 224,19-20 448,-19 20 513,20 20 32,-1 0-352,1 0-385,-1 20-96,-19-1-128,20 22-64,-19-21-352,-3 19-609,23-19-1441,-21 0-3492</inkml:trace>
  <inkml:trace contextRef="#ctx0" brushRef="#br3" timeOffset="-214613.44">7482 12300 5252,'20'-20'7047,"0"0"-6438,-20 20 1024,-20 20 65,0 0-801,1 19-577,-1-18-320,0-2-32,0 21-128,0 0-96,-19 0-97,19 0-95,0-21-225,-1 1-512,21 0-545,0-20-416,0 0-3971</inkml:trace>
  <inkml:trace contextRef="#ctx0" brushRef="#br3" timeOffset="-214383.43">7283 12042 12780,'0'-20'1537,"21"20"-1089,-21 20 1122,20 0 96,0 19-513,19 1-545,-19 0-287,20-1-161,-20 21 0,-1-21-32,1 21-96,0-40-128,0 19-224,1 2-289,-3-21-128,22 20-352,-19-1-704,-1-19-1827,-20-20-8423</inkml:trace>
  <inkml:trace contextRef="#ctx0" brushRef="#br3" timeOffset="-214166.42">7265 12657 16623,'-99'40'481,"79"-20"-706,20-20 674,0 0 704,20 0-512,39 0-481,-1 0 0,23 0-32,18 0 96,1-20-128,-1 20-128,0-20-416,-20 20-481,-20 0-673,1 0-1376,-39-20-8041</inkml:trace>
  <inkml:trace contextRef="#ctx0" brushRef="#br3" timeOffset="-213676.39">7463 12936 16879,'-20'79'-64,"0"-19"-352,20-1 608,-20-19 481,20 0-225,-20-1-224,20-19-31,0 1 351,0-21 97,20 0-385,-20 0-192,20-21-64,-20-18 128,20 19-192,0-20-160,-1 20 480,1 0-160,-20 1-32,20-1 32,-20 20 1,0 0-65,0 20 32,0-1-160,0 1 96,0 20-129,0-20 1,0 0 96,20-20 0,-20 19 0,0-19-160,0-19 64,21 19 128,-3-20-192,-18 0 128,20 0 128,0 0 64,21 0 544,-23 20-287,3 0 95,-1 0-31,0 0-289,-20 20-288,20 0 416,-20 20-256,19-20-128,-19-1-737,0 1-768,0 20-770,0-20-1825</inkml:trace>
  <inkml:trace contextRef="#ctx0" brushRef="#br3" timeOffset="-212825.34">8932 12479 8712,'20'-20'2690,"0"20"-1120,-20 0 640,20-21-641,-20 21-608,0 0-384,0 0-321,0 0-224,0 0-96,-20 21 96,20-21-96,-20 20 64,-21 0-64,23 20 32,-23-21 0,1 21 32,1-20 64,-1 0-64,1-1 64,19 1-64,-20 0 192,20 0-128,20 0 32,0 0 129,0-20 159,40 19-288,0 1 224,19 1-192,0-1 65,22-1-97,-22 1-96,0-1-449,1 2-287,-1-1-546,-19 0-1056,-20 0-4068</inkml:trace>
  <inkml:trace contextRef="#ctx0" brushRef="#br3" timeOffset="-212327.31">9924 12240 13484,'0'0'897,"-19"20"-32,19 20 1089,0-21-577,0 22 64,0-2-448,19 0-384,-19 22 64,0-2-193,0 21-320,20-1-128,-20 0 32,0-19-384,0 20-353,20-21-288,-20-19-640,20 0-1666,-20 0-12780</inkml:trace>
  <inkml:trace contextRef="#ctx0" brushRef="#br3" timeOffset="-207101.01">6470 13651 6053,'0'0'1666,"-19"0"288,19 0 96,0 0-257,-20 0-319,20 0-545,0 0-161,0 0-255,0 0-129,0 0 33,0 0-289,0 0 32,0 0 128,0 0-64,20 0 129,-20 0-1,0 0-192,19 0-32,21 0-96,-20 0 0,19 0-32,1 0 0,0 0 0,-1 0 96,22 0-160,-2 0 0,20 0 0,-19 0 32,19 0-128,0 0 64,20 0 128,-20 0-32,21-20-32,-1 20 64,-18 0-96,18-20 32,-20 20 96,0-19-192,-19-1-257,-21 20-95,1 0-65,-1-20-159,-19 20-257,-20 20-320,0-20-929,0 20-4709</inkml:trace>
  <inkml:trace contextRef="#ctx0" brushRef="#br3" timeOffset="-198912.55">8018 11486 1249,'0'0'1793,"-20"0"-607,20-21-65,0 21-96,0 0-161,0 0 97,0 0 32,0 0 64,0 0 64,0 0-224,0 0-128,0 0-129,0 21-63,0-21 0,0 0-161,0 0-32,0 19-192,20 2-95,-20-21-65,21 19 0,-1 1 64,0 0-32,-2-20 0,23 20 96,-1-20-64,-1 20 0,21-20-64,-21 20-32,21-20 32,-1 0-32,0 19 0,2-19 64,18 20-64,0-20 0,-19 20 0,19-20-32,1 20 64,19 0-32,-20-20-96,40 20 0,-20-1 64,1 1 64,19 0-32,0-20 0,-19 20 32,19 0 0,0-20 32,-1 20 0,2-1 0,-21 21 0,20-21 65,-20 2-97,1-1 32,-1 0-128,20 0 96,-20 0 0,1-20 0,19 19 0,-20-19 0,21 20 0,-21-20 0,-20 0 0,20 20-32,-20-20 32,0 20-32,-18-20-32,18 20 32,-19 0 32,19-20-64,-20 19 32,2 1 0,-2 0 0,0 0 32,-19 0-32,19 0 192,-19-1-96,0 1 32,-1 1-96,1-2 96,19 1-64,-18 19-32,-21-39-64,19 21 129,-19-1-65,20-20-32,-1 20 64,1-1 0,0 2 64,-1-21-128,-19 19-160,0-19 320,1 20-609,-3-20-1280,-18 0-4773</inkml:trace>
  <inkml:trace contextRef="#ctx0" brushRef="#br3" timeOffset="-195881.37">13716 12638 8936,'0'-20'1505,"0"20"-223,0-20 543,0 20-255,-20 0-513,20 0-417,-19-20-223,-1 20-257,0 0-96,0 0 0,-21 0 0,23 20-96,-2 20 64,-21-1-96,21 21 0,2-1-160,-3 1-32,21 0 31,0-20-31,21 19-128,17-19 31,3-20 257,-3 0 160,3-20 161,19 0 31,-21-20-64,1 0 160,-1-20 1,-19 1 95,0-1 289,0-1-193,-20 2-31,-20-21-65,0 21 33,-19 19-257,-1-20-160,0 20-224,1 0-449,-1 20-288,19 0-544,1 0-1730,20 0-5349</inkml:trace>
  <inkml:trace contextRef="#ctx0" brushRef="#br3" timeOffset="-195577.36">14113 12895 14349,'0'0'1506,"0"0"-1250,0 0 609,0 0 384,-20 0-1025,20 0-320,0 0-32,0 0-481,0 0-1217,0 21-3555</inkml:trace>
  <inkml:trace contextRef="#ctx0" brushRef="#br3" timeOffset="-195066.33">14451 12796 11979,'40'-20'1313,"-40"1"128,0-1 641,0 0-864,0 0-482,0 0-63,-20 20-321,0-20-352,0 20-32,-1 0 0,-17 0-160,18 0-64,-1 20 32,-19 20-353,40-20 545,-19 19-352,19 2-33,0-21 1,19 19 128,1-20 127,21 2 193,-21-21 65,18 0 95,-17 0 0,19-21 128,-20 21 193,-1-39-161,-19 20-64,20-1-31,-20-21-161,0 22 96,0-1-32,0-20 96,0 20 64,-20 0-95,20 20-257,0 0 128,0 0 320,0 20 33,0 0-65,0 20 32,20-1-416,-20 2 289,20 18-289,-20-19-257,20 20-479,-20-21-385,20 1 0,-20-20-673,19 0-1025,1 0-4099</inkml:trace>
  <inkml:trace contextRef="#ctx0" brushRef="#br3" timeOffset="-194589.3">14888 12737 13869,'19'-40'384,"-19"0"257,-19 40 704,19-19-705,-20 19-223,0-20-545,-1 20 384,-17 0-320,18 20 64,-1-1-64,1 1 32,20 20 32,0 0-32,0-21 0,20 22-32,1-21 32,-1-1 96,-2 1-32,23-20 96,-21 0 64,19 0 96,-19-20 33,-20 1 191,20-1-95,-20-1-1,0-18-128,0 19-128,0 0 1,0-20 31,0 20 192,0 1 32,0 19-191,0 0-1,0 0 320,0 0 1,0 39-1,20-19 193,-20 40-32,20-21-225,-1 2-256,1 17 1,0-17-225,0-1 64,0-1-224,-1-19-385,1 20-832,0-20-1058,0-20-1280,-20 20-9898</inkml:trace>
  <inkml:trace contextRef="#ctx0" brushRef="#br3" timeOffset="-186931.86">2122 11446 9064,'0'0'96,"0"0"64,21 19 769,-21-19 352,20 0-31,0 0-418,19 0-479,-19 0 31,20 0 32,-21 0-31,21 0-97,0 0-192,-1 0-32,1 0-32,-19 0 0,-3 0-160,2 0-705,-20 0-1793,0 0-2595</inkml:trace>
  <inkml:trace contextRef="#ctx0" brushRef="#br3" timeOffset="-185048.75">4208 11446 4067,'0'0'1602,"0"0"-1122,0 0 577,0 0 417,0 0 319,0 0-543,0 0-738,0 0 161,0 0 95,0 0 1,0 0 32,0 0-160,0 0-193,0 0-192,0 0-128,0 0-64,0 0 161,18 0 31,2 0 0,1 0-160,19-21 32,-1 21-32,1 0 33,19 0-129,-19-19 128,19 19-160,-19 0 0,1 0 96,-3-20-225,-17 20-319,-1 0-769,0 0-1698,-20 0-6150</inkml:trace>
  <inkml:trace contextRef="#ctx0" brushRef="#br3" timeOffset="-183759.68">13576 13512 5220,'0'20'5029,"0"-20"-4068,0 0 96,20 0 545,-20 0-65,0 0-480,21 0-448,-1 0-321,0 0-128,0 0-32,39 0-32,-19 0 193,39 0-97,0 0 32,21-20 0,19 20-32,0-20 1,19 0-97,22 1 128,-22 19-160,22-21-32,-22 2-32,-19 19-256,-20-20-641,-38 20-320,-22 0-1346,-19 0-5348</inkml:trace>
  <inkml:trace contextRef="#ctx0" brushRef="#br3" timeOffset="-181916.57">17348 12459 8039,'41'-40'897,"-21"20"256,0 0 481,-20 1-161,0-2-128,0 21-416,-20 0-352,20 0-449,-20 0-192,-1 0-64,-17 21-161,18-2-31,-1 21 160,1 0 160,0 0-32,20-21 0,0 2 32,0 18-32,20 1 64,0-20-32,1 19 64,17-19 256,23-20 1,-22 0-33,1 0-96,19-20-64,-19 0 0,0 1 32,-21-21 225,1 0 95,-20 0 129,-39-19-225,19 19-128,-40 0-288,21 21 160,-1-2-288,1 21-320,-1 0-577,40 21-1057,0-2-1826,0 21-6213</inkml:trace>
  <inkml:trace contextRef="#ctx0" brushRef="#br3" timeOffset="-181634.56">17905 12518 9480,'20'60'961,"-20"-20"545,0 19 255,20-19-511,-20 19-386,0 2-287,19-3-32,-19 3-33,0-22 65,0 1 95,0-20 161,0 0 0,0-20-225,-19 0-415,19 0-97,-20 0-160,0 0-385,0-20-223,-19 0 31,19 0-480,0-19-609,0-1-1697,20-20-6374</inkml:trace>
  <inkml:trace contextRef="#ctx0" brushRef="#br3" timeOffset="-181504.55">17846 12419 13452,'19'-20'897,"1"20"-865,-20 0 96,20 0 32,-20 0 129,0 0-193,20 0-192,-20 0-769,20 0-1473,-20 0-3588</inkml:trace>
  <inkml:trace contextRef="#ctx0" brushRef="#br3" timeOffset="-181186.53">17330 12539 13773,'-20'0'1377,"20"0"-705,0 0 289,20 19-480,-20-19-385,38 0-128,-17 0-609,19 0-640,-1 0-2563</inkml:trace>
  <inkml:trace contextRef="#ctx0" brushRef="#br3" timeOffset="-180696.5">18182 12459 13036,'0'20'705,"0"-20"95,21 0 866,-21 20-865,20-1-545,0 2-160,19-2-192,-19 1-192,20 0-289,-1 0-608,-19-20-1313,0 0-2852</inkml:trace>
  <inkml:trace contextRef="#ctx0" brushRef="#br3" timeOffset="-180544.5">18421 12419 11242,'-20'0'705,"0"19"384,0 2 320,1-1-640,19 0-641,-20 20-224,0-21-352,0 21-1442,-1 0-3075</inkml:trace>
  <inkml:trace contextRef="#ctx0" brushRef="#br3" timeOffset="-180177.47">18858 12360 13516,'-40'19'769,"0"1"-769,21 0 577,-1-1 255,0 2-607,20 19-161,0-21-225,0 21-191,0 0-64,20 0-97,0-21 321,19 1 192,1-20 32,-1 0 128,1 0 545,1-20 256,-23 1 160,2-21-320,-20 20-161,0-19-63,-20-21-129,-19 19 1,-1-18-97,1 40-480,19 19-128,0 0-417,0 19-672,20 1-929,0 0-1890,20-1-7431</inkml:trace>
  <inkml:trace contextRef="#ctx0" brushRef="#br3" timeOffset="-180010.47">19274 12479 11883,'20'0'0,"0"0"32,-20 0 1409,0 0-1121,0 0-352,0 0-416,0 0-1057,0 20-1346,0-20-2210</inkml:trace>
  <inkml:trace contextRef="#ctx0" brushRef="#br3" timeOffset="-179622.44">19474 12339 5957,'-20'-39'2242,"20"39"64,-20-20-288,-21 20-576,21 0-545,1 0-225,-1 20-319,-20-1-257,20 1-32,20 20-64,0 0-321,0 0-383,0-20-129,20-20 128,0 20 193,0-1 320,19-19 192,-19 0 32,21 0 544,-21 0 321,18-19 320,-17-1-224,-21-21-128,0 2-192,0 0-161,0 18-384,0 1-32,0 1 96,0 19-256,0 19 32,0 1 128,0 20-96,0-20 65,20 19-33,-20-18 0,0 19-161,0-21-319,20 21-577,-20 0-865,0 0-1345,0-21-2690</inkml:trace>
  <inkml:trace contextRef="#ctx0" brushRef="#br3" timeOffset="-179232.42">19950 12240 14093,'-20'-20'128,"-1"20"-32,-17 20 929,-3-20-96,1 40-417,1-1-223,19 2-193,0-2 0,20 0-96,0-18 0,0-1-160,20 0 64,0-20 64,0 19 0,19-19 64,2 0 32,-3-19 64,3-21 64,-21 0-32,0 0-160,-1 0 64,-19 1-96,0-1-128,0 0 32,0 20 224,-19 20 0,19 0-192,0 20 448,0 40 225,0-21-161,19 21-63,-19-1-97,0-18-192,20-2-96,-20-18-449,0 18-832,20-19-513,-20 20-2754</inkml:trace>
  <inkml:trace contextRef="#ctx0" brushRef="#br3" timeOffset="-178705.39">19156 12618 10634,'-20'20'256,"20"-20"64,-20 0 2499,20 0-1410,0 19-864,0-19 223,0 0-127,0 0-385,0 0 97,0 0-225,0 20-32,0-20-288,0 0 448,0 0-320,0 0-96,20 0 31,-20-20 33,0 20 128,20 0 32,-20 0 257,0-19-97,0 19-160,0 0-96,0 0 0,0 0-32,0 0 0,0 0-224,0 0-1186,0 0-3170</inkml:trace>
  <inkml:trace contextRef="#ctx0" brushRef="#br3" timeOffset="-172504.04">22570 11724 11691,'0'-60'832,"-20"41"-223,20 19 128,0-20-417,-20 20-256,1 0 0,-1 0 0,-21 20 64,21 19 32,-39 21-128,19-21 0,21 21-96,-21-1 64,40-19 32,0 20 97,0 0 95,40-21-32,-1 1-96,22 0 0,-2-21 32,0 1 32,1-20 193,-1 0-193,1-20-96,-1 1-32,2-21 32,-22 0-32,1 1 64,-20-1 64,-20 0-32,0-19-64,-40 19 257,-1-20-193,-18 1-192,1 19-128,-3 20 128,-18 0 224,19 20 64,1 0-96,18 20-128,3 0 64,17 20-32,21-1-32,21 1 64,-1 0-32,18-21-32,23 2 32,-22-2 193,21 0-354,-21-19 450,1 0-449,-20 0-65,19 0-319,-19 21-1090,0-21-2978</inkml:trace>
  <inkml:trace contextRef="#ctx0" brushRef="#br3" timeOffset="-172178.02">23165 12240 4804,'0'79'7239,"0"-59"-6278,0 20 288,0-20 320,-20 0-127,20-1-385,-19 2-481,19-1-255,-20 0 95,20-1 33,0 2-97,-20-21-256,20 19-32,0-19 64,-20 0-288,0 0-64,1 0-225,-1 0-191,0-19-257,0-2-448,0 2-2435,1-21-8391</inkml:trace>
  <inkml:trace contextRef="#ctx0" brushRef="#br3" timeOffset="-172042.01">23066 12081 1697,'20'-19'12620,"0"-1"-12075,-20 20-225,0-20 224,0 20-448,0 0-288,0 0-961,20-20-1922,-1 20-8071</inkml:trace>
  <inkml:trace contextRef="#ctx0" brushRef="#br3" timeOffset="-171702.99">23244 11446 13292,'0'-21'993,"0"21"-577,20-19 705,1 19 225,19 0-417,-22 0-417,-18 0-288,21 0-192,-1 0-32,0 19-32,-20-19-32,0 21 32,0-21-224,-40 19 64,19 21 224,-17-19-128,18 18 0,-1-19 96,21 0-64,21 0 128,-1 0-128,0-20 32,19 0-353,-39 19-736,20-19-2146,0 0-8328</inkml:trace>
  <inkml:trace contextRef="#ctx0" brushRef="#br3" timeOffset="-170802.94">23264 11486 7623,'0'0'1185,"0"-21"-513,-20 21 1154,20 0-288,-18-19-577,-3 19-289,1-21-255,0 21 127,0 0-256,20-19-288,-19 19-640,19 19-1474,-20-19-4581</inkml:trace>
  <inkml:trace contextRef="#ctx0" brushRef="#br3" timeOffset="-169600.87">23106 11446 1569,'0'0'2178,"-20"0"-737,20 0 161,0 0-33,0 0-159,0 0-449,0 0-161,0 0 65,-20 0-224,20 0-65,0 0 193,0 0 160,0 0-192,0 0-353,0 0-128,0 0-31,0 0-33,0 0 32,0-21-64,0 21-96,20 0 64,-20 0 0,20-19-96,0 19 0,-1 0-32,1 0 32,0 0-64,0 0 0,19 0 0,-19 19-32,1-19 32,-1 21-64,-20-2 32,20-19 0,-20 21-64,0-21-32,0 19 128,0-19 0,0 21 0,0-2 0,0 1-96,0 20-65,0-40 33,-20 20 64,20-20 96,0 0 0,-20 0 0,-1 0-32,1 20 0,2-20 0,-3 0 0,21 0-32,-20 0 0,20 0 32,0 0 0,20 19 0,1-19 0,-3 0 32,2 20 0,21-20 0,-3 0-64,-17 0-32,-1 0 64,0 0-225,0 0-1536,-1 0-3717</inkml:trace>
  <inkml:trace contextRef="#ctx0" brushRef="#br3" timeOffset="-164617.58">9407 10115 3235,'-18'-41'960,"18"41"514,0-19-513,0 19 192,0-20 128,0 20 128,0 0-576,0 0-609,0 20 353,0-1 64,0 22-385,18-22-160,-18 21-64,0 0 32,0-1-32,0 1 32,0 20 160,0-1-32,21 1-31,-21 0 95,0 0-192,0 18 0,0-18-32,20 0-32,-20 19 32,20-19 32,0-20-32,-20 19 0,20 1 32,-20-20 289,19 20-65,1-21-128,-20 1-32,0-1 32,20 1-32,-20 0-32,0-1 1,0-18 63,0 19-32,0 0-64,0-1-32,0 1-32,0-20 0,0 19 0,0-19 0,0 0 32,20 0 32,0-20-32,-20 20 96,19 0-32,-19-20 64,20 0 65,-20 19-97,20-19-64,-20 0 0,0 0-96,21 0 64,-21 0-32,20 0 32,-20 0 0,18 0 32,2 20-32,21-20 0,-21 0-32,19 0 32,-19 0 64,20 0 32,-1 0-64,1 0 0,-1 20 65,21-20-97,-21 0 64,42 20-96,-22-20 96,0 0-160,1 0 32,19 20 96,-18-20-32,-2 0-32,-1 0 32,23 20 96,-22-20-96,20 0 32,-19 0 32,20 0-128,-1 0 0,0 0 64,1 19-288,-1-19 544,0 0-320,1 0 96,-1 0 32,1 0-96,-1 21-64,0-21 96,0 0 64,-18 0-160,18 19 64,0-19 64,20 0-160,-20 0 192,2 0-352,-2 0 544,0 0-320,0 0 128,20 0-64,-20 19-256,2-19 480,18 0-224,-20 0-32,21 0-32,-1 0 64,0 0-32,-20 0-64,20 0 128,0-19 1,-18 19-130,18 0 130,1-19-1,-1 19-32,19 0 96,-19 0-256,20-21 160,1 21-32,-21-19-32,20 19 32,-20 0 0,21-20 32,-1 20-32,-1 0 96,1 0-192,1 0 96,-1-20 32,-20 20-257,21 0 450,-1 0-161,-1 0-32,1 0-32,1 0 32,-1 0 0,0 0-64,-19-20 64,19 20-32,-20 0 96,19-20-96,1 20 0,-19 0-32,19-20 224,-20 20-160,21 0 128,-21-19-128,0 19 0,0 0 96,1-20-224,-1 20 96,0 0-32,0-20 0,0 20 128,-20 0-96,-18 0 96,-2 0-128,20 0-32,-19 0 32,-1 0-128,22 0-32,-22 0 32,0 0 128,1 0 64,-1 0 0,2 0-32,-3 0 32,-17 0 128,18 0-160,-39 0 64,19 0 0,-19 0-96,0 0 32,-20 0 0,20-20 96,-20 20-96,0 0 32,20-20 64,-20 20-64,0-20-96,0 1 64,0-1 64,0 0-64,0 0 0,19 0 32,-19-19 97,0-1 63,0 0-32,0-20-160,0 0 64,0 1-32,20-20-32,-20 19-384,0-40 223,0 21-63,20-21 192,0 1 0,-20 0 128,20 19-224,-1-19 160,1 20 64,0 19-128,1-20 128,-21 1-160,0 20 64,0-1-32,0-20 160,0 40-224,0-19 32,-21-1 64,21 20-64,-20 1 64,20-1-64,-20 0 64,20 21-32,-19-2 0,19 2 0,-20-1-64,0 20 64,20 0 0,-20-20-32,0 20 0,1 0 96,-1 0 32,0 0-128,-20 0-64,1 20-129,-22-20 33,23 0 32,-23 20 64,-18-20 160,20 0-128,-20 0 160,-1 19-192,-20-19-128,1 0 480,-20 21-320,19-21-97,-17 0-159,-23 19 64,21-19 96,-21 20-1,22-20 97,-21 0 96,-1 0-32,2 0 96,-1 20 33,-19-20-65,18 0 0,1 0 32,-20 20-64,20-20 32,1 0 0,-22 0-32,2 20 0,19-20-32,-20 0 96,20 0-64,-19 0 0,-2 0 0,22 0 32,-22 0-32,22 0 0,-1 0 32,-1 0 0,-18 0 64,19 0 0,1 0 0,-2 0-64,21 0-64,-1 0 32,1-20 0,1 20 0,19 0 32,-20-20-32,19 20 64,-19-20 0,20 20-32,0-20 64,-21 20-160,21-19 192,0 19-288,0 0 160,-1-21 32,-19 21 32,20-19-160,20 19 128,-21 0-64,1-20 64,0 20-64,0 0 64,0 0 64,-1 0-224,1 0 96,-20 0 64,20 0-32,-1 20 0,1-20 0,0 0 0,0 19-32,-1 2 96,21-21-96,-21 19 0,21-19-32,-21 20 64,21 0-224,20-20 448,-1 20-224,1-20 32,-1 20 0,1-20-32,18 0 0,3 0 0,17 0 32,-19 0-32,40 0-32,-19 0 64,-1 0-32,0 0-256,0 0 448,20 0-224,-20 0 0,1 0 0,19 0 0,-20 0-128,0 20 0,0-20 128,0 0 32,20 0 0,-21 0 0,21 0 0,0 19 128,0-19 32,0 0-96,0 0-32,0 0 0,0 0-32,0 0 32,0 0-32,0 0 32,0 0-64,0 0 0,0 0 64,0 20 64,-18 20 96,-2 0-160,20 0-32,-20 19 33,20 1-546,-21 20-1601,21-2-8552</inkml:trace>
  <inkml:trace contextRef="#ctx0" brushRef="#br1" timeOffset="-144018.41">4127 9955 6277,'0'-20'2691,"0"20"-1890,0 0 576,0 0-352,0 0-416,0 0 159,0 20 1,0-20 96,0 40-225,-19-20-191,19 20-65,0-1-63,0 21-65,0 0-160,-20 19 0,0 0-32,0 1-32,0 19 32,1-19-32,-1 19 96,20-19 161,0-1-1,0 1-160,0-1-64,0 1-32,0-20 64,0-1-160,0-19 224,0-1-160,0 1 96,0-20-96,0 0 225,0-1-129,0-19 96,0 0-96,20 0 192,-20 0-128,0 0 225,19 0-129,1 0-224,-20-19 0,20 19-64,0 0 32,0 0 96,-1 0-32,21 0-32,-20 0 0,1 0 128,17 0-128,3 0 129,-3 0 31,23 0-32,-22 0-64,21-20 0,-21 20-96,21 0 32,-19 0 0,-3 0-32,3 0-32,-3 0 96,3 0-128,-1 0 160,-1 0-64,1 20-64,-1-20 160,1 0-96,1 0 0,17 0 0,-17 0 0,18 0 32,0 0 33,1 0 127,-1 0-160,1 0 96,-1 0-32,2 0-32,-2 0-32,0 0-64,1 19 128,-1-19-128,20 0 32,-18 0-64,18 0 128,-20 0-64,21 0-32,-21 0 33,20 0-33,2 0 32,-22 0 0,20 0-32,0 21 0,-19-21-64,19 0 160,0 0-128,0 0 64,2 0 64,-2 0-192,0 19 96,0-19 0,20 0 0,-18 0 0,-2 0 32,20 0-32,-20 0 32,1 0-96,-20 0 64,19 0 32,-20 0-64,-19 0 32,19 0 96,-18 0-224,-21 0 64,18 0-33,-17-19-95,-1 19 64,20 0-128,-21 0 192,1 0 32,0 0-32,0 0 64,0 0-128,19 0 224,-19 0-128,-20 0 0,20 19 32,0-19 0,-1 0 0,1 0 0,21 0 0,-21 21-32,-2-21 32,2 0 128,1 0-224,-1 0 64,-20 0 96,0 0 32,0-21 64,0 21-96,0 0 32,0 0-96,0-19 32,0 19-32,-20-21 64,20 2-64,0-1-64,0-20 64,0 20 0,0-19 96,0-1-64,0-19 0,0 19-32,0-20 64,0 0-128,0-19 96,20 19-64,-20-19 32,20-20-32,-1 19 160,1 0 65,-20 1-129,0 0 32,0 19-64,0 0 224,0 21-64,0-21-64,0 20 64,0 0-288,0 1 160,0-1 0,0 0 1,0 20-33,20 0 0,-20-20-32,0 40 64,0-19-96,0 19 96,0 0-32,0 0 0,0 0-96,0 0-32,0 0 32,0 0 31,-20 0 66,20 0 95,-20 19-224,1-19 160,-1 0-64,0 0 0,-21 0 64,3 0-64,-23 0-96,-18 0 128,0 21 0,0-21-193,-20 0 97,-1 0-256,1 0 480,0 0-192,-20 0 32,-1 19-32,-19-19 32,1 0 32,-2 0-32,-18 0-32,19 20-32,-20-20 224,-20 20-224,20-20 96,0 20-64,1-20 32,-1 0 0,20 20-64,-19-20 64,18 0 64,1 0-64,1 0 0,-2 0 0,21 0 32,-1 20-32,3-20 64,16 0-64,2 0 0,20 0 32,0 0-32,20 0-64,18 0-704,1 0-161,21 0 128,-1 0-96,20 0-1025,-20 20-1121,20-1-9352</inkml:trace>
  <inkml:trace contextRef="#ctx0" brushRef="#br1" timeOffset="-139787.16">23364 11148 11947,'-21'0'416,"3"0"-320,-2 0 385,0-20 544,-1 20-96,21-20-321,-20 20-352,2-20-224,-3 20-64,-19 0 0,-19 0 0,-20 0-160,-20 0-128,0 0 128,0 0 160,18 0 128,-18 0 64,20 0 96,-21-19-96,1 19 32,20 0-95,-20 19 191,38-19-64,3 20-192,37 20-128,-17-20-320,38 19 31,0 1 65,0-20 224,18 19 96,2-19-64,1 20 64,-1 0 0,-20 0 64,20 19 96,-20 1-32,0 20 32,0-1 0,0 20-31,0 1-129,0 19 32,0 0-64,18 0 32,-18-39 96,21-2 192,-1-37 385,0 19-97,0-21-192,-1 1-191,1 19-65,0-19-64,0 0-32,-20-21 32,20 1-64,-20 1-96,0-21 96,0 0-32,0 20 96,0-20-64,0 0-64,0 0 64,19 0 32,1-20-32,20 20 32,-1 0-64,22 0 0,-3-21 32,22 21 32,0 0-32,19 0 64,21-20-96,-2 20 64,1 0-32,0 0-64,-19 0 0,-21 0 64,-19 0 32,-1 20 0,1-20-32,-21 0 192,2 0 160,-21 0 97,-20-20-1,0 20 193,0-19-1,-20-1-63,20 0-97,0 0-127,0 0-193,0-19-128,20 19-64,-2-20 64,23 1-64,-21-21 32,19 0 0,-19-20-96,0-19 96,0 0-160,-20 0-129,0-20 385,-20 19-288,0-19-64,0 20-128,-19-1 127,19 20 193,20 21 64,-21-1 32,1 21 32,2 19-128,-2 20-64,-21 0-32,2 0-192,-21 20-129,-19 0-159,-20 19-481,-41 1-1474,-18-20-9672</inkml:trace>
  <inkml:trace contextRef="#ctx0" brushRef="#br1" timeOffset="-136911">9110 9598 7975,'20'-20'1698,"-20"20"-321,0 0-1057,0 20 65,0 20 63,20-1 353,-20 1 64,0 19-1,20 1 65,0-1-128,-1 1-288,1 20-97,-20 0-256,20-2-32,-20 22-64,0-21 32,20 21-64,-20-1 32,21 0 1,-3-19-1,-18 19 0,20-19 32,-20 0 128,21-1-96,-21-19 96,20 19 65,-20-19-33,20-21 160,-20 21-224,18-21-31,-18 22 95,0-21-96,0-1-32,0 1 64,0 0-288,0-1 96,0 1 96,0-20-64,0 0-64,0-1 32,0 1-32,0 0-128,0-20 480,0 20-576,0-20 480,0 0-160,0 20-96,0-20 96,0 20-64,0-20 0,0 19 0,0-19 0,21 0 0,-21 21 32,20-21 33,0 0 31,20 0-32,-1 0 32,1 0 0,-1 0-192,1 0 96,19 0 192,2 0-224,-2-21 64,20 21-32,-19 0 96,19-19-160,0 19 128,0 0-128,2 0 64,18 0 96,-20 0-128,0 0-32,0 0 32,2 0 128,18 0-128,-20 0 32,0 0 0,21 19 96,-1-19-160,-20 0 128,20 21-96,0-21 0,-18 0 64,18 0 64,-20 19-288,20-19 352,1 19-256,-21-19 224,20 0-192,0 21 0,0-21 96,1 20-64,-1-20 64,0 0-32,0 0 160,1 0-256,-20 0 96,19-20 0,1 20 0,-1 0 64,0 20 0,0-20 0,-20 0-128,21 0 32,-21-20-64,20 20 128,-20 0 0,2 0-32,18-21 32,-20 21 32,20 0-128,-20 0 64,20 0 0,-20 0 0,2 0 0,-2 0 0,0 0 0,20 0 0,-20-19 64,21 19-96,-21 0-192,20 0 416,0 0-96,-18 0-96,-2 0 0,20 0 0,-20 0-224,0 0 448,2 0-192,-2 0-64,20-19 64,0 19 0,1 0 0,19-21-32,-20 2 0,0 19-32,21-20 64,-21 20-32,0 0-32,0 0 64,21-20-32,-21 20 0,19 0-32,-19-20 32,20 20 32,-19 0-32,-1-20-32,20 20 64,-19 0 0,-1-20 0,0 20-96,20 0 128,-19 0-64,-21 0 0,20 0 65,-20 0-130,2 0 33,-2-19 32,0 19 0,-19 0-32,-1 0 0,0 0 64,1 0 32,-1-20-160,-18 20 160,-21 0-32,19 0-32,-19 0 0,-20 0 65,20-20-194,0 20 482,-20 0-129,0-20-160,0 20 96,0-20-224,0 0 96,0 1-96,-20-1 96,20 0-32,0-20 64,-20 1-64,20-1 64,-20 0-96,-1-20 0,21 0 128,-18-19-64,18 0-64,0-1-64,-20-20-64,20 21 0,20-20 128,-20 0 32,18-1 32,-18 21-64,21-1 192,-21 0-96,20 1-96,-20 0-32,20-1 32,-20 1-64,20-1 0,-20 21-32,0-1-65,0 0 161,0 1 96,0 19-160,0 0 128,0 21 0,-20-2 65,20 2-97,-20 19 32,0-20-32,-1 20 0,21 0 64,-18 0-193,-2 0 129,-1 0-32,21 0-192,-20 0 448,0 0-224,2 0 0,-23 0 65,21 0-226,-19 20 418,-1-20-450,0 0 418,-19 0-225,0 0-64,-2 19 64,-18-19-64,0 0-97,-20 0 97,18 0 32,-36-19-32,-3 19 32,1 0-32,0 0 64,-21 0 32,22 0-64,-21 0-192,-1 19 544,2-19-352,-22 0 0,2 0 0,-1 0 64,0 0-32,1 0 32,-22 0-96,2 0 64,20 0-32,-22 0 96,22 0 0,-20 0-160,-2 0 192,22 0-160,-20 0 32,-1 0 32,20 0-32,-20 0 96,20 0 0,-20 0-160,21 0 192,-2 0-128,23 0 64,-23 0-32,2 0 32,18 0 32,2 0-64,-1-19 32,-1 19-32,21 0-32,-19 0 32,18 0 64,-19-20-64,1 20 32,18 0 32,-19 0-160,20 0 128,-19 0 32,-2-20-128,21 20 32,-19 0 96,-2 0-128,21 0 96,-19 0-32,-2 0-32,1 20 64,1-20-32,18 20 0,-19-20 0,20 19-32,1 2-64,-2-21-384,21 19 224,-20 1-481,19 0-96,1 20-961,0-1-3395</inkml:trace>
  <inkml:trace contextRef="#ctx0" brushRef="#br1" timeOffset="-128584.52">21418 9279 14862,'-19'0'896,"19"0"-415,39-19 256,1 19-97,19-20-127,20 0-65,21 20-64,-1-20-95,20 0 31,-20 0-320,1 20 32,-20-20-384,-21 20-577,-19 0-737,-1 0-1024,-39 0-1891,-20 0-768</inkml:trace>
  <inkml:trace contextRef="#ctx0" brushRef="#br1" timeOffset="-128332.51">22232 9160 960,'-138'20'3300,"77"-20"95,3 20-448,17-20-1122,2 20-864,39 0-480,0 0 31,0-1 1,39 21-193,2 0-192,17-20-32,-17 19-32,-1 21 0,-1-21 0,1 2-64,-40 18 32,20-19-32,-20 0 160,-20-20 513,-20 0 480,20-20-192,-39 0-256,0 0-225,-22 0-191,22-20-97,-1 20-160,41-20-160,-21 0-417,40 20-672,0 0-801,20-20-1986,19 20-5156</inkml:trace>
  <inkml:trace contextRef="#ctx0" brushRef="#br1" timeOffset="-128034.49">22550 9180 8968,'20'-20'4324,"-20"0"-3395,0 20-288,0 20 640,0 0-64,0 20-544,0 0-321,0 19-224,0 1-64,0 0-64,0-1 128,20 1-32,-20-1 64,20 1-95,-1-20-1,1 0-96,0-21 96,20 21-449,-19-40-416,-3 20-672,2-20-2819</inkml:trace>
  <inkml:trace contextRef="#ctx0" brushRef="#br1" timeOffset="-127582.47">23205 9379 14862,'-20'0'96,"20"-20"256,-20 20 833,20 20-416,-20-1-417,1 1-256,-1 40-96,0-21 0,20 22-160,0-1-64,0-1 64,40-19 160,-1-1 32,1-19 96,-1 0 96,2-20 257,-1 0-1,-1 0 161,-19-20-129,20 20-160,-1-20-95,1-19-97,-20 19-64,0-20-128,-20 1-96,0-1-481,-40 0 385,20-1-256,-39 2 95,19 0 289,-19 18 0,-2 1 32,23 40 128,-3 1-64,41-2 192,0 21 0,20 0 129,19-20-225,2 20 96,-1-21-128,-1 2 0,1-21-128,-20 0-320,19 0-737,1 0-1314,19 0-3811</inkml:trace>
  <inkml:trace contextRef="#ctx0" brushRef="#br1" timeOffset="-127315.45">23602 9121 16527,'21'0'256,"17"19"1346,3-19 512,18 20-481,21 20-704,-21-20-448,20 39-353,-18-19-192,-23 20 160,-18 19-64,-20 1-32,0-1-192,-20 1-64,0-1-129,-19-19-31,19-1-97,-39 1-63,19-20-257,-19 0-480,-1-1-1954,1-19-11948</inkml:trace>
  <inkml:trace contextRef="#ctx0" brushRef="#br1" timeOffset="-124453.29">20505 9876 9929,'-39'0'128,"39"0"0,20 0-160,-1-20 545,1 20 383,20 0-191,-1-20-481,21 20-192,-21 0 0,22 0 32,-23-20 33,23 20-97,-2 0 0,-19-20-161,-1 20-351,-19-20-385,20 20-1601,-19-19-3108</inkml:trace>
  <inkml:trace contextRef="#ctx0" brushRef="#br1" timeOffset="-124223.27">20922 9598 8840,'-20'0'1826,"20"0"-1122,20 0 33,20 0 128,-1 19-96,21-19-65,-1 0-384,2 21 1,-2-21 223,1 19 1,-1 1-417,-39 0-128,0 0-32,-40 0 96,0 19 0,-20-19 0,1 20-64,-21 0-128,1-21-320,0 21-1058,-2 0-3683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41:41.92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23126 3079 11562,'19'-20'545,"1"20"96,0-19 736,-20 19-320,0 0-513,0 0-95,-20 19-321,0 1-32,-19 0 32,-21 20 160,1 20 129,19 0-33,-39-1 33,20 1-225,-2-1-96,22-19 64,-21 19-64,40-18 32,-19-2-96,19-19-32,0-1-32,0 22-224,1-41-385,19 19-512,-20 1-961,0-20-993,20 20-2498</inkml:trace>
  <inkml:trace contextRef="#ctx0" brushRef="#br0" timeOffset="317.01">22371 3417 4900,'21'-19'1442,"-21"19"-674,0 0 1,0 0 832,0 19-31,0 1 31,0 20-511,-21 0-418,-19 20-191,21-21 95,-21 21-224,20-1 33,20-19 63,0 0-63,20-1 31,20 1 64,-1-20-95,22 0-129,-2-20-64,0 0-96,21 0-224,-1-20-224,-20 20-993,2-20-3428</inkml:trace>
  <inkml:trace contextRef="#ctx0" brushRef="#br0" timeOffset="4406.25">14252 3099 10057,'0'-20'288,"0"0"513,20 20 576,-20 0-159,0 0-65,0 0-609,0 0-416,0 20 289,0 21 287,0-2-159,-20 1-257,20 20 32,0-1-191,-20 1 31,20-21-64,0 21 0,0-1-64,0-18-224,0-2-161,0-19-383,0-1-610,0 2-1761,0-1-4708</inkml:trace>
  <inkml:trace contextRef="#ctx0" brushRef="#br0" timeOffset="4710.26">14074 3536 11210,'19'0'-64,"-19"20"-32,0-20 288,0 21 833,20 18 513,-20 0-481,0 2-481,20-22-416,-20 21-64,20-20 65,0 0 287,-1-20 225,1 0 191,20 0-127,-20-20-256,19 0-225,22-20-128,-23 21-128,3-22-96,-1 2-705,-21 0-1954,1 18-11626</inkml:trace>
  <inkml:trace contextRef="#ctx0" brushRef="#br0" timeOffset="11077.63">4862 2106 4163,'0'0'-64,"0"0"-160,0 0 512,0 0 673,0 0 385,0 20 63,0-20-384,0 0 128,-20 20-192,20 0-288,0-20-161,0 19-192,-19 1-192,19 0-63,0 0 31,-20 21 32,20-22 32,-20 0-160,20 21 96,-41-19-64,23 18 32,-2 1-32,-21-21 32,21 21-64,-18 0 96,17-1-64,-19 2-32,1-2 96,19 0 33,-20 2-97,20-2 32,-19 1-32,19 0-32,0 0 0,-1-1 0,3 1 0,-2-20 32,0 19-32,-1-19 32,1 21-32,2-22 32,-3 20-32,1 2 0,0-1-32,0-21 0,1 21 32,-1 0 0,20-20 0,-20 19 32,0-19-32,20 0 32,-20 20-32,1-20 0,19-1 0,-20 1 0,20 1 0,-20-2 64,20 1-64,-20 0 0,20 20-64,-20-20 192,20-1-128,0-19 32,-19 20-32,19 0 32,-20 0 32,20 0 0,0-20-64,-20 20 0,20 0 32,0-1-32,-21 2 32,21-21-32,0 19-32,0 1 0,-20 0 64,20 0 32,0 0 0,0-20-32,0 20 0,-18-1 32,18 1 32,0-20-32,0 21-32,0-21-32,0 19 33,0-19 31,0 20 32,0 0-96,0-20 32,-20 19 32,20 2-64,0-21 128,0 19 0,0-19 0,0 20-32,0 0 0,0-20 0,0 20-64,0-20 32,0 0 1,0 20 31,0 0 32,20-20 64,-20 19-32,0-19-32,0 21-64,18-21-32,-18 0 0,0 19 32,0-19-64,20 21 96,-20-21-63,0 0 63,21 0-32,-21 19 32,0-19-64,20 0 0,-20 0 0,20 0-64,-1 20 64,-19-20-32,20 0 0,0 0 0,-20 0 0,20 0 0,-20 0 32,20 0-32,-20 0 32,19 0 0,-19 0-32,0 0 0,0 0 0,20 0 0,-20 0 32,0 0-32,20 0 32,-20 0-32,0 0 32,0 0-32,20 0 64,-20 0-64,20 0 64,-20 0-32,19-20 0,-19 20 32,20 0-64,-20 0 0,20 0 0,0-19 0,-20 19-64,21 0 224,-3 0-128,-18 0-32,20 0-32,1 0 64,-1 0-32,0-21 0,-2 21 32,-18 0-32,21 0 0,19 0 64,-20 0-128,-1 0 96,1-19-64,0 19 32,0 0 32,0 0 0,-1 0-32,1 0 33,0 0-33,0-21 96,1 21-96,-1 0 64,-2 0-64,2 0 0,1 0 32,-1 0-32,0-19 64,-2 19 0,3 0 64,19 0-96,-20 0 128,-1 0-160,21 0 128,-20 0-96,19 0 0,-19 19 64,20-19-128,-19 0 32,-3 0 32,2 0-64,0 0 64,1 0-64,-1 21 96,-2-21-128,3 0 96,-1 19 32,0-19-128,0 0 193,-1 21-290,21-21 193,-20 0-32,0 0 32,-1 0-96,1 19-32,0-19 128,20 0-64,-19 0-32,-3 20 32,-18-20 32,20 0 0,1 20 32,-1-20-96,0 20 0,-2-20 32,3 20 64,-1-20-128,0 20 0,0-20 96,-1 19-32,1 1-32,0-20 96,0 20-32,0-20-64,-1 20 32,1 0 64,0 0-96,0-20-32,0 19 64,-1 2 64,-19-2-64,20-19 32,0 20 64,-20 0-64,21-1-32,-21 2 64,20-1-32,-20-1 0,18-19 0,-18 21 0,0-2 96,0 2-192,20-1 96,-20-1 0,0-19-64,-20 20 160,20 0-128,0 0 32,0 0 96,-18 0-192,18-1 192,0-19-256,0 20 128,0 0 96,0-20-160,0 20 160,0-20-32,0 0 0,0 20-96,0-20 64,0 0 0,-20 20-32,20-20 128,0 0-96,0 20 0,-21-20 0,21 19 64,0-19-64,-20 21 0,20-21 32,0 19-32,-20-19 32,20 0-32,0 20 32,-19-20 0,19 0-32,-20 21 0,0-21 0,20 0-64,-20 0 32,20 0 32,-20 19-32,1-19 64,-1 0-96,20 20 192,-20-20-256,0 0 192,0 0-64,20 0 0,-19 20 0,-1-20-96,0 0 128,0 0-32,-1 0-32,21 0 0,-18 0 192,-2 0-192,20-20 128,-20 20-224,20 0 160,-21-20 32,21 20-64,-20-19 0,2-2 32,-3 21-32,1-20 32,0 1 0,20 19-32,-20-21 96,0 21-160,1-19 192,-1-1-96,20 20 0,-20-20-64,0 0 96,20 20-160,-20-20 128,20 0 0,0 0-96,-19 20 64,19-19-64,0 19 256,-20-20-128,20 20-32,0-20-64,-20 20 32,20-20-32,0 0 64,-20 20-288,20-20 512,-21 1-288,21 19 64,0-20-32,0-1-64,-18 21 160,18-19-128,0 19-32,-20 0 192,20-21-96,0 21-64,-21-19 32,21 19 64,-20-20-64,0 20 0,20-21 32,-18 2-64,-3 19 64,1-20 0,20 0 0,-20 1-64,0 19 257,1-21-257,-21 2 160,20 19 0,0-20-64,1 20-96,-1 0 128,0-20-64,0 20-32,-19 0-32,19-20 64,0 20-32,-1 0-32,-17 0 64,18-20-32,-21 20 0,21 0 0,-19 0 0,19 0 0,-20 0-32,20 0 32,1 0 32,-21 0-160,20 0 160,-1 20-32,3-20-192,-2 20 32,0-20-65,-1 0 97,21 20 0,-20-20 64,20 20 32,0-1 0,-18 2 0,18-2 32,0 1 32,0 0-64,0 20-32,0-20 128,0-1-64,0 21 0,0-19-32,0-1 32,18-1-32,-18 1 0,0 0 64,20 20-32,-20-20-64,0-1 64,0 21 0,21-20 0,-21 0 0,0 0 0,20 19 0,-20-18 0,20 18 0,-2-18-32,-18 18-32,21-19 64,-1 20 0,0-20 64,0 19-64,-1 1 32,1-20 32,0 19-64,0-19 96,19 20 0,-19 0-32,20-1 32,1 21 64,-3-20 1,3-1-129,-3 2 64,23-2-256,-22 0-129,1-18-191,19-21-1186,-39 0-4644</inkml:trace>
  <inkml:trace contextRef="#ctx0" brushRef="#br0" timeOffset="15722.89">4862 5941 928,'0'0'1218,"0"0"-1058,0 0 288,0 0-31,0 0 159,0 0 193,0 0-257,20 0-320,-20 0 129,0 0 255,0 0-95,0 0-97,0 0-128,0 0-128,0 0-95,0 0 159,0 0 160,20 0-32,-20 0 97,20 0-225,-1 0-160,-19 0 96,20 0 0,-20 0 32,20 0 97,-20 0 191,20 0-64,-20 0-63,21 0 31,-3 0-192,2 0-160,0 0 32,1 0-32,17 0 0,-17 0 0,-1 0 0,0 0 0,0-20 32,-1 20 32,1 0-64,0 0 32,0 0 0,0 20-32,-1-20 0,1 0 64,0 0 0,0 0 129,0 0-1,1 20 0,-3-20-96,23 0 96,-21 0-64,0 0-64,-2 0 129,3 0 159,-1 0 32,0 0-159,0 0-33,-1 0 32,-19 0-128,20 0 0,0 0-96,-20 0 32,20 0 32,0 0-64,-1 0-32,1 0 64,0 0-32,0 0 0,0 0 0,19 0 0,-19-20-32,1 20 32,-1 0 0,-2-20 0,2 20 0,1 0 0,-1 0 0,0 0 0,-1-19 0,1 19 0,0 0-32,0 0 64,-20 0-64,20 0-32,-1-20-64,1 20 96,0 0 32,0 0 0,0-21 0,1 21 0,-3 0-96,-18-19 64,20 19 32,0 0 0,-20-20 0,21 20 0,-21 0 32,20 0-32,-2-19 0,-18 19 0,21 0 0,-21-20 0,20 20 0,-20-21 32,20 21 0,-20 0-32,20 0 32,-20-20-32,19 20 32,-19 0-32,0 0-32,20-19 32,-20 19 0,20 0 0,-20 0 0,20-20 0,-20 20 0,0 0 0,20 0 32,-20-19-32,0 19 0,0 0 32,0 0 0,19 0 0,-19-21 0,0 21-32,0-20 32,20 20-32,-20-20 64,0 20-32,0-20-32,0 20-32,20-19 64,-20-1-32,0 0 64,0 0-64,0 0 0,0 0 128,0 0-96,0 1 32,0-21-64,0 19 33,-20-18-33,20 20 0,0-1 32,0-20-32,0 20 32,0 0 64,-20 1 0,20-2 32,0 1-64,0 1 32,-19-2-32,19 2 0,0-1 32,0-20 64,0 20-31,-20 0 63,20 0-128,0 1 0,0-1-128,0 0 448,0 0-672,0 0 576,0 0-288,-20 1 0,20-1 96,0 20-64,0-21 96,-20 2-64,20 19 65,0-21-97,0 2-32,-20 19 0,20-20 0,0-1 0,0 21 0,-19-19-32,19 19 0,0-20-1,0 0 33,0 20-64,0-19 32,0 19 0,0-21 0,0 21 32,0-19-32,0-1 32,0 0 0,0 0 0,0 20-32,0-20 32,0 0 0,0 20-32,19-19 0,-19-1 32,0 20-32,0-20 32,20 0 0,-20 20 0,0-20-32,20 20 0,-20-20 32,0 20 0,20-19 0,-20 19 0,0 0-32,20-21 0,-20 21 0,19 0 32,-19 0-32,20 0-32,-20-19 64,20 19 0,-20 0 0,20 0 0,0 0 0,-1 0 0,-19 0-32,20 0 32,0 0-32,-20-21 0,20 21 32,1 0-32,-3 0 0,-18 21 0,20-21 0,1 0-64,-1 0 96,0 0-64,-2 19 64,3-19 0,-1 0 0,0 0 0,0 21-32,-1-21 32,1 0 32,0 19-64,0-19-129,0 0 1,-20 0-64,20 20 128,-1-20 32,1 20 32,-20-20 64,20 0-32,1 20 32,-1-20 0,-2 0-32,2 20 0,-20-20 0,21 0-32,-1 0 0,-20 20 0,20-20 32,-20 0 96,18 19-128,-18-19 64,21 20-32,-1-20 96,0 20-128,-20-20 32,20 0 0,-20 20 32,19 0-64,-19-20 32,0 20 0,20-20 0,-20 19 32,20 2 0,-20-2 32,0 1-32,20-20 0,-20 20-32,0-1 0,20 2 32,-20-21-64,0 20 32,19-1-32,-19 2 32,0-2 0,20-19-32,-20 21 64,0-1-32,0-1 0,20 1 0,-20 0 32,0 0 0,0 0 0,0 0 160,0-1-288,0 1 160,20 0-64,-20 0 0,0 0 32,0 0 0,0-20-64,0 20 0,0-20 64,0 19 129,0-19-97,-20 0 32,20 21-64,-20-21-32,0 0-32,20 0-96,-19 19-1,-1-19 33,0 0-96,20 0 0,-20 0 64,0 0-32,-19 0-321,19 0 1,0 0 95,-19 0-31,19 0 320,0 0 0,-1 0-64,1 0 32,2 0 96,-2 0 32,-1 0 32,1 0 128,-19 0 96,39 0 128,-20 0 33,0 0-225,20 0-160,-20 0-96,0 0 64,20 20 0,-20-20 0,1 0 0,19 0 32,-20 0 32,0 21 96,20-21 32,-20 0-96,20 19-96,-21-19 0,21 20 0,-18-20 32,18 0-32,0 20 0,0-20 33,-20 19 31,20-19 64,0 0-64,0 21 32,0-21-32,0 20-64,0-1 96,0-19-64,0 20 32,0-20-32,0 19 0,0 2 32,0-21-64,0 20 0,0-20 0,0 20 0,0-20 0,0 19 32,0-19 0,0 20 0,0 0 64,0-20-64,0 0 32,0 20-31,0-20-1,0 20 0,0-20 0,0 20 64,0-20-64,0 20 0,20-20 96,-20 19-64,0-19 96,0 20-32,0-20 32,0 20-32,0 0 1,18-20-33,-18 21-32,0-2 32,0 1 0,0-20-64,21 19 32,-21 1-64,0-20 96,0 21-32,20-21-32,-20 20 32,20-1-32,-20-19-64,0 20 32,20-20-64,-20 19 96,0-19-128,19 0 0,-19 21 0,0-21-32,20 0 32,-20 0 0,20 20 0,-20-20 64,20 0-33,0 19 65,-20-19-160,20 0 32,-1 0 96,1 0-32,0 0-160,1 0-64,-1 0-65,-2 0-95,23-19 31,-21 19-31,0-20 320,-2 20 64,23 0 32,-21-21 64,0 21 128,-1-19-64,1 19 0,0 0 64,0-20-96,0 20-32,-1-19-64,1 19 32,0-20 32,-20 20-32,20-21 32,1 21 33,-21-20 127,18 20 128,-18-19-64,20-1-224,0 1-32,1-2-32,-1 1-96,-20 0 0,18 0 32,3 1-32,-1-1 128,0 20 32,-20-20 32,20 0 32,-20 20-64,0-20-32,19 0 32,1 20 0,-20-20-64,20 1 32,0-1 32,-20-21-32,20 22 32,-20-1-32,20 1 0,-20-22 0,19 22 0,-19-1 0,0 0 32,20 1 0,-20-2 0,20 1 0,0 1 64,-20-21-32,21 20 65,-3 0-33,-18-20-64,20 0-32,1 1-32,-1-1-129,18 0 418,-17 1-129,19-1 96,19 0 192,-19-1 161,19 2-33,1-21 1,20 21 64,-22-21 127,22 1-159,0-1-33,-1 0-351,20 1-65,-19-1-64,19-20-32,0 41-192,0-21 96,-20 21-385,2-1-256,-22 20-255,1 0-1283,-41 0-7654</inkml:trace>
  <inkml:trace contextRef="#ctx0" brushRef="#br0" timeOffset="30521.74">952 10810 14189,'-40'20'-32,"19"-20"-64,1 0 576,20 0 801,0 0-512,0 0-384,0 0-289,0 0 128,0 0-32,20 0-64,1 0 0,-1 0-32,0 0 33,-1 0-129,21 0 192,0 19-224,-1-19 96,21 0 0,-1 0-96,-18 0-32,17 0 0,-17-19-225,18 19-95,-39 0-161,20 0-223,-21-20-257,1 20-192,-20 0-449,0 0-1857,0 0-1730</inkml:trace>
  <inkml:trace contextRef="#ctx0" brushRef="#br0" timeOffset="30838.76">1308 10651 5765,'-20'0'1537,"20"0"-1280,0 0 159,0 0 1410,0 0-449,0 0-704,20 19-225,1-19 257,-1 21 192,0-21-129,19 20-223,1-1-1,-1-19-31,1 20 95,0-20-223,19 20-321,-18-20-32,-23 20 0,2-20 32,1 20 32,-21-20-32,-21 20 0,1-1-32,2 1 96,-3 0-64,-19 0-128,1 0-416,-1 20-1410,0-21-4644</inkml:trace>
  <inkml:trace contextRef="#ctx0" brushRef="#br0" timeOffset="37985.17">8158 12737 6726,'0'0'3235,"0"0"-1409,0 0 640,-20 0-320,20 0-609,0 0-447,0 0-386,0 0-448,0 0 609,20 0-416,-20 0-65,20 0 64,-1 0-95,1 0-1,0 0-128,20 0-31,-1 0-1,-19 0-32,20 0-448,-1 0 544,2 0-256,-21 0 32,-2 0-32,2-20-32,1 20-128,-1 0-225,-20 0 65,20 0-225,-20 0-95,19 0-33,-19 0-288,0 0 97,0 0-610,0 0-1056,0 0-2883</inkml:trace>
  <inkml:trace contextRef="#ctx0" brushRef="#br0" timeOffset="38331.18">8456 12539 10121,'-21'0'1121,"21"-21"160,-20 21 994,20 0-610,0 0-608,0 0-416,-20 0-33,20 0 129,0 21-64,0-2-1,-19 1-287,19 20 191,0-1-352,0 1-96,0 0-31,0-1-97,19 2 64,-19-2-64,0 0-64,20-18-257,-20 19-512,0-20-416,0-1-192,0-19-1154,0 0-2786</inkml:trace>
  <inkml:trace contextRef="#ctx0" brushRef="#br0" timeOffset="39709.26">9984 12260 14798,'0'-20'1089,"0"0"-769,0 20 449,0-20-353,0 20-192,0 0-128,0 20-64,-20 0 64,0 20-32,0-1 65,1 2-129,-21-22 0,20 21 32,0-21-64,1 2 32,-1-1 0,0 0-193,-1-1-127,1-19-32,20 0-193,-18 0-608,18 0-1121,0-19-1762</inkml:trace>
  <inkml:trace contextRef="#ctx0" brushRef="#br0" timeOffset="40004.28">9745 11803 12716,'-20'-39'1665,"2"39"-640,18 0-256,0 19 128,0 1 224,18 20-128,2 19-545,1 0-128,19 2 97,-1 18-33,1-19 97,-1-1-225,1 21-64,0-20-96,-21-21-64,1-19 64,0 20-32,0-20-64,1 19-128,17-18-128,-18-2-160,1 1-481,-21 0-128,20-20-865,-20 0-2690</inkml:trace>
  <inkml:trace contextRef="#ctx0" brushRef="#br0" timeOffset="40697.32">9369 12916 960,'-20'0'7111,"-1"0"-4901,1 0 513,2 0-513,-3 0-416,1 0-417,0 0-224,20 0-224,-20 20-545,20-20 161,20 0 63,0 0-255,21 20 95,18-20 1,20 0-193,20 0 256,0 0-320,0 20-95,21-20-33,-1 0-64,21 0 0,-23 0-97,-17 0-223,0 0-256,-41-20-161,0 20-96,-18 0-224,-21 0-448,-20 0 352,0 0-897,-20 20-545,-1-20-2241</inkml:trace>
  <inkml:trace contextRef="#ctx0" brushRef="#br0" timeOffset="41158.35">9527 13174 15630,'-59'20'961,"39"-20"-320,0 0 512,20 0-577,0 0-63,20 0-97,20 20-256,-20-20-31,39 0-129,-19 20 0,19-1 0,-18 1 0,-3 1-161,-17 18 65,-1-19 96,-20 20 64,-20-20 33,-1 20 95,1-21 256,-18 1-31,-3 0-1,21 0-96,-19 0-64,39 0-320,0 0 128,0-20 1,20 0-65,-1 0-225,21 19-223,1-19-289,-3 0-640,3 0-513,-2 0-2018,1 0-6341</inkml:trace>
  <inkml:trace contextRef="#ctx0" brushRef="#br0" timeOffset="41641.38">9964 13432 12748,'0'0'448,"0"0"289,0 0 1056,0 21-928,20 18-512,-20-19-33,0 20-224,20 0-96,-20-21 64,19 1-32,-19 0 64,20 0-32,-20-20 160,0 0 97,0 0-193,20 0-96,-20-20-64,0 0-32,0 0 160,20 1-288,-20-21-1,21 20 226,-3 0-98,2 20 97,-20 0-64,20 0 64,-20 0-64,21 20 32,-21 0 32,0 0-64,20 0 64,-20-20 33,0 19 159,18-19 32,-18 0-96,21 0-224,-21-19 224,20-1-384,-20 0-32,20 0 416,-20 0-192,20 0 32,-1 20 32,1 0 64,0 0-32,-20 0-256,20 20 576,-20 0-416,20 0 0,-20 0 96,0 0-384,0-1-289,20 1-576,-20-20-1826,0 0-8263</inkml:trace>
  <inkml:trace contextRef="#ctx0" brushRef="#br0" timeOffset="42420.42">12366 12339 14926,'0'0'1057,"-19"0"-929,-21 0 64,-1 0 0,-18 0-64,0 0 32,-21 0-64,1 0 1,0 21-1,-21-2 0,21 1 288,-1 0-128,21-1 33,39-19 159,-19 21-160,19-1 1,0 19-321,20-18 128,20-2 32,19 21-64,21-20 0,-1 0-128,20-1 192,2 1-192,-22 0 64,-1 0 0,3 0-192,-41-20-97,0 20 33,-1-1 32,-38-19 96,-1 20 96,-20 1 192,-1-1 256,3-20 385,-3 19 160,3 1-96,17-20-545,1 19-96,20 2 33,20-21-161,1 20 0,17 0-96,23-20 0,-2 20-192,1-1-65,-1-19-223,20 0-833,-38 20-993,17-20-4036</inkml:trace>
  <inkml:trace contextRef="#ctx0" brushRef="#br0" timeOffset="43033.46">11651 13413 11050,'-19'0'1922,"19"19"-801,0-19 96,0 0-608,0 0 159,0 21 33,19 18-224,-19-19-129,20 20 97,0 19-161,0-19-192,0 0-96,-20-1-64,0 2 32,0-2-96,0-19 160,0 20-64,-20-20 65,0-20 31,0 19-96,0-19-160,1 0-353,-1-19-255,0-1-578,0-20-1280,0 20-3940</inkml:trace>
  <inkml:trace contextRef="#ctx0" brushRef="#br0" timeOffset="43191.47">11572 13234 12748,'40'19'1441,"-40"-19"-192,0 0 0,20 0-1024,-20 20-322,0-20-575,19 0-1250,1 0-1986,-20 21-5541</inkml:trace>
  <inkml:trace contextRef="#ctx0" brushRef="#br0" timeOffset="43559.49">11890 13393 12587,'0'20'2082,"0"-20"-352,0 0-64,0 0-898,0 0-383,20 19-129,0-19-128,-2 0-96,3 0-32,19 0-128,-20 0-320,0 0-225,-1 21-672,1-21-897,-20 0-2019,0 0-5796</inkml:trace>
  <inkml:trace contextRef="#ctx0" brushRef="#br0" timeOffset="43718.5">11948 13492 12203,'0'20'1826,"0"0"64,0 0-673,0-20-737,21 20-256,-1-20-160,0 0-352,20 20-897,-1-20-1377,1 0-2819</inkml:trace>
  <inkml:trace contextRef="#ctx0" brushRef="#br0" timeOffset="43919.51">12485 13432 16751,'0'21'1057,"0"-2"417,-20 1-97,20 20-961,0-20-448,-19 20-416,19-21-417,0 21-768,19-20-2275</inkml:trace>
  <inkml:trace contextRef="#ctx0" brushRef="#br0" timeOffset="45895.62">11790 11744 10762,'0'20'1954,"0"-20"-1762,0 19 1377,0 1 129,0 0-769,0 20-513,0-1-64,0 1-95,0 0-193,0-20 32,0 0-32,0 0 160,0-20-256,0 0 352,0 0-31,0-20-97,0 0-288,0 0 352,0-1-256,20-17 32,1 17-32,-21-18-32,18 19 128,2 0-224,-20 0 64,21 20 320,-1 20 64,-20 0 129,0 20-33,20-21-192,-20 21-256,0 0 193,18 0-418,-18-20-255,21 0-673,-21 19-737,20-19-3235</inkml:trace>
  <inkml:trace contextRef="#ctx0" brushRef="#br0" timeOffset="49461.82">13220 12598 12619,'-20'-40'385,"20"21"-449,-21-2-160,21 2 288,-18 19 64,-2-20-32,0 20-96,-1 0 0,1 0 160,-19 20 0,19 20 0,0-1-64,-19 1-64,39-1 97,-20 21-65,20-1 0,20-18-64,-1 18 0,21-19-32,19 0 0,2-1 64,-2-19 64,20-20 448,-19 0-31,-1 0-129,2-20-32,-23-19-191,3-1 159,-41 19 64,20-37-192,-40 17-224,-1-18-32,1 19-416,-18-19-321,-23 19 321,2-19 512,-1 38 32,1 2 32,0 19-128,-2 0 32,23 19 0,17 2 64,1 18 32,20 1 256,0-20-128,20 19 65,19-19-1,2 20-64,-1-20 65,19-1-161,-19 1-96,-1 1-64,21-21-417,-41 20-448,21-20-1185,-20 0-3267</inkml:trace>
  <inkml:trace contextRef="#ctx0" brushRef="#br0" timeOffset="50016.86">13776 13095 9480,'0'0'1282,"0"0"-1,0 0 513,0 0-1186,0 0 257,0 20 128,0-20-128,19 19-193,-19 1-95,20 0-321,0 20-128,-20-1 32,0 2-63,0-2-65,0 0 32,0-18 0,0 18 160,0-18 320,-20-2-95,20-19-321,-20 20-128,1-20-352,-1-20-353,-20 1-416,20-2-865,1 2-2114,-1-22-8198</inkml:trace>
  <inkml:trace contextRef="#ctx0" brushRef="#br0" timeOffset="50140.86">13736 12995 14285,'20'0'96,"-20"0"-256,0 0 224,0 0-1569,20 0-4741</inkml:trace>
  <inkml:trace contextRef="#ctx0" brushRef="#br0" timeOffset="50571.89">13934 12280 12908,'-20'-40'1281,"20"40"-512,-20-20 512,20 20-64,0 0-576,0 0-545,20 0-128,0 0 0,1 0 32,-1 0 32,-2 20-64,3 0 32,-21-20 0,0 20-128,0 0 256,0-1-224,-21 1 192,3 1-128,18-2 64,0 1 0,-20-20-32,20 20-32,20-20 192,-2 19-128,-18-19 0,41 0 0,-21 21-96,0-21-737,-1 0-1473,-19 20-5638</inkml:trace>
  <inkml:trace contextRef="#ctx0" brushRef="#br0" timeOffset="54278.1">16356 11625 9961,'-20'0'0,"20"20"64,0-20 961,0 39 448,0-19-95,20 40-65,-20-1-288,20 20-288,-20 1-225,20 19 65,-20 20-161,0 0-32,0-19 1,0 20-193,0-41-32,0 0 64,0 20 33,0 21-161,21-21 0,-21 20 0,18-39-96,-18 0-32,20-21 32,0 1-321,-20-20-63,21-1-321,-21-19-672,0 0-2018,0 0-10250</inkml:trace>
  <inkml:trace contextRef="#ctx0" brushRef="#br0" timeOffset="55401.16">17448 12141 12203,'-39'-40'320,"19"20"-768,-21 20 0,23 0 223,-23 0 225,21 20 225,-19 0-97,19 0 160,0 0 96,0 19 225,0 1 128,1 0 31,19 19-159,0-19-225,19 19-192,1-18-31,0-21-65,0-1 0,0 21-32,19-20 96,22 0 32,-2 0 257,-19-20-1,19 0-160,-19-20 1,-1 0-33,1-19-320,-20-1 224,-1-21-160,-19 2 32,-19-20-64,-21 19-224,0 20-513,1 1-256,-1-1 512,-19 20 577,18 20 225,3 20-33,-23 0-32,41 0-32,-19 19 193,39 1-1,0 0-192,0-1 33,20-19 31,19 20-128,2-20-32,-3 0-64,23-1 64,-22-19-96,1 21-288,0-21-737,-21 0-1377,21 0-3876</inkml:trace>
  <inkml:trace contextRef="#ctx0" brushRef="#br0" timeOffset="55653.18">17905 12479 13676,'-20'20'2563,"0"-1"-2435,20 2 0,0-2 865,-19 1-480,19 0-513,0 0-353,19 19-287,-19-19-642,20 0-1857,0 0-6277</inkml:trace>
  <inkml:trace contextRef="#ctx0" brushRef="#br0" timeOffset="56425.21">18342 12618 5669,'-20'0'9193,"20"0"-8553,0 0-512,0 20 193,-20-20 95,20 19-320,-20 1-128,20 0-96,-21 0-545,21-20-480,-18 20-1057,18 0-1826</inkml:trace>
  <inkml:trace contextRef="#ctx0" brushRef="#br0" timeOffset="56936.25">18818 12121 11915,'-40'-20'2402,"21"40"-2242,-1 0-160,0 0 192,0 19 1,0 1-129,20 20 0,-19-21 0,19 21 96,19-21-32,-19 2-128,20-21-256,0 20-65,0-21 33,19 1 192,1 0 96,-20-20 96,19 0-64,1 0 128,1-20 385,-3-19 63,3 18-255,-21-18 191,-20-21-255,0 1-193,0 18-128,-41 2-64,21-1-193,-39 0-95,19 21 288,1-1 96,-21 20-96,21 20 96,-1-1 96,0 1 96,21 20 128,19 0-224,0-1 65,0-18 63,39 18 64,-19-19-128,20-1 0,-21 2-64,1-21-64,20 20-32,-20-20-416,19 20-833,1-20-2499,-1 0-8647</inkml:trace>
  <inkml:trace contextRef="#ctx0" brushRef="#br0" timeOffset="57203.27">19057 12459 13837,'18'0'608,"3"0"-191,-1 0 1184,0 0-192,19 20-832,-19-20-545,20 0-64,-20 20 256,-1-20-320,-19 19 192,0 2-96,0-2 0,-19 21 96,-1-20-64,0 0 32,0-1-64,20 1 64,0 0-32,0-20-96,20 20-512,0-20-866,0 0-1568,19 0-5831</inkml:trace>
  <inkml:trace contextRef="#ctx0" brushRef="#br0" timeOffset="57370.28">19592 12638 12716,'0'0'1249,"0"0"-929,0 19 1185,-19-19-640,-1 20-833,0 0-864,0 0-1315,20-20-2817</inkml:trace>
  <inkml:trace contextRef="#ctx0" brushRef="#br0" timeOffset="57543.28">19851 12598 14990,'38'0'1633,"-38"20"-1953,0-20 0,20 0 320,-20 0-2467,0 0-7782</inkml:trace>
  <inkml:trace contextRef="#ctx0" brushRef="#br0" timeOffset="57673.28">20108 12598 11050,'20'0'448,"-20"0"-1312,0 0-97,0 0-3043</inkml:trace>
  <inkml:trace contextRef="#ctx0" brushRef="#br0" timeOffset="57802.3">20387 12638 14093,'39'0'576,"-19"0"-576,-20 0 0,0-20-2434</inkml:trace>
  <inkml:trace contextRef="#ctx0" brushRef="#br0" timeOffset="57971.31">20685 12598 17584,'18'20'641,"-18"-20"224,20 0 1281,-20 20-1698,0-20-704,-20 19-865,2 1-897,-3-20-5125</inkml:trace>
  <inkml:trace contextRef="#ctx0" brushRef="#br0" timeOffset="58718.35">21458 12042 9160,'-20'-20'897,"0"20"-673,-19 0-96,-1 20 385,20 19 127,-39 21-127,39-1-129,-19 1 129,39-1-97,0 1-128,0-1-63,19-18-33,1-21 64,20-1 385,-1 2-97,1-21-159,19 0-193,22 0-64,-23-21-64,1-18 96,2-2 32,-41-18 225,-1-20-65,-19 19-256,-39 1-256,-1-1-160,1 20 63,-42 1 161,22 19 160,0 20-64,-1 20 32,21 0 97,-1 19 127,20 1 0,20 0-128,20-1 64,0 1 97,19 0-225,21-21-192,-1 22-193,2-22-448,-3-19-1537,-17 20-4004</inkml:trace>
  <inkml:trace contextRef="#ctx0" brushRef="#br0" timeOffset="59043.37">21895 12459 11851,'21'40'128,"-21"-21"416,0 21 1474,0-20-640,0 0-898,0 0 161,0-20 159,0 20-159,0-20-353,0-20-96,0 20-63,0-20-1,18 0-96,2-19 0,1 18 0,-1 2 64,18-1 288,-17 20 289,-1 0-97,0 0-191,-20 20-97,20-1-128,-1 2-128,-19 18-288,20-19-993,-20 20-1185,20-21-5606</inkml:trace>
  <inkml:trace contextRef="#ctx0" brushRef="#br1" timeOffset="63511.63">17111 13134 10986,'-20'20'769,"20"-20"127,-20 0 161,20 0-416,0 0 64,0 0-321,0 0-96,0 0-95,0 0 127,0 0 224,0 0-159,20 0-65,-20 0-96,20 0-96,19 0 1,-19-20-33,20 20 64,-1 0-64,1-19-64,19 19 0,2 0 128,-2 0 32,20 0 32,1 0 1,-1-20-129,21 20-32,-1 0 32,20 0 0,1 0-64,-3 0 32,23 20-96,-21-20 64,21 0 32,-2 19-128,1 1 96,20-20 32,0 20-96,-1 0 64,2-20-32,18 20 64,1 0-64,-1-1 64,20-19-32,1 20-32,-1-20 96,1 0-96,1 21 0,-2-21 0,1 0 0,-21 0 0,20 0-96,-19 0-64,-20 0-160,-1-21 0,-38 21-321,-21 0-480,-20 0-1249,-18 0-4004</inkml:trace>
  <inkml:trace contextRef="#ctx0" brushRef="#br1" timeOffset="66699.81">14311 8524 11883,'0'20'929,"0"-20"736,0 0-31,0 0-225,0 0-608,0 0-321,20 0-95,1-20-97,17 1-384,3-1 256,19-1 192,19-18-224,-20 0-96,40-2 1,-20-18 95,21-1-160,-1 1 128,0-21 128,0 21-160,-18-1 32,-22 0-160,1 1-224,-21 19-225,-19 20-191,0-20-417,0 21-353,-20 19-896,-20-20-2595</inkml:trace>
  <inkml:trace contextRef="#ctx0" brushRef="#br1" timeOffset="66987.83">15105 7749 12075,'0'0'641,"0"-19"-257,20 19 577,0-20 32,21 20-225,17-20-223,3 0-385,-2 0-64,20-1 225,0 2 255,2-21-63,-2 21 31,-20-2-95,-19 1-417,-20 20 32,-20 20-128,0 1 256,-20-2-96,0 21 96,20 0-192,-20 20 32,20-21-64,0 1 32,20 0-352,-20-1-994,0 1-1729,0 0-5413</inkml:trace>
  <inkml:trace contextRef="#ctx0" brushRef="#br1" timeOffset="70979.05">17111 13095 14125,'0'20'96,"0"-20"-32,0 0 288,0 0 417,0 0-256,20 19-33,-20-19 33,0 0 95,0 0 161,0 0-193,0 0-95,0 0-257,0 0 0,0 0-32,0-19 33,-20-1-161,20 0 96,0-20-64,-20 20 128,20-39-416,-40 19 96,21 0-192,-1-19-97,0-21-159,-21 0 255,3-19 1,18-21 256,-21 1 96,2 20 0,-1 40 128,20-1-192,0 1 193,1 19-225,-1-20 352,-20 20-128,40 21 64,-20-1 1,20 0-257,0 20 64,0-20 0,0 20-192,0 0-33,20 0 65,0 0 128,20 0-64,-21 0 0,21 0 32,0 0 0,19-20-32,2 20 96,18 0-64,0 0 32,0 0-64,20 0 32,0 0 32,1 0-64,19 0 64,0 0-96,21 0 96,-2 0-96,22 0 64,-2 0-128,0 0 128,2-20-64,18 20 96,-18-19 0,18 19-128,-20-20 128,22 0-128,-22 20 160,0-20-128,22 20-32,-22-20 224,20 20-224,-38-20 160,18 20-128,2-19 96,-22-1 0,1 20 0,1-20-32,-21 0 64,-1 20-64,-19 0 32,0-20 0,-18 20-64,-22 0 96,0-20-96,1 20 64,-1 0-32,-18 0 0,-1 0 0,-1 0 0,1 0-32,-1 0 128,1-19-160,0 19 32,-21 0 0,1 0 64,0 0 0,0 19-32,-20-19 0,20 0 64,-20 0-32,0 0-32,0 0 64,0 0 64,0 0-31,0 0-65,0 0 96,19 0-96,-19 20 32,0-20 0,0 20-32,0 0-32,20 20 0,-20-21 0,0 21 64,20 20-64,-20-21-32,21 21 64,-21 0-96,20 19 256,-20-19-288,18 19 224,-18 20 32,20-20 129,1 1 63,-21 0 64,0-41-95,20 21-97,0-20-64,-20 39-96,19-19 0,1 20 0,0-1-64,0-19 0,-20-1 64,20-19 32,-20 0-192,19-21-128,-19 21-257,0-20-287,20-20-545,-20 20-129,0-20-1088,0 0-6247</inkml:trace>
  <inkml:trace contextRef="#ctx0" brushRef="#br1" timeOffset="78193.47">5279 1987 4228,'-20'0'608,"20"0"705,0 0 417,0 0-32,0 0-161,-20 0-256,20 0-480,0 0-224,-19 0-1,19 0-31,0 0-129,0 0-32,-20 20-159,20-20-97,-20 0-96,0 0 0,20 20 32,-21-20-32,3 0 32,-23 20-32,21-1 32,0 1 32,-19-20 32,19 20-32,-20 0-32,1 0 64,19 0-128,0-1 97,-19-19-97,19 20 0,0 0 0,0 0 0,-1 0-32,3 1 0,-2-2-1,0 0 33,-1-19-96,1 21 96,2-2 0,-2 2 0,20-2-32,-41 1 32,21 0 0,0 0-64,1-1 0,-1 1 32,20 20 32,-20-40 32,0 20-32,0 19-32,1-19 64,-1 1-64,20-2 32,-20 1-32,20 0-32,0-1 0,-20 2 32,20-1 32,0 0-32,0-20 32,0 19-32,0 0 64,-21 2 0,21-1-32,0 0 0,0-20 32,0 20-32,0 0 32,0-1-32,0-19 0,0 20 0,0 0 32,0 0-64,0 0 64,0-20-32,0 20 0,0-1 32,0-19 0,-18 20-32,18-20 32,0 20-32,0-20 0,0 21 0,0-21 0,0 19 0,-20-19 0,20 20 0,0-1 0,0-19 0,0 21 32,-20-1-32,20-20 0,-21 20 64,21 0-64,-20-20 32,20 19-32,0 1 32,-18 0-64,18-20 32,-21 20 0,21 0 32,0 0 0,-20-20-32,20 20 0,-20-20-32,20 19 32,-20 1 32,20 0-128,-19-20 0,19 20 32,-20 0-32,20 0 64,-20-1 32,0 1 0,20 1 0,-20-2 0,1 1 0,19 0 0,-20-1 0,0-19 0,20 21 0,-20-1 0,20-1 96,-20 1-96,1 0 0,-1 0 0,20 0 0,-20 0 0,-1 0-32,21-1 32,-20 21 0,2-20 0,18 0 32,-20 20-32,20-20 0,-21-1 0,21 1 0,-20 1 0,20-2 64,-20 1-32,20 19 32,0-18-64,0-2 0,0 1 32,0 0-32,0 0 64,0 0 64,20-20-31,-20 20-33,0-1-64,0-19 32,20 21-32,-20-21 0,0 19 96,21-19 96,-21 21-64,20-21-96,-2 0-32,-18 19 0,20-19 32,1 0-32,-21 20 0,20-20 0,0 0-32,-20 20 32,19-20-32,-19 0 64,20 20-64,0-20 64,-20 20-64,20-20 32,0 20-32,-20-20 32,19 0 0,-19 19-64,20-19 0,-20 20 32,20-20 0,-20 20-64,0-20 32,20 20 32,-20-20 32,0 0 32,0 20-64,20-20 32,-20 0 0,0 20 0,0-20 0,0 19 0,19 2 0,-19-21 0,0 19-32,20 1 0,-20 0 0,0-1 32,0-19-161,20 21 65,-20-1 0,0-1 64,20-19 32,-20 21-32,21-2 0,-21-19 0,18 21 64,-18-21-32,20 20 0,-20-1 0,21-19 0,-21 20 32,20 0 0,-20 0-32,20 0 0,-2 0 0,-18-1 96,21 1-192,-1-20 96,-20 20 0,0 0 0,20 0 0,-20-20 0,20 20 32,-20 0 0,19-1-64,-19 2 32,20-2 0,-20-19-32,20 20 32,-20 1 0,20-2 0,0 1-32,-1-20 64,1 20-32,-20-1 0,20 2 64,0-1-32,1-1 0,-21 1 32,20-1-64,-2 2 0,-18-21 0,20 20 0,-20 0-32,21-20 0,-21 19 0,0 1 64,20-20-32,-20 20 0,0-20 32,20 20 0,-20-20-64,0 20 32,18 0 32,-18-20 0,21 20-32,-21-1 0,0-19 64,20 20 1,-20-20-1,20 20 0,-20-20 32,0 20 0,20-20-96,-20 21 64,19-21-32,1 0 64,-20 19-96,20 1 64,-20-20-64,20 19 0,-20-19-32,20 20 64,-1-20-32,-19 21 0,20-21 32,-20 20-32,20-20 160,0 19 64,-20-19-63,21 20-97,-21-20 0,18 19-96,2-19 64,0 21 32,-20-21-64,21 20 64,-1-20 0,-2 0 0,3 19 32,-1-19-160,-20 0 224,20 20-64,0-20-160,-1 0 64,1 0 32,0 0-32,0 0 32,0 0 0,-20 0 32,19 0-128,1 0 64,0 0 0,-20 0 32,20 0-64,-20 0 32,20 0-32,-20-20 32,21 20-64,-21 0 64,18-19 64,-18 19-128,20-20 0,-20 20 96,0-21-32,21 21 32,-21-19-64,0 19 32,20-20-32,-20 20 32,20-19-160,-20 19 160,18-20-32,-18 20 0,0 0 0,21 0-32,-21 0 64,20-21 32,-20 21-64,0 0 0,20 0 0,-20 0-32,0 0 128,20-20-160,-20 20 64,0 0 64,0 0 0,19 0-32,-19 0-32,0 0 64,0-19-64,0 19 32,0 0 0,20 0 64,-20 0-192,0 0 160,0 0-96,20 0 96,-20 0 0,0 0-128,0 0-1,0 0 162,20 0-65,-20 0 0,0 0 0,0 0-65,20 0 98,-20 0-66,0 0 33,0 0-64,19 0 32,-19 19 32,0-19 64,20 0-96,-20 0 64,0 0-32,20 0 65,-20 0-98,0 0-287,0 0 640,0 20-320,20-20 0,-20 0 33,0 0-33,0 0 0,20 0 128,-20 0-160,0 0 32,0 0 64,0 0-64,0 0 0,19 0 0,-19 0 0,0 21 0,20-21 32,-20 0-32,20 0-32,1 0 128,-21 0-160,20 0 192,-2 20-128,2-20 32,-20 0 0,21 0-32,-1 0 0,0 0-32,-20 19 128,19-19-160,1 0 32,0 0 64,-20 0-32,20 20 32,0-20-96,-20 0 128,19 0-128,1 0 128,-20 19-96,20-19 64,0 0-32,-20 0 0,20 0-32,1 0 32,-21 21 32,18-21-64,2 0 64,-20 0-32,20 0 0,1 0-32,-21 20 0,20-20 160,-2 0-224,3 0 64,-1 0 32,0 0-32,-20 0 64,20 0-96,-1 0 96,1 0 0,-20 0-64,20 0 64,0 0-160,-20 0 192,20 0-32,-20 0-32,19 0 0,-19 0 32,20 0-64,0 0 64,-20 0 0,20 0 0,0-20-64,-20 20 96,19 0-96,1-21 32,-20 21 0,20-19-32,-20 19 64,20 0-32,1 0 0,-3-20 64,-18 20-128,20 0 128,1-19-128,-1 19-32,0 0 128,-2 0-128,-18 0 32,21 0 32,-1 0 32,0 0 128,-20 0-192,20 19 96,-1-19-32,21 0-32,-20 0 64,0 0-32,0 20 0,-1-20 0,1 0 0,0 0-96,1 0 96,-1 0 0,-2 0 64,2 0-96,1 0 96,-1 0-64,0 0 32,-2 0 0,-18 0 0,21 0-64,-1 0 32,0 0 32,-20-20-96,20 20 96,-1 0 0,1 0-64,0 0 32,0 0 32,0-19-64,-1 19 32,1 0 0,0 0 0,0-20-32,1 20 32,-3-21-32,2 1 32,0 20 32,1-19-32,-1 19 0,-20-20 32,18 20 0,-18-19-32,21 19 0,-21 0-32,0-21 32,20 21 0,-20 0-96,0-20 160,20 20-64,-20-20 0,0 20 0,0 0 32,20-20-32,-20 20 0,0 0 0,0-19 96,0 19-160,19-20 128,-19 20 32,0-20-32,0 20-32,20-20 0,-20 0-96,0 0 192,20 20-224,-20-20 96,0 20 0,0-19 0,0 19 0,20 0-64,-20-20 32,0 20 32,0 0 0,20-20 32,-20 20-64,0-21 96,20 21-32,-20-19-32,0 19-32,19-20 32,-19 20 32,0-19-64,0 19 0,20 0 64,-20-20-32,0 20 32,20-21-64,0 2 64,-20-1 0,21 20-128,-3-20 128,-18 1 64,20-2-256,1 1 224,-1 20-32,-20-19-64,20-2 0,-2 21 0,3-19 32,-21 19 0,20-20 0,0 20 64,0-20-64,-1 0 128,1 20-32,0-20 32,0 0-96,0 20-96,-1-20 160,1 20-31,0-19-162,0-1 322,0 0-482,-1 20 546,1-20-417,-20 0 288,20 20-224,1-20 160,-1 20 160,-2-19 64,2 19-192,1-20-96,-21-1 193,20 21-161,0-19 0,-1-2-96,1 2 96,0-22-128,20 22 128,-20-1 32,-1-19-32,1 18 128,0-18-128,0 19 32,1 0 161,-3 0-65,2 0-128,0 1-32,1-21 64,-1 20 64,-2 0-64,3-19 128,19-1 1,-20 0 31,-1 0 64,21-20 129,-20 1 63,19 19-96,21-20 33,-1 1-1,2-20-95,-2 19-33,-1-20-32,3-19-96,-2 19 97,-19-19-257,19 20 96,-19-1-96,-19 21-64,-1-2-224,-20 3-97,18-3-480,-36 22-832,-2-1-1442,-21 0-2370,2 21-6983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3:43:29.345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1189 6756 9513,'-20'0'1313,"20"0"-609,0 0 578,0 0 31,0 0 160,20 0-448,-20 20-480,20-20-193,21 0 97,-3 20-65,3-20-128,18 0-192,21 0 64,-21 0-64,20 0-96,-18 0-224,-2 0 160,-19-20-769,-1 20-224,1 0-576,-20-20-1186,-1 20-2242</inkml:trace>
  <inkml:trace contextRef="#ctx0" brushRef="#br0" timeOffset="281.01">1746 6637 11146,'-20'0'384,"20"0"-768,0 0 544,0 0 1474,20 0-289,-20 0-576,38 0-481,3 19-192,18-19-32,-19 0 64,19 21 64,1-21-95,-1 19-97,-18 2 32,-21-2 0,18 1 96,-38-20 128,0 20 256,-18 0 161,-22 0-128,19 19-225,-17-19-64,18 0-224,-21 0-64,1 20-769,1-1-2273,-21 21-11052</inkml:trace>
  <inkml:trace contextRef="#ctx0" brushRef="#br0" timeOffset="7973.45">1308 4431 8872,'-58'0'608,"37"20"129,1-20 480,0 0 353,20 0-257,-20 0-384,20 20-128,20-20-65,-20 0-63,20 19-96,21-19-225,17 20 64,3-20-352,18 0 129,0 0-97,0-20-160,0 20 32,2-19-353,-22 19-191,0-20-577,-19 20-577,-20 0-865,0 0-1056,-20 0-4645</inkml:trace>
  <inkml:trace contextRef="#ctx0" brushRef="#br0" timeOffset="8305.46">1726 4331 11434,'-21'0'513,"1"0"-577,20 0-96,0 0 576,0 0 481,0 0 32,20 0-353,21 0-191,-3 0-97,23 21 96,-22-21-63,21 19-161,-1-19-32,2 20-32,18 0 0,-21-20-32,3 20 0,-22-20 0,-19 0 32,0 0 0,-20 0 0,0 20 65,0-20 383,-40 20-127,21 19-97,-21-19-224,-1 20 224,-17-1-384,37 1 32,-17-20-897,18 19-1569,-1-18-3876</inkml:trace>
  <inkml:trace contextRef="#ctx0" brushRef="#br0" timeOffset="13991.8">13876 8623 1217,'0'0'1729,"0"0"289,0 0 256,0 0 33,0 0-610,0 0-384,-21 0-256,21-19-224,0 19-64,0 0-96,0 0-161,0 0-160,0 0-127,0 0-97,0 0 64,0 0 64,21 0-96,-21 0 64,18 0-256,-18 0 161,20 0-65,0 0 96,1 0-128,-1 0 128,-2 0-256,3 0 192,19 0 32,-20-20-192,19 20 32,-19 0-32,20 0 160,-21 0-128,21 0 64,-20 0-64,19 0 128,-19 0-160,21 0 32,-3 0 128,-18 0-128,21 0 64,-1 0-64,-21 0 96,21 0-64,0 0 0,-1 0 0,1 0 64,-1 0-96,1 0 0,1 0 64,-23 0-64,23 0 32,-1 0 32,-1 0 0,1 0 64,-1 0-160,-19 0 192,20 0-288,-1 0 192,1 0-32,19 0 32,-19 0-64,21 0 64,-22 0 0,21 0-32,-21 0 0,1 0 0,-1 0 64,1 0-128,19 0 64,-18 0 0,-1 0 0,19 0 32,-19 0 0,-1 0-96,21 0 64,-21 0 96,22 0-192,-23 0 160,23 0-64,-2 0-32,1-20 96,-1 20 32,0 0-192,1 0 128,-1 0 32,2 0-128,-2 0 225,0 0-161,1 0 160,-1 0-32,1 0 64,-1 0-64,20 0 32,2 0 0,-2 0 33,0 0-1,0 0-192,-18 0 128,-23 0-160,3 0 64,-21-20-256,-1 20-481,-19 0-800,0 0-1602,-19 0-4645</inkml:trace>
  <inkml:trace contextRef="#ctx0" brushRef="#br0" timeOffset="15030.84">13894 8981 8616,'-18'-19'448,"-3"19"-192,1 0-224,0 0-64,0 19 32,1 1 289,-21 0 63,20 20 32,0-1 97,20 1 416,0 0-161,0 0-223,20 0-289,20-21-32,-20 1-32,39 0 0,-18-20 1,17 0 159,1-20-32,2 0-256,-2-19 128,-19 19-96,-1-20-32,-39 0 1,0 0-33,0-19-129,-39 19 33,-1 1 64,-19-1 32,-2 20 192,23 0 129,-23 20-1,22 0-128,-1 20-96,40 19 64,-20 1 193,40 0 127,0 0 1,0-20-225,19 20-96,1-21 0,19 21-32,-18-40-160,-1 20-224,-1 0-801,1-20-1153,-1 0-3395</inkml:trace>
  <inkml:trace contextRef="#ctx0" brushRef="#br0" timeOffset="15210.87">14390 9180 12011,'20'20'2530,"-20"-20"-2273,0 20 671,0 0-191,0 0-224,0-1-321,21 1-128,-21 20-192,0-20-705,20 0-544,-20-1-833,20 1-2467</inkml:trace>
  <inkml:trace contextRef="#ctx0" brushRef="#br0" timeOffset="15406.88">14789 9240 12908,'0'0'544,"18"0"-672,-18 0 192,0 0-256,0 0-1025,20 0-2082</inkml:trace>
  <inkml:trace contextRef="#ctx0" brushRef="#br0" timeOffset="15535.88">15026 9240 9288,'20'0'481,"-20"-20"-449,0 20 448,20 0-1184,-20 0-5062</inkml:trace>
  <inkml:trace contextRef="#ctx0" brushRef="#br0" timeOffset="15666.89">15285 9240 11851,'20'0'320,"-1"-20"-1217,-19 20 160,20 0-2337,-20 0-4388</inkml:trace>
  <inkml:trace contextRef="#ctx0" brushRef="#br0" timeOffset="15787.9">15503 9220 9737,'19'0'416,"-19"-20"-288,20 20 64,-20 0-448,0 0-2018,0 0-3748</inkml:trace>
  <inkml:trace contextRef="#ctx0" brushRef="#br0" timeOffset="16278.93">16198 9041 9833,'0'-40'416,"0"20"161,-20 20 448,0-19-257,-1 19 129,-17 0-705,-3 19-159,21 21-33,0-20 32,20 20 96,0 0 64,20-1-64,0 1-32,21 0-32,-3-20 32,3-1 64,-1 1 1,19-20 95,-19 0 224,-1-20 193,1 1-97,-1-1 1,-19 0-97,-20-20-191,0 0-482,0 21 450,-20-41-385,-19 20-257,-1 20 65,20-19 128,-19 18 96,-1 21 0,-19 0-1,39 21-31,-21-2 160,23 1-32,18 20 96,-20 0-31,40-21 31,-2 21-64,23 0-32,-1-20-385,-1 0-319,1 0-802,-1 0-896,21-20-1506</inkml:trace>
  <inkml:trace contextRef="#ctx0" brushRef="#br0" timeOffset="16567.94">16595 9220 7655,'0'20'1505,"0"0"-864,0 19 288,0-19 288,0 0-352,0-20-609,0 20-128,0-20 0,0 0 192,0 0 225,20 0-449,-20-20-128,19 0 0,1 0 32,0 0 64,0 1-32,0-1 64,-1 20 705,1 0 288,0 0-160,0 0-192,-20 20-193,20-1 33,-20 21-97,19-20-320,-19 20-224,0-21-512,0 22-1442,0-22-4164</inkml:trace>
  <inkml:trace contextRef="#ctx0" brushRef="#br0" timeOffset="29739.7">18798 6677 13292,'-39'19'1858,"39"-19"-961,0 0 160,0 0 160,19 0-64,1 0-160,20 0-513,-1 0-384,21 0-64,-1 0-64,20 0 32,-38 0-288,18 0-513,-19-19-480,-20 19-865,0 0-2018,-1 0-6182</inkml:trace>
  <inkml:trace contextRef="#ctx0" brushRef="#br0" timeOffset="30078.72">20148 6279 14958,'0'-19'704,"-20"19"-319,20 0 159,-20 19 33,0 1-129,1 19-224,-1 2-128,-20-22-320,20 21 192,-19-20-32,19 20-192,20-21-353,-21-19-31,21 20 63,0-20-416,0 20-1121,0-20-961,0-20-224,0 0-128</inkml:trace>
  <inkml:trace contextRef="#ctx0" brushRef="#br0" timeOffset="30351.73">19950 5921 13292,'0'-19'1570,"0"19"-770,0 0 129,0 0-160,0 0 64,20 19-161,-1 1-95,1 20-225,20 0-63,-20 19 191,19 1 32,-19 19-63,0 1-321,0 0 0,-1-21-32,1 20-32,0-39 0,0 21-32,21-42-128,-23 21-352,3-21-481,-21-19-512,0 21-1250,0-21-4388</inkml:trace>
  <inkml:trace contextRef="#ctx0" brushRef="#br0" timeOffset="30597.75">19592 6756 14189,'20'0'-513,"0"0"738,20 20 736,19-20 256,20 0-192,0 0-449,2 0-320,18 0 33,-20 0 319,20-20 161,-19 20-288,-1 0-321,-19-20-128,-21 20-769,-19 0-288,-20 0-1601,-20 0-4613</inkml:trace>
  <inkml:trace contextRef="#ctx0" brushRef="#br0" timeOffset="31151.78">19950 7034 11146,'0'80'3652,"-20"-40"-3492,-1-1 32,21 1 577,-20-20 288,20 19-449,0-19-256,-18-20-448,18 0 545,18 0 352,-18-20-545,20 0-192,1-19-224,-1-1 160,0 1-64,-1 18-32,1-19-33,-20 21 226,20 19-97,-20 0 0,0 0 160,0 19 128,0 2-192,0 19-64,0-21 32,20 21-96,-20-20 96,20-20-96,-20 20-32,19-20 64,1-20 32,0 20-64,0-20 0,0 0 96,19-19-64,-19 39 64,0-21 385,1 21 415,-1 0-159,-2 21-32,-18-2-225,21 21-63,-21-20-129,20 19-160,-20-19-192,0 20-609,20-20-640,-20-20-641,0 20-1377,0-20-10314</inkml:trace>
  <inkml:trace contextRef="#ctx0" brushRef="#br0" timeOffset="31930.82">21220 6458 1,'0'-40'15565,"0"20"-14956,-19 1-385,19 19 353,-20-20-353,-21 20-128,21 20-128,-18-1-32,-3 21 32,1 20 64,21-1 160,-1 2-32,0 17-32,20-18-64,20 0 32,19-21 65,1 1-1,21 0 0,18-20-64,-20-20 64,20 0 0,-19-20 64,-1 0-127,-19-20 63,-1 1-64,-19-1 32,-20-20-32,0 1-96,-20 0-32,-19-2-128,-21 2 160,1 19 64,19 20 64,-19 0 64,0 20-128,-2 20-96,23 0 96,-3 0 0,41 19 32,0 1 97,21 0-97,17 0-32,3 0 32,-1-21-192,39 21 32,-20-40-128,1 20-129,-1-20-383,0 0-450,-19 0-863,1 0-2340</inkml:trace>
  <inkml:trace contextRef="#ctx0" brushRef="#br0" timeOffset="32291.84">21875 6855 2754,'20'20'7591,"-20"-20"-7238,21 0 896,-21 20 1089,0 0-544,18 0-417,-18 0-576,20 19-289,1 1 1,-21 19 95,20-19-319,-20 0-1,0 0-288,-20 0 128,20-21 320,-21 1 193,1 0-161,-19 0-223,-1-20-289,0-20-321,21 20-864,-21-20-480,0-19-706,21-1-2049</inkml:trace>
  <inkml:trace contextRef="#ctx0" brushRef="#br0" timeOffset="32408.85">21796 6756 17808,'19'0'-320,"-19"0"-481,20 0 225,0 0-834,0 0-4419</inkml:trace>
  <inkml:trace contextRef="#ctx0" brushRef="#br0" timeOffset="33258.9">22193 5861 9160,'0'-19'993,"-20"19"160,20 0 929,0 0-224,0 0-385,0 0-576,0 0-224,20 19-1,0-19-127,19 0-161,-19 0-95,20 0-193,19 0 0,0 0-96,-18 0 64,-1 0-128,-1 0 32,-19 0-128,0 0-33,0 21 33,-1-21 64,-19 0 64,20 20-96,-20-1 160,0 1-64,0 20 32,0-20 0,0 39 32,0-19 0,0 20-32,0-1 0,0 21 0,0 0 0,20-1 64,-20-20-32,20 21-32,0 0 0,1-1 32,-21 1-64,0-21 32,0 20-32,0 1-160,0-20 96,0-1 128,0 1-32,0-21 96,0-19 0,18 20 0,-18-20 32,0-20 97,0 20-161,0-20 0,20 19 64,-20-19 64,0 0 32,0 0 32,-20 0 289,2 0-65,-3 20-31,-19-20-65,0 0-160,1 0-256,-1 0-512,1 20-1122,-22-20-1345,3 0-4612</inkml:trace>
  <inkml:trace contextRef="#ctx0" brushRef="#br0" timeOffset="34072.94">8535 5902 8199,'-21'0'1858,"21"0"-961,0 0 64,21 0 736,-21 0-191,20 0-321,19 0-384,-19 0-289,20 0-159,0 0-193,-21 0-64,21-20-128,-20 20-289,-20 0-768,21 0-1185,-21 0-2466</inkml:trace>
  <inkml:trace contextRef="#ctx0" brushRef="#br0" timeOffset="34598.97">8514 5961 3299,'0'0'5349,"21"0"-4004,-21 0-512,0 0 544,0 0-320,0 20-32,20 0-256,-20 19-97,20 1-95,-20 20-161,0 0-63,19 19-129,-19 21-64,0-21-128,0 20 0,0-19 0,20 0 96,-20-1 64,0 0-31,0 1-65,0-1 0,0 1-32,0-1 96,0 0-32,-20 1-320,20-21 480,0 21-224,0-20-64,0-20 32,0-2-128,0 3 192,0-1 0,0-20-160,0-1 32,0-19-64,0 0 160,0 20 0,0-20 0,0 0-96,0 0-160,0 0 448,0 0-127,0 0-33,0 0 256,20 20-32,0-20 1,0 0-129,20 0-64,-1 0-96,1 0-32,19 0-320,2-20-321,-22 20-640,1 0-1890,-1 0-10410</inkml:trace>
  <inkml:trace contextRef="#ctx0" brushRef="#br0" timeOffset="42946.45">11572 7272 1153,'0'0'3363,"0"0"-2627,0 0-159,0 0 64,0 0 31,0 0 257,0 0-416,0 0-193,0 0 64,20 0 193,-20 0 160,0 0-257,0 0-160,0 0 129,0 0 63,0 0 65,20 0-129,-20 0 33,20 0-65,-1 0-160,1 0 65,0 0-65,0 0-64,19 0-64,1 0-64,1 0 0,18 0 0,20 0-64,1 0 32,-1 0 0,21 0-32,-1 0 32,20 0 64,-1 20 65,1-20 63,41 0 64,-22 0-32,42 20 65,-22-20 95,-18 0 32,-3 0-287,-17 0-33,-21 0-128,-20 0-32,-18 0-32,-23 0-225,-17 0-191,-1 0-289,0 0-480,-40 0-1986,0 0-5926</inkml:trace>
  <inkml:trace contextRef="#ctx0" brushRef="#br0" timeOffset="45269.58">18261 10790 9480,'0'-79'-1057,"0"38"641,0 41 416,0 21-192,0-1 1121,-18 39 897,18 20-481,0 1-160,0 19-192,-20-19 0,20 19-128,-20 0-225,-1-19-255,21-1-257,-20-39 128,20 0 192,0-40 97,20 0 448,-20-19-385,0-2-479,21-38-65,-21 19-96,20-20 96,-20 20-128,20 1-161,-20-1 161,18 40-96,3 0-64,-21 0 224,20 20 64,0 20 0,0-1-64,-20 21 64,19-21-64,-19 22 32,0-21-128,20 19-416,-20-19-417,20-1-481,-20 1-992,20-40-2947</inkml:trace>
  <inkml:trace contextRef="#ctx0" brushRef="#br0" timeOffset="45622.6">18719 11326 14445,'-40'20'1313,"21"0"-1345,-1 20 225,20 0 191,-20 0 0,20 0-159,20-1-129,0 1-128,-1-20-161,21 0 97,0-1 96,-1-19 0,21-19-64,-41-1 96,21-20 0,-20 20 32,-20-19-32,-20-1-192,-20 0-608,1 19-322,-21 2 578,-19-1 736,40 20 993,-22 20-352,41-1-416,0 2-97,20-2 0,20 21 161,0-19-225,41-21-96,-2 19-352,0-19-160,1 20-833,-1-20-2403,-19-20-9736</inkml:trace>
  <inkml:trace contextRef="#ctx0" brushRef="#br0" timeOffset="46120.63">19334 10631 10537,'20'-39'641,"-20"18"-289,0 21 321,-20 0 224,0 21-321,0-2 257,0 40 224,1 21 32,-1 19-192,-20-19-384,20 19-257,20 1-128,0-40 96,20 19-256,0-40-160,0 21-160,19-20-193,-19-21-384,20 2-929,-1-21-2946</inkml:trace>
  <inkml:trace contextRef="#ctx0" brushRef="#br0" timeOffset="46280.64">19513 11048 11979,'0'21'2082,"20"18"-2114,0-19 64,19 20 96,1-1 32,0-19-192,-1 20-1281,1-20-2275,-1-1-896</inkml:trace>
  <inkml:trace contextRef="#ctx0" brushRef="#br0" timeOffset="46439.65">19771 11168 10473,'-60'79'-32,"40"-39"321,-19-1 543,19 1-703,20-20-514,-20 0-1697,20-1-2210</inkml:trace>
  <inkml:trace contextRef="#ctx0" brushRef="#br0" timeOffset="46670.66">19950 10691 15150,'59'79'801,"-39"-19"31,20-1 1186,-1 21-736,-19-1-610,-20 1-480,20-20-32,-20 19-95,0-20-97,0 1 64,-20 0-417,0-20-319,20 0-161,-20-21-737,1-19-1985</inkml:trace>
  <inkml:trace contextRef="#ctx0" brushRef="#br0" timeOffset="46827.67">20486 10929 18577,'59'20'32,"-19"-20"128,-1 20 961,1-20-1025,-19 0-256,-21 19-1025,0-19-4805</inkml:trace>
  <inkml:trace contextRef="#ctx0" brushRef="#br0" timeOffset="46950.68">20486 11048 17616,'0'21'-32,"39"-21"833,1 0 64,-1 0-865,1-21-2435,19 21-12555</inkml:trace>
  <inkml:trace contextRef="#ctx0" brushRef="#br0" timeOffset="47310.7">22392 10154 17136,'-21'0'128,"1"20"-288,20-1 224,0 22 96,0 18-32,0 1-64,0 39-64,0-19-448,20-1-705,-20 21-257,21-41-1056,-21 1-1794,20-1-3363</inkml:trace>
  <inkml:trace contextRef="#ctx0" brushRef="#br0" timeOffset="47505.71">21657 10909 16207,'-100'0'1505,"100"0"-896,21 20-193,38-20 97,40 20-161,40-20-32,40 0-159,19 20 127,21-20 256,19 0 97,0 0-321,-20 0-288,-58 0-448,-81 0-1794,-20 0-2050</inkml:trace>
  <inkml:trace contextRef="#ctx0" brushRef="#br0" timeOffset="47852.73">21616 11505 16559,'0'-19'1185,"0"19"-896,0 19-1,0 2 128,0 18-63,0 21-289,0-1-64,0 1-32,21 19-129,-21-19-607,0-20 608,20-2-65,0 3-223,0-41-225,-20 20-384,19-20-1857,-19-20-5254</inkml:trace>
  <inkml:trace contextRef="#ctx0" brushRef="#br0" timeOffset="47981.74">21815 11684 13612,'60'0'1250,"-19"0"-898,-3 20 96,3-20-320,-3 0-128,3 0-832,-21 0-3428</inkml:trace>
  <inkml:trace contextRef="#ctx0" brushRef="#br0" timeOffset="48140.75">21995 11565 14862,'-20'40'864,"20"-20"-607,0 19 1088,0 1-544,0 20-257,0-1-576,0-19-897,20 20-1153,-20-41-1249,20 0-4196</inkml:trace>
  <inkml:trace contextRef="#ctx0" brushRef="#br0" timeOffset="48674.78">22430 11803 17264,'20'20'256,"1"-20"193,19-20 95,-21 20-288,21-20-128,0 20-64,-1-19 33,-19-1-65,0-20 128,0 20-256,-20 0-193,-20 1-319,0 19-129,0 0 385,-19 0 224,-1 0 160,0 39 192,1-19 192,-2 20 193,21 19-97,20-19-159,20 19-193,21-19-64,-2-21 0,21 2-192,-21-1 32,21-20-353,-1 0-864,2 0-1634,-23-20-8231</inkml:trace>
  <inkml:trace contextRef="#ctx0" brushRef="#br0" timeOffset="48891.78">22888 11446 13708,'0'-21'1730,"-20"21"-1506,40 0-64,0 0 321,0-19-257,-1 19-224,21 0-544,-20 19-1090,19-19-2498</inkml:trace>
  <inkml:trace contextRef="#ctx0" brushRef="#br0" timeOffset="49280.81">23264 11306 11242,'-20'0'288,"2"0"545,18 0 256,-21 20-608,21 0-225,0 20-128,0-1-96,0 1 0,21-19-128,-3 19 32,2-21 64,21-19 160,-21 20 321,-2-20 479,3 0-191,-1-20-192,-20 20-65,20-19-95,0-2-97,-20-19-192,0 21-192,0-21-96,-20 0-160,-20 20 191,1 0 65,-1 0 96,-1 20-32,23 20 32,18 0 0,0 0-32,18-20 129,23 20-65,-21 0-32,18-1-128,-17-19-321,-1 0-704,0 0-1345,19 0-3556</inkml:trace>
  <inkml:trace contextRef="#ctx0" brushRef="#br0" timeOffset="49431.82">23463 11247 11562,'0'-20'2723,"0"0"-2467,20 20 801,0 0-384,20 0-513,-21 0-192,21 0-801,-19 0-1953,17 20-3076</inkml:trace>
  <inkml:trace contextRef="#ctx0" brushRef="#br0" timeOffset="49568.83">23661 11188 8199,'-18'0'1538,"-2"19"-705,-1 1 640,21 0-512,0 20-833,0-1-1025,0 1-2562,0 0-4036</inkml:trace>
  <inkml:trace contextRef="#ctx0" brushRef="#br0" timeOffset="49763.84">23821 11406 14221,'20'0'512,"-1"0"802,1 19 95,20 2-640,-20-2-609,19 2-352,1-2-449,-1 2-928,1-2-1891,-19 1-4419</inkml:trace>
  <inkml:trace contextRef="#ctx0" brushRef="#br0" timeOffset="49914.85">24139 11425 14445,'-41'40'64,"1"-19"0,1 19 865,-1-1-641,-19 1-1985,19 0-12076</inkml:trace>
  <inkml:trace contextRef="#ctx0" brushRef="#br0" timeOffset="52664.01">18261 12161 10249,'-18'0'1602,"18"20"-641,18-20 672,3 0-352,39 19-576,19-19-192,20 0-193,41 0 32,18 0 129,0 0-1,41 0-128,-1 0-95,2 0-97,-22 0-96,1 0-64,-60-19-256,0 19-833,-60 0-513,-18 0-1185,-41 0-6437</inkml:trace>
  <inkml:trace contextRef="#ctx0" brushRef="#br0" timeOffset="55321.16">23643 6736 15662,'-81'0'641,"62"0"-257,-1 20 449,20-20 352,20 0 0,19 20-128,40-20-576,2 0-225,18 20-96,19-20 64,21-20-31,-19 20-225,-1-20-225,1 20-768,-41 0-672,-20 0-1250,-39 0-4388</inkml:trace>
  <inkml:trace contextRef="#ctx0" brushRef="#br0" timeOffset="55652.18">23900 6557 12107,'0'0'641,"0"0"-577,-20 0-32,0 0 608,-19 20 33,-1 0-193,-39 1-319,20-2-1,-22 21 480,22-21 449,-1 2-160,21-2-256,19 21 352,0-20 32,40 0-353,20 0-383,39 19-161,0 1-96,20 0 0,1-21-448,-1 21-1218,0-20-1184,-38 20-6567</inkml:trace>
  <inkml:trace contextRef="#ctx0" brushRef="#br0" timeOffset="70686.03">8138 7610 8071,'0'-19'1890,"0"19"-96,0 0-65,-20 0-800,20 0-352,0 0 31,0 0-63,-21 19 31,21-19-95,-18 19-161,18 2 0,0-1-95,-20 20-97,20-20 32,0 19-224,20-19 160,-20 20-96,18-20 160,3-1-128,-1 1-32,20 0 96,-1 0 32,1 0 0,-1 0 1,21-20-129,-21 19 32,22-19-64,-3 0-65,3 21-159,-2-21 224,20 0 128,2 0-192,18 20 64,-20-20 64,20 0-64,0 0 64,0 19-96,1-19 128,-1 0-64,0 20 96,0-20-160,21 0 128,-21 0-64,20 0 32,-19 0-64,17 0 32,3 0 128,-21 0-192,0-20 64,21 20 0,-21-19 0,-20 19 32,20-20-96,-18 20 96,-2-21-96,0 21 96,0-19-64,2 19-96,-2 0-32,-20-20-32,1 20 96,-1-20 32,0 0 160,1 20-192,-21-20 192,21 0-32,-21 20-32,2-19-32,-1-1 0,-1 20 32,1-20-96,-20 0 96,0 0-64,19 0 32,-19 20 32,0-19-64,0-1 64,-1 0-64,1 20 128,0-20-320,-20 20 416,21-20-192,-1 20 32,-20-21-32,18 21 0,-18-19 32,0 19 32,0 0-160,20-19-128,-20 19 416,0-21-160,21 21-64,-21 0 32,20-19 32,-20 19-32,20 0 0,-1 0 0,1 0 96,0-21-32,0 21 32,-20 0-64,20 0 96,-1 0-128,-19 21 64,20-21-64,0 0-64,0 0 128,0 0-96,-1 0 32,1 0 0,0 0 32,0 0-32,1 0-32,-21 0 0,18 0 96,-18 0-96,0 0 32,0 19-64,0-19-256,0 21 448,0-21-416,-18 19 32,-3-19 31,21 0 33,-20 0 128,20 19 64,0-19-32,0 0 64,-20 0-64,20 0 128,0 0 0,20-19-256,-20 19-448,0 0-1218,0-19-1762,0 19-3843</inkml:trace>
  <inkml:trace contextRef="#ctx0" brushRef="#br0" timeOffset="71796.1">12485 7610 3843,'-39'0'2242,"19"0"-32,0 0-96,20 19-800,-20-19-321,20 0-33,0 0 129,0 0 1,20 0-194,0-19-127,0 19-128,-1 0-321,21 0 513,-20 0-353,19 0-191,1 0-193,1 0-32,-3 0 0,23 0 0,-2 0-64,1 0 0,-1 0 0,40-19 96,-20 19-32,41 0-64,-21 0 64,0-21 32,21 21 0,-1 0-32,0 0 32,-1 0-64,2 0 0,19 0-64,-1 0 160,-19 0-288,21 0 288,-21 0-192,19 0 96,2 0-96,-21 0 225,19 0-226,-18 0 33,19 0 32,1 0 64,-23 0-31,23 0-66,0 0-31,-3 0 64,3 0 32,0 0-64,-2 0-64,1 0 32,19 21 96,-18-21-96,-1 0 0,-1 0 96,2 0-32,18 19-32,-19-19 96,20 0-64,0 0 0,-21 0-64,22 19 32,-2-19-32,2 0 96,-2 0-64,2 21 64,-2-21 0,0 0-64,2 20 128,-2-20-160,1 20 96,-1-20 0,2 20 32,-2-20-160,21 20 128,-20-1-32,-1-19-64,2 20 128,-2-20-32,2 0 0,-22 20 32,1-20-64,-1 0 96,2 0-64,-1-20 33,20 20-33,-40-20 32,20 1 0,-21 19 128,-18-20-96,-20 0-32,19 0-32,-20 20-32,1-20 0,-1-1 0,-19 2-320,-21 0 63,1-2-255,-40 2 96,0-2-353,-59 1-1121,-40-19-5925</inkml:trace>
  <inkml:trace contextRef="#ctx0" brushRef="#br0" timeOffset="72480.14">9865 8127 9256,'0'-20'1538,"0"20"608,0 0-32,0 0-513,0 0-672,-20 0-96,-19 40-64,-1-1-65,-19 1-544,-2 40-63,-18 0-33,0 39 32,19-1 96,-19 22-32,20-1 160,38 20 225,1-20-225,20-20-128,20-20-160,1-19 32,-3 0 1,23-41 63,-21 1 0,0 0 0,-2-20-64,3 0 64,-1-20-640,0 0-449,-20 0-929,0-20-2658</inkml:trace>
  <inkml:trace contextRef="#ctx0" brushRef="#br0" timeOffset="73923.22">8336 10055 15598,'0'-60'224,"20"40"-224,19 20 65,22 0 127,-3 40-128,3 0 0,-2 20-64,1-1 0,-21 20-288,1 1-417,-19-20-672,-21-1 159,-21-19 962,1 0 352,-20-40 449,-19 0 127,-1-21-415,1 2 159,0-1 385,18-20-257,1 20-319,21 1-65,38-2-64,1 2-64,21 19 96,17 0 320,22 19 1,0 2-33,-1 18-128,0-19-95,0 0-161,-38 19-128,-1-18-353,-21-2-544,-19 1-1185,-19 1-2883</inkml:trace>
  <inkml:trace contextRef="#ctx0" brushRef="#br0" timeOffset="74182.23">7880 10770 18737,'19'20'-64,"41"-20"64,20 0 96,19 0 193,40 0 287,19 0-127,21 20-385,1-20 64,18 0 160,0 0 192,-39-20 33,0 20-385,-60 0-352,-19 0-865,-42 0-128,-18 0-1346,-40 0-4195</inkml:trace>
  <inkml:trace contextRef="#ctx0" brushRef="#br0" timeOffset="74694.27">7980 11069 14029,'38'19'-96,"23"1"128,18 20 192,0 0 64,-20 19-96,1 0-96,-1 21-96,-18-20-416,-21 20-160,-20-21 319,0 1 257,-41-21 673,1-19 576,1 0-160,-21-20-256,1-20-257,0 0-159,19 0-97,-1-19 257,23-1-481,18 0 96,18 21 0,3-2-128,39 2-32,-1 19-64,0 0-32,1 0 32,-1 19-96,-18 2-160,-3-2-129,3 21-95,-21-20-33,0 20-704,-20-21-1602,19-19-3747</inkml:trace>
  <inkml:trace contextRef="#ctx0" brushRef="#br0" timeOffset="75119.28">8972 11227 15118,'0'-39'1057,"-40"39"-1185,19 0 192,-17 19 352,-3 1 353,3 20-257,-3 19-255,21 1-225,20 0 0,20-1 0,0 1-64,19-20 32,22 0-96,-2-21 64,1 1 32,-1-20 160,20-20-32,-39 1-96,19-21 128,-19 20-96,-19-20 256,-21-19 33,0 19-225,-41-20-160,-18 20-256,-1-19-417,-19 39 417,20 0 320,-22 20 192,22 0 32,19 40-96,1-21-32,19 21-64,20-20 65,20 20-65,19-21 32,22 2-160,18-2 32,0-19-161,-19 21-95,19-21-320,-20 0-1346,-19 0-4901</inkml:trace>
  <inkml:trace contextRef="#ctx0" brushRef="#br0" timeOffset="75336.3">9488 11526 5381,'59'79'9993,"-39"-20"-8840,0 1-320,0 19 192,-20 1-160,0-21-897,0 1 32,0 0-32,0-41 96,-20 1 32,20 0-160,-20-20-160,-20-20-385,21 0-896,-21-19-1506,20 19-897,0-41-5253</inkml:trace>
  <inkml:trace contextRef="#ctx0" brushRef="#br0" timeOffset="75437.31">9407 11425 16879,'21'-19'417,"-21"19"-449,20 0 288,0 0-480,0 0-2883</inkml:trace>
  <inkml:trace contextRef="#ctx0" brushRef="#br0" timeOffset="76109.35">10043 10293 15726,'0'20'385,"20"-20"-161,21 0 833,38 0-160,-20 0-545,40 0-192,20 0-96,-20 0-64,-20-20-192,2 20-1121,-42 0-2915</inkml:trace>
  <inkml:trace contextRef="#ctx0" brushRef="#br0" timeOffset="76360.36">10460 10353 14445,'-20'59'417,"20"-19"-257,40 0 256,-20 0 961,19 20-640,2-1-641,-1-19-32,-1 19-64,-19-19 0,0 0 96,-20-1 32,-20-19 513,0 20 512,-39-40-320,-2 20-96,2-20-353,-20 0-288,-1 0-32,1 0-288,20 0-865,-2-20-1345,43 0-3876</inkml:trace>
  <inkml:trace contextRef="#ctx0" brushRef="#br0" timeOffset="76843.39">11155 10393 14093,'-20'-21'1249,"1"21"-1057,19 0 417,-20 40 864,20 0-31,-20 0-257,-1 19-417,21 21-351,-20-20-193,20 19-288,0-19 128,20-1-160,1 1-673,19-21-320,-21 1-224,21 1-321,0-22-1248,-1 1-4293</inkml:trace>
  <inkml:trace contextRef="#ctx0" brushRef="#br0" timeOffset="77263.4">11552 10592 14958,'-39'39'608,"19"-19"-640,0 40 64,-1-21 353,21 21 223,0-21-416,0 21-64,41-20-95,-1-1-226,-1-18 65,21-2-64,-1 1 96,0-20 96,-19-20 96,1 1 128,-3-21 97,-17 20 95,-1-20 160,-20 0 65,-20-19-353,-1 19-224,-17-19-160,-3-1 64,-18 20 64,-21 21 0,21 19 193,0 0-354,19 19 322,-1 1-193,23 19 64,18-18-32,39 18 32,-19-19 160,39 20-64,1-40-96,-1 20-32,1-20-160,-1 20-192,-18-20-705,-3 0-1409,-17-20-4325</inkml:trace>
  <inkml:trace contextRef="#ctx0" brushRef="#br0" timeOffset="77492.42">11869 10293 15406,'61'0'1666,"-22"20"-1026,21 0 1186,19 40-128,0-21-33,0 21-800,-18 19-449,-2 1-287,-19-1-162,-1 21-127,-19-21 256,-20 0-384,0 2-96,-20-2-65,-19 0-1216,-1-19-225,-19-1-2082</inkml:trace>
  <inkml:trace contextRef="#ctx0" brushRef="#br0" timeOffset="80117.58">10381 11545 7238,'-40'0'1057,"20"0"321,1 0-1,19 0 289,0 0-1,0 0-608,0 0-737,19 0 65,21 0 159,39 0-255,2 20-1,36-20-96,23 0 64,18 0-32,22 20 129,18-20-225,1 0-64,-21 20 32,0-20 0,-18 0-32,-2 20-64,-38-20-64,-41 0-897,-19 0-1025,-41 20-3203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0631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chart" Target="../charts/chart3.xml"/><Relationship Id="rId5" Type="http://schemas.openxmlformats.org/officeDocument/2006/relationships/slideLayout" Target="../slideLayouts/slideLayout47.xml"/><Relationship Id="rId10" Type="http://schemas.openxmlformats.org/officeDocument/2006/relationships/chart" Target="../charts/chart2.xml"/><Relationship Id="rId4" Type="http://schemas.openxmlformats.org/officeDocument/2006/relationships/tags" Target="../tags/tag5.xml"/><Relationship Id="rId9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1.xml"/><Relationship Id="rId3" Type="http://schemas.openxmlformats.org/officeDocument/2006/relationships/tags" Target="../tags/tag8.xml"/><Relationship Id="rId7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11" Type="http://schemas.openxmlformats.org/officeDocument/2006/relationships/chart" Target="../charts/chart6.xml"/><Relationship Id="rId5" Type="http://schemas.openxmlformats.org/officeDocument/2006/relationships/slideLayout" Target="../slideLayouts/slideLayout47.xml"/><Relationship Id="rId10" Type="http://schemas.openxmlformats.org/officeDocument/2006/relationships/chart" Target="../charts/chart5.xml"/><Relationship Id="rId4" Type="http://schemas.openxmlformats.org/officeDocument/2006/relationships/tags" Target="../tags/tag9.xml"/><Relationship Id="rId9" Type="http://schemas.openxmlformats.org/officeDocument/2006/relationships/chart" Target="../charts/chart4.xml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2.xml"/><Relationship Id="rId3" Type="http://schemas.openxmlformats.org/officeDocument/2006/relationships/tags" Target="../tags/tag12.xml"/><Relationship Id="rId7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tags" Target="../tags/tag11.xml"/><Relationship Id="rId16" Type="http://schemas.openxmlformats.org/officeDocument/2006/relationships/image" Target="../media/image7.png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11" Type="http://schemas.openxmlformats.org/officeDocument/2006/relationships/chart" Target="../charts/chart9.xml"/><Relationship Id="rId5" Type="http://schemas.openxmlformats.org/officeDocument/2006/relationships/slideLayout" Target="../slideLayouts/slideLayout47.xml"/><Relationship Id="rId15" Type="http://schemas.openxmlformats.org/officeDocument/2006/relationships/customXml" Target="../ink/ink3.xml"/><Relationship Id="rId10" Type="http://schemas.openxmlformats.org/officeDocument/2006/relationships/chart" Target="../charts/chart8.xml"/><Relationship Id="rId4" Type="http://schemas.openxmlformats.org/officeDocument/2006/relationships/tags" Target="../tags/tag13.xml"/><Relationship Id="rId9" Type="http://schemas.openxmlformats.org/officeDocument/2006/relationships/chart" Target="../charts/chart7.xml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6.xml"/><Relationship Id="rId7" Type="http://schemas.openxmlformats.org/officeDocument/2006/relationships/image" Target="../media/image9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4.xml"/><Relationship Id="rId4" Type="http://schemas.openxmlformats.org/officeDocument/2006/relationships/tags" Target="../tags/tag17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tags" Target="../tags/tag20.xml"/><Relationship Id="rId7" Type="http://schemas.openxmlformats.org/officeDocument/2006/relationships/image" Target="../media/image9.png"/><Relationship Id="rId12" Type="http://schemas.openxmlformats.org/officeDocument/2006/relationships/customXml" Target="../ink/ink6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5.xml"/><Relationship Id="rId4" Type="http://schemas.openxmlformats.org/officeDocument/2006/relationships/tags" Target="../tags/tag21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tags" Target="../tags/tag24.xml"/><Relationship Id="rId7" Type="http://schemas.openxmlformats.org/officeDocument/2006/relationships/image" Target="../media/image9.png"/><Relationship Id="rId12" Type="http://schemas.openxmlformats.org/officeDocument/2006/relationships/customXml" Target="../ink/ink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47.xml"/><Relationship Id="rId15" Type="http://schemas.openxmlformats.org/officeDocument/2006/relationships/image" Target="../media/image14.png"/><Relationship Id="rId10" Type="http://schemas.openxmlformats.org/officeDocument/2006/relationships/customXml" Target="../ink/ink7.xml"/><Relationship Id="rId4" Type="http://schemas.openxmlformats.org/officeDocument/2006/relationships/tags" Target="../tags/tag25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8.png"/><Relationship Id="rId18" Type="http://schemas.openxmlformats.org/officeDocument/2006/relationships/image" Target="../media/image20.emf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17.png"/><Relationship Id="rId17" Type="http://schemas.openxmlformats.org/officeDocument/2006/relationships/customXml" Target="../ink/ink10.xml"/><Relationship Id="rId2" Type="http://schemas.openxmlformats.org/officeDocument/2006/relationships/tags" Target="../tags/tag27.xml"/><Relationship Id="rId16" Type="http://schemas.openxmlformats.org/officeDocument/2006/relationships/image" Target="../media/image21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16.png"/><Relationship Id="rId5" Type="http://schemas.openxmlformats.org/officeDocument/2006/relationships/tags" Target="../tags/tag30.xml"/><Relationship Id="rId15" Type="http://schemas.openxmlformats.org/officeDocument/2006/relationships/image" Target="../media/image20.png"/><Relationship Id="rId10" Type="http://schemas.openxmlformats.org/officeDocument/2006/relationships/chart" Target="../charts/chart10.xml"/><Relationship Id="rId4" Type="http://schemas.openxmlformats.org/officeDocument/2006/relationships/tags" Target="../tags/tag29.xml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3" Type="http://schemas.openxmlformats.org/officeDocument/2006/relationships/tags" Target="../tags/tag37.xml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28.emf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5" Type="http://schemas.openxmlformats.org/officeDocument/2006/relationships/tags" Target="../tags/tag39.xml"/><Relationship Id="rId10" Type="http://schemas.openxmlformats.org/officeDocument/2006/relationships/chart" Target="../charts/chart12.xml"/><Relationship Id="rId4" Type="http://schemas.openxmlformats.org/officeDocument/2006/relationships/tags" Target="../tags/tag38.xml"/><Relationship Id="rId9" Type="http://schemas.openxmlformats.org/officeDocument/2006/relationships/chart" Target="../charts/chart11.xml"/><Relationship Id="rId1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18" Type="http://schemas.openxmlformats.org/officeDocument/2006/relationships/customXml" Target="../ink/ink13.xml"/><Relationship Id="rId3" Type="http://schemas.openxmlformats.org/officeDocument/2006/relationships/tags" Target="../tags/tag42.xml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28.emf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5" Type="http://schemas.openxmlformats.org/officeDocument/2006/relationships/tags" Target="../tags/tag44.xml"/><Relationship Id="rId10" Type="http://schemas.openxmlformats.org/officeDocument/2006/relationships/chart" Target="../charts/chart14.xml"/><Relationship Id="rId19" Type="http://schemas.openxmlformats.org/officeDocument/2006/relationships/image" Target="../media/image27.png"/><Relationship Id="rId4" Type="http://schemas.openxmlformats.org/officeDocument/2006/relationships/tags" Target="../tags/tag43.xml"/><Relationship Id="rId9" Type="http://schemas.openxmlformats.org/officeDocument/2006/relationships/chart" Target="../charts/chart13.xml"/><Relationship Id="rId14" Type="http://schemas.openxmlformats.org/officeDocument/2006/relationships/customXml" Target="../ink/ink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18" Type="http://schemas.openxmlformats.org/officeDocument/2006/relationships/customXml" Target="../ink/ink15.xml"/><Relationship Id="rId3" Type="http://schemas.openxmlformats.org/officeDocument/2006/relationships/tags" Target="../tags/tag47.xml"/><Relationship Id="rId21" Type="http://schemas.openxmlformats.org/officeDocument/2006/relationships/image" Target="../media/image28.png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28.emf"/><Relationship Id="rId2" Type="http://schemas.openxmlformats.org/officeDocument/2006/relationships/tags" Target="../tags/tag46.xml"/><Relationship Id="rId20" Type="http://schemas.openxmlformats.org/officeDocument/2006/relationships/customXml" Target="../ink/ink16.xml"/><Relationship Id="rId1" Type="http://schemas.openxmlformats.org/officeDocument/2006/relationships/tags" Target="../tags/tag45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5" Type="http://schemas.openxmlformats.org/officeDocument/2006/relationships/tags" Target="../tags/tag49.xml"/><Relationship Id="rId10" Type="http://schemas.openxmlformats.org/officeDocument/2006/relationships/chart" Target="../charts/chart16.xml"/><Relationship Id="rId19" Type="http://schemas.openxmlformats.org/officeDocument/2006/relationships/image" Target="../media/image27.png"/><Relationship Id="rId4" Type="http://schemas.openxmlformats.org/officeDocument/2006/relationships/tags" Target="../tags/tag48.xml"/><Relationship Id="rId9" Type="http://schemas.openxmlformats.org/officeDocument/2006/relationships/chart" Target="../charts/chart15.xml"/><Relationship Id="rId1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18" Type="http://schemas.openxmlformats.org/officeDocument/2006/relationships/customXml" Target="../ink/ink18.xml"/><Relationship Id="rId26" Type="http://schemas.openxmlformats.org/officeDocument/2006/relationships/customXml" Target="../ink/ink22.xml"/><Relationship Id="rId3" Type="http://schemas.openxmlformats.org/officeDocument/2006/relationships/tags" Target="../tags/tag52.xml"/><Relationship Id="rId21" Type="http://schemas.openxmlformats.org/officeDocument/2006/relationships/image" Target="../media/image28.png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28.emf"/><Relationship Id="rId25" Type="http://schemas.openxmlformats.org/officeDocument/2006/relationships/image" Target="../media/image30.png"/><Relationship Id="rId2" Type="http://schemas.openxmlformats.org/officeDocument/2006/relationships/tags" Target="../tags/tag51.xml"/><Relationship Id="rId20" Type="http://schemas.openxmlformats.org/officeDocument/2006/relationships/customXml" Target="../ink/ink19.xml"/><Relationship Id="rId29" Type="http://schemas.openxmlformats.org/officeDocument/2006/relationships/image" Target="../media/image32.png"/><Relationship Id="rId1" Type="http://schemas.openxmlformats.org/officeDocument/2006/relationships/tags" Target="../tags/tag50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24" Type="http://schemas.openxmlformats.org/officeDocument/2006/relationships/customXml" Target="../ink/ink21.xml"/><Relationship Id="rId5" Type="http://schemas.openxmlformats.org/officeDocument/2006/relationships/tags" Target="../tags/tag54.xml"/><Relationship Id="rId23" Type="http://schemas.openxmlformats.org/officeDocument/2006/relationships/image" Target="../media/image29.png"/><Relationship Id="rId28" Type="http://schemas.openxmlformats.org/officeDocument/2006/relationships/customXml" Target="../ink/ink23.xml"/><Relationship Id="rId10" Type="http://schemas.openxmlformats.org/officeDocument/2006/relationships/chart" Target="../charts/chart18.xm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tags" Target="../tags/tag53.xml"/><Relationship Id="rId9" Type="http://schemas.openxmlformats.org/officeDocument/2006/relationships/chart" Target="../charts/chart17.xml"/><Relationship Id="rId14" Type="http://schemas.openxmlformats.org/officeDocument/2006/relationships/customXml" Target="../ink/ink17.xml"/><Relationship Id="rId22" Type="http://schemas.openxmlformats.org/officeDocument/2006/relationships/customXml" Target="../ink/ink20.xml"/><Relationship Id="rId27" Type="http://schemas.openxmlformats.org/officeDocument/2006/relationships/image" Target="../media/image31.png"/><Relationship Id="rId30" Type="http://schemas.openxmlformats.org/officeDocument/2006/relationships/customXml" Target="../ink/ink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" Type="http://schemas.openxmlformats.org/officeDocument/2006/relationships/tags" Target="../tags/tag57.xml"/><Relationship Id="rId21" Type="http://schemas.openxmlformats.org/officeDocument/2006/relationships/image" Target="../media/image28.png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28.emf"/><Relationship Id="rId25" Type="http://schemas.openxmlformats.org/officeDocument/2006/relationships/image" Target="../media/image30.png"/><Relationship Id="rId2" Type="http://schemas.openxmlformats.org/officeDocument/2006/relationships/tags" Target="../tags/tag56.xml"/><Relationship Id="rId20" Type="http://schemas.openxmlformats.org/officeDocument/2006/relationships/customXml" Target="../ink/ink27.xml"/><Relationship Id="rId29" Type="http://schemas.openxmlformats.org/officeDocument/2006/relationships/image" Target="../media/image32.png"/><Relationship Id="rId1" Type="http://schemas.openxmlformats.org/officeDocument/2006/relationships/tags" Target="../tags/tag55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24" Type="http://schemas.openxmlformats.org/officeDocument/2006/relationships/customXml" Target="../ink/ink29.xml"/><Relationship Id="rId32" Type="http://schemas.openxmlformats.org/officeDocument/2006/relationships/image" Target="../media/image34.png"/><Relationship Id="rId5" Type="http://schemas.openxmlformats.org/officeDocument/2006/relationships/tags" Target="../tags/tag59.xml"/><Relationship Id="rId23" Type="http://schemas.openxmlformats.org/officeDocument/2006/relationships/image" Target="../media/image29.png"/><Relationship Id="rId28" Type="http://schemas.openxmlformats.org/officeDocument/2006/relationships/customXml" Target="../ink/ink31.xml"/><Relationship Id="rId10" Type="http://schemas.openxmlformats.org/officeDocument/2006/relationships/chart" Target="../charts/chart20.xm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tags" Target="../tags/tag58.xml"/><Relationship Id="rId9" Type="http://schemas.openxmlformats.org/officeDocument/2006/relationships/chart" Target="../charts/chart19.xml"/><Relationship Id="rId14" Type="http://schemas.openxmlformats.org/officeDocument/2006/relationships/customXml" Target="../ink/ink25.xml"/><Relationship Id="rId22" Type="http://schemas.openxmlformats.org/officeDocument/2006/relationships/customXml" Target="../ink/ink28.xml"/><Relationship Id="rId27" Type="http://schemas.openxmlformats.org/officeDocument/2006/relationships/image" Target="../media/image31.png"/><Relationship Id="rId30" Type="http://schemas.openxmlformats.org/officeDocument/2006/relationships/customXml" Target="../ink/ink3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18" Type="http://schemas.openxmlformats.org/officeDocument/2006/relationships/customXml" Target="../ink/ink34.xml"/><Relationship Id="rId26" Type="http://schemas.openxmlformats.org/officeDocument/2006/relationships/customXml" Target="../ink/ink38.xml"/><Relationship Id="rId3" Type="http://schemas.openxmlformats.org/officeDocument/2006/relationships/tags" Target="../tags/tag62.xml"/><Relationship Id="rId21" Type="http://schemas.openxmlformats.org/officeDocument/2006/relationships/image" Target="../media/image28.png"/><Relationship Id="rId7" Type="http://schemas.openxmlformats.org/officeDocument/2006/relationships/image" Target="../media/image4.png"/><Relationship Id="rId12" Type="http://schemas.openxmlformats.org/officeDocument/2006/relationships/image" Target="../media/image25.png"/><Relationship Id="rId17" Type="http://schemas.openxmlformats.org/officeDocument/2006/relationships/image" Target="../media/image28.emf"/><Relationship Id="rId25" Type="http://schemas.openxmlformats.org/officeDocument/2006/relationships/image" Target="../media/image30.png"/><Relationship Id="rId33" Type="http://schemas.openxmlformats.org/officeDocument/2006/relationships/image" Target="../media/image35.png"/><Relationship Id="rId2" Type="http://schemas.openxmlformats.org/officeDocument/2006/relationships/tags" Target="../tags/tag61.xml"/><Relationship Id="rId20" Type="http://schemas.openxmlformats.org/officeDocument/2006/relationships/customXml" Target="../ink/ink35.xml"/><Relationship Id="rId29" Type="http://schemas.openxmlformats.org/officeDocument/2006/relationships/image" Target="../media/image32.png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24" Type="http://schemas.openxmlformats.org/officeDocument/2006/relationships/customXml" Target="../ink/ink37.xml"/><Relationship Id="rId32" Type="http://schemas.openxmlformats.org/officeDocument/2006/relationships/image" Target="../media/image34.png"/><Relationship Id="rId5" Type="http://schemas.openxmlformats.org/officeDocument/2006/relationships/tags" Target="../tags/tag64.xml"/><Relationship Id="rId23" Type="http://schemas.openxmlformats.org/officeDocument/2006/relationships/image" Target="../media/image29.png"/><Relationship Id="rId28" Type="http://schemas.openxmlformats.org/officeDocument/2006/relationships/customXml" Target="../ink/ink39.xml"/><Relationship Id="rId10" Type="http://schemas.openxmlformats.org/officeDocument/2006/relationships/chart" Target="../charts/chart22.xm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tags" Target="../tags/tag63.xml"/><Relationship Id="rId9" Type="http://schemas.openxmlformats.org/officeDocument/2006/relationships/chart" Target="../charts/chart21.xml"/><Relationship Id="rId14" Type="http://schemas.openxmlformats.org/officeDocument/2006/relationships/customXml" Target="../ink/ink33.xml"/><Relationship Id="rId22" Type="http://schemas.openxmlformats.org/officeDocument/2006/relationships/customXml" Target="../ink/ink36.xml"/><Relationship Id="rId27" Type="http://schemas.openxmlformats.org/officeDocument/2006/relationships/image" Target="../media/image31.png"/><Relationship Id="rId30" Type="http://schemas.openxmlformats.org/officeDocument/2006/relationships/customXml" Target="../ink/ink4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67.xml"/><Relationship Id="rId7" Type="http://schemas.openxmlformats.org/officeDocument/2006/relationships/image" Target="../media/image36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40.png"/><Relationship Id="rId5" Type="http://schemas.openxmlformats.org/officeDocument/2006/relationships/tags" Target="../tags/tag69.xml"/><Relationship Id="rId10" Type="http://schemas.openxmlformats.org/officeDocument/2006/relationships/image" Target="../media/image39.png"/><Relationship Id="rId4" Type="http://schemas.openxmlformats.org/officeDocument/2006/relationships/tags" Target="../tags/tag68.xml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72.xml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40.png"/><Relationship Id="rId5" Type="http://schemas.openxmlformats.org/officeDocument/2006/relationships/tags" Target="../tags/tag74.xml"/><Relationship Id="rId10" Type="http://schemas.openxmlformats.org/officeDocument/2006/relationships/image" Target="../media/image39.png"/><Relationship Id="rId4" Type="http://schemas.openxmlformats.org/officeDocument/2006/relationships/tags" Target="../tags/tag73.xml"/><Relationship Id="rId9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chart" Target="../charts/chart2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79.xml"/><Relationship Id="rId7" Type="http://schemas.openxmlformats.org/officeDocument/2006/relationships/image" Target="../media/image44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Layout" Target="../slideLayouts/slideLayout47.xml"/><Relationship Id="rId5" Type="http://schemas.openxmlformats.org/officeDocument/2006/relationships/tags" Target="../tags/tag81.xml"/><Relationship Id="rId10" Type="http://schemas.openxmlformats.org/officeDocument/2006/relationships/image" Target="../media/image43.png"/><Relationship Id="rId4" Type="http://schemas.openxmlformats.org/officeDocument/2006/relationships/tags" Target="../tags/tag80.xml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84.xml"/><Relationship Id="rId7" Type="http://schemas.openxmlformats.org/officeDocument/2006/relationships/image" Target="../media/image44.png"/><Relationship Id="rId12" Type="http://schemas.openxmlformats.org/officeDocument/2006/relationships/image" Target="../media/image5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Layout" Target="../slideLayouts/slideLayout47.xml"/><Relationship Id="rId11" Type="http://schemas.openxmlformats.org/officeDocument/2006/relationships/chart" Target="../charts/chart24.xml"/><Relationship Id="rId5" Type="http://schemas.openxmlformats.org/officeDocument/2006/relationships/tags" Target="../tags/tag86.xml"/><Relationship Id="rId10" Type="http://schemas.openxmlformats.org/officeDocument/2006/relationships/image" Target="../media/image46.png"/><Relationship Id="rId4" Type="http://schemas.openxmlformats.org/officeDocument/2006/relationships/tags" Target="../tags/tag85.xml"/><Relationship Id="rId9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2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customXml" Target="../ink/ink41.xml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52.png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51.png"/><Relationship Id="rId17" Type="http://schemas.openxmlformats.org/officeDocument/2006/relationships/image" Target="../media/image50.emf"/><Relationship Id="rId2" Type="http://schemas.openxmlformats.org/officeDocument/2006/relationships/tags" Target="../tags/tag90.xml"/><Relationship Id="rId16" Type="http://schemas.openxmlformats.org/officeDocument/2006/relationships/customXml" Target="../ink/ink42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50.png"/><Relationship Id="rId5" Type="http://schemas.openxmlformats.org/officeDocument/2006/relationships/tags" Target="../tags/tag93.xml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tags" Target="../tags/tag92.xml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3" Type="http://schemas.openxmlformats.org/officeDocument/2006/relationships/tags" Target="../tags/tag98.xml"/><Relationship Id="rId7" Type="http://schemas.openxmlformats.org/officeDocument/2006/relationships/image" Target="../media/image57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6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tags" Target="../tags/tag101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2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../media/image51.png"/><Relationship Id="rId5" Type="http://schemas.openxmlformats.org/officeDocument/2006/relationships/tags" Target="../tags/tag103.xml"/><Relationship Id="rId15" Type="http://schemas.openxmlformats.org/officeDocument/2006/relationships/image" Target="../media/image63.emf"/><Relationship Id="rId10" Type="http://schemas.openxmlformats.org/officeDocument/2006/relationships/image" Target="../media/image50.png"/><Relationship Id="rId4" Type="http://schemas.openxmlformats.org/officeDocument/2006/relationships/tags" Target="../tags/tag102.xml"/><Relationship Id="rId9" Type="http://schemas.openxmlformats.org/officeDocument/2006/relationships/image" Target="../media/image49.png"/><Relationship Id="rId14" Type="http://schemas.openxmlformats.org/officeDocument/2006/relationships/customXml" Target="../ink/ink4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1145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problem of</a:t>
            </a:r>
            <a:b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Linear regression (housing prices)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3733621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Overfitting:</a:t>
            </a:r>
            <a:r>
              <a:rPr lang="en-US" sz="2400" dirty="0"/>
              <a:t> If we have too many features, the learned hypothesis may fit the training set very well (                                             ), but fail to generalize to new examples (predict prices on new examples).</a:t>
            </a:r>
            <a:endParaRPr lang="en-US" sz="2400" b="1" dirty="0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5" y="4124842"/>
            <a:ext cx="3052572" cy="4343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64" y="2588389"/>
            <a:ext cx="952837" cy="23619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38" y="2588389"/>
            <a:ext cx="1697355" cy="255083"/>
          </a:xfrm>
          <a:prstGeom prst="rect">
            <a:avLst/>
          </a:prstGeom>
        </p:spPr>
      </p:pic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241646"/>
              </p:ext>
            </p:extLst>
          </p:nvPr>
        </p:nvGraphicFramePr>
        <p:xfrm>
          <a:off x="830627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/>
          <p:cNvSpPr txBox="1"/>
          <p:nvPr/>
        </p:nvSpPr>
        <p:spPr>
          <a:xfrm rot="16200000">
            <a:off x="285541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375189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7893221"/>
              </p:ext>
            </p:extLst>
          </p:nvPr>
        </p:nvGraphicFramePr>
        <p:xfrm>
          <a:off x="3487003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/>
          <p:cNvSpPr txBox="1"/>
          <p:nvPr/>
        </p:nvSpPr>
        <p:spPr>
          <a:xfrm rot="16200000">
            <a:off x="2941917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5" name="TextBox 20"/>
          <p:cNvSpPr txBox="1"/>
          <p:nvPr/>
        </p:nvSpPr>
        <p:spPr>
          <a:xfrm>
            <a:off x="4031565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9133981"/>
              </p:ext>
            </p:extLst>
          </p:nvPr>
        </p:nvGraphicFramePr>
        <p:xfrm>
          <a:off x="6306403" y="695325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7" name="TextBox 26"/>
          <p:cNvSpPr txBox="1"/>
          <p:nvPr/>
        </p:nvSpPr>
        <p:spPr>
          <a:xfrm rot="16200000">
            <a:off x="5761317" y="1375321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6850965" y="2267457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059" y="2566108"/>
            <a:ext cx="3033949" cy="235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E65B3D-829D-ADE2-88D6-27A5F61EA9A4}"/>
              </a:ext>
            </a:extLst>
          </p:cNvPr>
          <p:cNvSpPr txBox="1"/>
          <p:nvPr/>
        </p:nvSpPr>
        <p:spPr>
          <a:xfrm>
            <a:off x="807175" y="2975892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Underfit “High Bias”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EEB102-6D1F-7EB8-A4DD-0FE36AF20257}"/>
              </a:ext>
            </a:extLst>
          </p:cNvPr>
          <p:cNvCxnSpPr>
            <a:cxnSpLocks/>
          </p:cNvCxnSpPr>
          <p:nvPr/>
        </p:nvCxnSpPr>
        <p:spPr>
          <a:xfrm flipH="1">
            <a:off x="1066800" y="872186"/>
            <a:ext cx="1509589" cy="124236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1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99C00-B747-8CF0-7F9A-8BA26637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10AC90-600D-D6D6-5831-553FE141471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Linear regression (housing prices)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C22F2-184D-E9D4-7DBA-412233D84C98}"/>
              </a:ext>
            </a:extLst>
          </p:cNvPr>
          <p:cNvSpPr txBox="1"/>
          <p:nvPr/>
        </p:nvSpPr>
        <p:spPr>
          <a:xfrm>
            <a:off x="381000" y="3733621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Overfitting:</a:t>
            </a:r>
            <a:r>
              <a:rPr lang="en-US" sz="2400" dirty="0"/>
              <a:t> If we have too many features, the learned hypothesis may fit the training set very well (                                             ), but fail to generalize to new examples (predict prices on new examples).</a:t>
            </a:r>
            <a:endParaRPr lang="en-US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C518B7-29A3-D076-FD66-072A1EE6A3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5" y="4124842"/>
            <a:ext cx="3052572" cy="434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930A22-77F0-E3D3-A338-BCF0ACB6CD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64" y="2588389"/>
            <a:ext cx="952837" cy="2361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FD883B-AF0D-A9BC-7C88-6099D2762D6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38" y="2588389"/>
            <a:ext cx="1697355" cy="255083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6A9A613D-A04F-C007-DD38-DBBA62A371D7}"/>
              </a:ext>
            </a:extLst>
          </p:cNvPr>
          <p:cNvGraphicFramePr>
            <a:graphicFrameLocks/>
          </p:cNvGraphicFramePr>
          <p:nvPr/>
        </p:nvGraphicFramePr>
        <p:xfrm>
          <a:off x="830627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20F7539-BD69-5FB3-1293-F91C0891E91F}"/>
              </a:ext>
            </a:extLst>
          </p:cNvPr>
          <p:cNvSpPr txBox="1"/>
          <p:nvPr/>
        </p:nvSpPr>
        <p:spPr>
          <a:xfrm rot="16200000">
            <a:off x="285541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81C08EA6-BAF0-4756-F05A-6CE4182E7BC6}"/>
              </a:ext>
            </a:extLst>
          </p:cNvPr>
          <p:cNvSpPr txBox="1"/>
          <p:nvPr/>
        </p:nvSpPr>
        <p:spPr>
          <a:xfrm>
            <a:off x="1375189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2AFFE617-CAAF-5C88-17FD-ED9D24371140}"/>
              </a:ext>
            </a:extLst>
          </p:cNvPr>
          <p:cNvGraphicFramePr>
            <a:graphicFrameLocks/>
          </p:cNvGraphicFramePr>
          <p:nvPr/>
        </p:nvGraphicFramePr>
        <p:xfrm>
          <a:off x="3487003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A1888D8-F3A6-FC28-4274-C8F66E2AED0B}"/>
              </a:ext>
            </a:extLst>
          </p:cNvPr>
          <p:cNvSpPr txBox="1"/>
          <p:nvPr/>
        </p:nvSpPr>
        <p:spPr>
          <a:xfrm rot="16200000">
            <a:off x="2941917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6796BFFC-76A6-1F1E-5F28-F02190045DC7}"/>
              </a:ext>
            </a:extLst>
          </p:cNvPr>
          <p:cNvSpPr txBox="1"/>
          <p:nvPr/>
        </p:nvSpPr>
        <p:spPr>
          <a:xfrm>
            <a:off x="4031565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DD773238-9DAD-E99A-7BFE-63D7CA4A6B79}"/>
              </a:ext>
            </a:extLst>
          </p:cNvPr>
          <p:cNvGraphicFramePr>
            <a:graphicFrameLocks/>
          </p:cNvGraphicFramePr>
          <p:nvPr/>
        </p:nvGraphicFramePr>
        <p:xfrm>
          <a:off x="6306403" y="695325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DBF70F3-1639-D491-294E-8FCDEEA761B5}"/>
              </a:ext>
            </a:extLst>
          </p:cNvPr>
          <p:cNvSpPr txBox="1"/>
          <p:nvPr/>
        </p:nvSpPr>
        <p:spPr>
          <a:xfrm rot="16200000">
            <a:off x="5761317" y="1375321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D4B48F4F-F25C-4C6D-4462-2D4F116C7694}"/>
              </a:ext>
            </a:extLst>
          </p:cNvPr>
          <p:cNvSpPr txBox="1"/>
          <p:nvPr/>
        </p:nvSpPr>
        <p:spPr>
          <a:xfrm>
            <a:off x="6850965" y="2267457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7DFFB04-96EA-E845-9A97-E516E0B0016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059" y="2566108"/>
            <a:ext cx="3033949" cy="235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CB9E1E-B8D1-724C-8852-E56102B29B17}"/>
              </a:ext>
            </a:extLst>
          </p:cNvPr>
          <p:cNvSpPr txBox="1"/>
          <p:nvPr/>
        </p:nvSpPr>
        <p:spPr>
          <a:xfrm>
            <a:off x="807175" y="2975892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Underfit “High Bias”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8CAD50-74BA-F086-6267-1BB6E17797EE}"/>
              </a:ext>
            </a:extLst>
          </p:cNvPr>
          <p:cNvCxnSpPr>
            <a:cxnSpLocks/>
          </p:cNvCxnSpPr>
          <p:nvPr/>
        </p:nvCxnSpPr>
        <p:spPr>
          <a:xfrm flipH="1">
            <a:off x="1066800" y="872186"/>
            <a:ext cx="1509589" cy="124236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74D360-1445-EF17-37B3-1ADBD390AF05}"/>
                  </a:ext>
                </a:extLst>
              </p14:cNvPr>
              <p14:cNvContentPartPr/>
              <p14:nvPr/>
            </p14:nvContentPartPr>
            <p14:xfrm>
              <a:off x="6439680" y="1102474"/>
              <a:ext cx="2143440" cy="105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74D360-1445-EF17-37B3-1ADBD390AF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30680" y="1093474"/>
                <a:ext cx="2161080" cy="10767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A173596-BBC4-0B6D-A6CA-913D856AD55F}"/>
              </a:ext>
            </a:extLst>
          </p:cNvPr>
          <p:cNvSpPr txBox="1"/>
          <p:nvPr/>
        </p:nvSpPr>
        <p:spPr>
          <a:xfrm>
            <a:off x="6326830" y="2975892"/>
            <a:ext cx="242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Overfit “High Variance”</a:t>
            </a:r>
          </a:p>
        </p:txBody>
      </p:sp>
    </p:spTree>
    <p:extLst>
      <p:ext uri="{BB962C8B-B14F-4D97-AF65-F5344CB8AC3E}">
        <p14:creationId xmlns:p14="http://schemas.microsoft.com/office/powerpoint/2010/main" val="70445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745E-2686-D41F-DE43-9C68D579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CBCE5-CF33-3D87-6197-5E8253BAEE9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Linear regression (housing prices)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AC19AC-9F17-BB39-21AA-2F7AE0B0EC0D}"/>
              </a:ext>
            </a:extLst>
          </p:cNvPr>
          <p:cNvSpPr txBox="1"/>
          <p:nvPr/>
        </p:nvSpPr>
        <p:spPr>
          <a:xfrm>
            <a:off x="381000" y="3733621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Overfitting:</a:t>
            </a:r>
            <a:r>
              <a:rPr lang="en-US" sz="2400" dirty="0"/>
              <a:t> If we have too many features, the learned hypothesis may fit the training set very well (                                             ), but fail to generalize to new examples (predict prices on new examples).</a:t>
            </a:r>
            <a:endParaRPr lang="en-US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7183BC-7F10-F31A-3144-CD7CB8381C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5" y="4124842"/>
            <a:ext cx="3052572" cy="434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EEFAE7-D1CF-EBF0-E631-D826AC9454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64" y="2588389"/>
            <a:ext cx="952837" cy="2361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7BF8D9-9491-8A7B-8ACB-CB2B0CE6A49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38" y="2588389"/>
            <a:ext cx="1697355" cy="255083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93EE266-0F20-09B5-C6B9-4BCBF07BC0CE}"/>
              </a:ext>
            </a:extLst>
          </p:cNvPr>
          <p:cNvGraphicFramePr>
            <a:graphicFrameLocks/>
          </p:cNvGraphicFramePr>
          <p:nvPr/>
        </p:nvGraphicFramePr>
        <p:xfrm>
          <a:off x="830627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DFB31D2-1BE4-E8E8-4418-824E7F42CAE4}"/>
              </a:ext>
            </a:extLst>
          </p:cNvPr>
          <p:cNvSpPr txBox="1"/>
          <p:nvPr/>
        </p:nvSpPr>
        <p:spPr>
          <a:xfrm rot="16200000">
            <a:off x="285541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D2DAF641-5FFC-AEF7-B29E-88707B5D0EF4}"/>
              </a:ext>
            </a:extLst>
          </p:cNvPr>
          <p:cNvSpPr txBox="1"/>
          <p:nvPr/>
        </p:nvSpPr>
        <p:spPr>
          <a:xfrm>
            <a:off x="1375189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4CDECFB4-ACC8-A7CC-9E31-9AB5207B3897}"/>
              </a:ext>
            </a:extLst>
          </p:cNvPr>
          <p:cNvGraphicFramePr>
            <a:graphicFrameLocks/>
          </p:cNvGraphicFramePr>
          <p:nvPr/>
        </p:nvGraphicFramePr>
        <p:xfrm>
          <a:off x="3487003" y="691812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BDABF35-A38C-9D30-1625-02B8C5450485}"/>
              </a:ext>
            </a:extLst>
          </p:cNvPr>
          <p:cNvSpPr txBox="1"/>
          <p:nvPr/>
        </p:nvSpPr>
        <p:spPr>
          <a:xfrm rot="16200000">
            <a:off x="2941917" y="1371808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88CDA751-ED07-80DF-4956-5CF15814A321}"/>
              </a:ext>
            </a:extLst>
          </p:cNvPr>
          <p:cNvSpPr txBox="1"/>
          <p:nvPr/>
        </p:nvSpPr>
        <p:spPr>
          <a:xfrm>
            <a:off x="4031565" y="226394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DC46B2A4-6DE5-2B72-0C71-B88889286FB3}"/>
              </a:ext>
            </a:extLst>
          </p:cNvPr>
          <p:cNvGraphicFramePr>
            <a:graphicFrameLocks/>
          </p:cNvGraphicFramePr>
          <p:nvPr/>
        </p:nvGraphicFramePr>
        <p:xfrm>
          <a:off x="6306403" y="695325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1C53576-0403-8C4B-E806-DDD59A079AC9}"/>
              </a:ext>
            </a:extLst>
          </p:cNvPr>
          <p:cNvSpPr txBox="1"/>
          <p:nvPr/>
        </p:nvSpPr>
        <p:spPr>
          <a:xfrm rot="16200000">
            <a:off x="5761317" y="1375321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2D43D732-5E1B-F187-B90D-8D33481FB339}"/>
              </a:ext>
            </a:extLst>
          </p:cNvPr>
          <p:cNvSpPr txBox="1"/>
          <p:nvPr/>
        </p:nvSpPr>
        <p:spPr>
          <a:xfrm>
            <a:off x="6850965" y="2267457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E4CDDA5-1F03-35EB-9A72-852A17FFC42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059" y="2566108"/>
            <a:ext cx="3033949" cy="235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66AF02-6064-CA59-4D3E-9D0123AA88E9}"/>
              </a:ext>
            </a:extLst>
          </p:cNvPr>
          <p:cNvSpPr txBox="1"/>
          <p:nvPr/>
        </p:nvSpPr>
        <p:spPr>
          <a:xfrm>
            <a:off x="807175" y="2975892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Underfit “High Bias”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5095CC-AEBC-AF84-795C-EA7FE3047E41}"/>
              </a:ext>
            </a:extLst>
          </p:cNvPr>
          <p:cNvCxnSpPr>
            <a:cxnSpLocks/>
          </p:cNvCxnSpPr>
          <p:nvPr/>
        </p:nvCxnSpPr>
        <p:spPr>
          <a:xfrm flipH="1">
            <a:off x="1066800" y="872186"/>
            <a:ext cx="1509589" cy="124236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0664D0-9704-2A5F-B9A5-4409C0683775}"/>
                  </a:ext>
                </a:extLst>
              </p14:cNvPr>
              <p14:cNvContentPartPr/>
              <p14:nvPr/>
            </p14:nvContentPartPr>
            <p14:xfrm>
              <a:off x="6439680" y="1102474"/>
              <a:ext cx="2143440" cy="105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0664D0-9704-2A5F-B9A5-4409C06837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30680" y="1093474"/>
                <a:ext cx="2161080" cy="10767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006F7D5-154A-2607-B490-2F4A6C6DCF1F}"/>
              </a:ext>
            </a:extLst>
          </p:cNvPr>
          <p:cNvSpPr txBox="1"/>
          <p:nvPr/>
        </p:nvSpPr>
        <p:spPr>
          <a:xfrm>
            <a:off x="6326830" y="2975892"/>
            <a:ext cx="242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Overfit “High Variance”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42E201-4DD5-5E68-6698-E3CC2106C7E0}"/>
                  </a:ext>
                </a:extLst>
              </p14:cNvPr>
              <p14:cNvContentPartPr/>
              <p14:nvPr/>
            </p14:nvContentPartPr>
            <p14:xfrm>
              <a:off x="3794400" y="1014634"/>
              <a:ext cx="1950840" cy="1180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42E201-4DD5-5E68-6698-E3CC2106C7E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76760" y="996994"/>
                <a:ext cx="1986480" cy="12157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8F2A659-FE1B-B8B3-95B5-D4B3CC2B9C31}"/>
              </a:ext>
            </a:extLst>
          </p:cNvPr>
          <p:cNvSpPr txBox="1"/>
          <p:nvPr/>
        </p:nvSpPr>
        <p:spPr>
          <a:xfrm>
            <a:off x="3898029" y="2942290"/>
            <a:ext cx="125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“Just right”</a:t>
            </a:r>
          </a:p>
        </p:txBody>
      </p:sp>
    </p:spTree>
    <p:extLst>
      <p:ext uri="{BB962C8B-B14F-4D97-AF65-F5344CB8AC3E}">
        <p14:creationId xmlns:p14="http://schemas.microsoft.com/office/powerpoint/2010/main" val="124578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0C48-8C34-4753-666B-E157E2E9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3E894-E99C-447F-D276-CBFCD56B94E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Logistic regression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AC87BC-8DBE-A668-2917-E0EBF7551EA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7" y="3145040"/>
            <a:ext cx="3018978" cy="2517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E07545C-C95E-9200-D206-0FD3B6F82A37}"/>
              </a:ext>
            </a:extLst>
          </p:cNvPr>
          <p:cNvSpPr txBox="1"/>
          <p:nvPr/>
        </p:nvSpPr>
        <p:spPr>
          <a:xfrm>
            <a:off x="228600" y="3442046"/>
            <a:ext cx="276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(    = sigmoid function)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94FE5-A0DA-842F-2187-20248C2BED0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76" y="3632575"/>
            <a:ext cx="106880" cy="148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9046CC-74C7-316F-AF51-D7F421546DD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916" y="3139684"/>
            <a:ext cx="2126168" cy="90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E9A510-17A6-50B2-46DD-09384373F1A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896" y="3094306"/>
            <a:ext cx="2785350" cy="90183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A9B2F8D-CD53-CCCD-F95C-E444F9D30FAA}"/>
              </a:ext>
            </a:extLst>
          </p:cNvPr>
          <p:cNvGrpSpPr/>
          <p:nvPr/>
        </p:nvGrpSpPr>
        <p:grpSpPr>
          <a:xfrm>
            <a:off x="306551" y="789242"/>
            <a:ext cx="2542757" cy="2287424"/>
            <a:chOff x="306551" y="789242"/>
            <a:chExt cx="2542757" cy="228742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F4068D3-0658-845E-AFDB-D434F3780FA6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602A1EF-26BC-E81D-C3F9-43ECE93FECD3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87E637-E2C8-A25F-FCB6-BFF54E22867B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8706C44-6189-4C79-2ADC-D981D239CAF7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6F494B4-F529-1BEA-3F6D-FF21C1F71336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Cross 38">
                <a:extLst>
                  <a:ext uri="{FF2B5EF4-FFF2-40B4-BE49-F238E27FC236}">
                    <a16:creationId xmlns:a16="http://schemas.microsoft.com/office/drawing/2014/main" id="{13053495-9A81-67A4-B210-272EF2B57844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Cross 39">
                <a:extLst>
                  <a:ext uri="{FF2B5EF4-FFF2-40B4-BE49-F238E27FC236}">
                    <a16:creationId xmlns:a16="http://schemas.microsoft.com/office/drawing/2014/main" id="{8EBA39B0-52C2-CB25-90D0-958FE5A81B58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Cross 40">
                <a:extLst>
                  <a:ext uri="{FF2B5EF4-FFF2-40B4-BE49-F238E27FC236}">
                    <a16:creationId xmlns:a16="http://schemas.microsoft.com/office/drawing/2014/main" id="{07F5FB4F-56EF-96D6-FCB9-A3E5C0BCCF38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Cross 41">
                <a:extLst>
                  <a:ext uri="{FF2B5EF4-FFF2-40B4-BE49-F238E27FC236}">
                    <a16:creationId xmlns:a16="http://schemas.microsoft.com/office/drawing/2014/main" id="{E1D5B84B-1313-FA0C-9776-98FE72B85C10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8FE109D-3E04-A07A-F045-33846C54009F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3F76E1D-36C3-C8A9-96F7-183018A419F3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721853A-D39D-B69F-F9CB-38E675800B49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42A7EDA7-3F04-C5FB-A936-590CD04BA77F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Cross 46">
                <a:extLst>
                  <a:ext uri="{FF2B5EF4-FFF2-40B4-BE49-F238E27FC236}">
                    <a16:creationId xmlns:a16="http://schemas.microsoft.com/office/drawing/2014/main" id="{E5A2B25C-245D-3991-A94A-DE4C2F554562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Cross 47">
                <a:extLst>
                  <a:ext uri="{FF2B5EF4-FFF2-40B4-BE49-F238E27FC236}">
                    <a16:creationId xmlns:a16="http://schemas.microsoft.com/office/drawing/2014/main" id="{75506F1C-F4DD-77D1-7E81-7A45C08148DD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Cross 48">
                <a:extLst>
                  <a:ext uri="{FF2B5EF4-FFF2-40B4-BE49-F238E27FC236}">
                    <a16:creationId xmlns:a16="http://schemas.microsoft.com/office/drawing/2014/main" id="{3B7D42D8-6D7A-1563-577F-15C9FAB195C9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Cross 49">
                <a:extLst>
                  <a:ext uri="{FF2B5EF4-FFF2-40B4-BE49-F238E27FC236}">
                    <a16:creationId xmlns:a16="http://schemas.microsoft.com/office/drawing/2014/main" id="{2B74143C-5594-A186-BD14-16D5AC4A07DE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Cross 50">
                <a:extLst>
                  <a:ext uri="{FF2B5EF4-FFF2-40B4-BE49-F238E27FC236}">
                    <a16:creationId xmlns:a16="http://schemas.microsoft.com/office/drawing/2014/main" id="{A0AC32F8-4E67-DF0D-1D7E-24681295E92D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ross 51">
                <a:extLst>
                  <a:ext uri="{FF2B5EF4-FFF2-40B4-BE49-F238E27FC236}">
                    <a16:creationId xmlns:a16="http://schemas.microsoft.com/office/drawing/2014/main" id="{24E98B8C-1955-388A-8DFE-8515860CA0F1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ross 52">
                <a:extLst>
                  <a:ext uri="{FF2B5EF4-FFF2-40B4-BE49-F238E27FC236}">
                    <a16:creationId xmlns:a16="http://schemas.microsoft.com/office/drawing/2014/main" id="{36992384-3873-CCB0-8291-702FFD2D455A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ross 53">
                <a:extLst>
                  <a:ext uri="{FF2B5EF4-FFF2-40B4-BE49-F238E27FC236}">
                    <a16:creationId xmlns:a16="http://schemas.microsoft.com/office/drawing/2014/main" id="{B1FD2576-2945-E294-2912-D026414D1CC8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ross 54">
                <a:extLst>
                  <a:ext uri="{FF2B5EF4-FFF2-40B4-BE49-F238E27FC236}">
                    <a16:creationId xmlns:a16="http://schemas.microsoft.com/office/drawing/2014/main" id="{10E262D7-2AB6-FA8E-2ECF-6DCA685E316D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Cross 55">
                <a:extLst>
                  <a:ext uri="{FF2B5EF4-FFF2-40B4-BE49-F238E27FC236}">
                    <a16:creationId xmlns:a16="http://schemas.microsoft.com/office/drawing/2014/main" id="{37AE40A3-30E6-1676-AB77-77E714F2100F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1B7DB93-D6E2-8A53-31FA-114BDD5E06A7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F7D25A9-9088-6961-C4FB-F50889F5CF76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4F8A0F0-802A-E604-CB9E-CB7CD7E3FDF2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8BEC67A-869A-352B-28BA-28D9861D47DF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D975FA9-9EAA-326D-B387-28A2CC15D9AC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AA7D69B4-E561-6D2C-D1E4-ABC4C2E18759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8D7270D-19A0-B8F4-0ABE-EB16EFAB6C03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482C96F-9E60-2245-BA75-A91E0732B927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7F4BE21-05D3-0556-37A6-11206C68053E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9A0A53C-61DB-73D2-3D2E-6A5687C7631D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21BEE7E-B9E9-F80D-7B31-5312B5DF6739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Cross 135">
              <a:extLst>
                <a:ext uri="{FF2B5EF4-FFF2-40B4-BE49-F238E27FC236}">
                  <a16:creationId xmlns:a16="http://schemas.microsoft.com/office/drawing/2014/main" id="{9149B291-8DF9-89FF-F980-AEF076468C03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Cross 136">
              <a:extLst>
                <a:ext uri="{FF2B5EF4-FFF2-40B4-BE49-F238E27FC236}">
                  <a16:creationId xmlns:a16="http://schemas.microsoft.com/office/drawing/2014/main" id="{7AAC2932-BA49-AB98-942F-B2063259D735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ross 137">
              <a:extLst>
                <a:ext uri="{FF2B5EF4-FFF2-40B4-BE49-F238E27FC236}">
                  <a16:creationId xmlns:a16="http://schemas.microsoft.com/office/drawing/2014/main" id="{20D68B9A-54F8-57F3-DADB-C942D3CB7709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284BE3C-684E-4AF4-425A-575E3264E4F1}"/>
              </a:ext>
            </a:extLst>
          </p:cNvPr>
          <p:cNvGrpSpPr/>
          <p:nvPr/>
        </p:nvGrpSpPr>
        <p:grpSpPr>
          <a:xfrm>
            <a:off x="3096043" y="796460"/>
            <a:ext cx="2542757" cy="2287424"/>
            <a:chOff x="306551" y="789242"/>
            <a:chExt cx="2542757" cy="2287424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7FA4191-2491-A669-0E44-F0E557F1159B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0B9557E-CB09-B075-9825-5507CDE77B58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8257A6C4-F209-C1EB-45DA-3A46EED99B63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32B86F4A-BA3D-ACDA-3B90-5FB7A21974B4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15FBD340-0E94-4262-D543-EC56E670B334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Cross 147">
                <a:extLst>
                  <a:ext uri="{FF2B5EF4-FFF2-40B4-BE49-F238E27FC236}">
                    <a16:creationId xmlns:a16="http://schemas.microsoft.com/office/drawing/2014/main" id="{C0743CEC-424E-FA54-EED4-C0618D49BDF4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Cross 148">
                <a:extLst>
                  <a:ext uri="{FF2B5EF4-FFF2-40B4-BE49-F238E27FC236}">
                    <a16:creationId xmlns:a16="http://schemas.microsoft.com/office/drawing/2014/main" id="{9E730BBF-D49D-1364-D987-723CDC505115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Cross 149">
                <a:extLst>
                  <a:ext uri="{FF2B5EF4-FFF2-40B4-BE49-F238E27FC236}">
                    <a16:creationId xmlns:a16="http://schemas.microsoft.com/office/drawing/2014/main" id="{7C1B339D-3C52-41FE-E5CB-FDEFC57263F7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Cross 150">
                <a:extLst>
                  <a:ext uri="{FF2B5EF4-FFF2-40B4-BE49-F238E27FC236}">
                    <a16:creationId xmlns:a16="http://schemas.microsoft.com/office/drawing/2014/main" id="{B026FFF8-8D33-805C-FFA7-4BD8BED41CB4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A5AE5B4-4598-692D-B380-74113A00D0A0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9A33D8B-FE12-7956-9A04-FE68015BD616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6806C28D-D540-6A11-EA5B-ECEBA967F23B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1D0149E1-F36B-BBB3-9FDA-6E520EFC09A0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Cross 155">
                <a:extLst>
                  <a:ext uri="{FF2B5EF4-FFF2-40B4-BE49-F238E27FC236}">
                    <a16:creationId xmlns:a16="http://schemas.microsoft.com/office/drawing/2014/main" id="{79007DD4-18B2-E5D0-DC69-CB6AC992C9F5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Cross 156">
                <a:extLst>
                  <a:ext uri="{FF2B5EF4-FFF2-40B4-BE49-F238E27FC236}">
                    <a16:creationId xmlns:a16="http://schemas.microsoft.com/office/drawing/2014/main" id="{57C50D2F-6CBC-C98C-EE78-12A5A75172FD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Cross 157">
                <a:extLst>
                  <a:ext uri="{FF2B5EF4-FFF2-40B4-BE49-F238E27FC236}">
                    <a16:creationId xmlns:a16="http://schemas.microsoft.com/office/drawing/2014/main" id="{FC9BE697-56C7-8178-B439-5FE688516238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Cross 158">
                <a:extLst>
                  <a:ext uri="{FF2B5EF4-FFF2-40B4-BE49-F238E27FC236}">
                    <a16:creationId xmlns:a16="http://schemas.microsoft.com/office/drawing/2014/main" id="{78F4F58B-D9EB-1DAA-F5E7-72EC28203B5E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Cross 159">
                <a:extLst>
                  <a:ext uri="{FF2B5EF4-FFF2-40B4-BE49-F238E27FC236}">
                    <a16:creationId xmlns:a16="http://schemas.microsoft.com/office/drawing/2014/main" id="{D5BAC993-0B94-9634-6A7F-CFC3D4426F10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Cross 160">
                <a:extLst>
                  <a:ext uri="{FF2B5EF4-FFF2-40B4-BE49-F238E27FC236}">
                    <a16:creationId xmlns:a16="http://schemas.microsoft.com/office/drawing/2014/main" id="{8580F145-682E-1A62-97E9-7E77648B2436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Cross 161">
                <a:extLst>
                  <a:ext uri="{FF2B5EF4-FFF2-40B4-BE49-F238E27FC236}">
                    <a16:creationId xmlns:a16="http://schemas.microsoft.com/office/drawing/2014/main" id="{CD315F65-A624-B9D7-97D4-091FD28C15BA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Cross 162">
                <a:extLst>
                  <a:ext uri="{FF2B5EF4-FFF2-40B4-BE49-F238E27FC236}">
                    <a16:creationId xmlns:a16="http://schemas.microsoft.com/office/drawing/2014/main" id="{79BF83E3-11C1-F420-85C3-65DE37D36D52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Cross 163">
                <a:extLst>
                  <a:ext uri="{FF2B5EF4-FFF2-40B4-BE49-F238E27FC236}">
                    <a16:creationId xmlns:a16="http://schemas.microsoft.com/office/drawing/2014/main" id="{C51D6C7C-2F92-6714-569C-80BC551171D7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Cross 164">
                <a:extLst>
                  <a:ext uri="{FF2B5EF4-FFF2-40B4-BE49-F238E27FC236}">
                    <a16:creationId xmlns:a16="http://schemas.microsoft.com/office/drawing/2014/main" id="{60E0F21F-01B8-5DF4-0D22-56C3FB83D1C2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514B104-4176-FC28-9BD7-41EFD668C3F8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6AE93724-89F8-86AF-267E-082466089D96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019BCF75-8085-8D11-FD4F-0EF4D6BFCDF0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545AB021-51AD-24C5-011D-139BF58EBF9E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72CD00D2-A43A-0A2E-5BFB-C6E7F0705E4F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0401488B-38AE-2B1D-00A0-62E02F09D884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EA46E408-4C6A-837C-19FB-A56339581F32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D7B78047-5D3A-26B6-3E8E-773D937B183E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6498577D-2936-E2A2-A8F4-07F747037C2B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8D22ADE0-72CD-DDDF-35C0-39BCE80EB1C1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ADA0834C-AA51-E48D-43D7-9E5136D848A1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1" name="Cross 140">
              <a:extLst>
                <a:ext uri="{FF2B5EF4-FFF2-40B4-BE49-F238E27FC236}">
                  <a16:creationId xmlns:a16="http://schemas.microsoft.com/office/drawing/2014/main" id="{8967CFA0-CCD8-11D3-7184-76E28FEC6E72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ross 141">
              <a:extLst>
                <a:ext uri="{FF2B5EF4-FFF2-40B4-BE49-F238E27FC236}">
                  <a16:creationId xmlns:a16="http://schemas.microsoft.com/office/drawing/2014/main" id="{AD01661B-BFFC-B3DA-B947-6EEFBA617ECD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Cross 142">
              <a:extLst>
                <a:ext uri="{FF2B5EF4-FFF2-40B4-BE49-F238E27FC236}">
                  <a16:creationId xmlns:a16="http://schemas.microsoft.com/office/drawing/2014/main" id="{82AF9B6D-0E9B-5E77-0781-6F96A1BAA607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36C83F5-1890-13EE-857E-8C5B439681B6}"/>
              </a:ext>
            </a:extLst>
          </p:cNvPr>
          <p:cNvGrpSpPr/>
          <p:nvPr/>
        </p:nvGrpSpPr>
        <p:grpSpPr>
          <a:xfrm>
            <a:off x="5915443" y="796115"/>
            <a:ext cx="2542757" cy="2287424"/>
            <a:chOff x="306551" y="789242"/>
            <a:chExt cx="2542757" cy="2287424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5A591913-D087-2709-C85F-0D56C6F6982D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076A5A75-847A-04EA-8B4A-89A27CEE3E9A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78E955DF-1109-DEA6-2F65-E6D8DF1F97E1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22F3E6A9-C50E-31A2-561C-F6FD859F7E6B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56B4AEF5-8B81-0320-5E3A-9544058920D2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Cross 185">
                <a:extLst>
                  <a:ext uri="{FF2B5EF4-FFF2-40B4-BE49-F238E27FC236}">
                    <a16:creationId xmlns:a16="http://schemas.microsoft.com/office/drawing/2014/main" id="{89B07E3D-287E-667B-9166-A80BD2983C53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Cross 186">
                <a:extLst>
                  <a:ext uri="{FF2B5EF4-FFF2-40B4-BE49-F238E27FC236}">
                    <a16:creationId xmlns:a16="http://schemas.microsoft.com/office/drawing/2014/main" id="{40315D50-B6CD-3D8A-7E41-CADFA7AB508E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Cross 187">
                <a:extLst>
                  <a:ext uri="{FF2B5EF4-FFF2-40B4-BE49-F238E27FC236}">
                    <a16:creationId xmlns:a16="http://schemas.microsoft.com/office/drawing/2014/main" id="{7AB29CDE-6B50-E26D-CC37-8C450930F17A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Cross 188">
                <a:extLst>
                  <a:ext uri="{FF2B5EF4-FFF2-40B4-BE49-F238E27FC236}">
                    <a16:creationId xmlns:a16="http://schemas.microsoft.com/office/drawing/2014/main" id="{440E1A64-6EAD-D943-11CE-DE8B3F7A8D7C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2852D8A6-CBFC-DD36-D19D-F665C64A6854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5867164-6551-36CD-9A56-1BC88E9ED5D8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92" name="Straight Arrow Connector 191">
                <a:extLst>
                  <a:ext uri="{FF2B5EF4-FFF2-40B4-BE49-F238E27FC236}">
                    <a16:creationId xmlns:a16="http://schemas.microsoft.com/office/drawing/2014/main" id="{B9F79F72-55D6-34DD-4F73-076C890CA377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Arrow Connector 192">
                <a:extLst>
                  <a:ext uri="{FF2B5EF4-FFF2-40B4-BE49-F238E27FC236}">
                    <a16:creationId xmlns:a16="http://schemas.microsoft.com/office/drawing/2014/main" id="{4533626E-2A4F-E07D-1428-9DAFAD69B6F7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Cross 193">
                <a:extLst>
                  <a:ext uri="{FF2B5EF4-FFF2-40B4-BE49-F238E27FC236}">
                    <a16:creationId xmlns:a16="http://schemas.microsoft.com/office/drawing/2014/main" id="{E9E8D9E7-9D1C-6462-C6AE-EC9F365A21DA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Cross 194">
                <a:extLst>
                  <a:ext uri="{FF2B5EF4-FFF2-40B4-BE49-F238E27FC236}">
                    <a16:creationId xmlns:a16="http://schemas.microsoft.com/office/drawing/2014/main" id="{C70E9130-CE30-60DD-348E-074075819B26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Cross 195">
                <a:extLst>
                  <a:ext uri="{FF2B5EF4-FFF2-40B4-BE49-F238E27FC236}">
                    <a16:creationId xmlns:a16="http://schemas.microsoft.com/office/drawing/2014/main" id="{75349BAF-8099-0D4D-4F86-EFCE3D5137B1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Cross 196">
                <a:extLst>
                  <a:ext uri="{FF2B5EF4-FFF2-40B4-BE49-F238E27FC236}">
                    <a16:creationId xmlns:a16="http://schemas.microsoft.com/office/drawing/2014/main" id="{33CBEC7A-5179-73D3-0E01-A40AF128053E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Cross 197">
                <a:extLst>
                  <a:ext uri="{FF2B5EF4-FFF2-40B4-BE49-F238E27FC236}">
                    <a16:creationId xmlns:a16="http://schemas.microsoft.com/office/drawing/2014/main" id="{BA639E69-8CDD-E806-70E2-DC5193E98AC1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Cross 198">
                <a:extLst>
                  <a:ext uri="{FF2B5EF4-FFF2-40B4-BE49-F238E27FC236}">
                    <a16:creationId xmlns:a16="http://schemas.microsoft.com/office/drawing/2014/main" id="{76B754C1-0134-1C2C-E860-677511532C0B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Cross 199">
                <a:extLst>
                  <a:ext uri="{FF2B5EF4-FFF2-40B4-BE49-F238E27FC236}">
                    <a16:creationId xmlns:a16="http://schemas.microsoft.com/office/drawing/2014/main" id="{26F697B3-B2FC-BD67-BD55-BDB0B1D45827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Cross 200">
                <a:extLst>
                  <a:ext uri="{FF2B5EF4-FFF2-40B4-BE49-F238E27FC236}">
                    <a16:creationId xmlns:a16="http://schemas.microsoft.com/office/drawing/2014/main" id="{0DF94314-31DC-AD41-C6B6-D6BB86232250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Cross 201">
                <a:extLst>
                  <a:ext uri="{FF2B5EF4-FFF2-40B4-BE49-F238E27FC236}">
                    <a16:creationId xmlns:a16="http://schemas.microsoft.com/office/drawing/2014/main" id="{91A7EC84-D842-A580-34FF-049B7844C323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Cross 202">
                <a:extLst>
                  <a:ext uri="{FF2B5EF4-FFF2-40B4-BE49-F238E27FC236}">
                    <a16:creationId xmlns:a16="http://schemas.microsoft.com/office/drawing/2014/main" id="{80B96A5E-A116-FD29-2E69-19695DE4127C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184AFA19-A2BC-78BA-A790-4E57E5B69E05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387B97FB-5900-4C62-F085-0A590798B3FE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ACB5E13D-0569-9CB0-C01F-3BFE847BD864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AD9E9635-352F-893A-F2EE-4941353D7595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95316878-1964-24E2-2CAF-E60DA5C8079D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CD905771-0285-E514-C3CD-2145EC0FC2C7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3C0740DC-12AE-393D-096A-C1E6B24C1EE4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1D6B1BA4-EDAF-19CB-6CEE-2B8E704E01DE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BAB5F9A5-BEE6-E305-96A4-B50CF213AA34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36176F18-19F7-07F1-B672-D0FE782784EE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81C7C719-1279-517F-D25E-91F7DD6480C9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9" name="Cross 178">
              <a:extLst>
                <a:ext uri="{FF2B5EF4-FFF2-40B4-BE49-F238E27FC236}">
                  <a16:creationId xmlns:a16="http://schemas.microsoft.com/office/drawing/2014/main" id="{4536729E-775B-B7F4-AA65-8655FB9A37A9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ross 179">
              <a:extLst>
                <a:ext uri="{FF2B5EF4-FFF2-40B4-BE49-F238E27FC236}">
                  <a16:creationId xmlns:a16="http://schemas.microsoft.com/office/drawing/2014/main" id="{1AC84A0A-C3AF-43AC-FA90-2398B242E033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Cross 180">
              <a:extLst>
                <a:ext uri="{FF2B5EF4-FFF2-40B4-BE49-F238E27FC236}">
                  <a16:creationId xmlns:a16="http://schemas.microsoft.com/office/drawing/2014/main" id="{C0D47548-6C61-C921-2D5A-4334F39D5398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B614F6-7C71-AB73-A00D-E0B739396195}"/>
                  </a:ext>
                </a:extLst>
              </p14:cNvPr>
              <p14:cNvContentPartPr/>
              <p14:nvPr/>
            </p14:nvContentPartPr>
            <p14:xfrm>
              <a:off x="835920" y="822754"/>
              <a:ext cx="1977480" cy="1783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B614F6-7C71-AB73-A00D-E0B73939619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8280" y="805114"/>
                <a:ext cx="2013120" cy="18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6F7D551-7980-0D1D-EF7A-EDEDF984005C}"/>
              </a:ext>
            </a:extLst>
          </p:cNvPr>
          <p:cNvSpPr txBox="1"/>
          <p:nvPr/>
        </p:nvSpPr>
        <p:spPr>
          <a:xfrm>
            <a:off x="1213531" y="3951414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Underfit</a:t>
            </a:r>
          </a:p>
        </p:txBody>
      </p:sp>
    </p:spTree>
    <p:extLst>
      <p:ext uri="{BB962C8B-B14F-4D97-AF65-F5344CB8AC3E}">
        <p14:creationId xmlns:p14="http://schemas.microsoft.com/office/powerpoint/2010/main" val="2537163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5FA33-5168-D40A-B10D-9FFB99BA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BEEA2-E017-5E00-686A-B3CBAD431EF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Logistic regression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FE26C9-CCB6-A13F-736E-E9BA3368BD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7" y="3145040"/>
            <a:ext cx="3018978" cy="2517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409A657-01F2-4247-6224-27AFE9B17209}"/>
              </a:ext>
            </a:extLst>
          </p:cNvPr>
          <p:cNvSpPr txBox="1"/>
          <p:nvPr/>
        </p:nvSpPr>
        <p:spPr>
          <a:xfrm>
            <a:off x="228600" y="3442046"/>
            <a:ext cx="276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(    = sigmoid function)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570FB-4266-E79B-53B8-53F404DE4D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76" y="3632575"/>
            <a:ext cx="106880" cy="148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7BD677-5866-7CB2-2748-EC32CCBBADF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916" y="3139684"/>
            <a:ext cx="2126168" cy="90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8508BA-A99B-49FA-5EF1-368FF16A41C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896" y="3094306"/>
            <a:ext cx="2785350" cy="90183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BB35C60-7165-9A39-FFEF-2F5BBF7E285A}"/>
              </a:ext>
            </a:extLst>
          </p:cNvPr>
          <p:cNvGrpSpPr/>
          <p:nvPr/>
        </p:nvGrpSpPr>
        <p:grpSpPr>
          <a:xfrm>
            <a:off x="306551" y="789242"/>
            <a:ext cx="2542757" cy="2287424"/>
            <a:chOff x="306551" y="789242"/>
            <a:chExt cx="2542757" cy="228742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19E4A4-76C9-18BF-00A6-806798017864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AF92DC9-2D76-7E8B-AF95-F574EC9D1409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737D079-0494-0830-E68F-45F7AC766617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1796770-C5E7-2FFC-221D-5437CEAB7609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11BAFC4-2499-64D6-1003-48292FDBB6AB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Cross 38">
                <a:extLst>
                  <a:ext uri="{FF2B5EF4-FFF2-40B4-BE49-F238E27FC236}">
                    <a16:creationId xmlns:a16="http://schemas.microsoft.com/office/drawing/2014/main" id="{614A8AE2-8E38-73F6-ADF5-D2E4B4B4A5C1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Cross 39">
                <a:extLst>
                  <a:ext uri="{FF2B5EF4-FFF2-40B4-BE49-F238E27FC236}">
                    <a16:creationId xmlns:a16="http://schemas.microsoft.com/office/drawing/2014/main" id="{3BF79ECC-FF79-EDD3-DE3D-A397EF0C904E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Cross 40">
                <a:extLst>
                  <a:ext uri="{FF2B5EF4-FFF2-40B4-BE49-F238E27FC236}">
                    <a16:creationId xmlns:a16="http://schemas.microsoft.com/office/drawing/2014/main" id="{A38AD488-7217-7B51-59C4-E27ABF435DB3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Cross 41">
                <a:extLst>
                  <a:ext uri="{FF2B5EF4-FFF2-40B4-BE49-F238E27FC236}">
                    <a16:creationId xmlns:a16="http://schemas.microsoft.com/office/drawing/2014/main" id="{050CBF71-CD92-7826-BE3C-BD7FAECF766E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39FDB72-95A3-ED8F-FF2D-837A89DE2B79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CC9DB8-29AB-323A-3C55-A72862AF7885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3CE8FEFC-6BF0-6B67-5192-4E120EFCC4D1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E9B6618-2CF4-F74C-0050-F6E6BE5F11F2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Cross 46">
                <a:extLst>
                  <a:ext uri="{FF2B5EF4-FFF2-40B4-BE49-F238E27FC236}">
                    <a16:creationId xmlns:a16="http://schemas.microsoft.com/office/drawing/2014/main" id="{5D83C80D-1D23-617C-D9E3-667DDB1ACB27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Cross 47">
                <a:extLst>
                  <a:ext uri="{FF2B5EF4-FFF2-40B4-BE49-F238E27FC236}">
                    <a16:creationId xmlns:a16="http://schemas.microsoft.com/office/drawing/2014/main" id="{10841946-8588-F2B0-9B02-13877AD77462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Cross 48">
                <a:extLst>
                  <a:ext uri="{FF2B5EF4-FFF2-40B4-BE49-F238E27FC236}">
                    <a16:creationId xmlns:a16="http://schemas.microsoft.com/office/drawing/2014/main" id="{24B46F81-7E84-8FC9-80C3-6E6E0B7406D9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Cross 49">
                <a:extLst>
                  <a:ext uri="{FF2B5EF4-FFF2-40B4-BE49-F238E27FC236}">
                    <a16:creationId xmlns:a16="http://schemas.microsoft.com/office/drawing/2014/main" id="{FB393C7C-B684-A9D0-93AF-CA99E0C1C527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Cross 50">
                <a:extLst>
                  <a:ext uri="{FF2B5EF4-FFF2-40B4-BE49-F238E27FC236}">
                    <a16:creationId xmlns:a16="http://schemas.microsoft.com/office/drawing/2014/main" id="{98F2B1BF-328F-9927-69A3-D3564CF571D3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ross 51">
                <a:extLst>
                  <a:ext uri="{FF2B5EF4-FFF2-40B4-BE49-F238E27FC236}">
                    <a16:creationId xmlns:a16="http://schemas.microsoft.com/office/drawing/2014/main" id="{35B02F0F-8BE5-F8A1-9CC5-26A4F168D926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ross 52">
                <a:extLst>
                  <a:ext uri="{FF2B5EF4-FFF2-40B4-BE49-F238E27FC236}">
                    <a16:creationId xmlns:a16="http://schemas.microsoft.com/office/drawing/2014/main" id="{CCFCC30D-BE20-A3AA-6AFD-972D270FF7B1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ross 53">
                <a:extLst>
                  <a:ext uri="{FF2B5EF4-FFF2-40B4-BE49-F238E27FC236}">
                    <a16:creationId xmlns:a16="http://schemas.microsoft.com/office/drawing/2014/main" id="{305C0050-1CE1-1D52-D13D-9062047CA2B7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ross 54">
                <a:extLst>
                  <a:ext uri="{FF2B5EF4-FFF2-40B4-BE49-F238E27FC236}">
                    <a16:creationId xmlns:a16="http://schemas.microsoft.com/office/drawing/2014/main" id="{273FB77A-9F15-D8FE-DFAB-57F9590F04D6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Cross 55">
                <a:extLst>
                  <a:ext uri="{FF2B5EF4-FFF2-40B4-BE49-F238E27FC236}">
                    <a16:creationId xmlns:a16="http://schemas.microsoft.com/office/drawing/2014/main" id="{D82B9746-C145-8996-AAA5-A59FDDE83599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713A4E7-E22B-73CA-2EED-59782247BE8E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31AB046-BA71-2570-3339-26DDDFB97CDD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544F9FC-9D61-AC55-7C0F-6FBF4EE88FFB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312CED7-2817-32EC-0329-EB3E2655397F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6C50CBA-C7C1-E16D-E871-0C8CF78D243D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AC0A984E-B2C7-E6F7-4138-5639B05E65A1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70CC1C3-1B0C-45D6-C762-FBB965DA9FC3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8480EB3-DDB8-C246-10B5-E6F94C5160A8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2E2C0C3-6437-B8DE-3D58-F24932FA92C6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C2BF9DC9-81EB-1B2A-EAF4-4C4C481CE645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958F189-FE56-B8DC-B8CE-F248390F4AB7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Cross 135">
              <a:extLst>
                <a:ext uri="{FF2B5EF4-FFF2-40B4-BE49-F238E27FC236}">
                  <a16:creationId xmlns:a16="http://schemas.microsoft.com/office/drawing/2014/main" id="{A79CF14A-4672-A50B-6844-F305523A4408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Cross 136">
              <a:extLst>
                <a:ext uri="{FF2B5EF4-FFF2-40B4-BE49-F238E27FC236}">
                  <a16:creationId xmlns:a16="http://schemas.microsoft.com/office/drawing/2014/main" id="{AD41E8C6-3B7C-1DB2-86F8-172E3F93BD88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ross 137">
              <a:extLst>
                <a:ext uri="{FF2B5EF4-FFF2-40B4-BE49-F238E27FC236}">
                  <a16:creationId xmlns:a16="http://schemas.microsoft.com/office/drawing/2014/main" id="{064D6F24-DCB3-9536-5F16-935C715C317B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2144781-46E3-8AF5-0AD6-426670FE5B0E}"/>
              </a:ext>
            </a:extLst>
          </p:cNvPr>
          <p:cNvGrpSpPr/>
          <p:nvPr/>
        </p:nvGrpSpPr>
        <p:grpSpPr>
          <a:xfrm>
            <a:off x="3096043" y="796460"/>
            <a:ext cx="2542757" cy="2287424"/>
            <a:chOff x="306551" y="789242"/>
            <a:chExt cx="2542757" cy="2287424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82647A4-2FBC-98B5-1903-D22073FF02FD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900B65EF-3E7E-93E2-2F49-02B48688D761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383E7B44-554B-0516-0197-89A2B1175F22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3597CCAF-A9EA-B9C4-6D34-6470792630FF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270A8998-2139-E9E9-5C86-1D4B2158CAF4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Cross 147">
                <a:extLst>
                  <a:ext uri="{FF2B5EF4-FFF2-40B4-BE49-F238E27FC236}">
                    <a16:creationId xmlns:a16="http://schemas.microsoft.com/office/drawing/2014/main" id="{30187B39-D6B7-F974-2CD7-1323E2DA63BA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Cross 148">
                <a:extLst>
                  <a:ext uri="{FF2B5EF4-FFF2-40B4-BE49-F238E27FC236}">
                    <a16:creationId xmlns:a16="http://schemas.microsoft.com/office/drawing/2014/main" id="{169AC2F1-E5C1-4123-A311-0CF9557DAA8C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Cross 149">
                <a:extLst>
                  <a:ext uri="{FF2B5EF4-FFF2-40B4-BE49-F238E27FC236}">
                    <a16:creationId xmlns:a16="http://schemas.microsoft.com/office/drawing/2014/main" id="{8EBF1780-3070-B765-3910-B684CF06DA31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Cross 150">
                <a:extLst>
                  <a:ext uri="{FF2B5EF4-FFF2-40B4-BE49-F238E27FC236}">
                    <a16:creationId xmlns:a16="http://schemas.microsoft.com/office/drawing/2014/main" id="{A21F1D47-F688-4E41-5BAD-88D20D8B4D00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4E7DE7F-9775-69E9-AABE-FEFAFDFA609A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CFA24E9-3ABF-CCFE-8383-9C9BC2562FDF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F2155206-8504-4A85-E7AC-8F14F79036D8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FF953655-2FB6-4296-855E-A6A6E208BEBF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Cross 155">
                <a:extLst>
                  <a:ext uri="{FF2B5EF4-FFF2-40B4-BE49-F238E27FC236}">
                    <a16:creationId xmlns:a16="http://schemas.microsoft.com/office/drawing/2014/main" id="{A367198F-1D08-65D9-86D9-E8322A6930A7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Cross 156">
                <a:extLst>
                  <a:ext uri="{FF2B5EF4-FFF2-40B4-BE49-F238E27FC236}">
                    <a16:creationId xmlns:a16="http://schemas.microsoft.com/office/drawing/2014/main" id="{B4DA5FE1-2972-78D5-84F2-B0E5B7B88DE3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Cross 157">
                <a:extLst>
                  <a:ext uri="{FF2B5EF4-FFF2-40B4-BE49-F238E27FC236}">
                    <a16:creationId xmlns:a16="http://schemas.microsoft.com/office/drawing/2014/main" id="{3963784D-9F11-A0A3-194B-436DBC62EB50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Cross 158">
                <a:extLst>
                  <a:ext uri="{FF2B5EF4-FFF2-40B4-BE49-F238E27FC236}">
                    <a16:creationId xmlns:a16="http://schemas.microsoft.com/office/drawing/2014/main" id="{112AACB7-65AA-0F14-09B8-15D2D33EA6EC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Cross 159">
                <a:extLst>
                  <a:ext uri="{FF2B5EF4-FFF2-40B4-BE49-F238E27FC236}">
                    <a16:creationId xmlns:a16="http://schemas.microsoft.com/office/drawing/2014/main" id="{737424E0-3E81-CBEA-2398-833CB41A3C69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Cross 160">
                <a:extLst>
                  <a:ext uri="{FF2B5EF4-FFF2-40B4-BE49-F238E27FC236}">
                    <a16:creationId xmlns:a16="http://schemas.microsoft.com/office/drawing/2014/main" id="{42DEBD09-5FBD-7692-D9B9-A5E055EB2AD6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Cross 161">
                <a:extLst>
                  <a:ext uri="{FF2B5EF4-FFF2-40B4-BE49-F238E27FC236}">
                    <a16:creationId xmlns:a16="http://schemas.microsoft.com/office/drawing/2014/main" id="{A74C6978-C9EB-2B5F-203C-72F165491874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Cross 162">
                <a:extLst>
                  <a:ext uri="{FF2B5EF4-FFF2-40B4-BE49-F238E27FC236}">
                    <a16:creationId xmlns:a16="http://schemas.microsoft.com/office/drawing/2014/main" id="{D930A9D7-792C-01AA-A8AC-CE8AFE899E0F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Cross 163">
                <a:extLst>
                  <a:ext uri="{FF2B5EF4-FFF2-40B4-BE49-F238E27FC236}">
                    <a16:creationId xmlns:a16="http://schemas.microsoft.com/office/drawing/2014/main" id="{6968DCC4-5536-A327-B8C1-27ECD84D73C7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Cross 164">
                <a:extLst>
                  <a:ext uri="{FF2B5EF4-FFF2-40B4-BE49-F238E27FC236}">
                    <a16:creationId xmlns:a16="http://schemas.microsoft.com/office/drawing/2014/main" id="{012EC1D8-7E2C-0046-1CD9-93FDE1B7A855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35E86E3-4133-A90D-AEA3-7C639E830C54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617F32AA-26A3-FA06-F95B-D2DB88B70F3F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7E52AF8-EED8-45E3-AF8B-C579FC07CFF9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445F54E4-70A4-ADC8-7974-72E7FA708B91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40CAD541-5755-59DD-5C80-F4A97F6B3EA3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066ABAA9-E245-3920-675F-B79670494C09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7260ECB-6F1B-6B38-9FFB-C20D854833C1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3902AF79-21E6-0AB3-56AA-5E53540734DF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2CD8A364-52B9-1F90-BF29-023E1696BFE7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3F39BC38-FD4B-3B46-1299-268E5B60FA7F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1638BED8-4835-2682-CF89-0F36825B3DAD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1" name="Cross 140">
              <a:extLst>
                <a:ext uri="{FF2B5EF4-FFF2-40B4-BE49-F238E27FC236}">
                  <a16:creationId xmlns:a16="http://schemas.microsoft.com/office/drawing/2014/main" id="{07CF2E41-AB81-8DAE-BDBD-C28A61254CF2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ross 141">
              <a:extLst>
                <a:ext uri="{FF2B5EF4-FFF2-40B4-BE49-F238E27FC236}">
                  <a16:creationId xmlns:a16="http://schemas.microsoft.com/office/drawing/2014/main" id="{E86B5316-12DD-8860-E688-280B6C89EC20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Cross 142">
              <a:extLst>
                <a:ext uri="{FF2B5EF4-FFF2-40B4-BE49-F238E27FC236}">
                  <a16:creationId xmlns:a16="http://schemas.microsoft.com/office/drawing/2014/main" id="{12A74DB5-8AB4-F68E-A9EF-312BB77D5822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554F0DD-6714-27ED-E131-C3D5379E77E3}"/>
              </a:ext>
            </a:extLst>
          </p:cNvPr>
          <p:cNvGrpSpPr/>
          <p:nvPr/>
        </p:nvGrpSpPr>
        <p:grpSpPr>
          <a:xfrm>
            <a:off x="5915443" y="796115"/>
            <a:ext cx="2542757" cy="2287424"/>
            <a:chOff x="306551" y="789242"/>
            <a:chExt cx="2542757" cy="2287424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946FE528-F31D-6BA4-AA2D-A50EA6104D40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F1EA73F0-C65A-BC1C-BF04-FC630E1B758F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2996554-41ED-C5B4-C3B5-37BC249E86A1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63ABEE51-EE47-D0BB-22F6-FEF958FBC80F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BCFC5DC5-BC9A-DBBC-12D0-088513469358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Cross 185">
                <a:extLst>
                  <a:ext uri="{FF2B5EF4-FFF2-40B4-BE49-F238E27FC236}">
                    <a16:creationId xmlns:a16="http://schemas.microsoft.com/office/drawing/2014/main" id="{F64681A6-0BE5-B1A8-D366-D797B9C02756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Cross 186">
                <a:extLst>
                  <a:ext uri="{FF2B5EF4-FFF2-40B4-BE49-F238E27FC236}">
                    <a16:creationId xmlns:a16="http://schemas.microsoft.com/office/drawing/2014/main" id="{889DA2C0-1CDC-262A-D94E-076C1FFB2B26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Cross 187">
                <a:extLst>
                  <a:ext uri="{FF2B5EF4-FFF2-40B4-BE49-F238E27FC236}">
                    <a16:creationId xmlns:a16="http://schemas.microsoft.com/office/drawing/2014/main" id="{47A4E96C-0522-D6C8-0323-181A789BF501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Cross 188">
                <a:extLst>
                  <a:ext uri="{FF2B5EF4-FFF2-40B4-BE49-F238E27FC236}">
                    <a16:creationId xmlns:a16="http://schemas.microsoft.com/office/drawing/2014/main" id="{FB349DDA-134C-0D99-4F09-F6EAD6F52E77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E55FDA06-AC36-375E-E669-4EBD9C9949E5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0DC4EFCC-41A9-382E-6E5F-1900E096393A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92" name="Straight Arrow Connector 191">
                <a:extLst>
                  <a:ext uri="{FF2B5EF4-FFF2-40B4-BE49-F238E27FC236}">
                    <a16:creationId xmlns:a16="http://schemas.microsoft.com/office/drawing/2014/main" id="{DDB086E6-CF8C-597F-AD9B-07C58D523213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Arrow Connector 192">
                <a:extLst>
                  <a:ext uri="{FF2B5EF4-FFF2-40B4-BE49-F238E27FC236}">
                    <a16:creationId xmlns:a16="http://schemas.microsoft.com/office/drawing/2014/main" id="{5ED00030-BCD2-5245-8F6B-BE66A0BD6010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Cross 193">
                <a:extLst>
                  <a:ext uri="{FF2B5EF4-FFF2-40B4-BE49-F238E27FC236}">
                    <a16:creationId xmlns:a16="http://schemas.microsoft.com/office/drawing/2014/main" id="{3B964AE5-A674-8B21-4C79-F47DE650AD15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Cross 194">
                <a:extLst>
                  <a:ext uri="{FF2B5EF4-FFF2-40B4-BE49-F238E27FC236}">
                    <a16:creationId xmlns:a16="http://schemas.microsoft.com/office/drawing/2014/main" id="{DCBEF3A6-EDD1-60B5-C24F-E31DAA923F2F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Cross 195">
                <a:extLst>
                  <a:ext uri="{FF2B5EF4-FFF2-40B4-BE49-F238E27FC236}">
                    <a16:creationId xmlns:a16="http://schemas.microsoft.com/office/drawing/2014/main" id="{8EFA5120-8D9F-5CFA-99CE-45D5F710849E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Cross 196">
                <a:extLst>
                  <a:ext uri="{FF2B5EF4-FFF2-40B4-BE49-F238E27FC236}">
                    <a16:creationId xmlns:a16="http://schemas.microsoft.com/office/drawing/2014/main" id="{2FE597E1-822F-C7E9-EF30-AA087B045DBF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Cross 197">
                <a:extLst>
                  <a:ext uri="{FF2B5EF4-FFF2-40B4-BE49-F238E27FC236}">
                    <a16:creationId xmlns:a16="http://schemas.microsoft.com/office/drawing/2014/main" id="{6331D1D7-E70C-2E03-7194-59FC42C218D7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Cross 198">
                <a:extLst>
                  <a:ext uri="{FF2B5EF4-FFF2-40B4-BE49-F238E27FC236}">
                    <a16:creationId xmlns:a16="http://schemas.microsoft.com/office/drawing/2014/main" id="{57C56F28-33BA-AA27-F220-53BD154C40B3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Cross 199">
                <a:extLst>
                  <a:ext uri="{FF2B5EF4-FFF2-40B4-BE49-F238E27FC236}">
                    <a16:creationId xmlns:a16="http://schemas.microsoft.com/office/drawing/2014/main" id="{550A6CCD-5A6A-12F6-C66E-45058FCFC2C9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Cross 200">
                <a:extLst>
                  <a:ext uri="{FF2B5EF4-FFF2-40B4-BE49-F238E27FC236}">
                    <a16:creationId xmlns:a16="http://schemas.microsoft.com/office/drawing/2014/main" id="{FDAA6A05-9D0B-FEA5-B248-B797474FDC85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Cross 201">
                <a:extLst>
                  <a:ext uri="{FF2B5EF4-FFF2-40B4-BE49-F238E27FC236}">
                    <a16:creationId xmlns:a16="http://schemas.microsoft.com/office/drawing/2014/main" id="{565F3500-DEC1-34D0-83DC-501412AF99BA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Cross 202">
                <a:extLst>
                  <a:ext uri="{FF2B5EF4-FFF2-40B4-BE49-F238E27FC236}">
                    <a16:creationId xmlns:a16="http://schemas.microsoft.com/office/drawing/2014/main" id="{56980526-26B2-F0B0-0D7F-C6C61D70EE2D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487D03DA-1A74-0C8C-A04E-837335CCFD88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E5A52A00-CAC3-19FF-5AC3-D539434B4992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3F4138AB-3EDA-AD6C-C96C-077E19431913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9EF1BDD1-52EE-8C2F-F65B-BBA258B7994E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4520E314-8AB6-BEFA-B804-3A3E75C8F0A1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E3CBB0A2-0BEF-690D-EE76-07C05ACF19D4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8C09480D-14A2-BCB1-8BDE-8E4C81FB4225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119E719D-4326-2D70-E525-AD74C7D093EB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1BA8C35B-FB7E-E70F-AA54-777F82CC24FC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09A6636A-F1E0-D4AE-04F9-427EF02A6019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9498B6FA-0192-1803-DF70-AD4DE5454271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9" name="Cross 178">
              <a:extLst>
                <a:ext uri="{FF2B5EF4-FFF2-40B4-BE49-F238E27FC236}">
                  <a16:creationId xmlns:a16="http://schemas.microsoft.com/office/drawing/2014/main" id="{CCF22903-6740-5209-10A8-E47B482D1F35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ross 179">
              <a:extLst>
                <a:ext uri="{FF2B5EF4-FFF2-40B4-BE49-F238E27FC236}">
                  <a16:creationId xmlns:a16="http://schemas.microsoft.com/office/drawing/2014/main" id="{0A558986-2EBB-3076-2FF2-C0AE98F5DF63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Cross 180">
              <a:extLst>
                <a:ext uri="{FF2B5EF4-FFF2-40B4-BE49-F238E27FC236}">
                  <a16:creationId xmlns:a16="http://schemas.microsoft.com/office/drawing/2014/main" id="{6D2408CE-284C-A709-12CE-133562DD91AD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7063F3-604A-1501-D20E-FA29D282F8B8}"/>
                  </a:ext>
                </a:extLst>
              </p14:cNvPr>
              <p14:cNvContentPartPr/>
              <p14:nvPr/>
            </p14:nvContentPartPr>
            <p14:xfrm>
              <a:off x="835920" y="822754"/>
              <a:ext cx="1977480" cy="1783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7063F3-604A-1501-D20E-FA29D282F8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8280" y="805114"/>
                <a:ext cx="2013120" cy="18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9CC6D8-3231-DD4E-E273-7B903255D5D2}"/>
              </a:ext>
            </a:extLst>
          </p:cNvPr>
          <p:cNvSpPr txBox="1"/>
          <p:nvPr/>
        </p:nvSpPr>
        <p:spPr>
          <a:xfrm>
            <a:off x="1213531" y="3951414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Underfit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9BE1D1C-7194-2BB8-55C5-740148430D42}"/>
                  </a:ext>
                </a:extLst>
              </p14:cNvPr>
              <p14:cNvContentPartPr/>
              <p14:nvPr/>
            </p14:nvContentPartPr>
            <p14:xfrm>
              <a:off x="6701400" y="861994"/>
              <a:ext cx="2003760" cy="1274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9BE1D1C-7194-2BB8-55C5-740148430D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83760" y="844354"/>
                <a:ext cx="2039400" cy="13100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EF49B6E-276D-86FF-1D7D-70105D8A6B8A}"/>
              </a:ext>
            </a:extLst>
          </p:cNvPr>
          <p:cNvSpPr txBox="1"/>
          <p:nvPr/>
        </p:nvSpPr>
        <p:spPr>
          <a:xfrm>
            <a:off x="7027884" y="4041514"/>
            <a:ext cx="821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overfit</a:t>
            </a:r>
          </a:p>
        </p:txBody>
      </p:sp>
    </p:spTree>
    <p:extLst>
      <p:ext uri="{BB962C8B-B14F-4D97-AF65-F5344CB8AC3E}">
        <p14:creationId xmlns:p14="http://schemas.microsoft.com/office/powerpoint/2010/main" val="298104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7A22-0542-6633-A5EB-E45316F7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6AC6BD-590D-7D0B-BD4C-252C2EE53CE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Logistic regression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6CEE66-7896-2844-7EF9-60B37BCD2B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7" y="3145040"/>
            <a:ext cx="3018978" cy="2517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8384571-CF6F-AF6C-58B0-1050FA56A79B}"/>
              </a:ext>
            </a:extLst>
          </p:cNvPr>
          <p:cNvSpPr txBox="1"/>
          <p:nvPr/>
        </p:nvSpPr>
        <p:spPr>
          <a:xfrm>
            <a:off x="228600" y="3442046"/>
            <a:ext cx="276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(    = sigmoid function)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2784F4-80E6-D569-CA81-9C4AC326790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76" y="3632575"/>
            <a:ext cx="106880" cy="148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5819C7-3B3B-45D0-3EA0-EF5AD547457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916" y="3139684"/>
            <a:ext cx="2126168" cy="90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04BE72-3E86-B4DF-023D-DB3CEAB1F6F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896" y="3094306"/>
            <a:ext cx="2785350" cy="90183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3E84716-EA80-AADA-98FA-2598134BFB34}"/>
              </a:ext>
            </a:extLst>
          </p:cNvPr>
          <p:cNvGrpSpPr/>
          <p:nvPr/>
        </p:nvGrpSpPr>
        <p:grpSpPr>
          <a:xfrm>
            <a:off x="306551" y="789242"/>
            <a:ext cx="2542757" cy="2287424"/>
            <a:chOff x="306551" y="789242"/>
            <a:chExt cx="2542757" cy="228742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2D50DC3-9467-8B98-0A44-1A1A6069EFE3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B496FF6-6EDD-BBDE-2D7D-29CBB1A2F348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B36330F-32CA-7020-7F5D-B856ADC8B365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5323F4B-CB4E-121F-0960-28BC6FC693E7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94504D5-E641-C805-8FA2-4F0B28C99480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Cross 38">
                <a:extLst>
                  <a:ext uri="{FF2B5EF4-FFF2-40B4-BE49-F238E27FC236}">
                    <a16:creationId xmlns:a16="http://schemas.microsoft.com/office/drawing/2014/main" id="{799D4AFB-0C1D-EC9F-B430-6B2C2E0E6493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Cross 39">
                <a:extLst>
                  <a:ext uri="{FF2B5EF4-FFF2-40B4-BE49-F238E27FC236}">
                    <a16:creationId xmlns:a16="http://schemas.microsoft.com/office/drawing/2014/main" id="{07A7048E-DEDE-CF52-4BF5-BCA4C19DFB41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Cross 40">
                <a:extLst>
                  <a:ext uri="{FF2B5EF4-FFF2-40B4-BE49-F238E27FC236}">
                    <a16:creationId xmlns:a16="http://schemas.microsoft.com/office/drawing/2014/main" id="{D4F7F38A-65E9-6709-D732-91B8810CBE76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Cross 41">
                <a:extLst>
                  <a:ext uri="{FF2B5EF4-FFF2-40B4-BE49-F238E27FC236}">
                    <a16:creationId xmlns:a16="http://schemas.microsoft.com/office/drawing/2014/main" id="{E287AA24-BD99-9CAE-9605-D2013F38DEB4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9D9EE-F377-2202-B768-3EA478E23005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3F2B6DE-899A-5E93-F8B9-71AAF996C8C6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03F4DF4-8341-4801-4AD5-D83D6B26430C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DA4BC70-C763-34F6-69F8-BC14D6D58163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Cross 46">
                <a:extLst>
                  <a:ext uri="{FF2B5EF4-FFF2-40B4-BE49-F238E27FC236}">
                    <a16:creationId xmlns:a16="http://schemas.microsoft.com/office/drawing/2014/main" id="{BF84A54F-3285-A7A2-7210-CBA860778B4B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Cross 47">
                <a:extLst>
                  <a:ext uri="{FF2B5EF4-FFF2-40B4-BE49-F238E27FC236}">
                    <a16:creationId xmlns:a16="http://schemas.microsoft.com/office/drawing/2014/main" id="{916ACCD9-3B65-5521-B40B-C0FE02422F9C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Cross 48">
                <a:extLst>
                  <a:ext uri="{FF2B5EF4-FFF2-40B4-BE49-F238E27FC236}">
                    <a16:creationId xmlns:a16="http://schemas.microsoft.com/office/drawing/2014/main" id="{704FA149-A3D5-0813-0B28-337577156843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Cross 49">
                <a:extLst>
                  <a:ext uri="{FF2B5EF4-FFF2-40B4-BE49-F238E27FC236}">
                    <a16:creationId xmlns:a16="http://schemas.microsoft.com/office/drawing/2014/main" id="{CFF66074-D799-884E-0B43-0282D37D00F3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Cross 50">
                <a:extLst>
                  <a:ext uri="{FF2B5EF4-FFF2-40B4-BE49-F238E27FC236}">
                    <a16:creationId xmlns:a16="http://schemas.microsoft.com/office/drawing/2014/main" id="{A963FE36-9FF6-85D0-E9EE-1CCC9EF4ACE6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ross 51">
                <a:extLst>
                  <a:ext uri="{FF2B5EF4-FFF2-40B4-BE49-F238E27FC236}">
                    <a16:creationId xmlns:a16="http://schemas.microsoft.com/office/drawing/2014/main" id="{D9B3A71A-547C-8FB0-00BF-C8DC17B1E5C3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ross 52">
                <a:extLst>
                  <a:ext uri="{FF2B5EF4-FFF2-40B4-BE49-F238E27FC236}">
                    <a16:creationId xmlns:a16="http://schemas.microsoft.com/office/drawing/2014/main" id="{5AEC18AA-6182-4043-0D65-5B741DAC3CF4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ross 53">
                <a:extLst>
                  <a:ext uri="{FF2B5EF4-FFF2-40B4-BE49-F238E27FC236}">
                    <a16:creationId xmlns:a16="http://schemas.microsoft.com/office/drawing/2014/main" id="{AC3F8B9F-4C7D-EE49-ABEE-CA445D7DEFB6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ross 54">
                <a:extLst>
                  <a:ext uri="{FF2B5EF4-FFF2-40B4-BE49-F238E27FC236}">
                    <a16:creationId xmlns:a16="http://schemas.microsoft.com/office/drawing/2014/main" id="{7D4265E2-9E6E-C97C-A552-763080F452AE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Cross 55">
                <a:extLst>
                  <a:ext uri="{FF2B5EF4-FFF2-40B4-BE49-F238E27FC236}">
                    <a16:creationId xmlns:a16="http://schemas.microsoft.com/office/drawing/2014/main" id="{73693B0B-61E6-8C56-22B0-D8ED7C6CC82D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B900C19-30CB-D669-0FC8-77B227B8BE5D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CFA5CCD-E5B4-580D-B561-242126A88722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B5D9550-105D-0984-68C7-534971B62765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4626311-4CA1-2432-D9B9-4B4807E17BE8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33E3C27-D6B1-3F9C-1EE5-99ABF409F719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241F633-B8C1-6334-4DE1-13E39379FFFA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ED9FC0B-70B0-8FB3-D037-6BE41F8E05BE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741C960-E2F0-1338-A836-18B5209746F2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326C2B4-8CD6-D504-ADF9-75723AA8231C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092E875-A7DA-FE77-0911-0BBCD1291DD1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8EB6C2F0-9068-E02C-99C9-8888AF91CAD0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Cross 135">
              <a:extLst>
                <a:ext uri="{FF2B5EF4-FFF2-40B4-BE49-F238E27FC236}">
                  <a16:creationId xmlns:a16="http://schemas.microsoft.com/office/drawing/2014/main" id="{0A56AA26-0DA4-3FC5-451D-A8B6A6B81457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Cross 136">
              <a:extLst>
                <a:ext uri="{FF2B5EF4-FFF2-40B4-BE49-F238E27FC236}">
                  <a16:creationId xmlns:a16="http://schemas.microsoft.com/office/drawing/2014/main" id="{3BEBB3BF-2136-F874-40DF-D71126B7DEA9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ross 137">
              <a:extLst>
                <a:ext uri="{FF2B5EF4-FFF2-40B4-BE49-F238E27FC236}">
                  <a16:creationId xmlns:a16="http://schemas.microsoft.com/office/drawing/2014/main" id="{EA820CBA-AE2C-4A08-DDDB-9AC193F187CE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C9EC05E-90F3-D06A-EC80-82483080FCDB}"/>
              </a:ext>
            </a:extLst>
          </p:cNvPr>
          <p:cNvGrpSpPr/>
          <p:nvPr/>
        </p:nvGrpSpPr>
        <p:grpSpPr>
          <a:xfrm>
            <a:off x="3096043" y="796460"/>
            <a:ext cx="2542757" cy="2287424"/>
            <a:chOff x="306551" y="789242"/>
            <a:chExt cx="2542757" cy="2287424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E8932DBD-C2FC-96A2-3569-59AFA267E345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D87814A-0B8A-5487-793A-52CC8A693204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B0BD89D5-60BE-D11D-939A-18C0BA0ECE3F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130A1A3E-0D4B-D16B-4B27-0069A7CB0F4B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123437C7-4D3F-985B-BCEA-47BE5423732E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Cross 147">
                <a:extLst>
                  <a:ext uri="{FF2B5EF4-FFF2-40B4-BE49-F238E27FC236}">
                    <a16:creationId xmlns:a16="http://schemas.microsoft.com/office/drawing/2014/main" id="{39202115-2A56-8991-C215-CD227E3DA600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Cross 148">
                <a:extLst>
                  <a:ext uri="{FF2B5EF4-FFF2-40B4-BE49-F238E27FC236}">
                    <a16:creationId xmlns:a16="http://schemas.microsoft.com/office/drawing/2014/main" id="{EDB10E31-865B-3919-E615-62A64236D0C1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Cross 149">
                <a:extLst>
                  <a:ext uri="{FF2B5EF4-FFF2-40B4-BE49-F238E27FC236}">
                    <a16:creationId xmlns:a16="http://schemas.microsoft.com/office/drawing/2014/main" id="{3979AD91-78A9-ADA1-D047-C293D8200EAF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Cross 150">
                <a:extLst>
                  <a:ext uri="{FF2B5EF4-FFF2-40B4-BE49-F238E27FC236}">
                    <a16:creationId xmlns:a16="http://schemas.microsoft.com/office/drawing/2014/main" id="{120291B7-F14A-953E-11CA-DD6E3D6746EE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9BBD8D9-ADFF-C809-4AF6-D8E649F864E4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E97D4A6-691D-0FD0-B040-E798B3F13717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F4E0C93C-D065-153C-CDD1-92FA25557B3E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43371AEF-2F92-0A19-4AA5-E0186B41B632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Cross 155">
                <a:extLst>
                  <a:ext uri="{FF2B5EF4-FFF2-40B4-BE49-F238E27FC236}">
                    <a16:creationId xmlns:a16="http://schemas.microsoft.com/office/drawing/2014/main" id="{DB301AB1-9CA3-8254-7FB1-4DA0D4326741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Cross 156">
                <a:extLst>
                  <a:ext uri="{FF2B5EF4-FFF2-40B4-BE49-F238E27FC236}">
                    <a16:creationId xmlns:a16="http://schemas.microsoft.com/office/drawing/2014/main" id="{7E0E13AB-D725-2F83-251F-8ABBF78D4FD6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Cross 157">
                <a:extLst>
                  <a:ext uri="{FF2B5EF4-FFF2-40B4-BE49-F238E27FC236}">
                    <a16:creationId xmlns:a16="http://schemas.microsoft.com/office/drawing/2014/main" id="{06589453-6747-D529-9132-E3A723D9446D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Cross 158">
                <a:extLst>
                  <a:ext uri="{FF2B5EF4-FFF2-40B4-BE49-F238E27FC236}">
                    <a16:creationId xmlns:a16="http://schemas.microsoft.com/office/drawing/2014/main" id="{8B98C216-4122-CD70-6FBD-2A2377207402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Cross 159">
                <a:extLst>
                  <a:ext uri="{FF2B5EF4-FFF2-40B4-BE49-F238E27FC236}">
                    <a16:creationId xmlns:a16="http://schemas.microsoft.com/office/drawing/2014/main" id="{492C1504-137D-F066-8271-9BE71F4EF40F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Cross 160">
                <a:extLst>
                  <a:ext uri="{FF2B5EF4-FFF2-40B4-BE49-F238E27FC236}">
                    <a16:creationId xmlns:a16="http://schemas.microsoft.com/office/drawing/2014/main" id="{513F142D-6DA4-0FE6-06F3-8B9AC0BF8FF1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Cross 161">
                <a:extLst>
                  <a:ext uri="{FF2B5EF4-FFF2-40B4-BE49-F238E27FC236}">
                    <a16:creationId xmlns:a16="http://schemas.microsoft.com/office/drawing/2014/main" id="{8BAB22CB-C7B1-2755-AEA4-98A8F94AAD5A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Cross 162">
                <a:extLst>
                  <a:ext uri="{FF2B5EF4-FFF2-40B4-BE49-F238E27FC236}">
                    <a16:creationId xmlns:a16="http://schemas.microsoft.com/office/drawing/2014/main" id="{BBB18352-7974-C846-8080-3985E22BFA40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Cross 163">
                <a:extLst>
                  <a:ext uri="{FF2B5EF4-FFF2-40B4-BE49-F238E27FC236}">
                    <a16:creationId xmlns:a16="http://schemas.microsoft.com/office/drawing/2014/main" id="{7002C0C8-F63F-A963-C7A6-D4320147D17D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Cross 164">
                <a:extLst>
                  <a:ext uri="{FF2B5EF4-FFF2-40B4-BE49-F238E27FC236}">
                    <a16:creationId xmlns:a16="http://schemas.microsoft.com/office/drawing/2014/main" id="{681837C8-A805-962A-338B-5411AE835097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5CFA4E0E-23A3-9FB3-A85A-6D1021B3C9DC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4D38A63-93D3-8EA3-81A1-43F3E327B9F2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63298D33-E562-CAF3-8A24-290F27BE58BC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84B22F2B-CD22-43B7-A596-BBC2C9E6CF93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442F1515-4C23-B715-D949-5476814F96E5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E00C04FC-BF97-9E01-A9A1-2AB3A1AF1C63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59C4543-9621-5E9C-212E-2D0EB0EE76C3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23B16D2C-E034-1B90-74D8-771BCA9BD4E6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D242A5FE-E540-44E5-06C0-FA6695258F5F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8675D85-D246-D7E0-FC39-5BA6A1CB2ACC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CC2976BC-3FF5-FC2E-AC81-F71B338AB097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1" name="Cross 140">
              <a:extLst>
                <a:ext uri="{FF2B5EF4-FFF2-40B4-BE49-F238E27FC236}">
                  <a16:creationId xmlns:a16="http://schemas.microsoft.com/office/drawing/2014/main" id="{F0C4EFFA-FDBB-7164-A9D8-323296A8AC6C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ross 141">
              <a:extLst>
                <a:ext uri="{FF2B5EF4-FFF2-40B4-BE49-F238E27FC236}">
                  <a16:creationId xmlns:a16="http://schemas.microsoft.com/office/drawing/2014/main" id="{CF5EA100-43A7-1734-EC43-BDC3B5040E5F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Cross 142">
              <a:extLst>
                <a:ext uri="{FF2B5EF4-FFF2-40B4-BE49-F238E27FC236}">
                  <a16:creationId xmlns:a16="http://schemas.microsoft.com/office/drawing/2014/main" id="{90B5C196-11B9-804D-3A57-42C4F5496DE8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0318518-E3DF-1C88-E00E-68FBC8EE4989}"/>
              </a:ext>
            </a:extLst>
          </p:cNvPr>
          <p:cNvGrpSpPr/>
          <p:nvPr/>
        </p:nvGrpSpPr>
        <p:grpSpPr>
          <a:xfrm>
            <a:off x="5915443" y="796115"/>
            <a:ext cx="2542757" cy="2287424"/>
            <a:chOff x="306551" y="789242"/>
            <a:chExt cx="2542757" cy="2287424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7359DB9-B470-09F4-E18B-6BC35C18182E}"/>
                </a:ext>
              </a:extLst>
            </p:cNvPr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39356AEA-3003-9F9A-42A2-3757E761C209}"/>
                  </a:ext>
                </a:extLst>
              </p:cNvPr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533C02E-FAF1-0275-86E5-1DCA7211EE67}"/>
                  </a:ext>
                </a:extLst>
              </p:cNvPr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7FA0B687-96D2-0C35-E7A6-77918BB1C373}"/>
                  </a:ext>
                </a:extLst>
              </p:cNvPr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90EC9FA2-8994-1B59-3966-4B8060A4DE34}"/>
                  </a:ext>
                </a:extLst>
              </p:cNvPr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Cross 185">
                <a:extLst>
                  <a:ext uri="{FF2B5EF4-FFF2-40B4-BE49-F238E27FC236}">
                    <a16:creationId xmlns:a16="http://schemas.microsoft.com/office/drawing/2014/main" id="{7CE9B2C3-131A-314D-4640-8B4177CFD63C}"/>
                  </a:ext>
                </a:extLst>
              </p:cNvPr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Cross 186">
                <a:extLst>
                  <a:ext uri="{FF2B5EF4-FFF2-40B4-BE49-F238E27FC236}">
                    <a16:creationId xmlns:a16="http://schemas.microsoft.com/office/drawing/2014/main" id="{7C0C0DE0-70B9-7C25-147C-FF3E6A7A07E8}"/>
                  </a:ext>
                </a:extLst>
              </p:cNvPr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Cross 187">
                <a:extLst>
                  <a:ext uri="{FF2B5EF4-FFF2-40B4-BE49-F238E27FC236}">
                    <a16:creationId xmlns:a16="http://schemas.microsoft.com/office/drawing/2014/main" id="{A93B9BC7-2467-FD36-FB40-B96F18FE68D1}"/>
                  </a:ext>
                </a:extLst>
              </p:cNvPr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Cross 188">
                <a:extLst>
                  <a:ext uri="{FF2B5EF4-FFF2-40B4-BE49-F238E27FC236}">
                    <a16:creationId xmlns:a16="http://schemas.microsoft.com/office/drawing/2014/main" id="{3B7944CE-D2EC-EAF8-B7A1-60D702FDAF04}"/>
                  </a:ext>
                </a:extLst>
              </p:cNvPr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D262BD96-0091-5457-64A7-6FDC8A2AF9E6}"/>
                  </a:ext>
                </a:extLst>
              </p:cNvPr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142EE67-D9ED-18E8-7ED1-8E43A2F2198D}"/>
                  </a:ext>
                </a:extLst>
              </p:cNvPr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192" name="Straight Arrow Connector 191">
                <a:extLst>
                  <a:ext uri="{FF2B5EF4-FFF2-40B4-BE49-F238E27FC236}">
                    <a16:creationId xmlns:a16="http://schemas.microsoft.com/office/drawing/2014/main" id="{8E45715A-271D-2711-9C3E-8322F27D54B8}"/>
                  </a:ext>
                </a:extLst>
              </p:cNvPr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Arrow Connector 192">
                <a:extLst>
                  <a:ext uri="{FF2B5EF4-FFF2-40B4-BE49-F238E27FC236}">
                    <a16:creationId xmlns:a16="http://schemas.microsoft.com/office/drawing/2014/main" id="{9322751F-1789-1E1A-79F4-AAD7B283D036}"/>
                  </a:ext>
                </a:extLst>
              </p:cNvPr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Cross 193">
                <a:extLst>
                  <a:ext uri="{FF2B5EF4-FFF2-40B4-BE49-F238E27FC236}">
                    <a16:creationId xmlns:a16="http://schemas.microsoft.com/office/drawing/2014/main" id="{1253C6CB-BB7B-B227-9250-10B717026735}"/>
                  </a:ext>
                </a:extLst>
              </p:cNvPr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Cross 194">
                <a:extLst>
                  <a:ext uri="{FF2B5EF4-FFF2-40B4-BE49-F238E27FC236}">
                    <a16:creationId xmlns:a16="http://schemas.microsoft.com/office/drawing/2014/main" id="{49010435-629D-9FAD-9907-5742BE1E5E26}"/>
                  </a:ext>
                </a:extLst>
              </p:cNvPr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Cross 195">
                <a:extLst>
                  <a:ext uri="{FF2B5EF4-FFF2-40B4-BE49-F238E27FC236}">
                    <a16:creationId xmlns:a16="http://schemas.microsoft.com/office/drawing/2014/main" id="{8AC357EF-2BF6-D2CD-ACC5-75ABFB0DF8DD}"/>
                  </a:ext>
                </a:extLst>
              </p:cNvPr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Cross 196">
                <a:extLst>
                  <a:ext uri="{FF2B5EF4-FFF2-40B4-BE49-F238E27FC236}">
                    <a16:creationId xmlns:a16="http://schemas.microsoft.com/office/drawing/2014/main" id="{5333DCC3-DA20-E17C-195D-F29DD756FF9A}"/>
                  </a:ext>
                </a:extLst>
              </p:cNvPr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Cross 197">
                <a:extLst>
                  <a:ext uri="{FF2B5EF4-FFF2-40B4-BE49-F238E27FC236}">
                    <a16:creationId xmlns:a16="http://schemas.microsoft.com/office/drawing/2014/main" id="{16AA8907-F0FF-450A-646B-B0D31B580681}"/>
                  </a:ext>
                </a:extLst>
              </p:cNvPr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Cross 198">
                <a:extLst>
                  <a:ext uri="{FF2B5EF4-FFF2-40B4-BE49-F238E27FC236}">
                    <a16:creationId xmlns:a16="http://schemas.microsoft.com/office/drawing/2014/main" id="{07A85F46-13DA-E535-98E6-20E5463E982C}"/>
                  </a:ext>
                </a:extLst>
              </p:cNvPr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Cross 199">
                <a:extLst>
                  <a:ext uri="{FF2B5EF4-FFF2-40B4-BE49-F238E27FC236}">
                    <a16:creationId xmlns:a16="http://schemas.microsoft.com/office/drawing/2014/main" id="{6AA3D633-BDBF-3B7F-D3AB-E4E7D82AE42B}"/>
                  </a:ext>
                </a:extLst>
              </p:cNvPr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Cross 200">
                <a:extLst>
                  <a:ext uri="{FF2B5EF4-FFF2-40B4-BE49-F238E27FC236}">
                    <a16:creationId xmlns:a16="http://schemas.microsoft.com/office/drawing/2014/main" id="{FC1CEA1A-CFE4-475F-FF94-7FFE168F2210}"/>
                  </a:ext>
                </a:extLst>
              </p:cNvPr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Cross 201">
                <a:extLst>
                  <a:ext uri="{FF2B5EF4-FFF2-40B4-BE49-F238E27FC236}">
                    <a16:creationId xmlns:a16="http://schemas.microsoft.com/office/drawing/2014/main" id="{35AAA59A-58AA-4A97-41B8-E53DD061F5D7}"/>
                  </a:ext>
                </a:extLst>
              </p:cNvPr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Cross 202">
                <a:extLst>
                  <a:ext uri="{FF2B5EF4-FFF2-40B4-BE49-F238E27FC236}">
                    <a16:creationId xmlns:a16="http://schemas.microsoft.com/office/drawing/2014/main" id="{72C234EE-AEB7-838C-DA57-0AC79A8E7A46}"/>
                  </a:ext>
                </a:extLst>
              </p:cNvPr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BD150194-7EB1-A8BB-AEBF-335DB9155C20}"/>
                  </a:ext>
                </a:extLst>
              </p:cNvPr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6CC68A35-A338-E87D-B796-FE2C1543BA0C}"/>
                  </a:ext>
                </a:extLst>
              </p:cNvPr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A504911C-8F2C-DB0B-5A84-0C6701ECBAFF}"/>
                  </a:ext>
                </a:extLst>
              </p:cNvPr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6FC0A0D2-F5C4-51D2-C8E5-1B4692817287}"/>
                  </a:ext>
                </a:extLst>
              </p:cNvPr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96638241-700D-7F84-4FAD-3A2CECEC3D41}"/>
                  </a:ext>
                </a:extLst>
              </p:cNvPr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4AFD82AE-CADF-90AB-4956-B982AB7620BF}"/>
                  </a:ext>
                </a:extLst>
              </p:cNvPr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C7BD7BC7-2FC7-6E80-4197-DAC664273204}"/>
                  </a:ext>
                </a:extLst>
              </p:cNvPr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0CA7E495-A238-53A5-BA91-BB169F71388E}"/>
                  </a:ext>
                </a:extLst>
              </p:cNvPr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927937FE-2C55-66A7-8910-E2366F87F100}"/>
                  </a:ext>
                </a:extLst>
              </p:cNvPr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49349B48-8148-A1E0-F6CF-1DDCA94C3C47}"/>
                  </a:ext>
                </a:extLst>
              </p:cNvPr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32DBF1E3-85E9-C3C9-0778-4148F33AE40A}"/>
                  </a:ext>
                </a:extLst>
              </p:cNvPr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9" name="Cross 178">
              <a:extLst>
                <a:ext uri="{FF2B5EF4-FFF2-40B4-BE49-F238E27FC236}">
                  <a16:creationId xmlns:a16="http://schemas.microsoft.com/office/drawing/2014/main" id="{91D03AE6-5963-076F-A82D-00AE6777B225}"/>
                </a:ext>
              </a:extLst>
            </p:cNvPr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ross 179">
              <a:extLst>
                <a:ext uri="{FF2B5EF4-FFF2-40B4-BE49-F238E27FC236}">
                  <a16:creationId xmlns:a16="http://schemas.microsoft.com/office/drawing/2014/main" id="{3BF6E025-DB37-6AC3-3C44-087C4BE1CA0E}"/>
                </a:ext>
              </a:extLst>
            </p:cNvPr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Cross 180">
              <a:extLst>
                <a:ext uri="{FF2B5EF4-FFF2-40B4-BE49-F238E27FC236}">
                  <a16:creationId xmlns:a16="http://schemas.microsoft.com/office/drawing/2014/main" id="{E273678F-F601-7EB0-7EA3-9AC946F1DB0C}"/>
                </a:ext>
              </a:extLst>
            </p:cNvPr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31592D-B313-90FD-4EDE-741CAF4C8674}"/>
                  </a:ext>
                </a:extLst>
              </p14:cNvPr>
              <p14:cNvContentPartPr/>
              <p14:nvPr/>
            </p14:nvContentPartPr>
            <p14:xfrm>
              <a:off x="835920" y="822754"/>
              <a:ext cx="1977480" cy="1783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31592D-B313-90FD-4EDE-741CAF4C867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8280" y="805114"/>
                <a:ext cx="2013120" cy="18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4388A8A-3126-F217-29FF-5296FBDEDABB}"/>
              </a:ext>
            </a:extLst>
          </p:cNvPr>
          <p:cNvSpPr txBox="1"/>
          <p:nvPr/>
        </p:nvSpPr>
        <p:spPr>
          <a:xfrm>
            <a:off x="1213531" y="3951414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Underfit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415DA4F-150F-8151-F70D-040683DE5947}"/>
                  </a:ext>
                </a:extLst>
              </p14:cNvPr>
              <p14:cNvContentPartPr/>
              <p14:nvPr/>
            </p14:nvContentPartPr>
            <p14:xfrm>
              <a:off x="6701400" y="861994"/>
              <a:ext cx="2003760" cy="1274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415DA4F-150F-8151-F70D-040683DE59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83760" y="844354"/>
                <a:ext cx="2039400" cy="13100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E4F187D-9E3B-D8EC-0326-ACF224DCB931}"/>
              </a:ext>
            </a:extLst>
          </p:cNvPr>
          <p:cNvSpPr txBox="1"/>
          <p:nvPr/>
        </p:nvSpPr>
        <p:spPr>
          <a:xfrm>
            <a:off x="7027884" y="4041514"/>
            <a:ext cx="821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overfit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2A91EE-155E-45FF-4432-476E9AB2AC13}"/>
                  </a:ext>
                </a:extLst>
              </p14:cNvPr>
              <p14:cNvContentPartPr/>
              <p14:nvPr/>
            </p14:nvContentPartPr>
            <p14:xfrm>
              <a:off x="4054680" y="607114"/>
              <a:ext cx="1974600" cy="1510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2A91EE-155E-45FF-4432-476E9AB2AC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7040" y="589474"/>
                <a:ext cx="2010240" cy="154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996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Addressing overfitting: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51262"/>
            <a:ext cx="608076" cy="180594"/>
          </a:xfrm>
          <a:prstGeom prst="rect">
            <a:avLst/>
          </a:prstGeom>
        </p:spPr>
      </p:pic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2830384"/>
              </p:ext>
            </p:extLst>
          </p:nvPr>
        </p:nvGraphicFramePr>
        <p:xfrm>
          <a:off x="6085375" y="354125"/>
          <a:ext cx="2601425" cy="228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7" name="TextBox 26"/>
          <p:cNvSpPr txBox="1"/>
          <p:nvPr/>
        </p:nvSpPr>
        <p:spPr>
          <a:xfrm rot="16200000">
            <a:off x="5442714" y="1182667"/>
            <a:ext cx="1283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7010400" y="2444308"/>
            <a:ext cx="1283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01023"/>
            <a:ext cx="608076" cy="180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45664"/>
            <a:ext cx="608076" cy="185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78658"/>
            <a:ext cx="608076" cy="1805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28419"/>
            <a:ext cx="608076" cy="1851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73060"/>
            <a:ext cx="608076" cy="18516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181350"/>
            <a:ext cx="518922" cy="69265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87990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size of 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1195685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bedrooms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1566411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floors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8449" y="1915041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age of 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2262485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average income in neighborhood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2612663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kitchen size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Ink 8"/>
              <p14:cNvContentPartPr/>
              <p14:nvPr/>
            </p14:nvContentPartPr>
            <p14:xfrm>
              <a:off x="6109920" y="608040"/>
              <a:ext cx="2837880" cy="18104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7720" y="594360"/>
                <a:ext cx="8567640" cy="35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01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Addressing overfitting: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916725"/>
            <a:ext cx="8305800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Options: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Reduce number of features.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Manually select which features to keep.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Model selection algorithm (later in course).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Regularization.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Keep all the features, but reduce magnitude/values of parameters    .</a:t>
            </a:r>
          </a:p>
          <a:p>
            <a:pPr marL="1371600" lvl="2" indent="-457200">
              <a:buFont typeface="Calibri" pitchFamily="34" charset="0"/>
              <a:buChar char="―"/>
            </a:pPr>
            <a:r>
              <a:rPr lang="en-US" sz="2400" dirty="0"/>
              <a:t>Works well when we have a lot of features, each of which contributes a bit to predicting    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32" y="3237002"/>
            <a:ext cx="224028" cy="3063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896" y="4025542"/>
            <a:ext cx="144018" cy="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1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61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18097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9892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3585001"/>
              </p:ext>
            </p:extLst>
          </p:nvPr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/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886603"/>
              </p:ext>
            </p:extLst>
          </p:nvPr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/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/>
              <p14:cNvContentPartPr/>
              <p14:nvPr/>
            </p14:nvContentPartPr>
            <p14:xfrm>
              <a:off x="5609520" y="2109960"/>
              <a:ext cx="14400" cy="36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4760" y="948240"/>
                <a:ext cx="7396200" cy="403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79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39B9-1318-4269-6398-678DB7C6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4040B7-206A-FCA4-D1E8-FA45B2D27E7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1C1E5-34CF-6C3E-14F0-34933E290904}"/>
              </a:ext>
            </a:extLst>
          </p:cNvPr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271E4-6E30-C935-07EE-7209D99C87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EA8631-D3AC-C6BB-49EC-2FED1B6AEEF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128C057-F51C-91D4-D411-F9B3738C3455}"/>
              </a:ext>
            </a:extLst>
          </p:cNvPr>
          <p:cNvGraphicFramePr>
            <a:graphicFrameLocks/>
          </p:cNvGraphicFramePr>
          <p:nvPr/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670A526-B38F-7D13-C0C6-1BF6BE5B03C5}"/>
              </a:ext>
            </a:extLst>
          </p:cNvPr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642F03C7-54A9-83FC-26BA-EAD9F724734A}"/>
              </a:ext>
            </a:extLst>
          </p:cNvPr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866B187E-AD60-42A2-09C2-331DA58560A5}"/>
              </a:ext>
            </a:extLst>
          </p:cNvPr>
          <p:cNvGraphicFramePr>
            <a:graphicFrameLocks/>
          </p:cNvGraphicFramePr>
          <p:nvPr/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2BC4E8C-0820-179F-70DF-405ED95DD261}"/>
              </a:ext>
            </a:extLst>
          </p:cNvPr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72111F0C-A37B-BD8C-3B72-D2181550E139}"/>
              </a:ext>
            </a:extLst>
          </p:cNvPr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3A87C-61C6-8E1E-DE3F-01342010EC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B5204-E3A2-FA75-0D85-DB82E2A0F5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576BBB-0F07-3862-3F8A-01E5563BD03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6A2E41-15DA-7356-C3B7-55EF078F13D8}"/>
                  </a:ext>
                </a:extLst>
              </p14:cNvPr>
              <p14:cNvContentPartPr/>
              <p14:nvPr/>
            </p14:nvContentPartPr>
            <p14:xfrm>
              <a:off x="5609520" y="2109960"/>
              <a:ext cx="14400" cy="36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4760" y="948240"/>
                <a:ext cx="7396200" cy="40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88049A-E46F-276E-F7E6-18A13F574A8C}"/>
                  </a:ext>
                </a:extLst>
              </p14:cNvPr>
              <p14:cNvContentPartPr/>
              <p14:nvPr/>
            </p14:nvContentPartPr>
            <p14:xfrm>
              <a:off x="1985400" y="959914"/>
              <a:ext cx="1842840" cy="1260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88049A-E46F-276E-F7E6-18A13F574A8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67400" y="942274"/>
                <a:ext cx="1878480" cy="129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939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FB78-E705-8256-1018-06A9D6A3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28304-3C51-8F09-B5EE-FA9B0564492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FB4F5-D55B-DCB4-4F25-86C0D3790268}"/>
              </a:ext>
            </a:extLst>
          </p:cNvPr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00D2B1-5E8A-B980-B075-48B670166B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428C2B-63A6-2C18-045A-7420257702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6AD5DA69-6525-77D6-B48A-8415D82A18EA}"/>
              </a:ext>
            </a:extLst>
          </p:cNvPr>
          <p:cNvGraphicFramePr>
            <a:graphicFrameLocks/>
          </p:cNvGraphicFramePr>
          <p:nvPr/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DE0B3A3-3937-F4B0-CB50-B79327F61252}"/>
              </a:ext>
            </a:extLst>
          </p:cNvPr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BC8ABF61-9467-F684-50C2-45B7B5E97AED}"/>
              </a:ext>
            </a:extLst>
          </p:cNvPr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664F4BE4-B479-56F4-BAA6-17FBAE1C1388}"/>
              </a:ext>
            </a:extLst>
          </p:cNvPr>
          <p:cNvGraphicFramePr>
            <a:graphicFrameLocks/>
          </p:cNvGraphicFramePr>
          <p:nvPr/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DB97CA9-5D3D-7C18-3405-9FBE34BDCCF3}"/>
              </a:ext>
            </a:extLst>
          </p:cNvPr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BFE50EDA-7BC7-F79E-8DCB-D57605EEA77D}"/>
              </a:ext>
            </a:extLst>
          </p:cNvPr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AA9A7-E2F7-CB10-761C-5C7337D1972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3E0597-8EE7-0142-43D3-5160931A86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33896D-4183-B5DA-74E7-01CDDF957C0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537254-6C37-5A1B-A70A-52FCA2AB965A}"/>
                  </a:ext>
                </a:extLst>
              </p14:cNvPr>
              <p14:cNvContentPartPr/>
              <p14:nvPr/>
            </p14:nvContentPartPr>
            <p14:xfrm>
              <a:off x="5609520" y="2109960"/>
              <a:ext cx="14400" cy="36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4760" y="948240"/>
                <a:ext cx="7396200" cy="40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5A5AC3E-E125-7868-8508-4143204F01D4}"/>
                  </a:ext>
                </a:extLst>
              </p14:cNvPr>
              <p14:cNvContentPartPr/>
              <p14:nvPr/>
            </p14:nvContentPartPr>
            <p14:xfrm>
              <a:off x="1985400" y="959914"/>
              <a:ext cx="1842840" cy="1260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5A5AC3E-E125-7868-8508-4143204F01D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67400" y="942274"/>
                <a:ext cx="1878480" cy="12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0698ED-44C5-BE2C-C6F9-4EFB3B70DE80}"/>
                  </a:ext>
                </a:extLst>
              </p14:cNvPr>
              <p14:cNvContentPartPr/>
              <p14:nvPr/>
            </p14:nvContentPartPr>
            <p14:xfrm>
              <a:off x="5237640" y="810874"/>
              <a:ext cx="2074680" cy="130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0698ED-44C5-BE2C-C6F9-4EFB3B70DE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8640" y="802234"/>
                <a:ext cx="2092320" cy="13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595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9138A-E253-9155-57AC-77CF4984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4A802D-24A2-E518-9DF8-A813E81D4A4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A94D5-7669-5ACA-92B7-3E005071B21D}"/>
              </a:ext>
            </a:extLst>
          </p:cNvPr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8FA99A-7F71-2BD8-138B-0239855B2B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79EA87-087B-ACF1-4A04-9BB65BC2776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AB4AE89-3455-8F30-8F7C-58B4762B58AB}"/>
              </a:ext>
            </a:extLst>
          </p:cNvPr>
          <p:cNvGraphicFramePr>
            <a:graphicFrameLocks/>
          </p:cNvGraphicFramePr>
          <p:nvPr/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3C93467-3E8C-DE04-12FE-7D3D0E6F2277}"/>
              </a:ext>
            </a:extLst>
          </p:cNvPr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8250D251-DAC3-EDC7-F24A-31FDB1A3345E}"/>
              </a:ext>
            </a:extLst>
          </p:cNvPr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939F1F1-43BB-A3A5-9FC1-91B3BBE38135}"/>
              </a:ext>
            </a:extLst>
          </p:cNvPr>
          <p:cNvGraphicFramePr>
            <a:graphicFrameLocks/>
          </p:cNvGraphicFramePr>
          <p:nvPr/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134813F-8B15-BE52-37ED-67BED9597B9E}"/>
              </a:ext>
            </a:extLst>
          </p:cNvPr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BB46F95F-2E84-31A9-CED7-A7623A678BB8}"/>
              </a:ext>
            </a:extLst>
          </p:cNvPr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A0F3D-F9EC-4289-52FD-74C2F98EF6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3E6A42-6ED0-C0CA-5E51-B446473725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23078C-E6FD-8AC6-3CD0-498A412CB41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32AADE-9083-11B6-743E-EEB9DEC160E1}"/>
                  </a:ext>
                </a:extLst>
              </p14:cNvPr>
              <p14:cNvContentPartPr/>
              <p14:nvPr/>
            </p14:nvContentPartPr>
            <p14:xfrm>
              <a:off x="5609520" y="2109960"/>
              <a:ext cx="14400" cy="36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4760" y="948240"/>
                <a:ext cx="7396200" cy="40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B2ADAA-5EB8-2653-6F8B-A2D7F74B3355}"/>
                  </a:ext>
                </a:extLst>
              </p14:cNvPr>
              <p14:cNvContentPartPr/>
              <p14:nvPr/>
            </p14:nvContentPartPr>
            <p14:xfrm>
              <a:off x="1985400" y="959914"/>
              <a:ext cx="1842840" cy="1260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B2ADAA-5EB8-2653-6F8B-A2D7F74B335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67400" y="942274"/>
                <a:ext cx="1878480" cy="12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5130E8-38AF-19D3-4155-9AACAE59FBBC}"/>
                  </a:ext>
                </a:extLst>
              </p14:cNvPr>
              <p14:cNvContentPartPr/>
              <p14:nvPr/>
            </p14:nvContentPartPr>
            <p14:xfrm>
              <a:off x="5237640" y="810874"/>
              <a:ext cx="2074680" cy="130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5130E8-38AF-19D3-4155-9AACAE59FB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8640" y="802234"/>
                <a:ext cx="2092320" cy="13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95FD729-FD88-3410-0DAB-0F87A7F9217C}"/>
                  </a:ext>
                </a:extLst>
              </p14:cNvPr>
              <p14:cNvContentPartPr/>
              <p14:nvPr/>
            </p14:nvContentPartPr>
            <p14:xfrm>
              <a:off x="6701040" y="2684314"/>
              <a:ext cx="366120" cy="274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95FD729-FD88-3410-0DAB-0F87A7F921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92040" y="2675314"/>
                <a:ext cx="38376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C426F6E-3505-2EC1-793F-35BBBA4E800F}"/>
              </a:ext>
            </a:extLst>
          </p:cNvPr>
          <p:cNvGrpSpPr/>
          <p:nvPr/>
        </p:nvGrpSpPr>
        <p:grpSpPr>
          <a:xfrm>
            <a:off x="6666840" y="2645074"/>
            <a:ext cx="1432440" cy="359640"/>
            <a:chOff x="6666840" y="2645074"/>
            <a:chExt cx="14324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9BEF2D-489C-0E33-08B6-6EBF42895CAA}"/>
                    </a:ext>
                  </a:extLst>
                </p14:cNvPr>
                <p14:cNvContentPartPr/>
                <p14:nvPr/>
              </p14:nvContentPartPr>
              <p14:xfrm>
                <a:off x="6666840" y="2651554"/>
                <a:ext cx="491760" cy="34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9BEF2D-489C-0E33-08B6-6EBF42895C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57840" y="2642554"/>
                  <a:ext cx="5094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97912E-9C51-0ACB-864A-85CD4B217E4B}"/>
                    </a:ext>
                  </a:extLst>
                </p14:cNvPr>
                <p14:cNvContentPartPr/>
                <p14:nvPr/>
              </p14:nvContentPartPr>
              <p14:xfrm>
                <a:off x="7524000" y="2645074"/>
                <a:ext cx="575280" cy="359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97912E-9C51-0ACB-864A-85CD4B217E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15000" y="2636074"/>
                  <a:ext cx="592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9CC301-4763-78F0-B37D-51D3EA8987A0}"/>
                    </a:ext>
                  </a:extLst>
                </p14:cNvPr>
                <p14:cNvContentPartPr/>
                <p14:nvPr/>
              </p14:nvContentPartPr>
              <p14:xfrm>
                <a:off x="7556760" y="2664874"/>
                <a:ext cx="363960" cy="32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9CC301-4763-78F0-B37D-51D3EA8987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47760" y="2655874"/>
                  <a:ext cx="38160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6DAA1F-D136-6F1A-00DF-C2C28E7B73E4}"/>
                  </a:ext>
                </a:extLst>
              </p14:cNvPr>
              <p14:cNvContentPartPr/>
              <p14:nvPr/>
            </p14:nvContentPartPr>
            <p14:xfrm>
              <a:off x="5414400" y="906274"/>
              <a:ext cx="2090160" cy="1406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6DAA1F-D136-6F1A-00DF-C2C28E7B73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05400" y="897274"/>
                <a:ext cx="2107800" cy="142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125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5CDE-0909-CDA0-B307-6E812FA4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587F22-0103-E734-9BBC-CFCB1BC7728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508C7-05E6-71DF-2223-B2C044D6BF3B}"/>
              </a:ext>
            </a:extLst>
          </p:cNvPr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E5F4D0-BBCE-4F1F-9F78-6DC59771088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776372-0B7D-72BD-75A1-2FECF902E27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7D594AC1-8F4D-69A8-12E9-85BF83B3E130}"/>
              </a:ext>
            </a:extLst>
          </p:cNvPr>
          <p:cNvGraphicFramePr>
            <a:graphicFrameLocks/>
          </p:cNvGraphicFramePr>
          <p:nvPr/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2C9FCC2-DA04-2D48-524D-BBF30C7D4897}"/>
              </a:ext>
            </a:extLst>
          </p:cNvPr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3D78F0A6-AF07-2F7E-57AF-346E0511AFE1}"/>
              </a:ext>
            </a:extLst>
          </p:cNvPr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CF19BA6-81C7-D3BB-2782-6BE78B9F2FF1}"/>
              </a:ext>
            </a:extLst>
          </p:cNvPr>
          <p:cNvGraphicFramePr>
            <a:graphicFrameLocks/>
          </p:cNvGraphicFramePr>
          <p:nvPr/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B356C0B-7350-A698-18AD-02F320224F1A}"/>
              </a:ext>
            </a:extLst>
          </p:cNvPr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D7A23036-4277-A2EB-43E5-06F75582804A}"/>
              </a:ext>
            </a:extLst>
          </p:cNvPr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C74ACF-324D-BC7F-DA4C-C5784911520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69FA20-DFF1-D9D1-35E7-2C7F4212C27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480CF5-B982-808E-FFFB-DE7D87DB33C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46FCBB0-9868-B92B-F040-48226815C7C0}"/>
                  </a:ext>
                </a:extLst>
              </p14:cNvPr>
              <p14:cNvContentPartPr/>
              <p14:nvPr/>
            </p14:nvContentPartPr>
            <p14:xfrm>
              <a:off x="5609520" y="2109960"/>
              <a:ext cx="14400" cy="36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4760" y="948240"/>
                <a:ext cx="7396200" cy="40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9D4859B-8728-4B23-59C1-460BAA819DD9}"/>
                  </a:ext>
                </a:extLst>
              </p14:cNvPr>
              <p14:cNvContentPartPr/>
              <p14:nvPr/>
            </p14:nvContentPartPr>
            <p14:xfrm>
              <a:off x="1985400" y="959914"/>
              <a:ext cx="1842840" cy="1260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9D4859B-8728-4B23-59C1-460BAA819D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67400" y="942274"/>
                <a:ext cx="1878480" cy="12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A1B7221-D384-E889-0B02-53642B92E3AE}"/>
                  </a:ext>
                </a:extLst>
              </p14:cNvPr>
              <p14:cNvContentPartPr/>
              <p14:nvPr/>
            </p14:nvContentPartPr>
            <p14:xfrm>
              <a:off x="5237640" y="810874"/>
              <a:ext cx="2074680" cy="130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A1B7221-D384-E889-0B02-53642B92E3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8640" y="802234"/>
                <a:ext cx="2092320" cy="13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866137C-2B17-B150-7834-A5D4AA5CDF71}"/>
                  </a:ext>
                </a:extLst>
              </p14:cNvPr>
              <p14:cNvContentPartPr/>
              <p14:nvPr/>
            </p14:nvContentPartPr>
            <p14:xfrm>
              <a:off x="6701040" y="2684314"/>
              <a:ext cx="366120" cy="274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866137C-2B17-B150-7834-A5D4AA5CDF7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92040" y="2675314"/>
                <a:ext cx="38376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C317288-705C-5909-8494-5CB6B8E3335F}"/>
              </a:ext>
            </a:extLst>
          </p:cNvPr>
          <p:cNvGrpSpPr/>
          <p:nvPr/>
        </p:nvGrpSpPr>
        <p:grpSpPr>
          <a:xfrm>
            <a:off x="6666840" y="2645074"/>
            <a:ext cx="1432440" cy="359640"/>
            <a:chOff x="6666840" y="2645074"/>
            <a:chExt cx="14324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198567-1B54-FD37-8926-B9FF874816E0}"/>
                    </a:ext>
                  </a:extLst>
                </p14:cNvPr>
                <p14:cNvContentPartPr/>
                <p14:nvPr/>
              </p14:nvContentPartPr>
              <p14:xfrm>
                <a:off x="6666840" y="2651554"/>
                <a:ext cx="491760" cy="34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198567-1B54-FD37-8926-B9FF874816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57840" y="2642554"/>
                  <a:ext cx="5094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42C120-6BB6-5A78-4C2A-BDB7AB115F22}"/>
                    </a:ext>
                  </a:extLst>
                </p14:cNvPr>
                <p14:cNvContentPartPr/>
                <p14:nvPr/>
              </p14:nvContentPartPr>
              <p14:xfrm>
                <a:off x="7524000" y="2645074"/>
                <a:ext cx="575280" cy="359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42C120-6BB6-5A78-4C2A-BDB7AB115F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15000" y="2636074"/>
                  <a:ext cx="592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F72BE4-0682-5B00-ECC7-B47BD4D6ACFD}"/>
                    </a:ext>
                  </a:extLst>
                </p14:cNvPr>
                <p14:cNvContentPartPr/>
                <p14:nvPr/>
              </p14:nvContentPartPr>
              <p14:xfrm>
                <a:off x="7556760" y="2664874"/>
                <a:ext cx="363960" cy="32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F72BE4-0682-5B00-ECC7-B47BD4D6AC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47760" y="2655874"/>
                  <a:ext cx="38160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413F48-C2A0-3A43-DF74-A8240AD1434F}"/>
                  </a:ext>
                </a:extLst>
              </p14:cNvPr>
              <p14:cNvContentPartPr/>
              <p14:nvPr/>
            </p14:nvContentPartPr>
            <p14:xfrm>
              <a:off x="5414400" y="906274"/>
              <a:ext cx="2090160" cy="1406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413F48-C2A0-3A43-DF74-A8240AD1434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05400" y="897274"/>
                <a:ext cx="2107800" cy="14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AD3758-07FF-C9E9-5EEA-7AD6754BFAFC}"/>
                  </a:ext>
                </a:extLst>
              </p:cNvPr>
              <p:cNvSpPr txBox="1"/>
              <p:nvPr/>
            </p:nvSpPr>
            <p:spPr>
              <a:xfrm>
                <a:off x="5033160" y="3811474"/>
                <a:ext cx="2250616" cy="313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+1000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1000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AD3758-07FF-C9E9-5EEA-7AD6754BF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60" y="3811474"/>
                <a:ext cx="2250616" cy="313484"/>
              </a:xfrm>
              <a:prstGeom prst="rect">
                <a:avLst/>
              </a:prstGeom>
              <a:blipFill>
                <a:blip r:embed="rId32"/>
                <a:stretch>
                  <a:fillRect l="-2168" t="-1923" r="-813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24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35824-EA9B-D819-9360-73BF4022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304552-1E75-1507-07A2-1F280FB5D09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FF5D1-EA56-6C83-8DD1-2E4187665672}"/>
              </a:ext>
            </a:extLst>
          </p:cNvPr>
          <p:cNvSpPr txBox="1"/>
          <p:nvPr/>
        </p:nvSpPr>
        <p:spPr>
          <a:xfrm>
            <a:off x="381000" y="310515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penalize and make     ,      really small.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EEDEE5-7F95-152F-20B6-63DBE3E2C2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08" y="2724191"/>
            <a:ext cx="1697355" cy="2550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0816ED-885B-7EC1-0866-22DF224DE27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53" y="2724150"/>
            <a:ext cx="3382897" cy="262331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3BA997B-8606-8C0D-2143-EA971D469BA6}"/>
              </a:ext>
            </a:extLst>
          </p:cNvPr>
          <p:cNvGraphicFramePr>
            <a:graphicFrameLocks/>
          </p:cNvGraphicFramePr>
          <p:nvPr/>
        </p:nvGraphicFramePr>
        <p:xfrm>
          <a:off x="1638626" y="5905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74FDE44-D273-6429-7E51-997F61AF0A4A}"/>
              </a:ext>
            </a:extLst>
          </p:cNvPr>
          <p:cNvSpPr txBox="1"/>
          <p:nvPr/>
        </p:nvSpPr>
        <p:spPr>
          <a:xfrm rot="16200000">
            <a:off x="1066851" y="1456435"/>
            <a:ext cx="1071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AB3797C6-C98E-6B00-B613-C4DCEE1D770F}"/>
              </a:ext>
            </a:extLst>
          </p:cNvPr>
          <p:cNvSpPr txBox="1"/>
          <p:nvPr/>
        </p:nvSpPr>
        <p:spPr>
          <a:xfrm>
            <a:off x="1874798" y="2383437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B7C4CE66-F85E-8DF3-45EE-2ADFFB04882C}"/>
              </a:ext>
            </a:extLst>
          </p:cNvPr>
          <p:cNvGraphicFramePr>
            <a:graphicFrameLocks/>
          </p:cNvGraphicFramePr>
          <p:nvPr/>
        </p:nvGraphicFramePr>
        <p:xfrm>
          <a:off x="5087204" y="546592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03CD7C3-A1F4-375F-53C4-E954335AB7AC}"/>
              </a:ext>
            </a:extLst>
          </p:cNvPr>
          <p:cNvSpPr txBox="1"/>
          <p:nvPr/>
        </p:nvSpPr>
        <p:spPr>
          <a:xfrm rot="16200000">
            <a:off x="4515429" y="1412475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7F31751B-B88C-4304-D11A-3BC5690F43DB}"/>
              </a:ext>
            </a:extLst>
          </p:cNvPr>
          <p:cNvSpPr txBox="1"/>
          <p:nvPr/>
        </p:nvSpPr>
        <p:spPr>
          <a:xfrm>
            <a:off x="5295900" y="2343150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B971F7-4C4A-380E-CFFD-A09A473B62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170" y="3202251"/>
            <a:ext cx="240030" cy="2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AC08EF-1864-D228-D8F6-0F4CDB060FE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44" y="3202251"/>
            <a:ext cx="244602" cy="262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3E0A42-3196-C73E-22D5-5556AA5120E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78" y="3566815"/>
            <a:ext cx="3398901" cy="762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8A5850C-BBE2-FB35-66AF-542031A343E9}"/>
                  </a:ext>
                </a:extLst>
              </p14:cNvPr>
              <p14:cNvContentPartPr/>
              <p14:nvPr/>
            </p14:nvContentPartPr>
            <p14:xfrm>
              <a:off x="5609520" y="2109960"/>
              <a:ext cx="14400" cy="36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4760" y="948240"/>
                <a:ext cx="7396200" cy="40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077F31-5D20-25D6-66CF-11781FE66E3E}"/>
                  </a:ext>
                </a:extLst>
              </p14:cNvPr>
              <p14:cNvContentPartPr/>
              <p14:nvPr/>
            </p14:nvContentPartPr>
            <p14:xfrm>
              <a:off x="1985400" y="959914"/>
              <a:ext cx="1842840" cy="1260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077F31-5D20-25D6-66CF-11781FE66E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67400" y="942274"/>
                <a:ext cx="1878480" cy="12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8C9B6C1-E59D-5B77-4F5B-7C801AF4E4EB}"/>
                  </a:ext>
                </a:extLst>
              </p14:cNvPr>
              <p14:cNvContentPartPr/>
              <p14:nvPr/>
            </p14:nvContentPartPr>
            <p14:xfrm>
              <a:off x="5237640" y="810874"/>
              <a:ext cx="2074680" cy="130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8C9B6C1-E59D-5B77-4F5B-7C801AF4E4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8640" y="802234"/>
                <a:ext cx="2092320" cy="13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9AE401A-1669-741D-FE2E-69AD545215A3}"/>
                  </a:ext>
                </a:extLst>
              </p14:cNvPr>
              <p14:cNvContentPartPr/>
              <p14:nvPr/>
            </p14:nvContentPartPr>
            <p14:xfrm>
              <a:off x="6701040" y="2684314"/>
              <a:ext cx="366120" cy="274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9AE401A-1669-741D-FE2E-69AD545215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92040" y="2675314"/>
                <a:ext cx="38376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2B69F8F-DAEB-0897-431B-38601EA62398}"/>
              </a:ext>
            </a:extLst>
          </p:cNvPr>
          <p:cNvGrpSpPr/>
          <p:nvPr/>
        </p:nvGrpSpPr>
        <p:grpSpPr>
          <a:xfrm>
            <a:off x="6666840" y="2645074"/>
            <a:ext cx="1432440" cy="359640"/>
            <a:chOff x="6666840" y="2645074"/>
            <a:chExt cx="14324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13EC43-02C0-6842-1F4F-A1438C6B0BA7}"/>
                    </a:ext>
                  </a:extLst>
                </p14:cNvPr>
                <p14:cNvContentPartPr/>
                <p14:nvPr/>
              </p14:nvContentPartPr>
              <p14:xfrm>
                <a:off x="6666840" y="2651554"/>
                <a:ext cx="491760" cy="34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13EC43-02C0-6842-1F4F-A1438C6B0B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57840" y="2642554"/>
                  <a:ext cx="5094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12A4AE-2FFF-85D4-110A-02C7A5E1D85A}"/>
                    </a:ext>
                  </a:extLst>
                </p14:cNvPr>
                <p14:cNvContentPartPr/>
                <p14:nvPr/>
              </p14:nvContentPartPr>
              <p14:xfrm>
                <a:off x="7524000" y="2645074"/>
                <a:ext cx="575280" cy="359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12A4AE-2FFF-85D4-110A-02C7A5E1D8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15000" y="2636074"/>
                  <a:ext cx="592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6BD1E82-4985-9712-113B-FB8645A5A412}"/>
                    </a:ext>
                  </a:extLst>
                </p14:cNvPr>
                <p14:cNvContentPartPr/>
                <p14:nvPr/>
              </p14:nvContentPartPr>
              <p14:xfrm>
                <a:off x="7556760" y="2664874"/>
                <a:ext cx="363960" cy="32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6BD1E82-4985-9712-113B-FB8645A5A4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47760" y="2655874"/>
                  <a:ext cx="38160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EC1ACB3-5655-CC5F-A888-34EC598FE592}"/>
                  </a:ext>
                </a:extLst>
              </p14:cNvPr>
              <p14:cNvContentPartPr/>
              <p14:nvPr/>
            </p14:nvContentPartPr>
            <p14:xfrm>
              <a:off x="5414400" y="906274"/>
              <a:ext cx="2090160" cy="1406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EC1ACB3-5655-CC5F-A888-34EC598FE59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05400" y="897274"/>
                <a:ext cx="2107800" cy="14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261071-DAB4-6085-9104-4A040F3AE0D4}"/>
                  </a:ext>
                </a:extLst>
              </p:cNvPr>
              <p:cNvSpPr txBox="1"/>
              <p:nvPr/>
            </p:nvSpPr>
            <p:spPr>
              <a:xfrm>
                <a:off x="5033160" y="3811474"/>
                <a:ext cx="2250616" cy="313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+1000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1000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261071-DAB4-6085-9104-4A040F3AE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60" y="3811474"/>
                <a:ext cx="2250616" cy="313484"/>
              </a:xfrm>
              <a:prstGeom prst="rect">
                <a:avLst/>
              </a:prstGeom>
              <a:blipFill>
                <a:blip r:embed="rId32"/>
                <a:stretch>
                  <a:fillRect l="-2168" t="-1923" r="-813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A550F4-F07E-6DEF-0FC5-E22D779EF532}"/>
                  </a:ext>
                </a:extLst>
              </p:cNvPr>
              <p:cNvSpPr txBox="1"/>
              <p:nvPr/>
            </p:nvSpPr>
            <p:spPr>
              <a:xfrm>
                <a:off x="2819951" y="4584754"/>
                <a:ext cx="25759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A550F4-F07E-6DEF-0FC5-E22D779EF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951" y="4584754"/>
                <a:ext cx="2575962" cy="276999"/>
              </a:xfrm>
              <a:prstGeom prst="rect">
                <a:avLst/>
              </a:prstGeom>
              <a:blipFill>
                <a:blip r:embed="rId33"/>
                <a:stretch>
                  <a:fillRect l="-1422" r="-142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21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FD0F-1225-BCC2-C507-AA96B51C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010D453-5346-B3F6-F216-92070808493E}"/>
              </a:ext>
            </a:extLst>
          </p:cNvPr>
          <p:cNvSpPr txBox="1"/>
          <p:nvPr/>
        </p:nvSpPr>
        <p:spPr>
          <a:xfrm>
            <a:off x="381000" y="916725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Small values for parameters 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“Simpler” hypothesis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Less prone to overfitting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B28B0-7A7D-FD58-A0A3-F89967B782B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B4604-0BEE-446C-CAB4-FD7E8B7DE8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299" y="1042956"/>
            <a:ext cx="1639062" cy="2766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3C4EFAA-C923-DB2F-35E7-4E03C3BD0E93}"/>
              </a:ext>
            </a:extLst>
          </p:cNvPr>
          <p:cNvSpPr txBox="1"/>
          <p:nvPr/>
        </p:nvSpPr>
        <p:spPr>
          <a:xfrm>
            <a:off x="381000" y="2133421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Housing: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Features: 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Parameters: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8F2367-5449-C349-A3AD-C3B93A8171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066" y="3008569"/>
            <a:ext cx="2265426" cy="276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697A81-E74C-D546-5619-11BF154896D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680346"/>
            <a:ext cx="1949958" cy="1943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010C07-68FC-BB7C-E39B-A5B148C38D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7" y="3673602"/>
            <a:ext cx="1792224" cy="4937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F9FF4B-145A-1F2A-A0B9-AA289E87A51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40" y="3486150"/>
            <a:ext cx="341985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7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62FA8-7D85-0FDE-29BF-A4751A88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13D0A58-AD70-1E78-E606-F5DC6C79C948}"/>
              </a:ext>
            </a:extLst>
          </p:cNvPr>
          <p:cNvSpPr txBox="1"/>
          <p:nvPr/>
        </p:nvSpPr>
        <p:spPr>
          <a:xfrm>
            <a:off x="381000" y="916725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Small values for parameters 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“Simpler” hypothesis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Less prone to overfitting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8FAF9-39CB-184E-9A09-E6827E5D523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1E1A5-40E6-5E6A-ED96-F9CA3AD483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299" y="1042956"/>
            <a:ext cx="1639062" cy="2766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BE3BFE-5073-E7E5-85B5-3C833C675856}"/>
              </a:ext>
            </a:extLst>
          </p:cNvPr>
          <p:cNvSpPr txBox="1"/>
          <p:nvPr/>
        </p:nvSpPr>
        <p:spPr>
          <a:xfrm>
            <a:off x="381000" y="2133421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Housing: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Features: </a:t>
            </a:r>
          </a:p>
          <a:p>
            <a:pPr marL="914400" lvl="1" indent="-457200">
              <a:buFont typeface="Calibri" pitchFamily="34" charset="0"/>
              <a:buChar char="―"/>
            </a:pPr>
            <a:r>
              <a:rPr lang="en-US" sz="2400" dirty="0"/>
              <a:t>Parameters: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016F9-C603-A5FB-D0A6-82B638DCC4D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066" y="3008569"/>
            <a:ext cx="2265426" cy="276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727BB2-AFA5-1120-04C8-37B509FF398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680346"/>
            <a:ext cx="1949958" cy="1943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8A3ED6-7C69-B5DF-EE73-88CEB1D8785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7" y="3673602"/>
            <a:ext cx="1792224" cy="4937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A88502-4CC4-9E17-8B6A-E132B8C0694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40" y="3486150"/>
            <a:ext cx="3419856" cy="868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575E8E-CE18-C5C1-8E64-3F560859E63B}"/>
                  </a:ext>
                </a:extLst>
              </p:cNvPr>
              <p:cNvSpPr txBox="1"/>
              <p:nvPr/>
            </p:nvSpPr>
            <p:spPr>
              <a:xfrm>
                <a:off x="6400800" y="3486150"/>
                <a:ext cx="1871794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𝑙𝑎𝑚𝑏𝑑𝑎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575E8E-CE18-C5C1-8E64-3F560859E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486150"/>
                <a:ext cx="1871794" cy="8402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69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Regularization.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27284"/>
            <a:ext cx="1066799" cy="4174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770226"/>
            <a:ext cx="5188458" cy="836104"/>
          </a:xfrm>
          <a:prstGeom prst="rect">
            <a:avLst/>
          </a:prstGeom>
        </p:spPr>
      </p:pic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267908"/>
              </p:ext>
            </p:extLst>
          </p:nvPr>
        </p:nvGraphicFramePr>
        <p:xfrm>
          <a:off x="4217094" y="2114551"/>
          <a:ext cx="2731067" cy="2397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 rot="16200000">
            <a:off x="3470509" y="3086283"/>
            <a:ext cx="13477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16" name="TextBox 20"/>
          <p:cNvSpPr txBox="1"/>
          <p:nvPr/>
        </p:nvSpPr>
        <p:spPr>
          <a:xfrm>
            <a:off x="4660902" y="4400550"/>
            <a:ext cx="2185788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355550" y="2114550"/>
            <a:ext cx="0" cy="243280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202318" y="4368651"/>
            <a:ext cx="27445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66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regularized linear regression, we choose      to minimize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033" y="412810"/>
            <a:ext cx="12801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227" y="1588353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if      is set to an extremely large value (perhaps for too large for our problem, say                  )?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19" y="1704418"/>
            <a:ext cx="150876" cy="2148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025495"/>
            <a:ext cx="1099566" cy="2606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" y="2419350"/>
            <a:ext cx="845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Algorithm works fine; setting     to be very large can’t hurt it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Algorithm fails to eliminate overfitting.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Algorithm results in </a:t>
            </a:r>
            <a:r>
              <a:rPr lang="en-US" sz="2400" dirty="0" err="1"/>
              <a:t>underfitting</a:t>
            </a:r>
            <a:r>
              <a:rPr lang="en-US" sz="2400" dirty="0"/>
              <a:t>. (Fails to fit even training data well).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Gradient descent will fail to converge.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224" y="2550484"/>
            <a:ext cx="150876" cy="2148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70224"/>
            <a:ext cx="5188458" cy="8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12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regularized linear regression, we choose      to minimize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033" y="412810"/>
            <a:ext cx="128016" cy="2194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70224"/>
            <a:ext cx="5188458" cy="836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227" y="1588353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if      is set to an extremely large value (perhaps for too large for our problem, say                  )?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19" y="1704418"/>
            <a:ext cx="150876" cy="2148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025495"/>
            <a:ext cx="1099566" cy="260604"/>
          </a:xfrm>
          <a:prstGeom prst="rect">
            <a:avLst/>
          </a:prstGeom>
        </p:spPr>
      </p:pic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343090"/>
              </p:ext>
            </p:extLst>
          </p:nvPr>
        </p:nvGraphicFramePr>
        <p:xfrm>
          <a:off x="1576683" y="2343150"/>
          <a:ext cx="2172176" cy="19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1" name="TextBox 20"/>
          <p:cNvSpPr txBox="1"/>
          <p:nvPr/>
        </p:nvSpPr>
        <p:spPr>
          <a:xfrm rot="16200000">
            <a:off x="1004908" y="3209033"/>
            <a:ext cx="107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1785379" y="4139708"/>
            <a:ext cx="173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 of house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54495"/>
            <a:ext cx="3603721" cy="27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36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867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Regularized linear regression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119811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Regularized linear regression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165528"/>
            <a:ext cx="5660136" cy="9121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44" y="2407383"/>
            <a:ext cx="1012126" cy="3960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/>
              <p14:cNvContentPartPr/>
              <p14:nvPr/>
            </p14:nvContentPartPr>
            <p14:xfrm>
              <a:off x="1971720" y="1430640"/>
              <a:ext cx="5396400" cy="168840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2720" y="1421640"/>
                <a:ext cx="5417640" cy="170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2996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687" y="2800350"/>
            <a:ext cx="2110913" cy="248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4295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63" y="799117"/>
            <a:ext cx="109728" cy="3040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" y="3105912"/>
            <a:ext cx="109728" cy="3040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1291492"/>
            <a:ext cx="4834890" cy="6515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2265426"/>
            <a:ext cx="157276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498" y="2092833"/>
            <a:ext cx="3195828" cy="6515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562350"/>
            <a:ext cx="6062472" cy="651510"/>
          </a:xfrm>
          <a:prstGeom prst="rect">
            <a:avLst/>
          </a:prstGeom>
        </p:spPr>
      </p:pic>
      <p:sp>
        <p:nvSpPr>
          <p:cNvPr id="22" name="Cross 21"/>
          <p:cNvSpPr/>
          <p:nvPr/>
        </p:nvSpPr>
        <p:spPr>
          <a:xfrm rot="2734294">
            <a:off x="4667025" y="279180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/>
              <p14:cNvContentPartPr/>
              <p14:nvPr/>
            </p14:nvContentPartPr>
            <p14:xfrm>
              <a:off x="363960" y="285840"/>
              <a:ext cx="8311680" cy="46288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3160" y="275760"/>
                <a:ext cx="8335440" cy="46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206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478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9144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Regularized logistic regression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30018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381000" y="285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Regularized logistic regression.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3730752" y="1384656"/>
            <a:ext cx="4041648" cy="1263294"/>
            <a:chOff x="3730752" y="1589532"/>
            <a:chExt cx="3584448" cy="1058418"/>
          </a:xfrm>
        </p:grpSpPr>
        <p:pic>
          <p:nvPicPr>
            <p:cNvPr id="39" name="Picture 3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752" y="1589532"/>
              <a:ext cx="2441448" cy="1058418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752" y="1619188"/>
              <a:ext cx="1010412" cy="306324"/>
            </a:xfrm>
            <a:prstGeom prst="rect">
              <a:avLst/>
            </a:prstGeom>
          </p:spPr>
        </p:pic>
      </p:grpSp>
      <p:sp>
        <p:nvSpPr>
          <p:cNvPr id="42" name="TextBox 41"/>
          <p:cNvSpPr txBox="1"/>
          <p:nvPr/>
        </p:nvSpPr>
        <p:spPr>
          <a:xfrm>
            <a:off x="381000" y="30289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function: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516630"/>
            <a:ext cx="7971282" cy="731520"/>
          </a:xfrm>
          <a:prstGeom prst="rect">
            <a:avLst/>
          </a:prstGeom>
        </p:spPr>
      </p:pic>
      <p:grpSp>
        <p:nvGrpSpPr>
          <p:cNvPr id="43" name="Group 42"/>
          <p:cNvGrpSpPr/>
          <p:nvPr/>
        </p:nvGrpSpPr>
        <p:grpSpPr>
          <a:xfrm>
            <a:off x="533400" y="796115"/>
            <a:ext cx="2542757" cy="2287424"/>
            <a:chOff x="306551" y="789242"/>
            <a:chExt cx="2542757" cy="2287424"/>
          </a:xfrm>
        </p:grpSpPr>
        <p:grpSp>
          <p:nvGrpSpPr>
            <p:cNvPr id="44" name="Group 43"/>
            <p:cNvGrpSpPr/>
            <p:nvPr/>
          </p:nvGrpSpPr>
          <p:grpSpPr>
            <a:xfrm>
              <a:off x="306551" y="876401"/>
              <a:ext cx="2485587" cy="2200265"/>
              <a:chOff x="306551" y="747415"/>
              <a:chExt cx="2485587" cy="2200265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1204258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1750444" y="94767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359948" y="152339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530346" y="77372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Cross 51"/>
              <p:cNvSpPr/>
              <p:nvPr/>
            </p:nvSpPr>
            <p:spPr>
              <a:xfrm rot="2734294">
                <a:off x="1032913" y="222291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ross 52"/>
              <p:cNvSpPr/>
              <p:nvPr/>
            </p:nvSpPr>
            <p:spPr>
              <a:xfrm rot="2734294">
                <a:off x="1032913" y="1531448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ross 53"/>
              <p:cNvSpPr/>
              <p:nvPr/>
            </p:nvSpPr>
            <p:spPr>
              <a:xfrm rot="2734294">
                <a:off x="1262879" y="195441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ross 54"/>
              <p:cNvSpPr/>
              <p:nvPr/>
            </p:nvSpPr>
            <p:spPr>
              <a:xfrm rot="2734294">
                <a:off x="936841" y="1939311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546700" y="2578348"/>
                <a:ext cx="3626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06551" y="1202476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 flipV="1">
                <a:off x="669151" y="747415"/>
                <a:ext cx="0" cy="199568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>
                <a:off x="560369" y="2589944"/>
                <a:ext cx="2231769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Cross 59"/>
              <p:cNvSpPr/>
              <p:nvPr/>
            </p:nvSpPr>
            <p:spPr>
              <a:xfrm rot="2734294">
                <a:off x="1359601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Cross 60"/>
              <p:cNvSpPr/>
              <p:nvPr/>
            </p:nvSpPr>
            <p:spPr>
              <a:xfrm rot="2734294">
                <a:off x="1732921" y="2058784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Cross 61"/>
              <p:cNvSpPr/>
              <p:nvPr/>
            </p:nvSpPr>
            <p:spPr>
              <a:xfrm rot="2734294">
                <a:off x="2044914" y="2272086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Cross 62"/>
              <p:cNvSpPr/>
              <p:nvPr/>
            </p:nvSpPr>
            <p:spPr>
              <a:xfrm rot="2734294">
                <a:off x="2031520" y="198914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Cross 63"/>
              <p:cNvSpPr/>
              <p:nvPr/>
            </p:nvSpPr>
            <p:spPr>
              <a:xfrm rot="2734294">
                <a:off x="2366221" y="198560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Cross 64"/>
              <p:cNvSpPr/>
              <p:nvPr/>
            </p:nvSpPr>
            <p:spPr>
              <a:xfrm rot="2734294">
                <a:off x="2201001" y="149681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Cross 65"/>
              <p:cNvSpPr/>
              <p:nvPr/>
            </p:nvSpPr>
            <p:spPr>
              <a:xfrm rot="2734294">
                <a:off x="1637830" y="1512253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Cross 66"/>
              <p:cNvSpPr/>
              <p:nvPr/>
            </p:nvSpPr>
            <p:spPr>
              <a:xfrm rot="2734294">
                <a:off x="735109" y="1301962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Cross 67"/>
              <p:cNvSpPr/>
              <p:nvPr/>
            </p:nvSpPr>
            <p:spPr>
              <a:xfrm rot="2734294">
                <a:off x="714486" y="1698337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Cross 68"/>
              <p:cNvSpPr/>
              <p:nvPr/>
            </p:nvSpPr>
            <p:spPr>
              <a:xfrm rot="2734294">
                <a:off x="1030623" y="948695"/>
                <a:ext cx="223554" cy="223554"/>
              </a:xfrm>
              <a:prstGeom prst="plus">
                <a:avLst>
                  <a:gd name="adj" fmla="val 46579"/>
                </a:avLst>
              </a:prstGeom>
              <a:solidFill>
                <a:schemeClr val="tx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544248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972899" y="1737727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234730" y="175266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477998" y="1456346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955570" y="1279485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216167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459049" y="1059153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1673162" y="1221210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2040344" y="1028951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2385648" y="943752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030069" y="750774"/>
                <a:ext cx="170398" cy="17039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Cross 44"/>
            <p:cNvSpPr/>
            <p:nvPr/>
          </p:nvSpPr>
          <p:spPr>
            <a:xfrm rot="2734294">
              <a:off x="2625754" y="19971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Cross 45"/>
            <p:cNvSpPr/>
            <p:nvPr/>
          </p:nvSpPr>
          <p:spPr>
            <a:xfrm rot="2734294">
              <a:off x="732092" y="1006504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Cross 46"/>
            <p:cNvSpPr/>
            <p:nvPr/>
          </p:nvSpPr>
          <p:spPr>
            <a:xfrm rot="2734294">
              <a:off x="1101754" y="789242"/>
              <a:ext cx="223554" cy="22355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/>
              <p14:cNvContentPartPr/>
              <p14:nvPr/>
            </p14:nvContentPartPr>
            <p14:xfrm>
              <a:off x="313560" y="715320"/>
              <a:ext cx="8033400" cy="429228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3480" y="705960"/>
                <a:ext cx="8052840" cy="431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3662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687" y="2800350"/>
            <a:ext cx="2110913" cy="248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4295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63" y="799117"/>
            <a:ext cx="109728" cy="3040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" y="3105912"/>
            <a:ext cx="109728" cy="3040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1291492"/>
            <a:ext cx="4834890" cy="6515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1" y="2265426"/>
            <a:ext cx="157276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498" y="2092833"/>
            <a:ext cx="3195828" cy="651510"/>
          </a:xfrm>
          <a:prstGeom prst="rect">
            <a:avLst/>
          </a:prstGeom>
        </p:spPr>
      </p:pic>
      <p:sp>
        <p:nvSpPr>
          <p:cNvPr id="22" name="Cross 21"/>
          <p:cNvSpPr/>
          <p:nvPr/>
        </p:nvSpPr>
        <p:spPr>
          <a:xfrm rot="2734294">
            <a:off x="4667025" y="279180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/>
              <p14:cNvContentPartPr/>
              <p14:nvPr/>
            </p14:nvContentPartPr>
            <p14:xfrm>
              <a:off x="420840" y="1559160"/>
              <a:ext cx="8440920" cy="28332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1480" y="1550160"/>
                <a:ext cx="8456400" cy="285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22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3991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4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sum\limits^{m}_{i=1} (h_\theta(x^{(i)})-y^{(i)})^2 \approx 0&#10;$&#10;&#10;\end{document}"/>
  <p:tag name="IGUANATEXSIZE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sum\limits^{m}_{i=1} (h_\theta(x^{(i)})-y^{(i)})^2 \approx 0&#10;$&#10;&#10;\end{document}"/>
  <p:tag name="IGUANATEXSIZE" val="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sum\limits^{m}_{i=1} (h_\theta(x^{(i)})-y^{(i)})^2 \approx 0&#10;$&#10;&#10;\end{document}"/>
  <p:tag name="IGUANATEXSIZE" val="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0 + \theta_1 x_1 + \theta_2 x_2)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g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^2 + \theta_4 x_2^2$&#10;&#10;$+ \theta_5 x_1 x_2)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1^2$&#10;&#10;$+ \theta_3 x_1^2 x_2 + \theta_4 x_1^2 x_2^2 $&#10;&#10;$+ \theta_5 x_1^2 x_2^3 + \theta_6 x_1^3 x_2 + \dots)&#10;$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0 + \theta_1 x_1 + \theta_2 x_2)&#10;$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g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^2 + \theta_4 x_2^2$&#10;&#10;$+ \theta_5 x_1 x_2)&#10;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1^2$&#10;&#10;$+ \theta_3 x_1^2 x_2 + \theta_4 x_1^2 x_2^2 $&#10;&#10;$+ \theta_5 x_1^2 x_2^3 + \theta_6 x_1^3 x_2 + \dots)&#10;$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0 + \theta_1 x_1 + \theta_2 x_2)&#10;$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g$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^2 + \theta_4 x_2^2$&#10;&#10;$+ \theta_5 x_1 x_2)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1^2$&#10;&#10;$+ \theta_3 x_1^2 x_2 + \theta_4 x_1^2 x_2^2 $&#10;&#10;$+ \theta_5 x_1^2 x_2^3 + \theta_6 x_1^3 x_2 + \dots)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5 =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6 =&#10;$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$&#10;x_{100}&#10;$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j&#10;$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&#10;$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3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4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 \displaystyle&#10;\min_\theta \frac{1}{2m} \sum_{i=1}^m (h_\theta (x^{(i)}) - y^{(i)})^2 &#10;$&#10;&#10;\end{document}"/>
  <p:tag name="IGUANATEXSIZE" val="2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, \dots, \theta_n&#10;$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, \theta_2, \dots, \theta_{100}&#10;$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, \dots, x_{100}&#10;$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&#10;$&#10;&#10;\end{document}"/>
  <p:tag name="IGUANATEXSIZE" val="3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sum\limits^{m}_{i=1} (h_\theta(x^{(i)})-y^{(i)})^2 &#10;$&#10;&#10;\end{document}"/>
  <p:tag name="IGUANATEXSIZE" val="3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, \dots, \theta_n&#10;$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, \theta_2, \dots, \theta_{100}&#10;$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, \dots, x_{100}&#10;$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&#10;$&#10;&#10;\end{document}"/>
  <p:tag name="IGUANATEXSIZE" val="3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sum\limits^{m}_{i=1} (h_\theta(x^{(i)})-y^{(i)})^2 &#10;$&#10;&#10;\end{document}"/>
  <p:tag name="IGUANATEXSIZE" val="3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in_\theta J(\theta)&#10;$&#10;&#10;\end{document}"/>
  <p:tag name="IGUANATEXSIZE" val="3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&#10;$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&#10;$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 = 10^{10}&#10;$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&#10;$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&#10;$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&#10;$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lambda = 10^{10}&#10;$&#10;&#10;\end{document}"/>
  <p:tag name="IGUANATEXSIZE" val="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+ \theta_1 x + \theta_2 x^2 + \theta_3 x^3 + \theta_4 x^4&#10;$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2m} \left[ \sum\limits^{m}_{i=1} (h_\theta(x^{(i)})-y^{(i)})^2  + \lambda \sum\limits^n_{j=1} \theta_j^2 \right]&#10;$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in_\theta J(\theta)&#10;$&#10;&#10;\end{document}"/>
  <p:tag name="IGUANATEXSIZE" val="2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j = 0, 1, 2, 3, \dots, n)&#10;$&#10;&#10;\end{document}"/>
  <p:tag name="IGUANATEXSIZE" val="2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0 := \theta_0 - \alpha \frac{1}{m} \sum\limits^{m}_{i=1} (h_\theta(x^{(i)})-y^{(i)}) x_0^{(i)}&#10;$&#10;&#10;\end{document}"/>
  <p:tag name="IGUANATEXSIZE" val="2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&#10;$&#10;&#10;\end{document}"/>
  <p:tag name="IGUANATEXSIZE" val="2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frac{1}{m} \sum\limits^{m}_{i=1} (h_\theta(x^{(i)})-y^{(i)}) x_j^{(i)}&#10;$&#10;&#10;\end{document}"/>
  <p:tag name="IGUANATEXSIZE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(1 - \alpha \frac{\lambda}{m}) - \alpha \frac{1}{m} \sum\limits^{m}_{i=1} (h_\theta(x^{(i)})-y^{(i)}) x_j^{(i)}&#10;$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 \left[ \frac{1}{m} \sum\limits_{i=1}^{m} y ^{(i)} \log{h_\theta(x^{(i)}} + (1- y^{(i)}) \log{(1-h_\theta(x^{(i)}))}&#10;\right]&#10;$&#10;&#10;\end{document}"/>
  <p:tag name="IGUANATEXSIZE" val="2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1^2$&#10;&#10;$+ \theta_3 x_1^2 x_2 + \theta_4 x_1^2 x_2^2 $&#10;&#10;$+ \theta_5 x_1^2 x_2^3 + \dots)&#10;$&#10;&#10;\end{document}"/>
  <p:tag name="IGUANATEXSIZE" val="2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$&#10;&#10;\end{document}"/>
  <p:tag name="IGUANATEXSIZ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j = 0, 1, 2, 3, \dots, n)&#10;$&#10;&#10;\end{document}"/>
  <p:tag name="IGUANATEXSIZE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0 := \theta_0 - \alpha \frac{1}{m} \sum\limits^{m}_{i=1} (h_\theta(x^{(i)})-y^{(i)}) x_0^{(i)}&#10;$&#10;&#10;\end{document}"/>
  <p:tag name="IGUANATEXSIZE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&#10;$&#10;&#10;\end{document}"/>
  <p:tag name="IGUANATEXSIZE" val="2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frac{1}{m} \sum\limits^{m}_{i=1} (h_\theta(x^{(i)})-y^{(i)}) x_j^{(i)}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2462</TotalTime>
  <Words>630</Words>
  <Application>Microsoft Office PowerPoint</Application>
  <PresentationFormat>On-screen Show (16:9)</PresentationFormat>
  <Paragraphs>166</Paragraphs>
  <Slides>31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 Math</vt:lpstr>
      <vt:lpstr>1_Lecture</vt:lpstr>
      <vt:lpstr>2_Office Theme</vt:lpstr>
      <vt:lpstr>3_Office Theme</vt:lpstr>
      <vt:lpstr>2_Lecture</vt:lpstr>
      <vt:lpstr>The problem of overfitting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Regularized linear regression</vt:lpstr>
      <vt:lpstr>PowerPoint Presentation</vt:lpstr>
      <vt:lpstr>PowerPoint Presentation</vt:lpstr>
      <vt:lpstr>PowerPoint Presentation</vt:lpstr>
      <vt:lpstr>Regularized logistic regression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Mr.Hafeez Anwar</cp:lastModifiedBy>
  <cp:revision>261</cp:revision>
  <dcterms:created xsi:type="dcterms:W3CDTF">2010-07-08T21:59:02Z</dcterms:created>
  <dcterms:modified xsi:type="dcterms:W3CDTF">2025-02-26T10:14:30Z</dcterms:modified>
</cp:coreProperties>
</file>