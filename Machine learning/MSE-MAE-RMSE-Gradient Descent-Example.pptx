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77"/>
  </p:notesMasterIdLst>
  <p:sldIdLst>
    <p:sldId id="295" r:id="rId2"/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2" r:id="rId16"/>
    <p:sldId id="273" r:id="rId17"/>
    <p:sldId id="271" r:id="rId18"/>
    <p:sldId id="274" r:id="rId19"/>
    <p:sldId id="314" r:id="rId20"/>
    <p:sldId id="315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324" r:id="rId30"/>
    <p:sldId id="325" r:id="rId31"/>
    <p:sldId id="326" r:id="rId32"/>
    <p:sldId id="327" r:id="rId33"/>
    <p:sldId id="328" r:id="rId34"/>
    <p:sldId id="329" r:id="rId35"/>
    <p:sldId id="330" r:id="rId36"/>
    <p:sldId id="332" r:id="rId37"/>
    <p:sldId id="331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33" r:id="rId57"/>
    <p:sldId id="275" r:id="rId58"/>
    <p:sldId id="276" r:id="rId59"/>
    <p:sldId id="278" r:id="rId60"/>
    <p:sldId id="279" r:id="rId61"/>
    <p:sldId id="277" r:id="rId62"/>
    <p:sldId id="281" r:id="rId63"/>
    <p:sldId id="280" r:id="rId64"/>
    <p:sldId id="283" r:id="rId65"/>
    <p:sldId id="284" r:id="rId66"/>
    <p:sldId id="282" r:id="rId67"/>
    <p:sldId id="285" r:id="rId68"/>
    <p:sldId id="290" r:id="rId69"/>
    <p:sldId id="289" r:id="rId70"/>
    <p:sldId id="288" r:id="rId71"/>
    <p:sldId id="334" r:id="rId72"/>
    <p:sldId id="287" r:id="rId73"/>
    <p:sldId id="286" r:id="rId74"/>
    <p:sldId id="291" r:id="rId75"/>
    <p:sldId id="293" r:id="rId76"/>
  </p:sldIdLst>
  <p:sldSz cx="50292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89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51" autoAdjust="0"/>
    <p:restoredTop sz="93705" autoAdjust="0"/>
  </p:normalViewPr>
  <p:slideViewPr>
    <p:cSldViewPr snapToGrid="0">
      <p:cViewPr varScale="1">
        <p:scale>
          <a:sx n="33" d="100"/>
          <a:sy n="33" d="100"/>
        </p:scale>
        <p:origin x="14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3B2F9-69A6-428E-BAA7-FAE468A3D8D6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814388" y="1143000"/>
            <a:ext cx="84867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96AD4D-81B9-4DB8-9DD0-4E0DD27EF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43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98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E2DD8-CE08-D7BD-3AB9-C6FF90D08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05029-9D3F-3895-DFBE-7EE1C9084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8E6FD-C884-BD6C-BC41-9587E7B7C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534F2-8585-63DD-ACB4-97D5A99E7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91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A0494-67BE-3573-D539-C4AFC2D92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77381B-3D5F-B14E-BF10-90ADDC896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007CE5-6F22-F017-12CB-53E951D32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3037C-1885-C296-89A2-80481C3F9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32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EE35D-D01B-A709-20D6-9B306899B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DDFFE-30E5-4C99-AC2E-1E3544247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2D29CF-6319-BCDF-7184-028AECD93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3026F-7665-433A-9C9F-6D2BF26F4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03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2D1BB-D76D-8011-DFB8-290064DEC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68F5B-90FC-F499-C882-36EDED4E0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5A95C-5EDA-7CB1-FA6A-93EEFC4AD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E3693-C912-1F97-D682-8C4D370D5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811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6DA84-D405-B8C8-5911-388C8461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F6D43-3990-C1B3-D671-02BE424C6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91F7A-DB4C-9ED7-E57C-05DA96F29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2BB67-D184-7594-A9D1-BDD43EA98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23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35A40-F169-2F3D-2660-E85A730D7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94DE8-460A-30E4-47A9-62F04F584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1DC28F-7FDF-D29B-20DB-9DC7D9B44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53ACA-8DFA-5DB5-3D3D-D3C47361C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302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449CE-2DFB-447B-C087-6B7534AAD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A9887-904C-2C92-45D4-D8AA6EC3A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F1F355-8D1A-1714-3284-121B05559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AD056-4AD3-0D11-6A26-66B95A1FA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58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46F10-BA9A-8754-7F0E-55E44C826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0C2B1-04A6-B3F0-9165-AB6CF8593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DA43E-F9B1-EDEE-6237-D16181E02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E922B-3DA0-F444-74B0-00A8B52AD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770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790FA-6E12-969F-1593-3CA0DA842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B6937-983A-1924-C5F3-31DEB1145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BE509-C407-9404-A21D-3C1DEE58A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6F466-87E7-2542-C030-67869E8ED5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87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806A4-366B-1AB2-1DBE-B5A5D0219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DAC43-701B-92AC-38ED-D357EEBB4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EE5F5-6795-8A6C-A671-DB05C2CAD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89B88-0511-C736-2B2A-CD6B24419B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10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D5F7D-7AE8-E5CB-546F-7FE1B9A7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D7C88-BED0-3E13-FA1C-D849CFA89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14B32-F324-897D-19D2-EBD35EA1C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B8489-2FC7-5C1E-41AE-B90C4B8C7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08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E741E-6340-7B31-6898-24FE5F55D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87D663-BC5A-5B20-5135-835C3D259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72903-DC45-20C9-8212-4BAEFFE01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8FDC9-32CB-96E8-931E-63CDA1B99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68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ED1E7-6F88-D138-C4FE-6112BBB7A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74F1C-5855-3197-4E43-A949C6464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61FB0-2A5B-8654-721D-9C2A08162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239C0-D8F5-B5DF-38B9-8BBF19449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002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ACA10-15E3-3F82-86DD-41D3FA304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C1F6A-A993-2533-A4BA-5A9536142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2777D-5BA7-7FFD-2AEB-A1CB989BE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01328-05AC-0238-05FE-12F2485A9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7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AAF3F-A86C-5071-EE9A-6205A4017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7AF41E-C81E-4C17-1CCA-991089A25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88399-2E33-F1AF-8240-807D787E7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EA3B5-51D7-B7D0-B2A2-EA7FB5D2B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509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2483B-D3F5-A289-2E12-C8804EBFD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26462-3239-A6A2-22A4-B036FAE40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9D4E37-5D4B-A7DA-2D40-F1CEC49CA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E2F25-02B8-B32E-CAE7-62DAA0F32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2032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CCF-019A-42EA-4857-57F881BA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21E769-F2FE-9866-625D-D8018F74F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488F1B-FA90-BA52-9D66-59E84B65A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65329-3C11-D469-ACDB-4913DB5BD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707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C92D4-3BA4-1C8D-607B-F74584F90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E98575-531A-D133-974E-E9859633F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22EB88-DC8C-61B7-D504-0FF1AA184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089BC-6B0C-D2A9-FEE7-21797F3FE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848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AA390-9BB2-AB49-78AB-8FE334183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DEEF3-2ABF-B9EF-A385-C71020A73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069C1A-4DC3-ECE6-3BED-B673BAB7C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2BF07-DCD7-B19A-0AF6-4D3DE35A2D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606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F360A-7762-3664-30B8-1C97036A4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4D35A-2179-F453-644B-583B70979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123C3-26C1-92A9-DDC9-30BBCDFDC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A21CF-2871-24B4-30F0-80CCEB601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4066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49B66-1E3B-C571-3D25-1B5C93D4C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97EF6-EDE5-2A2A-EF9C-A3E0743E0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5C4E7-E919-1FB2-6D18-F18B3E0CB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D0C9C-12AE-A44B-C758-67494FE95A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085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D91C5-3C05-2C99-C32F-CD0E46A14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861A8-C51B-BDA6-0DFB-517FE00F4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65401F-F737-5FEE-4CF6-BB5946418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E212E-5E43-8CA6-B0BA-52473D24C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672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5A88F-1DEE-830D-B9A3-548086B00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94FF7-A245-C7BD-4CFE-62B40F89E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3146E4-C830-4663-A348-F848011A6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C57CD-8557-118C-6E5F-2CD3012B0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638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A3C10-4BB8-268F-1ED1-582005A84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4EA1C-CFE9-5D2D-75B1-0D1A84F00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499DA-E5CF-8088-6182-769EEBE94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DC0CD-ED10-80C4-445D-3F357C9AE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170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963DC-88E7-03F6-622A-B5CD90276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C0B46-AB23-3B30-B931-AC492C654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BDDE37-AF66-A7D0-CE23-35A0A2A2B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B12B0-5867-ABEF-17B5-8CFB25D22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332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5B475-9F06-C2C5-FEAE-0371ACAE3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380AB-0C87-7F7F-7A04-7CABFE95F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53F5E-420E-BF0D-A90E-136B271C9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53BB1-856B-63E8-8798-965C980F6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96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7278C-9448-BA32-B17C-69A552BEA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FFE29-4E27-0157-FD04-CD08ACB99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B8374-AE7D-2D9E-A831-E085596DB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AA768-E442-B19E-E5C3-BB556890B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059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CFC7C-8E52-D2DB-9FEB-B9BC5EBBD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05213A-FA7C-4DEE-C555-07E53B909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34985D-F3C8-D2F4-D963-B19109F4C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A8A1D-56A3-147B-1416-910C95430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0648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71019-9F72-96E3-2027-6FD19B157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61E7C-056A-74A2-BE05-2405A6849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AF60E3-9198-9B4F-847F-FD36F91DC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3A019-C7BB-86AC-6506-7E44E8BC0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3187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405D7-711D-6AA7-CD9F-09A4D6F33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F9E462-E0DB-7F8B-3ECD-3E15F4346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E7B7E-2DF0-0B4C-BBAE-EDBABEFF8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4793F-F404-D2D7-B505-585F93B13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141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66AEA-51DA-F75B-1682-2DD5C7E4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028CB-E89C-C50B-1A78-2540C1B7D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34AB4-564C-28FE-97C0-DEBE07C72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A42C3-886E-C3CF-A836-8ABB46F14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355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99C0E-BC51-9E5C-2286-047E98D71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96562-E4D6-FD24-1CDE-93D79107E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DF91D-22BA-6BF9-0748-0F4F0B51B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342D7-624A-DCD6-ADBA-725225EF2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809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416F6-36BA-73FF-F9B2-077C290A8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55E7E-CF80-802B-FFAC-F96D8C272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3D3103-437F-F252-A382-9E27FD3B1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2CD5D-58E3-3C8D-9349-4787B29BD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107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65FD7-0EA3-DA3A-6720-898883A9E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AFFA67-179D-DEBF-418E-9D1FBF4D4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2AAA3-8F9A-8F26-ED22-E42D86CB6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45CBC-19A0-2888-2CFE-4C19D3AED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457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E2562-4775-5BFB-B7A7-2076A7D1A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D169F-1688-128A-02D1-2FB1DB190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2F206-198A-3E14-967B-AEA498F57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921E7-3F75-AE61-90A4-2271CE659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568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DFE70-B363-8E1C-3AB9-93207FD09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F7CC3-41A5-B0E1-4676-C68895ED7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10A18-D225-8B6E-F1AB-F1E4C84BE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2F5AF-64CC-927E-8FDA-975DD6139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273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71525-AEDF-880F-19D8-025A898B4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5A8381-CBF0-8791-00B7-C1B7B85A4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A09B3-179B-B836-0E82-1471715AD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1F6DE-FF4D-D129-5D01-142AB0C07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93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630E-C50C-71BB-4B4E-E95F315A6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5E097-386E-E086-0265-875C83814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1D4558-BD7B-30C3-085A-84F26873F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99122-A4B4-6297-DB8F-AE269AB34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570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B7D90-8720-1F7D-336C-4CD0F52EF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DA33F-AD51-1E54-D835-2260AE3B3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AC976-4492-15EC-7983-0D37EA4A0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25F65-C8BA-2457-CC09-248CD6694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8691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1663-BFDF-C86C-1ECD-D4C247C59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0A09C-B2E6-2FF8-105B-E49A7B1141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3ACA1-049D-E47D-B96F-40B5960A0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20769-CD75-5162-8D78-72EFA40D9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713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6BC76-FAAC-ABB3-FD91-65D40A724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002437-CACB-5993-AA8E-D4B35C75E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8E812F-5296-35D3-23AD-DD9FE479F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7A2E3-A87A-6C66-18B0-C237334C2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9404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FBD02-FA57-1D75-3CEF-6B267C7DD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98902-D4CD-00BE-9072-2A8B94748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2B498-1CDA-F350-ADA4-BE7FA1F53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61FFB-7AC3-C052-DB9B-9951956AAD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7477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7A4A4-5748-3CA5-F79A-160F1456E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2A6A5-BE31-3DB4-42DA-11B8F1359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E6BC9-6EFC-A5A4-1EF1-B4B0D438C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AF985-EBFA-5B91-32A3-563948A1EF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0066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0BCE3-1FAF-1117-6A64-75EA6EEBC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B0AF2-13C7-5843-2369-B6FB6051A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0C166F-6685-533D-EFB6-63323F7D8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7E4F6-AC4B-C56E-69AE-85349E01F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8608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2B012-4C54-8812-31CF-8203340E4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8B4DE-C27E-D361-882C-5BAAF585D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B2DA4-73AB-6278-D1AB-77EC7B244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F8976-2C6B-0E32-6034-D4D4D5394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0687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A1479-537D-07AF-CE19-F9D74993E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2A2ED-1F09-740D-52FB-3099C7F5F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987C31-471A-6520-F087-89E09AC7A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B6854-7B5E-44EC-9103-3B8CE880D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7173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C1F49-6EEF-6F24-0AD5-FFCEBF4A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D6A9CC-2E65-DF95-435B-9EB016B9F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F244D0-E4AA-64D2-2EC9-812081A2C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08B74-A054-932D-EAB2-E1098E16E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1568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6A062-891F-F25A-52F6-852334E15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080085-396F-1CC7-1F81-C0C1921DB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1C4882-39D7-54A9-4DBF-4242085E9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A250E-43EB-F6A8-C98E-5E50C1C03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5348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9F182-8BC9-E925-B030-66A1D1BE4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409B4-4402-C50E-5372-0E698BAC8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86B69-AFF8-A58A-724E-35138EE5B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6BF4B-9590-6531-8060-5C23D038A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3489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3BEC2-E74D-14F0-AFBE-8028FD00D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B8693-3EAD-F2E0-86B8-A0A20939F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FAF9D-CDAA-786D-3227-DDA7E246D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D2CD1-44AA-C82A-05C1-76EF0C300E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7004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50A7D-20B7-6442-2BF2-30C392A41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E5E34-F32B-071A-3DE9-27B91F684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E4CEB5-69B7-DE2F-B123-1CAD423C8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2C49D-2FFA-D73A-6BC5-2670EA98F7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94801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2B942-A929-CA3D-A244-B5F2F46D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5C96B-567C-ADE7-EFB7-A203D14AF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9D9F45-0F3B-0E2E-AD03-688A11FE9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26477-F786-F4A2-C08B-C7AEA5DC8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23424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048D4-4428-7950-5EF2-EFCE24B92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AD692-EBAC-E644-BCE3-578699E56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E3E70F-E773-60B0-1BFC-E1BE75CE5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CDB34-6F3C-1EF1-BDCF-B96A590BE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6928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05E04-4AB4-49CE-ADC0-BB5E93286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7E0C69-0B58-07B8-935F-B7605142E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21B40-FF1F-CA01-C7EE-06E3E6461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144A8-601E-26BD-1083-3C42FE92F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7148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56FC0-893A-D5C8-F1E1-65F106558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FF63DC-AA8A-51C0-2103-924784A57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6CCCE-72FF-2255-B394-4663F9DE2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F87B9-3E49-74A3-7D5E-808FE78CE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6668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28948-7426-4C55-C9DE-2DDBFF5B6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55CDA8-01F9-8485-2E62-3CF284E27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10E71-AD30-3C98-5927-5E9E65411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E9EB8-C93D-8C54-35E1-92A328CB5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13190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78003-0C44-C566-C52A-75F8F4F77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98E417-08EA-6C3B-D672-BBB6B0DD1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35142A-D26B-8844-2F41-699113129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93B09-8D7E-643F-7FE1-CCF28862A1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84656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0AB5C-CF85-0964-B5A5-2D738A03D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17C29-EBD7-8A1D-6CE9-2FEF2E6C3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76A844-9ED5-0C8B-B867-C76924CBA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55493-F985-D3CB-0C82-9B6415F0D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238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AEECD-29E0-DD84-9E8E-8EC0BDB11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727DE7-F5F3-30B7-F515-16E9F78D2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794DD-2D0E-F815-E011-D9DFC4576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27ADA-ED64-15AC-F081-A2F6CEE109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6715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5565A-E722-763F-2A06-5C89CAD7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947BE2-65D8-366B-9E8C-FCDAF336C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C6802-57AD-8D36-46C6-82A472D87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6DBB9-B7B7-C590-424F-96C9F2D5C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41015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33410-360D-4DD6-CD30-225F5FCE7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02A4F-31A4-B0E3-34CE-662D69126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79B77-3759-1A65-8386-6F513B1CC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6632E-2EE3-2FD5-A342-757D9DB18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40295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9FB42-BCC5-B839-50BC-27C4B7D1B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257F4-6FF0-D614-6F31-359B02946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44D51-BA32-4B93-2A49-8DEB535B9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E27F3-0FD2-0F67-D4A9-13576E442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6335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F75F4-DBD6-057B-1D93-FBEBDC05C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1CC83-526E-3BC1-779E-A699B24E4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ED491-D816-CB21-2C52-FBC0E80F8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7244B-B7B5-4634-7276-5E9F9618C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7231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D1520-B2EB-9C0D-098A-3FF57984C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18CFF1-D97C-A501-00E7-EDED1F518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C242F-14FC-996F-CECC-D1CADC510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C1F83-F201-A439-B1C2-54285425A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583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0921C-BE9F-2E63-8BAA-0E41ACDD3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6BA44-B915-C050-4C2E-E12AC8D47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6E0A4-B83A-BEB8-85CF-DFE2B9B90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6F54E-426E-0782-BA5E-A707F971F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9001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FB227-BD85-6616-095B-68EA22733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9C4AC-2F36-2AE0-C174-3B8BE2A3A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DB19D-779D-9263-F71E-A8B0AB4E0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DAAC9-BAD2-3D97-A483-7470915E0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4080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2B1C6-102C-ECC0-A19C-79C0C900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39CDC-0712-6E1B-79F3-C0A426283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A4BEA9-DE0D-D495-0AC6-84BA2C67A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EDE44-0383-7D88-A2DC-192CA8744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170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3238C-5D62-2E90-26AC-0C248F33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993E93-1F31-51C3-D26A-4DBF83441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E462C0-616E-A798-0F82-7627C93CC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90AD0-153C-DF81-68BD-62972BAD7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31084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FCFD4-3D27-5332-4103-E5FC4CD8C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16595-CEDE-ADBB-E85A-E28B8DAE5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8B278A-40ED-3F68-E7D0-853CCECC2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A2437-CFF0-9C94-5000-A0EC3D5F8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6AD4D-81B9-4DB8-9DD0-4E0DD27EFB1C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27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0" y="2992968"/>
            <a:ext cx="37719000" cy="6366933"/>
          </a:xfrm>
        </p:spPr>
        <p:txBody>
          <a:bodyPr anchor="b"/>
          <a:lstStyle>
            <a:lvl1pPr algn="ctr"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0" y="9605435"/>
            <a:ext cx="37719000" cy="4415365"/>
          </a:xfrm>
        </p:spPr>
        <p:txBody>
          <a:bodyPr/>
          <a:lstStyle>
            <a:lvl1pPr marL="0" indent="0" algn="ctr">
              <a:buNone/>
              <a:defRPr sz="6400"/>
            </a:lvl1pPr>
            <a:lvl2pPr marL="1219215" indent="0" algn="ctr">
              <a:buNone/>
              <a:defRPr sz="5333"/>
            </a:lvl2pPr>
            <a:lvl3pPr marL="2438430" indent="0" algn="ctr">
              <a:buNone/>
              <a:defRPr sz="4800"/>
            </a:lvl3pPr>
            <a:lvl4pPr marL="3657646" indent="0" algn="ctr">
              <a:buNone/>
              <a:defRPr sz="4267"/>
            </a:lvl4pPr>
            <a:lvl5pPr marL="4876861" indent="0" algn="ctr">
              <a:buNone/>
              <a:defRPr sz="4267"/>
            </a:lvl5pPr>
            <a:lvl6pPr marL="6096076" indent="0" algn="ctr">
              <a:buNone/>
              <a:defRPr sz="4267"/>
            </a:lvl6pPr>
            <a:lvl7pPr marL="7315291" indent="0" algn="ctr">
              <a:buNone/>
              <a:defRPr sz="4267"/>
            </a:lvl7pPr>
            <a:lvl8pPr marL="8534507" indent="0" algn="ctr">
              <a:buNone/>
              <a:defRPr sz="4267"/>
            </a:lvl8pPr>
            <a:lvl9pPr marL="9753722" indent="0" algn="ctr">
              <a:buNone/>
              <a:defRPr sz="42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86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316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1" y="4559303"/>
            <a:ext cx="43376850" cy="7607299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1" y="12238569"/>
            <a:ext cx="43376850" cy="4000499"/>
          </a:xfrm>
        </p:spPr>
        <p:txBody>
          <a:bodyPr/>
          <a:lstStyle>
            <a:lvl1pPr marL="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1pPr>
            <a:lvl2pPr marL="1219215" indent="0">
              <a:buNone/>
              <a:defRPr sz="5333">
                <a:solidFill>
                  <a:schemeClr val="tx1">
                    <a:tint val="82000"/>
                  </a:schemeClr>
                </a:solidFill>
              </a:defRPr>
            </a:lvl2pPr>
            <a:lvl3pPr marL="243843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3pPr>
            <a:lvl4pPr marL="3657646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4pPr>
            <a:lvl5pPr marL="4876861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5pPr>
            <a:lvl6pPr marL="6096076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6pPr>
            <a:lvl7pPr marL="7315291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7pPr>
            <a:lvl8pPr marL="8534507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8pPr>
            <a:lvl9pPr marL="9753722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61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75" y="4868333"/>
            <a:ext cx="213741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25" y="4868333"/>
            <a:ext cx="213741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26" y="973668"/>
            <a:ext cx="4337685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28" y="4483101"/>
            <a:ext cx="21275871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28" y="6680200"/>
            <a:ext cx="21275871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25" y="4483101"/>
            <a:ext cx="21380651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25" y="6680200"/>
            <a:ext cx="21380651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8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70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90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27" y="1219200"/>
            <a:ext cx="16220478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1" y="2633135"/>
            <a:ext cx="25460325" cy="12996333"/>
          </a:xfrm>
        </p:spPr>
        <p:txBody>
          <a:bodyPr/>
          <a:lstStyle>
            <a:lvl1pPr>
              <a:defRPr sz="8533"/>
            </a:lvl1pPr>
            <a:lvl2pPr>
              <a:defRPr sz="7467"/>
            </a:lvl2pPr>
            <a:lvl3pPr>
              <a:defRPr sz="6400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27" y="5486400"/>
            <a:ext cx="16220478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415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27" y="1219200"/>
            <a:ext cx="16220478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1" y="2633135"/>
            <a:ext cx="25460325" cy="12996333"/>
          </a:xfrm>
        </p:spPr>
        <p:txBody>
          <a:bodyPr anchor="t"/>
          <a:lstStyle>
            <a:lvl1pPr marL="0" indent="0">
              <a:buNone/>
              <a:defRPr sz="8533"/>
            </a:lvl1pPr>
            <a:lvl2pPr marL="1219215" indent="0">
              <a:buNone/>
              <a:defRPr sz="7467"/>
            </a:lvl2pPr>
            <a:lvl3pPr marL="2438430" indent="0">
              <a:buNone/>
              <a:defRPr sz="6400"/>
            </a:lvl3pPr>
            <a:lvl4pPr marL="3657646" indent="0">
              <a:buNone/>
              <a:defRPr sz="5333"/>
            </a:lvl4pPr>
            <a:lvl5pPr marL="4876861" indent="0">
              <a:buNone/>
              <a:defRPr sz="5333"/>
            </a:lvl5pPr>
            <a:lvl6pPr marL="6096076" indent="0">
              <a:buNone/>
              <a:defRPr sz="5333"/>
            </a:lvl6pPr>
            <a:lvl7pPr marL="7315291" indent="0">
              <a:buNone/>
              <a:defRPr sz="5333"/>
            </a:lvl7pPr>
            <a:lvl8pPr marL="8534507" indent="0">
              <a:buNone/>
              <a:defRPr sz="5333"/>
            </a:lvl8pPr>
            <a:lvl9pPr marL="9753722" indent="0">
              <a:buNone/>
              <a:defRPr sz="5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27" y="5486400"/>
            <a:ext cx="16220478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48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2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2" y="973667"/>
            <a:ext cx="10844213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5" y="973667"/>
            <a:ext cx="31903988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20715-48CD-412E-8FD7-E93CDA9925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33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75" y="973668"/>
            <a:ext cx="4337685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75" y="4868333"/>
            <a:ext cx="4337685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75" y="16950268"/>
            <a:ext cx="113157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20715-48CD-412E-8FD7-E93CDA9925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25" y="16950268"/>
            <a:ext cx="1697355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25" y="16950268"/>
            <a:ext cx="113157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A60CF-FECF-46B7-9E40-9F04474A3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304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438430" rtl="0" eaLnBrk="1" latinLnBrk="0" hangingPunct="1">
        <a:lnSpc>
          <a:spcPct val="90000"/>
        </a:lnSpc>
        <a:spcBef>
          <a:spcPct val="0"/>
        </a:spcBef>
        <a:buNone/>
        <a:defRPr sz="1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2438430" rtl="0" eaLnBrk="1" latinLnBrk="0" hangingPunct="1">
        <a:lnSpc>
          <a:spcPct val="90000"/>
        </a:lnSpc>
        <a:spcBef>
          <a:spcPts val="2667"/>
        </a:spcBef>
        <a:buFont typeface="Arial" panose="020B0604020202020204" pitchFamily="34" charset="0"/>
        <a:buChar char="•"/>
        <a:defRPr sz="7467" kern="1200">
          <a:solidFill>
            <a:schemeClr val="tx1"/>
          </a:solidFill>
          <a:latin typeface="+mn-lt"/>
          <a:ea typeface="+mn-ea"/>
          <a:cs typeface="+mn-cs"/>
        </a:defRPr>
      </a:lvl1pPr>
      <a:lvl2pPr marL="182882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048038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25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6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70568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89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11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330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3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4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86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07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9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507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722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9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9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20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2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22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27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0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31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0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32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0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9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9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20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2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22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27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0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34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0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35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0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36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37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0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38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9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9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4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20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43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2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44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45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22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27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48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9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0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50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41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0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51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39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0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52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9.png"/><Relationship Id="rId5" Type="http://schemas.openxmlformats.org/officeDocument/2006/relationships/image" Target="../media/image2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12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0.png"/><Relationship Id="rId5" Type="http://schemas.openxmlformats.org/officeDocument/2006/relationships/image" Target="../media/image23.png"/><Relationship Id="rId15" Type="http://schemas.openxmlformats.org/officeDocument/2006/relationships/image" Target="../media/image340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3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12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54.xml"/><Relationship Id="rId16" Type="http://schemas.openxmlformats.org/officeDocument/2006/relationships/image" Target="../media/image3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0.png"/><Relationship Id="rId5" Type="http://schemas.openxmlformats.org/officeDocument/2006/relationships/image" Target="../media/image23.png"/><Relationship Id="rId15" Type="http://schemas.openxmlformats.org/officeDocument/2006/relationships/image" Target="../media/image340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3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12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55.xml"/><Relationship Id="rId16" Type="http://schemas.openxmlformats.org/officeDocument/2006/relationships/image" Target="../media/image3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0.png"/><Relationship Id="rId5" Type="http://schemas.openxmlformats.org/officeDocument/2006/relationships/image" Target="../media/image23.png"/><Relationship Id="rId15" Type="http://schemas.openxmlformats.org/officeDocument/2006/relationships/image" Target="../media/image340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3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12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1.png"/><Relationship Id="rId17" Type="http://schemas.openxmlformats.org/officeDocument/2006/relationships/image" Target="../media/image360.png"/><Relationship Id="rId2" Type="http://schemas.openxmlformats.org/officeDocument/2006/relationships/notesSlide" Target="../notesSlides/notesSlide56.xml"/><Relationship Id="rId16" Type="http://schemas.openxmlformats.org/officeDocument/2006/relationships/image" Target="../media/image3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0.png"/><Relationship Id="rId5" Type="http://schemas.openxmlformats.org/officeDocument/2006/relationships/image" Target="../media/image23.png"/><Relationship Id="rId15" Type="http://schemas.openxmlformats.org/officeDocument/2006/relationships/image" Target="../media/image340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3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12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57.xml"/><Relationship Id="rId16" Type="http://schemas.openxmlformats.org/officeDocument/2006/relationships/image" Target="../media/image3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0.png"/><Relationship Id="rId5" Type="http://schemas.openxmlformats.org/officeDocument/2006/relationships/image" Target="../media/image23.png"/><Relationship Id="rId15" Type="http://schemas.openxmlformats.org/officeDocument/2006/relationships/image" Target="../media/image340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3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12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1.png"/><Relationship Id="rId17" Type="http://schemas.openxmlformats.org/officeDocument/2006/relationships/image" Target="../media/image390.png"/><Relationship Id="rId2" Type="http://schemas.openxmlformats.org/officeDocument/2006/relationships/notesSlide" Target="../notesSlides/notesSlide58.xml"/><Relationship Id="rId16" Type="http://schemas.openxmlformats.org/officeDocument/2006/relationships/image" Target="../media/image3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0.png"/><Relationship Id="rId5" Type="http://schemas.openxmlformats.org/officeDocument/2006/relationships/image" Target="../media/image23.png"/><Relationship Id="rId15" Type="http://schemas.openxmlformats.org/officeDocument/2006/relationships/image" Target="../media/image340.png"/><Relationship Id="rId4" Type="http://schemas.openxmlformats.org/officeDocument/2006/relationships/image" Target="../media/image2.png"/><Relationship Id="rId14" Type="http://schemas.openxmlformats.org/officeDocument/2006/relationships/image" Target="../media/image13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12.png"/><Relationship Id="rId18" Type="http://schemas.openxmlformats.org/officeDocument/2006/relationships/image" Target="../media/image400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1.png"/><Relationship Id="rId17" Type="http://schemas.openxmlformats.org/officeDocument/2006/relationships/image" Target="../media/image390.png"/><Relationship Id="rId2" Type="http://schemas.openxmlformats.org/officeDocument/2006/relationships/notesSlide" Target="../notesSlides/notesSlide59.xml"/><Relationship Id="rId16" Type="http://schemas.openxmlformats.org/officeDocument/2006/relationships/image" Target="../media/image380.png"/><Relationship Id="rId20" Type="http://schemas.openxmlformats.org/officeDocument/2006/relationships/image" Target="../media/image4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0.png"/><Relationship Id="rId5" Type="http://schemas.openxmlformats.org/officeDocument/2006/relationships/image" Target="../media/image23.png"/><Relationship Id="rId15" Type="http://schemas.openxmlformats.org/officeDocument/2006/relationships/image" Target="../media/image340.png"/><Relationship Id="rId19" Type="http://schemas.openxmlformats.org/officeDocument/2006/relationships/image" Target="../media/image410.png"/><Relationship Id="rId4" Type="http://schemas.openxmlformats.org/officeDocument/2006/relationships/image" Target="../media/image2.png"/><Relationship Id="rId14" Type="http://schemas.openxmlformats.org/officeDocument/2006/relationships/image" Target="../media/image13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12.png"/><Relationship Id="rId18" Type="http://schemas.openxmlformats.org/officeDocument/2006/relationships/image" Target="../media/image400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11.png"/><Relationship Id="rId17" Type="http://schemas.openxmlformats.org/officeDocument/2006/relationships/image" Target="../media/image390.png"/><Relationship Id="rId2" Type="http://schemas.openxmlformats.org/officeDocument/2006/relationships/notesSlide" Target="../notesSlides/notesSlide60.xml"/><Relationship Id="rId16" Type="http://schemas.openxmlformats.org/officeDocument/2006/relationships/image" Target="../media/image380.png"/><Relationship Id="rId20" Type="http://schemas.openxmlformats.org/officeDocument/2006/relationships/image" Target="../media/image4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0.png"/><Relationship Id="rId5" Type="http://schemas.openxmlformats.org/officeDocument/2006/relationships/image" Target="../media/image23.png"/><Relationship Id="rId15" Type="http://schemas.openxmlformats.org/officeDocument/2006/relationships/image" Target="../media/image340.png"/><Relationship Id="rId19" Type="http://schemas.openxmlformats.org/officeDocument/2006/relationships/image" Target="../media/image410.png"/><Relationship Id="rId4" Type="http://schemas.openxmlformats.org/officeDocument/2006/relationships/image" Target="../media/image2.png"/><Relationship Id="rId9" Type="http://schemas.openxmlformats.org/officeDocument/2006/relationships/image" Target="../media/image430.png"/><Relationship Id="rId14" Type="http://schemas.openxmlformats.org/officeDocument/2006/relationships/image" Target="../media/image13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12.png"/><Relationship Id="rId18" Type="http://schemas.openxmlformats.org/officeDocument/2006/relationships/image" Target="../media/image400.png"/><Relationship Id="rId3" Type="http://schemas.openxmlformats.org/officeDocument/2006/relationships/image" Target="../media/image110.png"/><Relationship Id="rId21" Type="http://schemas.openxmlformats.org/officeDocument/2006/relationships/image" Target="../media/image44.png"/><Relationship Id="rId7" Type="http://schemas.openxmlformats.org/officeDocument/2006/relationships/image" Target="../media/image28.png"/><Relationship Id="rId12" Type="http://schemas.openxmlformats.org/officeDocument/2006/relationships/image" Target="../media/image11.png"/><Relationship Id="rId17" Type="http://schemas.openxmlformats.org/officeDocument/2006/relationships/image" Target="../media/image390.png"/><Relationship Id="rId2" Type="http://schemas.openxmlformats.org/officeDocument/2006/relationships/notesSlide" Target="../notesSlides/notesSlide61.xml"/><Relationship Id="rId16" Type="http://schemas.openxmlformats.org/officeDocument/2006/relationships/image" Target="../media/image380.png"/><Relationship Id="rId20" Type="http://schemas.openxmlformats.org/officeDocument/2006/relationships/image" Target="../media/image4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0.png"/><Relationship Id="rId5" Type="http://schemas.openxmlformats.org/officeDocument/2006/relationships/image" Target="../media/image23.png"/><Relationship Id="rId15" Type="http://schemas.openxmlformats.org/officeDocument/2006/relationships/image" Target="../media/image340.png"/><Relationship Id="rId19" Type="http://schemas.openxmlformats.org/officeDocument/2006/relationships/image" Target="../media/image410.png"/><Relationship Id="rId4" Type="http://schemas.openxmlformats.org/officeDocument/2006/relationships/image" Target="../media/image2.png"/><Relationship Id="rId9" Type="http://schemas.openxmlformats.org/officeDocument/2006/relationships/image" Target="../media/image430.png"/><Relationship Id="rId14" Type="http://schemas.openxmlformats.org/officeDocument/2006/relationships/image" Target="../media/image13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12.png"/><Relationship Id="rId18" Type="http://schemas.openxmlformats.org/officeDocument/2006/relationships/image" Target="../media/image400.png"/><Relationship Id="rId3" Type="http://schemas.openxmlformats.org/officeDocument/2006/relationships/image" Target="../media/image110.png"/><Relationship Id="rId21" Type="http://schemas.openxmlformats.org/officeDocument/2006/relationships/image" Target="../media/image44.png"/><Relationship Id="rId7" Type="http://schemas.openxmlformats.org/officeDocument/2006/relationships/image" Target="../media/image28.png"/><Relationship Id="rId12" Type="http://schemas.openxmlformats.org/officeDocument/2006/relationships/image" Target="../media/image11.png"/><Relationship Id="rId17" Type="http://schemas.openxmlformats.org/officeDocument/2006/relationships/image" Target="../media/image390.png"/><Relationship Id="rId2" Type="http://schemas.openxmlformats.org/officeDocument/2006/relationships/notesSlide" Target="../notesSlides/notesSlide62.xml"/><Relationship Id="rId16" Type="http://schemas.openxmlformats.org/officeDocument/2006/relationships/image" Target="../media/image380.png"/><Relationship Id="rId20" Type="http://schemas.openxmlformats.org/officeDocument/2006/relationships/image" Target="../media/image4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0.png"/><Relationship Id="rId5" Type="http://schemas.openxmlformats.org/officeDocument/2006/relationships/image" Target="../media/image23.png"/><Relationship Id="rId15" Type="http://schemas.openxmlformats.org/officeDocument/2006/relationships/image" Target="../media/image340.png"/><Relationship Id="rId19" Type="http://schemas.openxmlformats.org/officeDocument/2006/relationships/image" Target="../media/image410.png"/><Relationship Id="rId4" Type="http://schemas.openxmlformats.org/officeDocument/2006/relationships/image" Target="../media/image2.png"/><Relationship Id="rId9" Type="http://schemas.openxmlformats.org/officeDocument/2006/relationships/image" Target="../media/image430.png"/><Relationship Id="rId14" Type="http://schemas.openxmlformats.org/officeDocument/2006/relationships/image" Target="../media/image13.png"/><Relationship Id="rId22" Type="http://schemas.openxmlformats.org/officeDocument/2006/relationships/image" Target="../media/image45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12.png"/><Relationship Id="rId18" Type="http://schemas.openxmlformats.org/officeDocument/2006/relationships/image" Target="../media/image400.png"/><Relationship Id="rId3" Type="http://schemas.openxmlformats.org/officeDocument/2006/relationships/image" Target="../media/image110.png"/><Relationship Id="rId21" Type="http://schemas.openxmlformats.org/officeDocument/2006/relationships/image" Target="../media/image44.png"/><Relationship Id="rId7" Type="http://schemas.openxmlformats.org/officeDocument/2006/relationships/image" Target="../media/image28.png"/><Relationship Id="rId12" Type="http://schemas.openxmlformats.org/officeDocument/2006/relationships/image" Target="../media/image11.png"/><Relationship Id="rId17" Type="http://schemas.openxmlformats.org/officeDocument/2006/relationships/image" Target="../media/image390.png"/><Relationship Id="rId2" Type="http://schemas.openxmlformats.org/officeDocument/2006/relationships/notesSlide" Target="../notesSlides/notesSlide63.xml"/><Relationship Id="rId16" Type="http://schemas.openxmlformats.org/officeDocument/2006/relationships/image" Target="../media/image380.png"/><Relationship Id="rId20" Type="http://schemas.openxmlformats.org/officeDocument/2006/relationships/image" Target="../media/image4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0.png"/><Relationship Id="rId5" Type="http://schemas.openxmlformats.org/officeDocument/2006/relationships/image" Target="../media/image23.png"/><Relationship Id="rId15" Type="http://schemas.openxmlformats.org/officeDocument/2006/relationships/image" Target="../media/image340.png"/><Relationship Id="rId19" Type="http://schemas.openxmlformats.org/officeDocument/2006/relationships/image" Target="../media/image410.png"/><Relationship Id="rId4" Type="http://schemas.openxmlformats.org/officeDocument/2006/relationships/image" Target="../media/image2.png"/><Relationship Id="rId9" Type="http://schemas.openxmlformats.org/officeDocument/2006/relationships/image" Target="../media/image430.png"/><Relationship Id="rId14" Type="http://schemas.openxmlformats.org/officeDocument/2006/relationships/image" Target="../media/image13.png"/><Relationship Id="rId22" Type="http://schemas.openxmlformats.org/officeDocument/2006/relationships/image" Target="../media/image45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390.png"/><Relationship Id="rId5" Type="http://schemas.openxmlformats.org/officeDocument/2006/relationships/image" Target="../media/image23.png"/><Relationship Id="rId10" Type="http://schemas.openxmlformats.org/officeDocument/2006/relationships/image" Target="../media/image380.png"/><Relationship Id="rId4" Type="http://schemas.openxmlformats.org/officeDocument/2006/relationships/image" Target="../media/image2.png"/><Relationship Id="rId9" Type="http://schemas.openxmlformats.org/officeDocument/2006/relationships/image" Target="../media/image340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48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390.png"/><Relationship Id="rId5" Type="http://schemas.openxmlformats.org/officeDocument/2006/relationships/image" Target="../media/image23.png"/><Relationship Id="rId10" Type="http://schemas.openxmlformats.org/officeDocument/2006/relationships/image" Target="../media/image380.png"/><Relationship Id="rId4" Type="http://schemas.openxmlformats.org/officeDocument/2006/relationships/image" Target="../media/image2.png"/><Relationship Id="rId9" Type="http://schemas.openxmlformats.org/officeDocument/2006/relationships/image" Target="../media/image340.png"/><Relationship Id="rId14" Type="http://schemas.openxmlformats.org/officeDocument/2006/relationships/image" Target="../media/image46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48.png"/><Relationship Id="rId3" Type="http://schemas.openxmlformats.org/officeDocument/2006/relationships/image" Target="../media/image110.png"/><Relationship Id="rId7" Type="http://schemas.openxmlformats.org/officeDocument/2006/relationships/image" Target="../media/image28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66.xml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390.png"/><Relationship Id="rId5" Type="http://schemas.openxmlformats.org/officeDocument/2006/relationships/image" Target="../media/image23.png"/><Relationship Id="rId15" Type="http://schemas.openxmlformats.org/officeDocument/2006/relationships/image" Target="../media/image50.png"/><Relationship Id="rId10" Type="http://schemas.openxmlformats.org/officeDocument/2006/relationships/image" Target="../media/image380.png"/><Relationship Id="rId4" Type="http://schemas.openxmlformats.org/officeDocument/2006/relationships/image" Target="../media/image2.png"/><Relationship Id="rId9" Type="http://schemas.openxmlformats.org/officeDocument/2006/relationships/image" Target="../media/image340.png"/><Relationship Id="rId14" Type="http://schemas.openxmlformats.org/officeDocument/2006/relationships/image" Target="../media/image49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12.png"/><Relationship Id="rId18" Type="http://schemas.openxmlformats.org/officeDocument/2006/relationships/image" Target="../media/image47.png"/><Relationship Id="rId3" Type="http://schemas.openxmlformats.org/officeDocument/2006/relationships/image" Target="../media/image110.png"/><Relationship Id="rId21" Type="http://schemas.openxmlformats.org/officeDocument/2006/relationships/image" Target="../media/image50.png"/><Relationship Id="rId7" Type="http://schemas.openxmlformats.org/officeDocument/2006/relationships/image" Target="../media/image28.png"/><Relationship Id="rId17" Type="http://schemas.openxmlformats.org/officeDocument/2006/relationships/image" Target="../media/image390.png"/><Relationship Id="rId2" Type="http://schemas.openxmlformats.org/officeDocument/2006/relationships/notesSlide" Target="../notesSlides/notesSlide67.xml"/><Relationship Id="rId16" Type="http://schemas.openxmlformats.org/officeDocument/2006/relationships/image" Target="../media/image380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24" Type="http://schemas.openxmlformats.org/officeDocument/2006/relationships/image" Target="../media/image46.png"/><Relationship Id="rId5" Type="http://schemas.openxmlformats.org/officeDocument/2006/relationships/image" Target="../media/image23.png"/><Relationship Id="rId15" Type="http://schemas.openxmlformats.org/officeDocument/2006/relationships/image" Target="../media/image340.png"/><Relationship Id="rId23" Type="http://schemas.openxmlformats.org/officeDocument/2006/relationships/image" Target="../media/image52.png"/><Relationship Id="rId19" Type="http://schemas.openxmlformats.org/officeDocument/2006/relationships/image" Target="../media/image48.png"/><Relationship Id="rId4" Type="http://schemas.openxmlformats.org/officeDocument/2006/relationships/image" Target="../media/image2.png"/><Relationship Id="rId14" Type="http://schemas.openxmlformats.org/officeDocument/2006/relationships/image" Target="../media/image13.png"/><Relationship Id="rId22" Type="http://schemas.openxmlformats.org/officeDocument/2006/relationships/image" Target="../media/image51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12.png"/><Relationship Id="rId18" Type="http://schemas.openxmlformats.org/officeDocument/2006/relationships/image" Target="../media/image47.png"/><Relationship Id="rId3" Type="http://schemas.openxmlformats.org/officeDocument/2006/relationships/image" Target="../media/image110.png"/><Relationship Id="rId21" Type="http://schemas.openxmlformats.org/officeDocument/2006/relationships/image" Target="../media/image50.png"/><Relationship Id="rId7" Type="http://schemas.openxmlformats.org/officeDocument/2006/relationships/image" Target="../media/image28.png"/><Relationship Id="rId17" Type="http://schemas.openxmlformats.org/officeDocument/2006/relationships/image" Target="../media/image390.png"/><Relationship Id="rId2" Type="http://schemas.openxmlformats.org/officeDocument/2006/relationships/notesSlide" Target="../notesSlides/notesSlide68.xml"/><Relationship Id="rId16" Type="http://schemas.openxmlformats.org/officeDocument/2006/relationships/image" Target="../media/image380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24" Type="http://schemas.openxmlformats.org/officeDocument/2006/relationships/image" Target="../media/image46.png"/><Relationship Id="rId5" Type="http://schemas.openxmlformats.org/officeDocument/2006/relationships/image" Target="../media/image23.png"/><Relationship Id="rId15" Type="http://schemas.openxmlformats.org/officeDocument/2006/relationships/image" Target="../media/image340.png"/><Relationship Id="rId23" Type="http://schemas.openxmlformats.org/officeDocument/2006/relationships/image" Target="../media/image52.png"/><Relationship Id="rId19" Type="http://schemas.openxmlformats.org/officeDocument/2006/relationships/image" Target="../media/image48.png"/><Relationship Id="rId4" Type="http://schemas.openxmlformats.org/officeDocument/2006/relationships/image" Target="../media/image2.png"/><Relationship Id="rId14" Type="http://schemas.openxmlformats.org/officeDocument/2006/relationships/image" Target="../media/image13.png"/><Relationship Id="rId22" Type="http://schemas.openxmlformats.org/officeDocument/2006/relationships/image" Target="../media/image51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12.png"/><Relationship Id="rId18" Type="http://schemas.openxmlformats.org/officeDocument/2006/relationships/image" Target="../media/image47.png"/><Relationship Id="rId3" Type="http://schemas.openxmlformats.org/officeDocument/2006/relationships/image" Target="../media/image110.png"/><Relationship Id="rId21" Type="http://schemas.openxmlformats.org/officeDocument/2006/relationships/image" Target="../media/image50.png"/><Relationship Id="rId7" Type="http://schemas.openxmlformats.org/officeDocument/2006/relationships/image" Target="../media/image28.png"/><Relationship Id="rId17" Type="http://schemas.openxmlformats.org/officeDocument/2006/relationships/image" Target="../media/image390.png"/><Relationship Id="rId2" Type="http://schemas.openxmlformats.org/officeDocument/2006/relationships/notesSlide" Target="../notesSlides/notesSlide69.xml"/><Relationship Id="rId16" Type="http://schemas.openxmlformats.org/officeDocument/2006/relationships/image" Target="../media/image380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24" Type="http://schemas.openxmlformats.org/officeDocument/2006/relationships/image" Target="../media/image46.png"/><Relationship Id="rId5" Type="http://schemas.openxmlformats.org/officeDocument/2006/relationships/image" Target="../media/image23.png"/><Relationship Id="rId15" Type="http://schemas.openxmlformats.org/officeDocument/2006/relationships/image" Target="../media/image340.png"/><Relationship Id="rId23" Type="http://schemas.openxmlformats.org/officeDocument/2006/relationships/image" Target="../media/image52.png"/><Relationship Id="rId19" Type="http://schemas.openxmlformats.org/officeDocument/2006/relationships/image" Target="../media/image48.png"/><Relationship Id="rId4" Type="http://schemas.openxmlformats.org/officeDocument/2006/relationships/image" Target="../media/image2.png"/><Relationship Id="rId14" Type="http://schemas.openxmlformats.org/officeDocument/2006/relationships/image" Target="../media/image13.png"/><Relationship Id="rId22" Type="http://schemas.openxmlformats.org/officeDocument/2006/relationships/image" Target="../media/image51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12.png"/><Relationship Id="rId18" Type="http://schemas.openxmlformats.org/officeDocument/2006/relationships/image" Target="../media/image47.png"/><Relationship Id="rId3" Type="http://schemas.openxmlformats.org/officeDocument/2006/relationships/image" Target="../media/image110.png"/><Relationship Id="rId21" Type="http://schemas.openxmlformats.org/officeDocument/2006/relationships/image" Target="../media/image50.png"/><Relationship Id="rId7" Type="http://schemas.openxmlformats.org/officeDocument/2006/relationships/image" Target="../media/image28.png"/><Relationship Id="rId17" Type="http://schemas.openxmlformats.org/officeDocument/2006/relationships/image" Target="../media/image390.png"/><Relationship Id="rId2" Type="http://schemas.openxmlformats.org/officeDocument/2006/relationships/notesSlide" Target="../notesSlides/notesSlide70.xml"/><Relationship Id="rId16" Type="http://schemas.openxmlformats.org/officeDocument/2006/relationships/image" Target="../media/image380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24" Type="http://schemas.openxmlformats.org/officeDocument/2006/relationships/image" Target="../media/image46.png"/><Relationship Id="rId5" Type="http://schemas.openxmlformats.org/officeDocument/2006/relationships/image" Target="../media/image23.png"/><Relationship Id="rId15" Type="http://schemas.openxmlformats.org/officeDocument/2006/relationships/image" Target="../media/image340.png"/><Relationship Id="rId23" Type="http://schemas.openxmlformats.org/officeDocument/2006/relationships/image" Target="../media/image52.png"/><Relationship Id="rId19" Type="http://schemas.openxmlformats.org/officeDocument/2006/relationships/image" Target="../media/image48.png"/><Relationship Id="rId4" Type="http://schemas.openxmlformats.org/officeDocument/2006/relationships/image" Target="../media/image2.png"/><Relationship Id="rId14" Type="http://schemas.openxmlformats.org/officeDocument/2006/relationships/image" Target="../media/image13.png"/><Relationship Id="rId22" Type="http://schemas.openxmlformats.org/officeDocument/2006/relationships/image" Target="../media/image51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2.png"/><Relationship Id="rId5" Type="http://schemas.openxmlformats.org/officeDocument/2006/relationships/image" Target="../media/image55.png"/><Relationship Id="rId10" Type="http://schemas.openxmlformats.org/officeDocument/2006/relationships/image" Target="../media/image61.png"/><Relationship Id="rId4" Type="http://schemas.openxmlformats.org/officeDocument/2006/relationships/image" Target="../media/image14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73607D-0690-6673-8C05-8BDA4103EC4C}"/>
              </a:ext>
            </a:extLst>
          </p:cNvPr>
          <p:cNvSpPr txBox="1"/>
          <p:nvPr/>
        </p:nvSpPr>
        <p:spPr>
          <a:xfrm>
            <a:off x="651217" y="1297858"/>
            <a:ext cx="48989565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/>
              <a:t>Mean Squared Error Calculation 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28E76A-522A-39A2-1C59-01CD88FC510C}"/>
                  </a:ext>
                </a:extLst>
              </p:cNvPr>
              <p:cNvSpPr txBox="1"/>
              <p:nvPr/>
            </p:nvSpPr>
            <p:spPr>
              <a:xfrm>
                <a:off x="9146294" y="6959585"/>
                <a:ext cx="34292016" cy="72379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6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166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6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66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6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66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6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6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6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66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166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166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  <m:e>
                          <m:sSup>
                            <m:sSupPr>
                              <m:ctrlPr>
                                <a:rPr lang="en-US" sz="16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66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600" b="1" i="1">
                                              <a:latin typeface="Cambria Math" panose="02040503050406030204" pitchFamily="18" charset="0"/>
                                            </a:rPr>
                                            <m:t>𝒉</m:t>
                                          </m:r>
                                        </m:e>
                                        <m:sub>
                                          <m:r>
                                            <a:rPr lang="en-US" sz="166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66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66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66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66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16600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6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166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66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166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166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28E76A-522A-39A2-1C59-01CD88FC5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6294" y="6959585"/>
                <a:ext cx="34292016" cy="72379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2807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DB59758-22E0-98B9-3E5F-150E14E08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812240"/>
              </p:ext>
            </p:extLst>
          </p:nvPr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299E5AF-D682-1CE6-6CB1-717C26AE4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601743"/>
              </p:ext>
            </p:extLst>
          </p:nvPr>
        </p:nvGraphicFramePr>
        <p:xfrm>
          <a:off x="153781" y="2933693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6F86BBB6-7C26-3771-411C-2F49C97C4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893324"/>
              </p:ext>
            </p:extLst>
          </p:nvPr>
        </p:nvGraphicFramePr>
        <p:xfrm>
          <a:off x="51562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0D00B33-087D-31D9-0DE4-4B109BAE7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502422"/>
              </p:ext>
            </p:extLst>
          </p:nvPr>
        </p:nvGraphicFramePr>
        <p:xfrm>
          <a:off x="78384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2F04E86-B139-3E35-98D6-8AA6D79A588C}"/>
                  </a:ext>
                </a:extLst>
              </p:cNvPr>
              <p:cNvSpPr txBox="1"/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2F04E86-B139-3E35-98D6-8AA6D79A5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A4E58F0-8AED-9575-4037-92501F1329A4}"/>
                  </a:ext>
                </a:extLst>
              </p:cNvPr>
              <p:cNvSpPr txBox="1"/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A4E58F0-8AED-9575-4037-92501F132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46C783D-7F0A-B550-4D29-4CA32E988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719112"/>
              </p:ext>
            </p:extLst>
          </p:nvPr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30E2E87-A975-0FA9-AE13-2EEC25C7E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507814"/>
              </p:ext>
            </p:extLst>
          </p:nvPr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04E52553-7334-A79A-F7BE-E3B8A9A80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002315"/>
              </p:ext>
            </p:extLst>
          </p:nvPr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0218E8A-2B21-7DAA-CCAC-4D9087974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093570"/>
              </p:ext>
            </p:extLst>
          </p:nvPr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83B8DD3-8F48-3B40-CE8C-4221E827D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627593"/>
              </p:ext>
            </p:extLst>
          </p:nvPr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709D910-0DE7-D047-286B-83D9357E1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534426"/>
              </p:ext>
            </p:extLst>
          </p:nvPr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D9482C10-A8C9-8085-B574-9EA8E3864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122597"/>
              </p:ext>
            </p:extLst>
          </p:nvPr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EE035052-1490-5AF9-D9CB-9E86B6BDD259}"/>
              </a:ext>
            </a:extLst>
          </p:cNvPr>
          <p:cNvSpPr/>
          <p:nvPr/>
        </p:nvSpPr>
        <p:spPr>
          <a:xfrm>
            <a:off x="4900593" y="0"/>
            <a:ext cx="45363134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85C1EB-AF81-A224-3125-4FF52FF55F9D}"/>
              </a:ext>
            </a:extLst>
          </p:cNvPr>
          <p:cNvGraphicFramePr>
            <a:graphicFrameLocks noGrp="1"/>
          </p:cNvGraphicFramePr>
          <p:nvPr/>
        </p:nvGraphicFramePr>
        <p:xfrm>
          <a:off x="7990893" y="75025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28BB77-34CC-5E07-06D4-F232DE4867C0}"/>
                  </a:ext>
                </a:extLst>
              </p:cNvPr>
              <p:cNvSpPr txBox="1"/>
              <p:nvPr/>
            </p:nvSpPr>
            <p:spPr>
              <a:xfrm>
                <a:off x="8682864" y="59071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28BB77-34CC-5E07-06D4-F232DE486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864" y="5907134"/>
                <a:ext cx="989464" cy="94699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8410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638EA-0680-4D6F-278C-BB7CCBDD2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2962522-24CF-ED29-ABEA-ABD2F94B2F1A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5FBCF33-3408-5886-51AF-F7FD711FD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46449"/>
              </p:ext>
            </p:extLst>
          </p:nvPr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4D5CE5-F284-A126-6FE4-54BB8446D7A5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EFEF80B-C932-C745-80DE-938941DD43CF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21B6CF0-455B-A68F-C016-EB607AAB4D70}"/>
              </a:ext>
            </a:extLst>
          </p:cNvPr>
          <p:cNvGraphicFramePr>
            <a:graphicFrameLocks noGrp="1"/>
          </p:cNvGraphicFramePr>
          <p:nvPr/>
        </p:nvGraphicFramePr>
        <p:xfrm>
          <a:off x="51562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36671DE-0D29-1599-2E78-E96A88D715A9}"/>
              </a:ext>
            </a:extLst>
          </p:cNvPr>
          <p:cNvGraphicFramePr>
            <a:graphicFrameLocks noGrp="1"/>
          </p:cNvGraphicFramePr>
          <p:nvPr/>
        </p:nvGraphicFramePr>
        <p:xfrm>
          <a:off x="78384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AA97C7D-C810-250D-1EEF-BABC17082249}"/>
                  </a:ext>
                </a:extLst>
              </p:cNvPr>
              <p:cNvSpPr txBox="1"/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2F04E86-B139-3E35-98D6-8AA6D79A5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FF74ACE-9F55-9975-DD23-69F30A041824}"/>
                  </a:ext>
                </a:extLst>
              </p:cNvPr>
              <p:cNvSpPr txBox="1"/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A4E58F0-8AED-9575-4037-92501F132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A46649A-E8FE-CBB7-6BBE-43EF8464B1BA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91EF8FE-0F70-D811-FA94-73CDB550034A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E73AF1FA-E002-4563-7AC2-6AE28123CD8A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3E608E5D-90F6-6E19-7A7B-063F372B1332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F1C69B1-9AE6-2BE6-E97C-21BA59909A31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B63933D-A20A-C4F1-17E6-D6C9DF3FE77C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B6C8CB53-FBA7-3F8E-251E-F40A1BDCF2A0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144F4E6C-74E8-6EC0-F1D6-3CFD7FAF2701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F4F8737-ABED-24B9-801F-B18B3D2108EF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40BDE6A-8423-BF58-D489-25D51BE929D6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45168FC8-7D6C-CE7A-B648-696814A7B50B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439B6AE-895D-4FCE-BC0C-9494C5423A25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3D6CF7C-FE43-B949-0533-7522FCDE7174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1424933E-43E8-85EB-FD29-627E8C5DB380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9199E3E-4218-BCF1-11C2-5218B88DC30B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62DAA35-2DF4-18BC-907E-DACC14D3CD27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ADD3B7F-636D-AC07-4619-E90820D1262F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76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42CE0-1320-1603-5257-63C80EA4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E634FFC-0F9C-CABA-B22B-F08C29622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007162"/>
              </p:ext>
            </p:extLst>
          </p:nvPr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15BA1A6-7004-4A8E-A958-5D07F6FFD25E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54F535C-18CF-E805-7D11-58169B3B3AA4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41A47B6-5F76-F5D9-61B1-C0AD423DA255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6494833-F609-B6CF-E41D-CCBE2C94D04B}"/>
              </a:ext>
            </a:extLst>
          </p:cNvPr>
          <p:cNvGraphicFramePr>
            <a:graphicFrameLocks noGrp="1"/>
          </p:cNvGraphicFramePr>
          <p:nvPr/>
        </p:nvGraphicFramePr>
        <p:xfrm>
          <a:off x="51562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56F2CAA-663E-2AE3-7A15-63B77E31AEE3}"/>
              </a:ext>
            </a:extLst>
          </p:cNvPr>
          <p:cNvGraphicFramePr>
            <a:graphicFrameLocks noGrp="1"/>
          </p:cNvGraphicFramePr>
          <p:nvPr/>
        </p:nvGraphicFramePr>
        <p:xfrm>
          <a:off x="78384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50337EB-38CC-D2EB-566E-58FD345249C8}"/>
                  </a:ext>
                </a:extLst>
              </p:cNvPr>
              <p:cNvSpPr txBox="1"/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2F04E86-B139-3E35-98D6-8AA6D79A5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61ACC1A-AF60-EBCD-42BF-2B3E00DB2BFC}"/>
                  </a:ext>
                </a:extLst>
              </p:cNvPr>
              <p:cNvSpPr txBox="1"/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A4E58F0-8AED-9575-4037-92501F132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6742B2D-95DA-E589-636F-07ACBDBB8A80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1C8AD2-D8FD-32E4-CAC4-AB46F9F78510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F17B8681-CC41-C910-702B-0729FFDE9919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D9EF4382-F257-5CBF-B288-BF60DFA70D41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4D9D48B-6AFA-1B23-F23F-D44A7DEABE98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85D827B-323D-51CB-1413-7E82DB9ACABF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416CC00A-4601-33E5-1CCF-EA78D885AA19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7A1CB6C-B49E-884B-9711-243B67CB910D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B020D71-6BA0-DEDD-6C91-3C98A7353E95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346D6C4-D856-1B8B-89DD-52EEEF0099F8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ED9E279-12B2-78FD-C01E-E76D6B794D6A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B914E8F-D525-061A-D76B-08B199A34098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00C89E8-8FB9-A001-2FA7-84457FAAB825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77B6C4CE-D677-F723-C4A4-A5B99523FA37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FE3317F-ED03-C588-DB7F-7544F51D3E6D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AE096A0-DDC5-3A92-4CD8-FB15AD517DDA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ABBDE69F-7382-FF81-43CF-EA5660684900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F7B87A-E3C7-808F-716C-6D7D4B0F01AA}"/>
              </a:ext>
            </a:extLst>
          </p:cNvPr>
          <p:cNvCxnSpPr>
            <a:cxnSpLocks/>
          </p:cNvCxnSpPr>
          <p:nvPr/>
        </p:nvCxnSpPr>
        <p:spPr>
          <a:xfrm>
            <a:off x="1216328" y="5305861"/>
            <a:ext cx="0" cy="199809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EC23FA3-D9EC-E4C3-9C6D-178F77503407}"/>
              </a:ext>
            </a:extLst>
          </p:cNvPr>
          <p:cNvCxnSpPr/>
          <p:nvPr/>
        </p:nvCxnSpPr>
        <p:spPr>
          <a:xfrm>
            <a:off x="3584158" y="5305861"/>
            <a:ext cx="0" cy="199809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D8B912-031D-A9CA-0ECD-D69F9E7778F0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D8B912-031D-A9CA-0ECD-D69F9E777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7D7DD3-867B-88DD-4D53-4D6E4CF28A88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7D7DD3-867B-88DD-4D53-4D6E4CF28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7455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13D3F-BAE0-5DD9-35AD-7631A0592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705BCD0-4489-401F-1868-7A299F3C5755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FAA064D-660A-1BC6-3165-9A1060E2EF52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79FAF4E-B177-C5BF-7D27-E00629848768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4B5B1FB-E8AD-F7B3-CDB9-FDD494C043BC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B2232F9-4C46-88FE-FF8E-4FFC6DAB7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388204"/>
              </p:ext>
            </p:extLst>
          </p:nvPr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450+315.6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A799383-6805-67D7-46D4-FA07E1B72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356570"/>
              </p:ext>
            </p:extLst>
          </p:nvPr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76DE6AE-55B3-4658-CDAA-75748C60040A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76DE6AE-55B3-4658-CDAA-75748C600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22894EF-FDC5-3770-5624-1413AEEED7D0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22894EF-FDC5-3770-5624-1413AEEED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E5A84FF-0277-2B0D-293E-0FEB5733F2FA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2C142AC-FACB-AB6B-3406-5FE7F03737E9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E8BE457C-E8D4-CCCF-CC4D-113F106BB91B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90A5844-99AC-B3FC-406A-667B61D7F9F3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D12CE45-E70A-0EB1-376F-7954CC647D52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77FCA9E-28D6-59F4-9DEF-C9F0CDB92511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134009C-00B6-F210-22F9-DAF82F920C68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AC2623CA-5373-FEF5-C4B8-BF4E36768985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BB86639-CBF0-9B43-CEE1-510E95D0CDC3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6BBA1F6-9B2D-0572-12AB-FB2B6417C902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A8EFE8E-4BBB-673B-AB97-2241094A7655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3E9530D-6FD9-D5E3-C2EC-09F1F0EC73B8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8201367-40FE-DB97-5573-E7BB601BD2F0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455E920-B5EA-743F-B04C-FF461C14397C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80A64BC-8C1A-1B5A-C25A-60938B40662A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C6B6557-36A8-D6A7-FB7F-69467B55CE48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473D7360-08FE-4D06-412B-46C13F5A51A4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5182308-6EFB-BC54-BD18-37A478458105}"/>
              </a:ext>
            </a:extLst>
          </p:cNvPr>
          <p:cNvCxnSpPr>
            <a:cxnSpLocks/>
          </p:cNvCxnSpPr>
          <p:nvPr/>
        </p:nvCxnSpPr>
        <p:spPr>
          <a:xfrm>
            <a:off x="1216328" y="5305861"/>
            <a:ext cx="0" cy="199809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C544DB8-0DF2-32C2-6891-D287BF82E731}"/>
              </a:ext>
            </a:extLst>
          </p:cNvPr>
          <p:cNvCxnSpPr/>
          <p:nvPr/>
        </p:nvCxnSpPr>
        <p:spPr>
          <a:xfrm>
            <a:off x="3584158" y="5305861"/>
            <a:ext cx="0" cy="199809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B6A561-C1C5-0481-FAB5-C7CD3D31C864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B6A561-C1C5-0481-FAB5-C7CD3D31C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BA6689C-481C-9286-CA0F-E49CE4E3AC1E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BA6689C-481C-9286-CA0F-E49CE4E3A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7A4EBA6-AA20-C43B-7EDD-C766C1FFAF56}"/>
              </a:ext>
            </a:extLst>
          </p:cNvPr>
          <p:cNvCxnSpPr>
            <a:cxnSpLocks/>
          </p:cNvCxnSpPr>
          <p:nvPr/>
        </p:nvCxnSpPr>
        <p:spPr>
          <a:xfrm>
            <a:off x="4761934" y="8871796"/>
            <a:ext cx="624624" cy="13754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BE0C6B-7EFA-6994-E705-6331F81254EF}"/>
                  </a:ext>
                </a:extLst>
              </p:cNvPr>
              <p:cNvSpPr txBox="1"/>
              <p:nvPr/>
            </p:nvSpPr>
            <p:spPr>
              <a:xfrm>
                <a:off x="4718842" y="7503884"/>
                <a:ext cx="762114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BE0C6B-7EFA-6994-E705-6331F8125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842" y="7503884"/>
                <a:ext cx="762114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4033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5A786-E77C-5995-1951-F29814CBA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4C9FCB5-CE8D-85B5-E585-B8311F76F008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A44FCF4-916C-1C30-6F64-2C0F7C23F20B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9DA7872-E721-9E58-40BE-013E9A4BAC5F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058DC71-D2DC-E795-6D4C-8D8140396456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AF62818-765C-5B7E-85CB-FD0CDC10C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773437"/>
              </p:ext>
            </p:extLst>
          </p:nvPr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20229E7-32FA-5E53-F98F-4E41A02ECF67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9DCE168-F0BF-C6EE-BC38-FC4F79748C04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9DCE168-F0BF-C6EE-BC38-FC4F79748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8D7086C-B4D9-4047-495A-9EE876402355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8D7086C-B4D9-4047-495A-9EE876402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BA8ABA9-42C9-8D7E-CF11-10E2B89F5507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C5A1A42-350E-FAD8-9008-F10B1EE10AFC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DFD078F-BAC6-B4D6-3A5A-8B025C978634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66F7380-148A-018D-ACF4-CE1C102490FE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E69C2FC-2547-B23F-CBA4-A4D9D805861E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A4D03D3-7462-6356-3B60-BDBF20A2216D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2C341DB-7958-E783-1B49-03FC7AB91A75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7E73BFB-126C-0373-0546-B2231DB754C8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6DF326D-012C-17CE-AD81-7D9A2E2AA858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03B659F-AFC2-0E61-85EA-12E9AD4240C2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5B2E424-A802-4EFD-9847-C9EA14DC6AFC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47F2635-FA31-A8B7-2EEC-CD2DDF8EAEF7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8C98EC9-7918-CF1A-381F-A2B90A6478AE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83151FA8-591D-4E9F-083F-7F7B809BBD09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F8B7E82-7C1E-7868-20D8-EA4176461C6D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845226E-D734-E0CC-6D16-D01BF75DC462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6FF6538-7BC0-3B17-E971-3BF6E3740A48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BC6BB4-2122-D2B7-8C3C-18F46BA3262C}"/>
              </a:ext>
            </a:extLst>
          </p:cNvPr>
          <p:cNvCxnSpPr>
            <a:cxnSpLocks/>
          </p:cNvCxnSpPr>
          <p:nvPr/>
        </p:nvCxnSpPr>
        <p:spPr>
          <a:xfrm>
            <a:off x="1216328" y="5305861"/>
            <a:ext cx="0" cy="199809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871CCCB-2F6E-DC19-B954-F9CDE5360BA0}"/>
              </a:ext>
            </a:extLst>
          </p:cNvPr>
          <p:cNvCxnSpPr/>
          <p:nvPr/>
        </p:nvCxnSpPr>
        <p:spPr>
          <a:xfrm>
            <a:off x="3584158" y="5305861"/>
            <a:ext cx="0" cy="199809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E3AAAF-A329-E319-6A01-520702933E27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E3AAAF-A329-E319-6A01-520702933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72C57E-5B43-E7F4-BB0D-6A8EC1B68D36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72C57E-5B43-E7F4-BB0D-6A8EC1B68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335C01A-92E5-20FB-9A9B-3BF83EA408F0}"/>
              </a:ext>
            </a:extLst>
          </p:cNvPr>
          <p:cNvCxnSpPr>
            <a:cxnSpLocks/>
          </p:cNvCxnSpPr>
          <p:nvPr/>
        </p:nvCxnSpPr>
        <p:spPr>
          <a:xfrm>
            <a:off x="4761934" y="8871796"/>
            <a:ext cx="624624" cy="13754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113F1D-73F6-AE1D-8333-996DEE78992A}"/>
                  </a:ext>
                </a:extLst>
              </p:cNvPr>
              <p:cNvSpPr txBox="1"/>
              <p:nvPr/>
            </p:nvSpPr>
            <p:spPr>
              <a:xfrm>
                <a:off x="4718842" y="7503884"/>
                <a:ext cx="762114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113F1D-73F6-AE1D-8333-996DEE789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842" y="7503884"/>
                <a:ext cx="762114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562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099C3-58C1-DD85-AF95-2BF1C1F22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D6F2E7C-95C9-CB8E-1B09-0AF1E9336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54351"/>
              </p:ext>
            </p:extLst>
          </p:nvPr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C1372A-7AA1-EE49-F6D4-AAF6BC4E35A1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364E220-8CFC-0E66-949C-A28F2B226E91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D70C75-A929-0E56-4136-67C39F774549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FC6752D-8004-C545-5037-8527FEBA7EBB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7E74A95-93AB-A983-4BF3-3BDEB13153D4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5508105-A3CF-041A-3280-3F4080D9B32F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5508105-A3CF-041A-3280-3F4080D9B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88170A-CAF4-2615-966A-4C1B063995B6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88170A-CAF4-2615-966A-4C1B06399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FA843CC5-DC43-1AB3-05D6-73627903503A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7F42A6A-49F6-79F4-FEC0-AA43A2FDCEC3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6D37FEFD-3D4F-3C3D-E97B-6144BD29BD03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566D614-6A6C-CF35-2C37-AB09DCD74927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A0430BA-80D1-49FF-593B-590F10DF6C10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37B9E1B-8763-BE0F-24C2-1622201CD171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244882DF-12FC-1D03-A58A-D1439E869D65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343F4017-BB9A-820C-3955-DA91A47C5FDC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F0CF785-820A-D179-B28D-BE9F890CEE68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AA75B5F-2D26-8FBE-439B-29BC94A8C914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94A3BC8-F3D2-82EE-4EBF-480C1C9E1BC3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91432AF-A4A2-AFB0-487A-F68F3D61869A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EB0052D-B517-572B-2F21-7803362F5DBF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7B701BA1-5CB5-1437-1F03-107EE1B2258D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46369A0-6440-6513-60E9-4796D36B9C29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EAC70A5-E3E2-9AEF-BCBF-76F0999F3979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E622D1B-A57D-C9CD-AF9A-B899637A5B6D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C66E528-E8EB-5D87-1C60-5969F4855C87}"/>
              </a:ext>
            </a:extLst>
          </p:cNvPr>
          <p:cNvCxnSpPr>
            <a:cxnSpLocks/>
          </p:cNvCxnSpPr>
          <p:nvPr/>
        </p:nvCxnSpPr>
        <p:spPr>
          <a:xfrm>
            <a:off x="1216328" y="5305860"/>
            <a:ext cx="0" cy="429768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9409C18-857C-577C-BA89-BA7CE5AF4D1A}"/>
              </a:ext>
            </a:extLst>
          </p:cNvPr>
          <p:cNvCxnSpPr/>
          <p:nvPr/>
        </p:nvCxnSpPr>
        <p:spPr>
          <a:xfrm>
            <a:off x="3584158" y="5305860"/>
            <a:ext cx="0" cy="429768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6E5552-5218-9A49-7967-F4921D3D7977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6E5552-5218-9A49-7967-F4921D3D7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07A32F-8662-4D79-03D3-5355CFA0BF39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07A32F-8662-4D79-03D3-5355CFA0B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7493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4BAC2-01A3-3F34-5288-83FDA91B9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FDB47B0-BD5F-A320-8C41-74E0C9E53927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253AD6A-812C-87C9-107E-A1D1204FFE46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61BA153-C5DF-B0D5-A658-C5DF41499311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53FA06-2BD4-9A5E-4237-6ED2CAEDBB38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BCB965E-C212-E842-F69B-6A502295C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526875"/>
              </p:ext>
            </p:extLst>
          </p:nvPr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978E3D28-BE4A-05DB-4E35-504D04415288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CD7FDB9-9E48-61BF-3B92-C67D2F5A55A7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CD7FDB9-9E48-61BF-3B92-C67D2F5A5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C7931F2-C5CE-FDFB-782B-B6AD1FEE0AD9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C7931F2-C5CE-FDFB-782B-B6AD1FEE0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F984FE2-C69B-9085-CC0F-B11AE0F31691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D7D245E-53DC-0991-08BA-3A42429F6531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9D4D4AFE-9CB2-CD19-4896-F0A2207E63FF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B86AF49-0D37-034F-09BE-EC63349EF949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38A4DA0-8F07-E021-09E2-30F3E168848A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0F59545-56CF-0368-EA04-83E8D3C54016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D9E4B64-2444-E519-0232-7C4B507387A9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533660AC-C742-A03A-D6D4-20B707AF3EB6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0F0A936-5694-ECEF-259F-FA1240865BFC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BD95843-A5F3-61AF-6193-0CB59C6FB921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CE38437-2B6F-9B72-B7AE-C3AE8C5FFABA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750D98A-7985-3913-9BA6-8E704A390594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3121C7B-0506-C812-E18E-42FF35DDB8C5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99DCA49C-57F3-7C1C-79B3-C79BFAE300BE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E9D9AC0-5C6D-2F25-5BDB-A7CC52896EB5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AE05A81-7B9D-8B37-F8BB-30F1163EA680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92093E20-DC01-D9D4-F9B4-D23ABA30BBB0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9678D20-77FC-CFDB-D22C-A14EFD211B2D}"/>
              </a:ext>
            </a:extLst>
          </p:cNvPr>
          <p:cNvCxnSpPr>
            <a:cxnSpLocks/>
          </p:cNvCxnSpPr>
          <p:nvPr/>
        </p:nvCxnSpPr>
        <p:spPr>
          <a:xfrm>
            <a:off x="1216328" y="5305860"/>
            <a:ext cx="0" cy="429768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9B37FD-BD74-5749-8D54-51FD4F66BE68}"/>
              </a:ext>
            </a:extLst>
          </p:cNvPr>
          <p:cNvCxnSpPr/>
          <p:nvPr/>
        </p:nvCxnSpPr>
        <p:spPr>
          <a:xfrm>
            <a:off x="3584158" y="5305860"/>
            <a:ext cx="0" cy="429768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5640A2-6409-C3EC-8C10-93C60008AA68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5640A2-6409-C3EC-8C10-93C60008A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CB3EDE-B377-BB6F-7A02-3F23C004F439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CB3EDE-B377-BB6F-7A02-3F23C004F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0C3432-CDB4-46B0-BD49-9A5D88DF6173}"/>
              </a:ext>
            </a:extLst>
          </p:cNvPr>
          <p:cNvCxnSpPr>
            <a:cxnSpLocks/>
          </p:cNvCxnSpPr>
          <p:nvPr/>
        </p:nvCxnSpPr>
        <p:spPr>
          <a:xfrm>
            <a:off x="4761934" y="11081596"/>
            <a:ext cx="624624" cy="13754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7A19267-5EBE-B1BF-2423-3D4918DCC475}"/>
                  </a:ext>
                </a:extLst>
              </p:cNvPr>
              <p:cNvSpPr txBox="1"/>
              <p:nvPr/>
            </p:nvSpPr>
            <p:spPr>
              <a:xfrm>
                <a:off x="4718842" y="9713684"/>
                <a:ext cx="762114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7A19267-5EBE-B1BF-2423-3D4918DCC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842" y="9713684"/>
                <a:ext cx="762114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399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8AC1D-1603-CFA2-DE89-0798441D6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5B9F6DE-67D5-B6CA-6B64-A7FE49D18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886388"/>
              </p:ext>
            </p:extLst>
          </p:nvPr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4393CFD-61F3-D43D-0FC6-F3DF575DDE23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6E03DAF-541E-E10B-67FC-9BE07329C18C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68A31EA-B2F0-8BD1-8C40-5AC062606F82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C5413F5-A068-0EDE-08DB-3DA446F24318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4FF9F2C-5BD2-0DA2-1A97-1F978EC92E4E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6C7E8FB-B3AF-73A7-E64F-BEAFCC603BC6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6C7E8FB-B3AF-73A7-E64F-BEAFCC603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8D0931B-6F89-EBDC-C545-5498F8A8E55A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8D0931B-6F89-EBDC-C545-5498F8A8E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DCFCC364-1DA9-6D1A-27B5-74068F06B002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1932986-B639-08D6-FFDF-48B2BEA9996C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303B44A6-5099-1EC6-EF9E-B56E90D5E106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82EF234C-30D8-9975-7325-3775FE19F53D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815255-5D7F-F938-E58F-E8201E271332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2967801-4F80-C8E9-5B76-184E029A8DB3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E44B7D3-E273-3138-F321-5E1E077FE105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16138E75-3052-1EBA-39FD-D9DB16164742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0E1A586-F9B7-04AC-5A7C-C631F553F4A5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5A076EB-BAFF-DC4C-DF03-DF7DD95E1258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CA5D32B-E57B-FF1E-2254-CC9FC2222D58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1221E92-F527-629A-C4B4-C8F038C93FF3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8E3076B-9202-1074-000E-6F89B379EE58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33C511A9-C956-F0A2-4F3B-7FE89FE2BEDE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C5EB8AC-3FDB-2838-53BD-2152636F97B5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8C32EF4-F3C6-C606-058C-BEB1A8EBAA42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4CA79A9F-E32D-BE3C-279E-568E00C61FA2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E0466AB-D202-8070-2AF5-0E8A159811B9}"/>
              </a:ext>
            </a:extLst>
          </p:cNvPr>
          <p:cNvCxnSpPr>
            <a:cxnSpLocks/>
          </p:cNvCxnSpPr>
          <p:nvPr/>
        </p:nvCxnSpPr>
        <p:spPr>
          <a:xfrm>
            <a:off x="1216328" y="5305860"/>
            <a:ext cx="0" cy="66751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5681AC-4664-42EC-39C5-E0F16F2B4EF5}"/>
              </a:ext>
            </a:extLst>
          </p:cNvPr>
          <p:cNvCxnSpPr/>
          <p:nvPr/>
        </p:nvCxnSpPr>
        <p:spPr>
          <a:xfrm>
            <a:off x="3584158" y="5305860"/>
            <a:ext cx="0" cy="66751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85C84D3-BCEF-8C50-2798-4AF9DC879D4B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85C84D3-BCEF-8C50-2798-4AF9DC879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D73238-A862-992D-05D7-ABE0F27D9B54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D73238-A862-992D-05D7-ABE0F27D9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9807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9BAB0-8D4D-49A5-C6D9-DC0ABABC9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04EF540-54E5-B06F-C11D-89CB2284D450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84088DE-6501-387B-2172-6AAB38FECE15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CF8139A-F02B-D538-58CE-FE705A0A71CE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C5ACD6C-DFF5-2E4D-93E2-079CE63E04B5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50EBE59-76C6-B488-13AD-BEE9B80E1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978442"/>
              </p:ext>
            </p:extLst>
          </p:nvPr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E16B9A7-D7DC-CB6F-F0DB-8FF508C4E6FF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C394737-9AF5-15D7-9D41-D2B806E0EC04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C394737-9AF5-15D7-9D41-D2B806E0E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A0C8252-1AAB-FB8F-F8FF-105A3685A15C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A0C8252-1AAB-FB8F-F8FF-105A3685A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F164ED12-A2DC-5EE6-2D39-DAD885CD6A6E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733F691-8CD1-536B-2299-F03A0B6A4FBA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19D4B29-2E51-FB81-5E16-595D4C868F80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2D73D37-6673-86D1-E9D2-9982245C942F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881876C-B401-1ED4-E432-B8C8789688BC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917B559-2598-EDEB-85D6-CC86A826F271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2A2AA072-5DFB-3716-691E-D41720EE329C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2FE6ACF-407E-FA52-067B-F254AFB45E50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76C9626-A6DA-4211-E36B-5CEBADB3D545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CA96E02-3CC1-6680-9379-87B0DA22AC98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1E6B2B4B-4596-94C4-20F9-123EA85ACF0F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74A5376-1871-10CC-7DA8-571E5A23DAFD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913DC1F-BA64-F2A9-AC26-2403F20DA0D9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A581012B-FF03-921B-9875-C8A3E5989FD1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43BC35E-1208-A367-998C-36CDB955C379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0073D64-2C53-7110-AA7B-B30022DF15E4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5639B96-4684-E9B5-FC19-973454DD6496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5D772BA-60C5-9636-C837-62FE00463C3E}"/>
              </a:ext>
            </a:extLst>
          </p:cNvPr>
          <p:cNvCxnSpPr>
            <a:cxnSpLocks/>
          </p:cNvCxnSpPr>
          <p:nvPr/>
        </p:nvCxnSpPr>
        <p:spPr>
          <a:xfrm>
            <a:off x="1216328" y="5305860"/>
            <a:ext cx="0" cy="66751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64A878-C586-B512-6144-F4D1C835ADA1}"/>
              </a:ext>
            </a:extLst>
          </p:cNvPr>
          <p:cNvCxnSpPr/>
          <p:nvPr/>
        </p:nvCxnSpPr>
        <p:spPr>
          <a:xfrm>
            <a:off x="3584158" y="5305860"/>
            <a:ext cx="0" cy="66751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E8DF95-5B5A-53B9-B6A4-578963D92E01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E8DF95-5B5A-53B9-B6A4-578963D92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2910CD-EF09-7DE8-2972-3FE6577619BE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2910CD-EF09-7DE8-2972-3FE657761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546D84-80BD-BB34-4C60-2A0A07CCFBD0}"/>
              </a:ext>
            </a:extLst>
          </p:cNvPr>
          <p:cNvCxnSpPr>
            <a:cxnSpLocks/>
          </p:cNvCxnSpPr>
          <p:nvPr/>
        </p:nvCxnSpPr>
        <p:spPr>
          <a:xfrm>
            <a:off x="4761934" y="13405696"/>
            <a:ext cx="624624" cy="13754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9B5636-0629-77E5-21F0-F651068D80EB}"/>
                  </a:ext>
                </a:extLst>
              </p:cNvPr>
              <p:cNvSpPr txBox="1"/>
              <p:nvPr/>
            </p:nvSpPr>
            <p:spPr>
              <a:xfrm>
                <a:off x="4718842" y="12037784"/>
                <a:ext cx="762114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9B5636-0629-77E5-21F0-F651068D8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842" y="12037784"/>
                <a:ext cx="762114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6576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94312-7B1E-A4EC-1DE5-FA008D76D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64E9879-1FD6-6326-658A-8DAA46501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070665"/>
              </p:ext>
            </p:extLst>
          </p:nvPr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837BFEF-DC42-9A54-6956-DC0BC88852CE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988293C-425A-241B-4DB7-8112AA1EA689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3426D37-3A75-055C-9269-279AAAA5401E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454556A-11A4-0F99-9682-6DEB151D4F01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ED62C37-A2D5-CFB5-770C-DD2B9AA6E436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9ED909B-729F-476A-14A6-79E4A256B420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9ED909B-729F-476A-14A6-79E4A256B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D8573D-DE79-E7FD-CC25-5889AFEA4DD8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D8573D-DE79-E7FD-CC25-5889AFEA4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2E53F4F-00BF-A66E-CBDC-814E34108B82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D0BF79C-FE33-181B-A443-2BC59E2E7BDE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5A2E0AD5-21D9-DB4E-3489-52C4FA40099C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04DA46C6-A3F0-F8D9-8D30-C4F94C3EB881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63CDFA-90CF-C763-9385-F3A8B8B257DE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B1DDD18-3725-177F-6477-672FBFB17ED4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B8B23E4-CD2F-2DDF-E9E4-1D621D508111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EFBB415F-773A-4508-67DF-6DBC928A4406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A2D921C-1B6A-8A67-6F72-B9DA2E419810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8A912B6-0970-3AB4-12FC-4D93D1BF748F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7ABA973C-8831-22C7-C465-E97C2CF30FEA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119AA4-B123-7A88-1491-03F293EAB02B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AFAC22B-A63A-7359-01FA-83FA128754F4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CD680F35-0C2F-2DA2-EE34-EB9CF0B32ED6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E28B2DD-8DC8-7D44-D8F7-3C9E8F9AFA3C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CB3D757-1EF0-659F-C570-FC4511D2CB8D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8740CD4A-992C-A741-4490-620E36318B44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4260A35-1559-B651-D908-2B74DE6082F3}"/>
              </a:ext>
            </a:extLst>
          </p:cNvPr>
          <p:cNvCxnSpPr>
            <a:cxnSpLocks/>
          </p:cNvCxnSpPr>
          <p:nvPr/>
        </p:nvCxnSpPr>
        <p:spPr>
          <a:xfrm>
            <a:off x="1216328" y="5305860"/>
            <a:ext cx="0" cy="905256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16A58A-FC5F-B748-D51D-127B057831DE}"/>
              </a:ext>
            </a:extLst>
          </p:cNvPr>
          <p:cNvCxnSpPr/>
          <p:nvPr/>
        </p:nvCxnSpPr>
        <p:spPr>
          <a:xfrm>
            <a:off x="3584158" y="5305860"/>
            <a:ext cx="0" cy="89611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1D668D-146A-A38E-9722-87381C582326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1D668D-146A-A38E-9722-87381C582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6859A9D-7458-C72E-E2C5-18BFAFCED599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6859A9D-7458-C72E-E2C5-18BFAFCED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4224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19160-6F4C-5FCD-D2E2-A2DFB756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42B2704-6BCE-380B-F8A5-660FECEC5DFD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11FD467-C3F1-2A44-8BA4-1CFD4282C3AC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E17A8C2-89F5-AA87-ABD2-38B1A017F39A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4956A63-81F8-4773-AF6C-53939BF9F128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6D0B9E1-6FA9-18EE-8A8B-6E7D4307F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930076"/>
              </p:ext>
            </p:extLst>
          </p:nvPr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8C4BB19A-89AA-2F7D-A4EA-01F763F68F87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CFF9ECC-4EE9-AEB4-2B48-06B4CF51C272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CFF9ECC-4EE9-AEB4-2B48-06B4CF51C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2CC7B2-63A4-EC90-9DBF-F99C8A761740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2CC7B2-63A4-EC90-9DBF-F99C8A761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DF2C866-2A51-0BA0-DF66-D1BC2DB8EBE5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891D386-6D62-6F57-07E2-D97746EAEEDB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43ADBC40-0CA9-093C-A929-FB7FD09441D0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B99A764-73DC-0989-3058-AA24A48DDD03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AA75D8E-D7EF-A14E-05A2-B029BC322FCB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2FD303C-CD32-D0BA-19F3-0081CBB29ACA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7541A3DB-167F-C464-B45D-0CB54F99F926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3C34C3F-050A-930C-9703-2360983AF56C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603E03A-E00F-722E-43EE-C6526CB2FDE1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74A1195-8822-92AB-EBDD-9BCDABE499BC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EC58E2B9-BC64-5926-F5A6-45073887A660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DB3A1C1-C0C9-C764-CD7C-2A1F31B203C2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F472F9D-AECF-E971-2380-48742D72F07A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D7BC397F-25A1-924A-E00E-C372FB1E1D4A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72E29E2-923C-31E8-D5E5-7DF6D14F9FA9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8F2C470-D87E-9BD6-4223-3338E0E1E2AE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5BD90A4A-C6FD-6D2A-0A00-C56C264B2621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1C02E76-C484-741A-907F-E3C5F7751360}"/>
              </a:ext>
            </a:extLst>
          </p:cNvPr>
          <p:cNvCxnSpPr>
            <a:cxnSpLocks/>
          </p:cNvCxnSpPr>
          <p:nvPr/>
        </p:nvCxnSpPr>
        <p:spPr>
          <a:xfrm>
            <a:off x="1216328" y="5305860"/>
            <a:ext cx="0" cy="905256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8E815C2-D978-A183-C956-B56908B95AFB}"/>
              </a:ext>
            </a:extLst>
          </p:cNvPr>
          <p:cNvCxnSpPr/>
          <p:nvPr/>
        </p:nvCxnSpPr>
        <p:spPr>
          <a:xfrm>
            <a:off x="3584158" y="5305860"/>
            <a:ext cx="0" cy="89611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7DE1BB-6A5C-2707-4F65-12974BC5678F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7DE1BB-6A5C-2707-4F65-12974BC56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255877-625A-0C0D-A254-282A9A40D133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255877-625A-0C0D-A254-282A9A40D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072172-045E-47BE-9196-ED3690F5964A}"/>
              </a:ext>
            </a:extLst>
          </p:cNvPr>
          <p:cNvCxnSpPr>
            <a:cxnSpLocks/>
          </p:cNvCxnSpPr>
          <p:nvPr/>
        </p:nvCxnSpPr>
        <p:spPr>
          <a:xfrm>
            <a:off x="4761934" y="15767896"/>
            <a:ext cx="624624" cy="13754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674386-8690-A771-3F20-56573DA6385A}"/>
                  </a:ext>
                </a:extLst>
              </p:cNvPr>
              <p:cNvSpPr txBox="1"/>
              <p:nvPr/>
            </p:nvSpPr>
            <p:spPr>
              <a:xfrm>
                <a:off x="4718842" y="14399984"/>
                <a:ext cx="762114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674386-8690-A771-3F20-56573DA63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842" y="14399984"/>
                <a:ext cx="762114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5773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8E9C-71E7-7B9A-AB16-FB431C7E6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F77F950-68C2-59A7-1CA8-0720C086C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753864"/>
              </p:ext>
            </p:extLst>
          </p:nvPr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F54901B-3815-D7E2-A7ED-41C10D4EB9C3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8E2C07C-1C5A-D0E7-C116-4A6002B44E6B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1F5D076-FF20-DCB6-0B90-A17028BEF0F9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DB2B60F-728F-94AD-C477-2350741FD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291319"/>
              </p:ext>
            </p:extLst>
          </p:nvPr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D1DF91B-8AF0-23B4-9E06-5B116CAD4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191465"/>
              </p:ext>
            </p:extLst>
          </p:nvPr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5B3F996-06E0-6568-0AF9-80E532DC6B2A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5B3F996-06E0-6568-0AF9-80E532DC6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D8D1E37-BB4C-EC32-72C8-FF3AAC6D2B00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D8D1E37-BB4C-EC32-72C8-FF3AAC6D2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4D06293-0503-E7CB-620C-1C18DCAC4A25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1F763CF-B159-F59B-AA5B-E18FA228DA16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6072BBFA-E761-D714-B14F-A9EFBCCE3054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9F6D04A-C630-8645-11D7-41B1F7775E17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4A67C33-7E33-3EA8-21B9-A011D377D6CF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D6D54F-D31C-1697-F4C2-90E705F8395E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B0FB1E90-D88E-8A40-DAAA-581267CAF999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56242CA5-3F60-10BC-2416-26FD567D3F98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40FE625-B4C2-C562-5E74-16213C15DAB5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5E54D8E-414C-CA59-0CB1-F97D05163C89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17F137F8-F8E3-3479-510D-79883C86EBDD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C1AD407-500A-9B87-555E-3AFAA7A8A9DB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A6F0006-EDBF-A72E-0B46-93D60B3BA2AE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F9082669-5A1F-569E-9C55-2DF10BD889B0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5E5C57A-AC05-D40C-9ED0-0350E7AEB862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C4C6E91-9F63-E987-8683-C283C5B71737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8C7401D0-0312-B46B-9C48-E00516908D7A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42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65C7A-1C72-6E23-E403-E0D1BAE17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F90ADAF-6AB2-563F-1C36-D1EF93B76CD1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4EF4213-9DB7-4CC2-0C14-5B762F45B73C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8568B15-9C49-02CD-9712-170A7EA7D56B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1285747-EF47-6CED-F8EC-52AAF088AA70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6EC77DAF-066D-D7A3-75E6-7345D99CDA8D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4844739-6E57-7E72-1775-A7036D050542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17F07-5866-CB25-1DBB-7CE48C278BF8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17F07-5866-CB25-1DBB-7CE48C278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16A48C8-4884-71F5-786A-DE72B5F16C04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16A48C8-4884-71F5-786A-DE72B5F16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2F1FA0B-E479-4721-3C74-189B1AF68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166851"/>
              </p:ext>
            </p:extLst>
          </p:nvPr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8606329-92C4-CE8D-E71F-8D4EA76782B6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DAF9582E-65ED-8B3F-F999-097638E9B5E0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58F8DE0B-EF00-F52B-B371-BFA2F55CB3EB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F8879CC-41C0-659A-E772-7F353E162E4C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E9DA793-4E44-6F39-830B-ED530BF4F14F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9C21DB5-AC8C-0354-17D6-8A09B57A2CAB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644DEF2-470B-FC57-7E0F-B81DF6920C0A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5F28B51-556C-2B2C-80DA-E3A5C02C93EF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8BBA172-3AC5-2EA4-2556-F18728E5A304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CA2FBF25-432D-A1A1-DF8C-6B2216A41109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B6B5D3A-7AB3-48BD-912A-6AD143D4371E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8AE62BE-2B28-0A03-18B3-691677D34FC9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CA9603F-7762-FCAE-11DD-B3316E0F6D40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90C2D62-269F-A25E-BFBF-DA317CF46A6C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64B71BA-CA5D-1942-C354-3073EB6DBC6B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AC122063-3C2C-1506-3980-129D7D3D519F}"/>
              </a:ext>
            </a:extLst>
          </p:cNvPr>
          <p:cNvSpPr/>
          <p:nvPr/>
        </p:nvSpPr>
        <p:spPr>
          <a:xfrm>
            <a:off x="16347857" y="0"/>
            <a:ext cx="33915869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D08C0D8-D350-EB32-BEDA-9524DBC00785}"/>
              </a:ext>
            </a:extLst>
          </p:cNvPr>
          <p:cNvCxnSpPr>
            <a:cxnSpLocks/>
          </p:cNvCxnSpPr>
          <p:nvPr/>
        </p:nvCxnSpPr>
        <p:spPr>
          <a:xfrm>
            <a:off x="9950833" y="8647347"/>
            <a:ext cx="1737360" cy="0"/>
          </a:xfrm>
          <a:prstGeom prst="straightConnector1">
            <a:avLst/>
          </a:prstGeom>
          <a:ln w="263525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5C56A42-C60F-A71B-FA63-49AFD43489C8}"/>
              </a:ext>
            </a:extLst>
          </p:cNvPr>
          <p:cNvCxnSpPr>
            <a:cxnSpLocks/>
          </p:cNvCxnSpPr>
          <p:nvPr/>
        </p:nvCxnSpPr>
        <p:spPr>
          <a:xfrm>
            <a:off x="9941541" y="10876642"/>
            <a:ext cx="1737360" cy="0"/>
          </a:xfrm>
          <a:prstGeom prst="straightConnector1">
            <a:avLst/>
          </a:prstGeom>
          <a:ln w="263525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3F2D603-8326-7E23-CA8B-56A7EB80F0B7}"/>
              </a:ext>
            </a:extLst>
          </p:cNvPr>
          <p:cNvCxnSpPr>
            <a:cxnSpLocks/>
          </p:cNvCxnSpPr>
          <p:nvPr/>
        </p:nvCxnSpPr>
        <p:spPr>
          <a:xfrm>
            <a:off x="9941541" y="13227637"/>
            <a:ext cx="1737360" cy="0"/>
          </a:xfrm>
          <a:prstGeom prst="straightConnector1">
            <a:avLst/>
          </a:prstGeom>
          <a:ln w="263525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D21C46-C234-7CA8-AECC-08198A057214}"/>
              </a:ext>
            </a:extLst>
          </p:cNvPr>
          <p:cNvCxnSpPr>
            <a:cxnSpLocks/>
          </p:cNvCxnSpPr>
          <p:nvPr/>
        </p:nvCxnSpPr>
        <p:spPr>
          <a:xfrm>
            <a:off x="9950833" y="15695847"/>
            <a:ext cx="1737360" cy="0"/>
          </a:xfrm>
          <a:prstGeom prst="straightConnector1">
            <a:avLst/>
          </a:prstGeom>
          <a:ln w="263525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83C28F-6291-FC1F-10EC-7674EF1C1E87}"/>
                  </a:ext>
                </a:extLst>
              </p:cNvPr>
              <p:cNvSpPr txBox="1"/>
              <p:nvPr/>
            </p:nvSpPr>
            <p:spPr>
              <a:xfrm>
                <a:off x="10058400" y="7353012"/>
                <a:ext cx="974626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83C28F-6291-FC1F-10EC-7674EF1C1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0" y="7353012"/>
                <a:ext cx="974626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FF5EEF-5650-49CA-6962-98B04E931A83}"/>
                  </a:ext>
                </a:extLst>
              </p:cNvPr>
              <p:cNvSpPr txBox="1"/>
              <p:nvPr/>
            </p:nvSpPr>
            <p:spPr>
              <a:xfrm>
                <a:off x="10058400" y="9514276"/>
                <a:ext cx="974626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FF5EEF-5650-49CA-6962-98B04E931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0" y="9514276"/>
                <a:ext cx="974626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14FCA4-75CD-7075-1F98-61936B9F2001}"/>
                  </a:ext>
                </a:extLst>
              </p:cNvPr>
              <p:cNvSpPr txBox="1"/>
              <p:nvPr/>
            </p:nvSpPr>
            <p:spPr>
              <a:xfrm>
                <a:off x="10058400" y="11855567"/>
                <a:ext cx="974626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14FCA4-75CD-7075-1F98-61936B9F2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0" y="11855567"/>
                <a:ext cx="974626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0908FF-1F6E-B39E-FDDD-6C95230C15F9}"/>
                  </a:ext>
                </a:extLst>
              </p:cNvPr>
              <p:cNvSpPr txBox="1"/>
              <p:nvPr/>
            </p:nvSpPr>
            <p:spPr>
              <a:xfrm>
                <a:off x="10058400" y="14334114"/>
                <a:ext cx="974626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0908FF-1F6E-B39E-FDDD-6C95230C1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0" y="14334114"/>
                <a:ext cx="974626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3060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504AA-0864-F17F-9255-1E9EB8CF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D51C29E-6561-E928-E6C1-9ABBDB058510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B696FAE-5C51-19E9-30B6-C877B310F909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8DD9DD0-455F-7A87-829D-5A11A1320F51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ADE5001-7A3A-5827-D661-B92010454847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92A085C-60C8-4248-2A10-D623ED813BBF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9C18ADF-2ECF-93A4-BE23-F45DA992EA39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50F499-861F-E038-8951-8BE79E8836B0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50F499-861F-E038-8951-8BE79E883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AD92144-C6EF-6813-1E97-68CA9A6EB3BC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AD92144-C6EF-6813-1E97-68CA9A6EB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35C9EA9C-F5A5-CACD-D361-1DFB6140795E}"/>
              </a:ext>
            </a:extLst>
          </p:cNvPr>
          <p:cNvGraphicFramePr>
            <a:graphicFrameLocks noGrp="1"/>
          </p:cNvGraphicFramePr>
          <p:nvPr/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698A5C3-3AA7-E211-6B1A-9CEF01768CA1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698A5C3-3AA7-E211-6B1A-9CEF01768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8BC73045-F98A-3449-D3AF-578F91278A9F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21BAA28-7E1E-9D33-2E32-F20A2A833266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7EE7B1C-422C-6E50-EDC7-6FFF23486E21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82A665B-2E76-2878-0952-173C6E7E9624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3FEB3CC-9A6A-BB47-6469-AD06884F785F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C5AE02D5-E29B-1B11-0307-3A8C8EA7DE61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F8CF478-E10F-22FA-A06D-6EC6A447F7EF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66BF042-DA3B-64F2-6B10-9467C36E579E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84E1377-8DCC-A758-A9CA-022642F1AE74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EF5665C-CEDF-C860-F754-272EFD5445D6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F6D3269-3E11-0BA2-F6BA-36FCA10D5543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3F118868-7E8B-C17B-1899-885A3BA0ADCE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C3C0E34-BBE0-B841-DE10-A5CC4CB0E24D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23FADC3-4129-E110-53F8-04D840E842E2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49D54FE9-AF66-39DA-5414-2BA8188EE91F}"/>
              </a:ext>
            </a:extLst>
          </p:cNvPr>
          <p:cNvSpPr/>
          <p:nvPr/>
        </p:nvSpPr>
        <p:spPr>
          <a:xfrm>
            <a:off x="16582640" y="0"/>
            <a:ext cx="3368108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439D380-A5EF-91B2-7E89-BB5184D1877B}"/>
              </a:ext>
            </a:extLst>
          </p:cNvPr>
          <p:cNvGraphicFramePr>
            <a:graphicFrameLocks noGrp="1"/>
          </p:cNvGraphicFramePr>
          <p:nvPr/>
        </p:nvGraphicFramePr>
        <p:xfrm>
          <a:off x="16582640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133,663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184,900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133,225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159,840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6842F3-8C3C-53EA-649E-178922F1E0EE}"/>
                  </a:ext>
                </a:extLst>
              </p:cNvPr>
              <p:cNvSpPr txBox="1"/>
              <p:nvPr/>
            </p:nvSpPr>
            <p:spPr>
              <a:xfrm>
                <a:off x="15579995" y="5601500"/>
                <a:ext cx="5079275" cy="1248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6842F3-8C3C-53EA-649E-178922F1E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9995" y="5601500"/>
                <a:ext cx="5079275" cy="124816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245E7A-6EFF-C9FF-C6DD-263356526562}"/>
              </a:ext>
            </a:extLst>
          </p:cNvPr>
          <p:cNvCxnSpPr>
            <a:cxnSpLocks/>
          </p:cNvCxnSpPr>
          <p:nvPr/>
        </p:nvCxnSpPr>
        <p:spPr>
          <a:xfrm>
            <a:off x="13678769" y="8647347"/>
            <a:ext cx="2926080" cy="0"/>
          </a:xfrm>
          <a:prstGeom prst="straightConnector1">
            <a:avLst/>
          </a:prstGeom>
          <a:ln w="266700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8838ED-08E4-3A4C-58DC-8BBD742A06C8}"/>
              </a:ext>
            </a:extLst>
          </p:cNvPr>
          <p:cNvCxnSpPr>
            <a:cxnSpLocks/>
          </p:cNvCxnSpPr>
          <p:nvPr/>
        </p:nvCxnSpPr>
        <p:spPr>
          <a:xfrm>
            <a:off x="13669477" y="10876642"/>
            <a:ext cx="2926080" cy="0"/>
          </a:xfrm>
          <a:prstGeom prst="straightConnector1">
            <a:avLst/>
          </a:prstGeom>
          <a:ln w="266700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CAD761-2F1C-BFCD-7D3C-A29712702058}"/>
              </a:ext>
            </a:extLst>
          </p:cNvPr>
          <p:cNvCxnSpPr>
            <a:cxnSpLocks/>
          </p:cNvCxnSpPr>
          <p:nvPr/>
        </p:nvCxnSpPr>
        <p:spPr>
          <a:xfrm>
            <a:off x="13669477" y="13227637"/>
            <a:ext cx="2926080" cy="0"/>
          </a:xfrm>
          <a:prstGeom prst="straightConnector1">
            <a:avLst/>
          </a:prstGeom>
          <a:ln w="266700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D270FA-518E-5F7A-9FBF-5762189AE2D6}"/>
              </a:ext>
            </a:extLst>
          </p:cNvPr>
          <p:cNvCxnSpPr>
            <a:cxnSpLocks/>
          </p:cNvCxnSpPr>
          <p:nvPr/>
        </p:nvCxnSpPr>
        <p:spPr>
          <a:xfrm>
            <a:off x="13678769" y="15695847"/>
            <a:ext cx="2926080" cy="0"/>
          </a:xfrm>
          <a:prstGeom prst="straightConnector1">
            <a:avLst/>
          </a:prstGeom>
          <a:ln w="266700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1E956AB-33E9-F085-BE87-F3CA9E94FA32}"/>
              </a:ext>
            </a:extLst>
          </p:cNvPr>
          <p:cNvSpPr txBox="1"/>
          <p:nvPr/>
        </p:nvSpPr>
        <p:spPr>
          <a:xfrm>
            <a:off x="13931105" y="7836801"/>
            <a:ext cx="1945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Squared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647B2D-757F-42A0-1CE2-CE36366C9BE0}"/>
              </a:ext>
            </a:extLst>
          </p:cNvPr>
          <p:cNvSpPr txBox="1"/>
          <p:nvPr/>
        </p:nvSpPr>
        <p:spPr>
          <a:xfrm>
            <a:off x="13931105" y="10097124"/>
            <a:ext cx="1945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Squared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0DC713-AA1B-C202-2879-51F5F17E604A}"/>
              </a:ext>
            </a:extLst>
          </p:cNvPr>
          <p:cNvSpPr txBox="1"/>
          <p:nvPr/>
        </p:nvSpPr>
        <p:spPr>
          <a:xfrm>
            <a:off x="13931105" y="12457364"/>
            <a:ext cx="1945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Squared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3DE214-45ED-ED41-1108-14020D079123}"/>
              </a:ext>
            </a:extLst>
          </p:cNvPr>
          <p:cNvSpPr txBox="1"/>
          <p:nvPr/>
        </p:nvSpPr>
        <p:spPr>
          <a:xfrm>
            <a:off x="13931105" y="14935425"/>
            <a:ext cx="1945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Squared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90432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FA073-2546-A0E4-85F7-6CF3DC888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7CC9F8E-93B9-23A2-4B8D-52B1B24513B2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A929102-1668-93CA-D79F-505824ADB441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6EB2443-A82B-A0D3-99C6-39ECE384058D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6E88DB5-7C76-D07A-0DB5-ADE3C85CB810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FA571AF-A47F-DED0-C9CA-FC03C7884F08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CDA59A2-797C-C1C2-A2B7-6CBA1BDA6165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9CA0832-F40C-F25B-B44A-E788D4AC34DD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9CA0832-F40C-F25B-B44A-E788D4AC3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E9EFD2B-13AF-BB92-109C-E37256A12898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E9EFD2B-13AF-BB92-109C-E37256A12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D5E578B-8C19-BFFD-A00A-1E8A83B1C672}"/>
              </a:ext>
            </a:extLst>
          </p:cNvPr>
          <p:cNvGraphicFramePr>
            <a:graphicFrameLocks noGrp="1"/>
          </p:cNvGraphicFramePr>
          <p:nvPr/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7CC6B3B-1798-6745-10BF-8832FCA798B0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7CC6B3B-1798-6745-10BF-8832FCA79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B8FC2B51-4E57-B4FF-8D55-C693F6AB675E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1959837-AF66-1BAC-3CE8-CFBF96DF0534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7CB091B-00EB-C9B6-D39C-6C4ACE8054A1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D2FF78A-FDA1-D838-35CE-F497B29BC702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2A1A1503-43EB-3F00-A42A-160072EBC449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232DAEED-AD5B-E6AF-08A0-2FF9E9821957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4B64940-4FC9-098F-B445-1D3F20D2B95D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A98438A-F912-FFE1-9694-C0F07354E50A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A9F6C69-4BB5-7F45-1FC7-C617FDE3C710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F2FA5B3-56E4-B674-4E4F-A6256FCE7470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CBE0CB3-D1F7-33C1-C8F8-42693CD7DC6C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DBE04B9-3573-D7BE-4E77-10951876011F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FC5D51D-3F50-D8FB-C732-B06B6B3D103B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1CC4B94-9443-1110-88DC-6E0B47B5009F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528D932-F449-CD55-0EF0-5911BA8D9D2F}"/>
              </a:ext>
            </a:extLst>
          </p:cNvPr>
          <p:cNvSpPr/>
          <p:nvPr/>
        </p:nvSpPr>
        <p:spPr>
          <a:xfrm>
            <a:off x="16621394" y="0"/>
            <a:ext cx="3368108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7FCD23E-D0F0-DEA9-A1FA-D9C218D893DD}"/>
              </a:ext>
            </a:extLst>
          </p:cNvPr>
          <p:cNvGraphicFramePr>
            <a:graphicFrameLocks noGrp="1"/>
          </p:cNvGraphicFramePr>
          <p:nvPr/>
        </p:nvGraphicFramePr>
        <p:xfrm>
          <a:off x="16582640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133,663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184,900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133,225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159,840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DE61BC-EB72-062B-00CC-BB04A7FA115D}"/>
                  </a:ext>
                </a:extLst>
              </p:cNvPr>
              <p:cNvSpPr txBox="1"/>
              <p:nvPr/>
            </p:nvSpPr>
            <p:spPr>
              <a:xfrm>
                <a:off x="15579995" y="5601500"/>
                <a:ext cx="5079275" cy="1248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DE61BC-EB72-062B-00CC-BB04A7FA1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9995" y="5601500"/>
                <a:ext cx="5079275" cy="124816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75CDFF0-6359-3897-F2F9-2757193FCAB8}"/>
              </a:ext>
            </a:extLst>
          </p:cNvPr>
          <p:cNvGraphicFramePr>
            <a:graphicFrameLocks noGrp="1"/>
          </p:cNvGraphicFramePr>
          <p:nvPr/>
        </p:nvGraphicFramePr>
        <p:xfrm>
          <a:off x="22812000" y="9740391"/>
          <a:ext cx="2956787" cy="46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66434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611,628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2B240E-D301-60FD-435B-663E4A7F4466}"/>
                  </a:ext>
                </a:extLst>
              </p:cNvPr>
              <p:cNvSpPr txBox="1"/>
              <p:nvPr/>
            </p:nvSpPr>
            <p:spPr>
              <a:xfrm>
                <a:off x="21541105" y="4929122"/>
                <a:ext cx="6256393" cy="26934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𝒉</m:t>
                                          </m:r>
                                        </m:e>
                                        <m:sub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2B240E-D301-60FD-435B-663E4A7F4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1105" y="4929122"/>
                <a:ext cx="6256393" cy="269343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F5CBDEA-F2DF-57B0-76FE-4784842DF602}"/>
              </a:ext>
            </a:extLst>
          </p:cNvPr>
          <p:cNvCxnSpPr>
            <a:endCxn id="17" idx="1"/>
          </p:cNvCxnSpPr>
          <p:nvPr/>
        </p:nvCxnSpPr>
        <p:spPr>
          <a:xfrm>
            <a:off x="19539427" y="8616462"/>
            <a:ext cx="3272573" cy="3456102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8E8CB35-65AE-FFED-4285-89A9E1D92BE7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19526968" y="12072564"/>
            <a:ext cx="3285032" cy="3456102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F1B887A-42A0-4425-85C8-B5D335967282}"/>
              </a:ext>
            </a:extLst>
          </p:cNvPr>
          <p:cNvCxnSpPr>
            <a:endCxn id="17" idx="1"/>
          </p:cNvCxnSpPr>
          <p:nvPr/>
        </p:nvCxnSpPr>
        <p:spPr>
          <a:xfrm>
            <a:off x="19539427" y="10637520"/>
            <a:ext cx="3272573" cy="1435044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D4434E5-9866-F521-AF13-99A5F1E56F62}"/>
              </a:ext>
            </a:extLst>
          </p:cNvPr>
          <p:cNvCxnSpPr>
            <a:cxnSpLocks/>
          </p:cNvCxnSpPr>
          <p:nvPr/>
        </p:nvCxnSpPr>
        <p:spPr>
          <a:xfrm flipV="1">
            <a:off x="19522323" y="12052139"/>
            <a:ext cx="3272573" cy="1435044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8F3956B-B690-8735-277B-59B05FA45F41}"/>
              </a:ext>
            </a:extLst>
          </p:cNvPr>
          <p:cNvSpPr txBox="1"/>
          <p:nvPr/>
        </p:nvSpPr>
        <p:spPr>
          <a:xfrm>
            <a:off x="20509804" y="9144000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503D56-CA98-3E8B-5F49-D9AA40DF19BE}"/>
              </a:ext>
            </a:extLst>
          </p:cNvPr>
          <p:cNvSpPr txBox="1"/>
          <p:nvPr/>
        </p:nvSpPr>
        <p:spPr>
          <a:xfrm>
            <a:off x="19959012" y="10185049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A1A7DB-D6FD-D3BE-EA5F-0130F944EAE7}"/>
              </a:ext>
            </a:extLst>
          </p:cNvPr>
          <p:cNvSpPr txBox="1"/>
          <p:nvPr/>
        </p:nvSpPr>
        <p:spPr>
          <a:xfrm>
            <a:off x="20073030" y="12021660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74DB7F-78EA-2B32-9BCF-DA92FA541117}"/>
              </a:ext>
            </a:extLst>
          </p:cNvPr>
          <p:cNvSpPr txBox="1"/>
          <p:nvPr/>
        </p:nvSpPr>
        <p:spPr>
          <a:xfrm>
            <a:off x="20723327" y="14184759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07882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4FEC1-882F-D808-C1F4-279F582C1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CC8C05C-CCBB-195B-DCB1-AA05CB1C1022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107567A-C330-E299-B44E-6A71DD456530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5CB3C4-195B-642B-AA98-9459C4C059ED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1A58DC6-9F9E-5BA8-55FD-8629E8AAF8EB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947B5EC-EE4E-A118-91E0-E693ECA2F0C2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63742E0-FD4D-969C-992E-33489944EDB9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E23BBF-48AF-A1EC-83DD-207008262D08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E23BBF-48AF-A1EC-83DD-207008262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93D65DE-59CD-9EB1-8993-B5AEBFB84F84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93D65DE-59CD-9EB1-8993-B5AEBFB84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358D115B-A72A-61B8-C3FD-33E29982D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722537"/>
              </p:ext>
            </p:extLst>
          </p:nvPr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6F260CD-AE23-FC8F-BEA8-BB3799702DDB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6F260CD-AE23-FC8F-BEA8-BB3799702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5EE386E7-F8C7-6253-2AA9-54A3D72059D3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CC79CBF6-7A1E-748C-6E1A-F214BB7DC7CA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69F6D96-18DD-A181-7BC6-58995AD0FC35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ADAF185-EFF1-1315-65B2-499BD039E327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8249385-8579-89C8-5536-B6CDDE144028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1DDAEC4-46F7-E6DC-D102-5E04557BA95D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2E74D4C-05BE-4A3C-712B-F46A6C46C070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C44DBEF-E7CF-9C72-6D01-15F2DDB33135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F99EDAAA-60AD-3881-ED2B-1146EF47D947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CBCD169-0FB2-2DE8-1B11-05010FCE5AC2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8F762A5-EF4A-D859-C7FF-773FF0C91C57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FD7FCCC1-37BA-6D0E-B587-D06E8D428105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0FDF307-E350-F159-77AA-3957EDD46987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A982C94-1DEC-BCD2-2C58-D8F4A8C6CCC9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A1214523-557D-431E-5A25-B5BB1D6942B1}"/>
              </a:ext>
            </a:extLst>
          </p:cNvPr>
          <p:cNvSpPr/>
          <p:nvPr/>
        </p:nvSpPr>
        <p:spPr>
          <a:xfrm>
            <a:off x="16621394" y="987552"/>
            <a:ext cx="33681086" cy="16203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D04DF5-36F4-329E-353B-23ECAF1BF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960461"/>
              </p:ext>
            </p:extLst>
          </p:nvPr>
        </p:nvGraphicFramePr>
        <p:xfrm>
          <a:off x="16582640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133,663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184,900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133,225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159,840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CA42E9-12D2-291A-190E-9EED5A48D112}"/>
                  </a:ext>
                </a:extLst>
              </p:cNvPr>
              <p:cNvSpPr txBox="1"/>
              <p:nvPr/>
            </p:nvSpPr>
            <p:spPr>
              <a:xfrm>
                <a:off x="15579995" y="5601500"/>
                <a:ext cx="5079275" cy="1248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CA42E9-12D2-291A-190E-9EED5A48D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9995" y="5601500"/>
                <a:ext cx="5079275" cy="124816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8179FF4-A3DF-71B8-0462-9E6D685850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956901"/>
              </p:ext>
            </p:extLst>
          </p:nvPr>
        </p:nvGraphicFramePr>
        <p:xfrm>
          <a:off x="22812000" y="9740391"/>
          <a:ext cx="2956787" cy="46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66434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611,628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067E5E-4D7D-00E6-D787-2590F0915CA4}"/>
                  </a:ext>
                </a:extLst>
              </p:cNvPr>
              <p:cNvSpPr txBox="1"/>
              <p:nvPr/>
            </p:nvSpPr>
            <p:spPr>
              <a:xfrm>
                <a:off x="21541105" y="4929122"/>
                <a:ext cx="6256393" cy="26934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𝒉</m:t>
                                          </m:r>
                                        </m:e>
                                        <m:sub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067E5E-4D7D-00E6-D787-2590F0915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1105" y="4929122"/>
                <a:ext cx="6256393" cy="269343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70B1E361-69E0-994B-7687-557E1646D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892178"/>
              </p:ext>
            </p:extLst>
          </p:nvPr>
        </p:nvGraphicFramePr>
        <p:xfrm>
          <a:off x="32362625" y="9689487"/>
          <a:ext cx="2956787" cy="46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66434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74,453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660A16C-D20B-2A4A-3861-9FC7093435DC}"/>
                  </a:ext>
                </a:extLst>
              </p:cNvPr>
              <p:cNvSpPr txBox="1"/>
              <p:nvPr/>
            </p:nvSpPr>
            <p:spPr>
              <a:xfrm>
                <a:off x="29529794" y="4878866"/>
                <a:ext cx="8196603" cy="26162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𝒉</m:t>
                                          </m:r>
                                        </m:e>
                                        <m:sub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660A16C-D20B-2A4A-3861-9FC709343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9794" y="4878866"/>
                <a:ext cx="8196603" cy="261622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956CAA9-4F1F-0ADB-64E6-7A2337F39243}"/>
              </a:ext>
            </a:extLst>
          </p:cNvPr>
          <p:cNvCxnSpPr>
            <a:cxnSpLocks/>
          </p:cNvCxnSpPr>
          <p:nvPr/>
        </p:nvCxnSpPr>
        <p:spPr>
          <a:xfrm>
            <a:off x="25748862" y="12072564"/>
            <a:ext cx="658368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F9C4288-5C79-F463-4A00-FF717E5949C4}"/>
              </a:ext>
            </a:extLst>
          </p:cNvPr>
          <p:cNvSpPr txBox="1"/>
          <p:nvPr/>
        </p:nvSpPr>
        <p:spPr>
          <a:xfrm>
            <a:off x="26759056" y="11032418"/>
            <a:ext cx="40010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divide by </a:t>
            </a:r>
            <a:r>
              <a:rPr lang="en-US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2m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059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19AE4-8042-F78A-36CB-0BDE7CA63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5993B81-9349-C196-A86F-74F26FA902B6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F966F77-2487-4A9B-2B3D-3C130DA39BD1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6FC7FE-4E84-C55A-A27A-0645522B284B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DBA54DD-CACD-853C-D15A-7CF372F5D08B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E8EA873-7217-373C-1D24-8311CC04A2E7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BFFD110-07A6-74C8-1A53-CF45CF79C0B4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83157E6-412A-B6FC-F695-A55E064AA37B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83157E6-412A-B6FC-F695-A55E064AA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DA6DC34-8D6D-6F72-5055-E4FE225059E5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DA6DC34-8D6D-6F72-5055-E4FE22505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D2A448D-F181-F9C3-EB34-EB4791E0F19F}"/>
              </a:ext>
            </a:extLst>
          </p:cNvPr>
          <p:cNvGraphicFramePr>
            <a:graphicFrameLocks noGrp="1"/>
          </p:cNvGraphicFramePr>
          <p:nvPr/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B0E0B21-5375-8F20-CC94-7D8EF52823A3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B0E0B21-5375-8F20-CC94-7D8EF5282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9925FD0A-E05A-7C71-158F-15240CA871BB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8B6807A2-972D-0F3E-EF9F-8A6447FFB5E3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E57A156-CD67-AA07-9F92-326DF6AF29C8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99408CE-41D7-BF67-A3E5-6C5997703B5F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4E1A4EF5-A56D-4C4A-7228-BAB7D9ABD604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554FCDCB-4F06-2AEF-413C-F6A369B792FB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C73E1EB-4479-F5C8-281F-D3C82697F4E2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71856B5-3CEE-D672-4C59-6BDE6291D235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8739AC4-003E-6A10-1028-567FD5CAC2C1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5DCA5EB-27F8-27D1-5621-2E1BA1504A8F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07BF99B-57EC-5A23-B493-95B334E1964A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92530533-FF4D-1D73-7FD8-22F40004794E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BA1C64D-6A8A-703A-3788-EE4332043CA7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C9D57D4-5C33-031A-0321-69EC805BCCF0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4845D398-E06D-6E3B-8F05-BA1D4E784DF1}"/>
              </a:ext>
            </a:extLst>
          </p:cNvPr>
          <p:cNvSpPr/>
          <p:nvPr/>
        </p:nvSpPr>
        <p:spPr>
          <a:xfrm>
            <a:off x="16621394" y="0"/>
            <a:ext cx="3368108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E94D334-1BD4-30FD-A770-70488DA753C1}"/>
              </a:ext>
            </a:extLst>
          </p:cNvPr>
          <p:cNvGraphicFramePr>
            <a:graphicFrameLocks noGrp="1"/>
          </p:cNvGraphicFramePr>
          <p:nvPr/>
        </p:nvGraphicFramePr>
        <p:xfrm>
          <a:off x="16582640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133,663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184,900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133,225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159,840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F8F3A5-2E4A-2152-4413-D6BDBCAA2E49}"/>
                  </a:ext>
                </a:extLst>
              </p:cNvPr>
              <p:cNvSpPr txBox="1"/>
              <p:nvPr/>
            </p:nvSpPr>
            <p:spPr>
              <a:xfrm>
                <a:off x="15579995" y="5601500"/>
                <a:ext cx="5079275" cy="1248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F8F3A5-2E4A-2152-4413-D6BDBCAA2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9995" y="5601500"/>
                <a:ext cx="5079275" cy="124816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62DFABF-B297-CC92-7B4E-8222EB51DEEF}"/>
              </a:ext>
            </a:extLst>
          </p:cNvPr>
          <p:cNvGraphicFramePr>
            <a:graphicFrameLocks noGrp="1"/>
          </p:cNvGraphicFramePr>
          <p:nvPr/>
        </p:nvGraphicFramePr>
        <p:xfrm>
          <a:off x="22812000" y="9740391"/>
          <a:ext cx="2956787" cy="46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66434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611,628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396AAC-F3A6-CA22-E1B0-4A0270D0798F}"/>
                  </a:ext>
                </a:extLst>
              </p:cNvPr>
              <p:cNvSpPr txBox="1"/>
              <p:nvPr/>
            </p:nvSpPr>
            <p:spPr>
              <a:xfrm>
                <a:off x="21541105" y="4929122"/>
                <a:ext cx="6256393" cy="26934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𝒉</m:t>
                                          </m:r>
                                        </m:e>
                                        <m:sub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396AAC-F3A6-CA22-E1B0-4A0270D07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1105" y="4929122"/>
                <a:ext cx="6256393" cy="269343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3AC39465-28F1-50EF-9357-FB14CD33F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448117"/>
              </p:ext>
            </p:extLst>
          </p:nvPr>
        </p:nvGraphicFramePr>
        <p:xfrm>
          <a:off x="34213952" y="9689487"/>
          <a:ext cx="2956787" cy="46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66434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74,453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86AED2F-34E4-6D48-F8C4-2E0F5B7EB29C}"/>
                  </a:ext>
                </a:extLst>
              </p:cNvPr>
              <p:cNvSpPr txBox="1"/>
              <p:nvPr/>
            </p:nvSpPr>
            <p:spPr>
              <a:xfrm>
                <a:off x="29529794" y="4878866"/>
                <a:ext cx="12325105" cy="26162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𝒉</m:t>
                                          </m:r>
                                        </m:e>
                                        <m:sub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86AED2F-34E4-6D48-F8C4-2E0F5B7EB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9794" y="4878866"/>
                <a:ext cx="12325105" cy="261622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C1B01D8-F138-374C-F631-007235C966E6}"/>
              </a:ext>
            </a:extLst>
          </p:cNvPr>
          <p:cNvSpPr txBox="1"/>
          <p:nvPr/>
        </p:nvSpPr>
        <p:spPr>
          <a:xfrm>
            <a:off x="31557032" y="3413494"/>
            <a:ext cx="82706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Cost at </a:t>
            </a:r>
            <a:r>
              <a:rPr lang="en-US" sz="4400" b="1" u="sng" dirty="0"/>
              <a:t>iteration 0</a:t>
            </a:r>
            <a:r>
              <a:rPr lang="en-US" sz="4400" b="1" dirty="0"/>
              <a:t> using values of THETA_0 and THETA_1</a:t>
            </a:r>
          </a:p>
        </p:txBody>
      </p:sp>
    </p:spTree>
    <p:extLst>
      <p:ext uri="{BB962C8B-B14F-4D97-AF65-F5344CB8AC3E}">
        <p14:creationId xmlns:p14="http://schemas.microsoft.com/office/powerpoint/2010/main" val="3501000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BFD99-42C8-FA01-AC8D-347059F7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7C5B2-72DF-3181-7E9E-D17D16F782C4}"/>
              </a:ext>
            </a:extLst>
          </p:cNvPr>
          <p:cNvSpPr txBox="1"/>
          <p:nvPr/>
        </p:nvSpPr>
        <p:spPr>
          <a:xfrm>
            <a:off x="0" y="1390310"/>
            <a:ext cx="50781915" cy="3093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500" b="1" dirty="0"/>
              <a:t>Root Mean Squared Error Calculation (RMSE)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80B166-33C0-5EDC-4C0F-71DF535F1419}"/>
                  </a:ext>
                </a:extLst>
              </p:cNvPr>
              <p:cNvSpPr txBox="1"/>
              <p:nvPr/>
            </p:nvSpPr>
            <p:spPr>
              <a:xfrm>
                <a:off x="9146294" y="6959585"/>
                <a:ext cx="31894757" cy="9938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6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166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6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66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6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66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66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16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166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6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166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166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6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6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66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6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600" b="1" i="1">
                                                  <a:latin typeface="Cambria Math" panose="02040503050406030204" pitchFamily="18" charset="0"/>
                                                </a:rPr>
                                                <m:t>𝒉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6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𝜽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166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sz="166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166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166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𝒊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  <m:r>
                                            <a:rPr lang="en-US" sz="16600" b="1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66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p>
                                          <m:r>
                                            <a:rPr lang="en-US" sz="166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6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sz="16600" b="1" dirty="0"/>
                                <m:t> 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en-US" sz="166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80B166-33C0-5EDC-4C0F-71DF535F1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6294" y="6959585"/>
                <a:ext cx="31894757" cy="99381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9265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C1C1A-B1A7-87CF-AC48-DF97979C5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67712C6-8418-4B45-81A1-F51D7194885B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462D558-69F7-65C8-8831-F07F8649D004}"/>
              </a:ext>
            </a:extLst>
          </p:cNvPr>
          <p:cNvGraphicFramePr>
            <a:graphicFrameLocks noGrp="1"/>
          </p:cNvGraphicFramePr>
          <p:nvPr/>
        </p:nvGraphicFramePr>
        <p:xfrm>
          <a:off x="153781" y="2933693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5258FF3-6E89-6C04-C9DF-B5B6D1958CFA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4A5F44-3230-1C2E-D3CC-C1E014EA1566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320E202-02FB-C7D4-72CA-0AF51BA2C728}"/>
              </a:ext>
            </a:extLst>
          </p:cNvPr>
          <p:cNvGraphicFramePr>
            <a:graphicFrameLocks noGrp="1"/>
          </p:cNvGraphicFramePr>
          <p:nvPr/>
        </p:nvGraphicFramePr>
        <p:xfrm>
          <a:off x="51562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09B46EF-E180-952A-D265-F5CAC89327B9}"/>
              </a:ext>
            </a:extLst>
          </p:cNvPr>
          <p:cNvGraphicFramePr>
            <a:graphicFrameLocks noGrp="1"/>
          </p:cNvGraphicFramePr>
          <p:nvPr/>
        </p:nvGraphicFramePr>
        <p:xfrm>
          <a:off x="78384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2662D85-FB52-5556-6AB8-8E2C24F55886}"/>
                  </a:ext>
                </a:extLst>
              </p:cNvPr>
              <p:cNvSpPr txBox="1"/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2F04E86-B139-3E35-98D6-8AA6D79A5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96AD380-EF5B-370A-1523-98C88915A728}"/>
                  </a:ext>
                </a:extLst>
              </p:cNvPr>
              <p:cNvSpPr txBox="1"/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A4E58F0-8AED-9575-4037-92501F132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4031809-CA4A-B774-5947-A5F1C145EAF7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F3FC9D9-C939-FF81-A42F-C44E81C33175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3917511-4F8D-54ED-7CB2-14EA7CCE91E1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A73B4B4A-521E-F70B-1492-981CFEFC8BB4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240F34-479A-23C5-8CFA-E122990EFAB9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E21AE5C-93EF-3E47-8DC3-90598C04B0F5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C510E7D-3BB7-0DA4-9663-DBE266E9A23E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B8EBB6A-F2ED-0A29-C34D-AF49C202CE19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2AABEC9-5D34-E510-CA7C-3A60B232060D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52BCA00-5E1B-E9E2-1CCE-81725AA88CE7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9C1E7A8-D0AC-2DA1-353B-0F32CC0A885B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26E3D93-2BE6-D257-54AB-F0C1CB41C316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45A11C2-2AA5-CFCD-3136-739F1E54EA06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8FE4E07A-358C-02B7-1666-56620820869C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3C0E2ED-B784-9C97-014B-932645B48834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76012E0-D5BE-6650-A747-29DB448455C1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A4CBEE4A-4E32-F6F1-1338-894908DD5223}"/>
              </a:ext>
            </a:extLst>
          </p:cNvPr>
          <p:cNvSpPr/>
          <p:nvPr/>
        </p:nvSpPr>
        <p:spPr>
          <a:xfrm>
            <a:off x="4900593" y="0"/>
            <a:ext cx="45363134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56EF36-C39B-3CD6-E5D1-C432434B6D95}"/>
              </a:ext>
            </a:extLst>
          </p:cNvPr>
          <p:cNvGraphicFramePr>
            <a:graphicFrameLocks noGrp="1"/>
          </p:cNvGraphicFramePr>
          <p:nvPr/>
        </p:nvGraphicFramePr>
        <p:xfrm>
          <a:off x="7990893" y="75025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746693-F7E3-E8B5-97AB-927B14214BE5}"/>
                  </a:ext>
                </a:extLst>
              </p:cNvPr>
              <p:cNvSpPr txBox="1"/>
              <p:nvPr/>
            </p:nvSpPr>
            <p:spPr>
              <a:xfrm>
                <a:off x="8682864" y="59071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28BB77-34CC-5E07-06D4-F232DE486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864" y="5907134"/>
                <a:ext cx="989464" cy="94699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9018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56CE4-6452-21C7-52FD-317100124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F26A94D-57E7-D791-8AB0-3C5A428E29C9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2F28145-2268-B7DA-9B50-677868A78703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405B6E8-EFDC-BEF1-CFCA-88C7043C609B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ADE40E3-D136-1C98-CE40-20B6643D8B9F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9D8F6F9-2FA1-22B6-104C-E596A1C5EA21}"/>
              </a:ext>
            </a:extLst>
          </p:cNvPr>
          <p:cNvGraphicFramePr>
            <a:graphicFrameLocks noGrp="1"/>
          </p:cNvGraphicFramePr>
          <p:nvPr/>
        </p:nvGraphicFramePr>
        <p:xfrm>
          <a:off x="51562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5C3A754-39BA-0986-A398-07FFC0CDDA39}"/>
              </a:ext>
            </a:extLst>
          </p:cNvPr>
          <p:cNvGraphicFramePr>
            <a:graphicFrameLocks noGrp="1"/>
          </p:cNvGraphicFramePr>
          <p:nvPr/>
        </p:nvGraphicFramePr>
        <p:xfrm>
          <a:off x="78384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D417599-18F9-1C33-4ABB-0A65EB856B5E}"/>
                  </a:ext>
                </a:extLst>
              </p:cNvPr>
              <p:cNvSpPr txBox="1"/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2F04E86-B139-3E35-98D6-8AA6D79A5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78A2E6-110A-1A25-488E-37A6AAF3D771}"/>
                  </a:ext>
                </a:extLst>
              </p:cNvPr>
              <p:cNvSpPr txBox="1"/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A4E58F0-8AED-9575-4037-92501F132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39FF5AD-2272-894A-FF95-94E99DC602A4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E497874-3C09-DFD2-4111-76A160CF12B2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838DB3EA-62C5-C145-92BD-F8E2E76B074A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D402D657-93AD-AF2D-15DE-2EB33F45220F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D16635B-28DD-DBE5-C69F-4FE542AE770F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EEC6EE4-933C-47E4-AF61-12384F762B89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82715DFA-B894-89F6-5F82-7AE004E13D1F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59F23006-9E5B-F929-89A1-21B2D5FC1CA7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8BD1B74-65A4-58A7-BC5F-0698D0315780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4A0EE41-5E71-31B9-31A1-06EA74C57FCA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931CFFB0-15C1-1AD1-36DD-00A42FCC0966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6FE9F25-1D2D-9FDA-1DC1-B651C37B3F03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1050384-6A5D-F3B3-800C-BFBF70FE917B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AE469A09-5BAE-295C-205E-F79CB134AB71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08B8E4C-137E-477E-FD16-CF23A6274D34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6C511E2-CD08-1DDE-A89A-15E6863E618A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88FDCAFE-76E6-3A5D-0526-57EC115AE380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983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EA968-43B1-DEB2-F0FA-09AE31988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9FDB0A5-BEB8-55D7-2F4A-E8236A807DDE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99452AF-E4D0-5672-9320-53612CF03733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98863D3-E8D6-BF84-8D9D-E628F6920010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BC3CAB-DDA0-6AEE-4E9F-D37AE951A4E5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A80F8FA-25D2-69C9-444B-F6D296D185B6}"/>
              </a:ext>
            </a:extLst>
          </p:cNvPr>
          <p:cNvGraphicFramePr>
            <a:graphicFrameLocks noGrp="1"/>
          </p:cNvGraphicFramePr>
          <p:nvPr/>
        </p:nvGraphicFramePr>
        <p:xfrm>
          <a:off x="51562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2581C08-7014-3B99-86F4-3C7B5528ABA4}"/>
              </a:ext>
            </a:extLst>
          </p:cNvPr>
          <p:cNvGraphicFramePr>
            <a:graphicFrameLocks noGrp="1"/>
          </p:cNvGraphicFramePr>
          <p:nvPr/>
        </p:nvGraphicFramePr>
        <p:xfrm>
          <a:off x="78384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09D6B5A-E846-A6F2-1665-9D95381A06CD}"/>
                  </a:ext>
                </a:extLst>
              </p:cNvPr>
              <p:cNvSpPr txBox="1"/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2F04E86-B139-3E35-98D6-8AA6D79A5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EBC50F1-2BBF-AE15-81E5-202C65354564}"/>
                  </a:ext>
                </a:extLst>
              </p:cNvPr>
              <p:cNvSpPr txBox="1"/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A4E58F0-8AED-9575-4037-92501F132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5DF02B0-ADE6-EB31-CAB2-8E14A4F27956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25269AD-3767-CD62-33CE-B2DB6D23CB4E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0DEB15A-05C2-3BD9-034B-39B636A2AB05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6225A6A3-7A8C-CB24-AF85-3F52EECA3703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06DBBD9-A782-0B72-CD65-A86C72E63D44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63E8C1F-058B-0F06-25A2-1DB7EC6503FB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51AA419-68D9-B85E-D5D8-A1B50132537C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94F6288-1A1F-D76F-0CBE-6A37D6BF1292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E4A81F-8DBE-404D-F1E4-DF6B29E994BD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B53B26B-A973-0322-3735-A0A5DA8B8062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52A56DA-7097-5B3B-3D02-6B63F1AA2E53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66343D2-D90A-25F3-5205-3EE0BC4EE8A2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830CE49-8739-FAFD-09A2-250614BFC4B0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3090310-2A4E-823B-D27A-18B75104A65F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2092428-9F07-539D-23FE-2B3297CEE364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97EB75C-9560-00FA-6906-C4AF279EA528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36C0250-6323-EDAB-9FB6-AF0336F15C00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B955BF-0E21-87A4-E8A1-031A3F774F12}"/>
              </a:ext>
            </a:extLst>
          </p:cNvPr>
          <p:cNvCxnSpPr>
            <a:cxnSpLocks/>
          </p:cNvCxnSpPr>
          <p:nvPr/>
        </p:nvCxnSpPr>
        <p:spPr>
          <a:xfrm>
            <a:off x="1216328" y="5305861"/>
            <a:ext cx="0" cy="199809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5827FB4-2E57-EC03-2378-731921004C6B}"/>
              </a:ext>
            </a:extLst>
          </p:cNvPr>
          <p:cNvCxnSpPr/>
          <p:nvPr/>
        </p:nvCxnSpPr>
        <p:spPr>
          <a:xfrm>
            <a:off x="3584158" y="5305861"/>
            <a:ext cx="0" cy="199809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19E431-F6CE-04C4-B4CF-C5922142E356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D8B912-031D-A9CA-0ECD-D69F9E777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2C4943-3CA7-0B47-6888-B4517FDC1CCF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7D7DD3-867B-88DD-4D53-4D6E4CF28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0556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3F4A3-125D-1C4F-46A3-81B7C4649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D0E0A03-CA68-A0BE-7F92-A12089887861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7ACB66E-67B4-4845-6BB0-4D5638D32CF7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95A26BB-1DE3-10B2-77A3-52AA5FC09C36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00979D-74C4-8693-18CF-EE3F68FE3572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905B638-F201-B34A-0945-23E08E4C43FA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450+315.6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0014C5E-CF48-4BBB-8924-2CF991338E34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4DBE68-183F-EBC3-A453-ED1AE90517CC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76DE6AE-55B3-4658-CDAA-75748C600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74991D-6621-86E9-2EBF-8A749CEA2179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22894EF-FDC5-3770-5624-1413AEEED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B35AA9A-F1F1-0464-2667-58D369EE8A32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59EF723-1B4F-EE3C-BE99-B6BBF05F7540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D772D7D7-4173-E15F-09BE-70B1AE8FE112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A7DC33E3-0B63-DF2B-996D-EDF9A5572BF3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1E48219-F756-FCF3-F36E-D2971DD17093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6F84665-BB02-5D78-8304-86E827940E80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975D226D-2DBC-F65F-56EA-D25326D0BECF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F4625CE-7086-74A9-542D-E3D76EB393C0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558E499-B2E2-1D77-0792-AC22E2674B4A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2136065-6E13-A27B-00D1-7747527244D5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43D1F403-B41A-19C2-C708-C1D836FBE840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41457FE-807D-FC9D-24FE-B6D6358567EC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67E8A0-5C1B-409A-006F-CF33C2F39162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D539A7BC-AF37-2969-A0BC-A8BA5C44D1B2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47B10C6-9D4D-BBA0-9185-803A2E35CCEC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53BBBAD-7E2C-8BE0-EA22-EAD5F424F68B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3E65ECA1-3579-A215-C26A-AFD403AC6874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780AEE9-9294-7C6D-E280-3CD591413F91}"/>
              </a:ext>
            </a:extLst>
          </p:cNvPr>
          <p:cNvCxnSpPr>
            <a:cxnSpLocks/>
          </p:cNvCxnSpPr>
          <p:nvPr/>
        </p:nvCxnSpPr>
        <p:spPr>
          <a:xfrm>
            <a:off x="1216328" y="5305861"/>
            <a:ext cx="0" cy="199809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D998AD-A691-D622-65DA-ACCD4E57C0BA}"/>
              </a:ext>
            </a:extLst>
          </p:cNvPr>
          <p:cNvCxnSpPr/>
          <p:nvPr/>
        </p:nvCxnSpPr>
        <p:spPr>
          <a:xfrm>
            <a:off x="3584158" y="5305861"/>
            <a:ext cx="0" cy="199809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D5E449-A34D-8FBA-3303-41BB3D7729AD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B6A561-C1C5-0481-FAB5-C7CD3D31C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E9DFCE-7EE7-08BC-B360-A3D725153EB9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BA6689C-481C-9286-CA0F-E49CE4E3A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9FFEF4D-9771-DE92-694E-A440714A8CB1}"/>
              </a:ext>
            </a:extLst>
          </p:cNvPr>
          <p:cNvCxnSpPr>
            <a:cxnSpLocks/>
          </p:cNvCxnSpPr>
          <p:nvPr/>
        </p:nvCxnSpPr>
        <p:spPr>
          <a:xfrm>
            <a:off x="4761934" y="8871796"/>
            <a:ext cx="624624" cy="13754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961813-1D78-4379-1B97-EE7A42D93E8E}"/>
                  </a:ext>
                </a:extLst>
              </p:cNvPr>
              <p:cNvSpPr txBox="1"/>
              <p:nvPr/>
            </p:nvSpPr>
            <p:spPr>
              <a:xfrm>
                <a:off x="4718842" y="7503884"/>
                <a:ext cx="762114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BE0C6B-7EFA-6994-E705-6331F8125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842" y="7503884"/>
                <a:ext cx="762114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844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39420-74C5-9F35-54E3-A1345DDBD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751E579-FE9E-3E25-4634-125CB8D3FACC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B26A21E-3695-81EF-550B-8059A2AD8655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DC41339-BD5F-E8AC-A244-5429C0A9FC84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CEA9895-C0FA-5F83-D689-58108D9BBA19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03CB5D2-20D2-CCF0-8B08-F9BE03742299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1059F7D-5EEF-ECA8-3B0B-4CD384CFBDC5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7524BF3-D0B9-A9F0-D878-2DE9E965B253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9DCE168-F0BF-C6EE-BC38-FC4F79748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897E6C3-B1FD-A324-B1C6-6873C9AAEFCC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8D7086C-B4D9-4047-495A-9EE876402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113C5FB6-DEBF-1350-BB12-4F04216AD0A4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66E220D-35D9-AF8C-7840-5FA29D4147F3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D090A78C-A80C-7F9A-7AFA-8BB97F075D2D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A4A1675-C254-1684-0CEE-16935D4510C7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1C1E219-5520-6A39-9174-1448BABC654D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39F0875-ACA4-81D9-2FF7-00A8F706C550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54CE58A9-B959-E546-602A-775A9B91B0BE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F4970E87-71F7-2E6E-8D22-B8DBC8896063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48447E5-0167-401D-BB87-4403E69D9944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54FBE02-148A-F23D-19A3-D48520FC0702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E9167C9C-C183-648F-9DC3-3DFED1142479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39BE6DB-D244-272E-6B2E-E17FEC4948A6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0E747B3-E3F5-79EB-77FD-CCF35330F695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5B54223-036E-9993-FAEF-FB9E3948F95D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7E1A99D-C82F-7D53-4B7A-577310A145CA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A5A1F90-ECE6-5740-DFFD-C41801C52F26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F922FC3-FF63-7C4F-9C83-57BB62CE52C2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A7C3A6E-8C7B-78E7-7770-86CA69567ABC}"/>
              </a:ext>
            </a:extLst>
          </p:cNvPr>
          <p:cNvCxnSpPr>
            <a:cxnSpLocks/>
          </p:cNvCxnSpPr>
          <p:nvPr/>
        </p:nvCxnSpPr>
        <p:spPr>
          <a:xfrm>
            <a:off x="1216328" y="5305861"/>
            <a:ext cx="0" cy="199809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D939AF-0A72-36CC-4AA4-6A5BA62F7712}"/>
              </a:ext>
            </a:extLst>
          </p:cNvPr>
          <p:cNvCxnSpPr/>
          <p:nvPr/>
        </p:nvCxnSpPr>
        <p:spPr>
          <a:xfrm>
            <a:off x="3584158" y="5305861"/>
            <a:ext cx="0" cy="199809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50E6B4-1483-BE9C-0C59-640D562DBC99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E3AAAF-A329-E319-6A01-520702933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16E1F3-EB2F-FC4A-62AD-3BF139E0C7BC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72C57E-5B43-E7F4-BB0D-6A8EC1B68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518CF59-5047-9F4C-E8E2-8811C30EF5E0}"/>
              </a:ext>
            </a:extLst>
          </p:cNvPr>
          <p:cNvCxnSpPr>
            <a:cxnSpLocks/>
          </p:cNvCxnSpPr>
          <p:nvPr/>
        </p:nvCxnSpPr>
        <p:spPr>
          <a:xfrm>
            <a:off x="4761934" y="8871796"/>
            <a:ext cx="624624" cy="13754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F180A00-4FCB-4E50-DD1F-9D4A3C89FEA7}"/>
                  </a:ext>
                </a:extLst>
              </p:cNvPr>
              <p:cNvSpPr txBox="1"/>
              <p:nvPr/>
            </p:nvSpPr>
            <p:spPr>
              <a:xfrm>
                <a:off x="4718842" y="7503884"/>
                <a:ext cx="762114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113F1D-73F6-AE1D-8333-996DEE789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842" y="7503884"/>
                <a:ext cx="762114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7980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E98C2-869B-9AE3-A8A6-B53023654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87E3DD2-98C8-FB06-F034-0E1C2E137E69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48561FB-6B42-DD2D-93A6-A84B776E634A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83F9DC-FE06-49F8-6AA3-E0B17CEE3D0E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D6615C-84D1-8901-FCE5-76B354C90C28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8606B80-575F-46FA-538E-8FFEA70693FD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AA08F1C-7238-E4BC-827E-CA885924815A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E124A8F-1C4F-62B8-6DD9-8B19CABB82DC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5508105-A3CF-041A-3280-3F4080D9B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A3EEE36-2763-7DFF-A358-4CE400470892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88170A-CAF4-2615-966A-4C1B06399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08732F3-115F-043D-700D-53FA5A8578EA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A1D3698-3614-EB76-4927-2746E7E424E1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EABF45FA-F259-6096-847A-D8C74C7B8DB5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972E83D5-CF2F-F0C9-122E-0B400E9DCD75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182ADAC-2B80-33F5-20FB-F9E10B04AD78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671558E-8FBC-DA01-3797-84AE6C768146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8E29555E-3FE3-6973-A382-6FCE649BFF6A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E65CFF8-37BC-66C0-F826-5AA0275638F2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7BB948A-7CCB-1FFF-E099-71E1E8012BB1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5C5668A-7A08-F473-F74C-C58C6AF9D7B1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D966357A-B501-25C1-1C71-10571B48034E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534F1AD-737A-DE86-227E-DB7715A03241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C6F594D-C63E-CAAA-75C0-63CE07A1913A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B230F736-1B53-F689-CA95-BF4037E3EEE9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FC637FA-577B-5B2D-B8A3-E17892A2801B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121EE20-CFD5-35B3-384E-7A7B45505F13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3D8B42DA-B244-93CB-36B6-BF7483622587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2FA0CFC-F545-92A1-D71E-E47C45FA96D4}"/>
              </a:ext>
            </a:extLst>
          </p:cNvPr>
          <p:cNvCxnSpPr>
            <a:cxnSpLocks/>
          </p:cNvCxnSpPr>
          <p:nvPr/>
        </p:nvCxnSpPr>
        <p:spPr>
          <a:xfrm>
            <a:off x="1216328" y="5305860"/>
            <a:ext cx="0" cy="429768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4D7044-5F0D-3762-E5E7-668BD66C879F}"/>
              </a:ext>
            </a:extLst>
          </p:cNvPr>
          <p:cNvCxnSpPr/>
          <p:nvPr/>
        </p:nvCxnSpPr>
        <p:spPr>
          <a:xfrm>
            <a:off x="3584158" y="5305860"/>
            <a:ext cx="0" cy="429768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227823-CA29-723C-6E49-FCBC8F0225A8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6E5552-5218-9A49-7967-F4921D3D7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20D846-CAA4-CF04-3086-544421E25433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07A32F-8662-4D79-03D3-5355CFA0B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7132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4329D-8CA3-EA76-6F8C-5B1609BE2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A86DEC8-CDF1-BF7C-CDB5-BDB731E71245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B3B2A2D-0F77-B294-F401-7AE47EEA7555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0F53888-B346-40C4-5A7B-2CD149898E89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4B3C01C-48CC-9DAD-8523-F959E8BF9C27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74FC980-A733-5E2D-D64A-B1E2807238D6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AF481C8-1CB4-BD6C-6790-98B474577AA4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7E4A10A-EAD6-761D-7C47-2452E74BACAF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CD7FDB9-9E48-61BF-3B92-C67D2F5A5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F52464-8B3E-E2F2-964B-493E95EBE996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C7931F2-C5CE-FDFB-782B-B6AD1FEE0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76FDF4C-29F1-4524-BFA9-DA161336ADB0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18A3433-C229-E5C4-CC86-CBBE25494102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622B4FC-F357-9140-83C3-86261FFBDC7D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402ACD7F-D908-DB4C-4B86-7B8CFBC273DF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99230C5-B07C-77D8-CEBD-30DD0A00CE21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303B362-664E-8390-74E7-B41EFE837F11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2537957-FDD8-E070-B051-ECECEA77225D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BC03156-5895-2025-1835-64077F83CABA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0029096-61F1-B86C-EDFB-8EE1ED898B5A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74D126A-A8BA-5C71-11F0-E583659252B0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9E841FE-E9C8-0158-7BBB-8DFBD824A992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8C2982D-A132-3163-1E8B-2F48627A4A06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BEE095A-E1FB-E27E-0528-2685F66C0B42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EB52CE38-75F5-F73E-2017-F18D86B93BDE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F31A01C-CF39-6C51-C25A-DD039849DD01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6F57654-938C-7048-BFAE-7B252DC28C03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10DF5AA9-C8DD-0EC0-402B-10DDA7E39F49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4193641-E93C-041E-CDB0-7A0F548BD482}"/>
              </a:ext>
            </a:extLst>
          </p:cNvPr>
          <p:cNvCxnSpPr>
            <a:cxnSpLocks/>
          </p:cNvCxnSpPr>
          <p:nvPr/>
        </p:nvCxnSpPr>
        <p:spPr>
          <a:xfrm>
            <a:off x="1216328" y="5305860"/>
            <a:ext cx="0" cy="429768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7235042-9D6F-417F-4F8F-E6177F5F73B1}"/>
              </a:ext>
            </a:extLst>
          </p:cNvPr>
          <p:cNvCxnSpPr/>
          <p:nvPr/>
        </p:nvCxnSpPr>
        <p:spPr>
          <a:xfrm>
            <a:off x="3584158" y="5305860"/>
            <a:ext cx="0" cy="429768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027FAB-D4F5-352C-FB67-ABE53BF0E2FE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5640A2-6409-C3EC-8C10-93C60008A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5F6B1B-C341-0FCB-314B-F4668BA061E4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CB3EDE-B377-BB6F-7A02-3F23C004F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CD766E9-4096-59D2-0663-2E683BA8A122}"/>
              </a:ext>
            </a:extLst>
          </p:cNvPr>
          <p:cNvCxnSpPr>
            <a:cxnSpLocks/>
          </p:cNvCxnSpPr>
          <p:nvPr/>
        </p:nvCxnSpPr>
        <p:spPr>
          <a:xfrm>
            <a:off x="4761934" y="11081596"/>
            <a:ext cx="624624" cy="13754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D9A4439-B8CA-93F8-B6CB-79E4C85E89DD}"/>
                  </a:ext>
                </a:extLst>
              </p:cNvPr>
              <p:cNvSpPr txBox="1"/>
              <p:nvPr/>
            </p:nvSpPr>
            <p:spPr>
              <a:xfrm>
                <a:off x="4718842" y="9713684"/>
                <a:ext cx="762114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7A19267-5EBE-B1BF-2423-3D4918DCC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842" y="9713684"/>
                <a:ext cx="762114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35823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103FB-6662-3215-9431-637DAFB9E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1FE8175-2962-9797-79C9-B659402AC1CC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956E0E3-6978-F6A4-467B-57CE150B25EA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C7DC17-E7EB-E38F-0D83-AFC1179CDE7A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ECD1C77-2E31-5F1C-A935-83ED103B7B1E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CB12733-F5D1-05B8-294F-D87D5028F9EB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F9E3BA3-B70F-E3A6-AC4C-BD5E9041021B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C8008B1-E3AE-A11F-F12C-D6DD34BA414E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6C7E8FB-B3AF-73A7-E64F-BEAFCC603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2974AFC-2240-E72D-6B36-F8459079AACC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8D0931B-6F89-EBDC-C545-5498F8A8E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56DBD65-3C6A-D45D-E428-7A7A979ABD43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146EEAB-6E85-C729-C8EE-11D129EDC237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7D43AF2-491F-60E2-FF3D-A5ADD744D520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33ED2392-D286-FA32-DFAB-89CB6B0012CC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27E5BF3-7EB4-F35B-2E5B-139AA2E56ED8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F581044-DFE0-EFDC-FF4C-806F4AF4C9B3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951310A-D488-189D-BDBE-901C8CD3EF01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2C1D090F-10C1-BF1E-E7A8-1EDB00B7267E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748325F-7A5C-C25F-66D6-3D07DD80ED58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E82DB5C-C69E-0912-632B-580B66ED65D2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C5C8ADB-FC9C-5C9B-1774-B091101924BE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6F923F1-B386-A460-3AFB-CE9A57DFE44B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1167BA6-DC5E-4CEF-A40D-5B22CD96A6C3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738CB4E3-D879-824E-6B72-8631C8F820B3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BC13533-EC19-8B92-45D9-B95234F8CC38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CDC7D02-FE42-9140-8201-04A6DBF34EB3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8DF8B93-96FA-F744-77EF-3C0DD66811BB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C991CFC-36D3-EA29-132F-B26060CD2908}"/>
              </a:ext>
            </a:extLst>
          </p:cNvPr>
          <p:cNvCxnSpPr>
            <a:cxnSpLocks/>
          </p:cNvCxnSpPr>
          <p:nvPr/>
        </p:nvCxnSpPr>
        <p:spPr>
          <a:xfrm>
            <a:off x="1216328" y="5305860"/>
            <a:ext cx="0" cy="66751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DBDD98-8896-4BD4-E2FB-7C6567FE1A99}"/>
              </a:ext>
            </a:extLst>
          </p:cNvPr>
          <p:cNvCxnSpPr/>
          <p:nvPr/>
        </p:nvCxnSpPr>
        <p:spPr>
          <a:xfrm>
            <a:off x="3584158" y="5305860"/>
            <a:ext cx="0" cy="66751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C1E5CF-092C-82B0-3DF4-1A3CB90F8C37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85C84D3-BCEF-8C50-2798-4AF9DC879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58A942-96F6-2278-C7FD-9C8FCCB1DF2B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D73238-A862-992D-05D7-ABE0F27D9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97547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A25F2-DEF7-1575-213F-414E11742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0280C9F-1E89-2CF6-0BE6-0340D36069BA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0332E9B-207C-29D6-7EE0-20F70E6A6042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6A3D3D6-24ED-1516-3FF4-BC32E0349FF3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5BE6D9-8FD1-4D45-05C2-FFC599453C98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110E610-24E3-F36B-C636-5D3702880EFF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04EDF88-E1D9-830F-AB83-E90DB714C523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2894B54-499A-4325-CC46-49BA008E06D0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C394737-9AF5-15D7-9D41-D2B806E0E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9D2FCF6-4DA6-86CF-827B-898B00922DFE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A0C8252-1AAB-FB8F-F8FF-105A3685A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90BE6DF-844F-BC69-89E4-9EDD07D60016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7B5760A-28C7-FBCC-2A4B-07D64B59D284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7531A13-E397-72F3-FA88-5ED35B985FE7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9FC1EDAC-CCE4-8A38-BFFD-12EF5525D906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9E40C0C-AD2A-28B9-25CE-FE56BEF3F32F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BDCBF44-F97E-9726-FB79-DD0FE3822096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42789C7E-90A7-7E5C-7932-F0F9A2590F9C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BEAFA69-2FED-E58B-D7D2-2CA69DC5BE73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26E3F56-D195-DC9B-A50C-8F3F01EC7287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9974ECA-8821-47EA-7D02-6B25B3F37308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7BEAE0BA-0DF2-09C3-588B-DCBA04082C03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85859FD-689D-BA42-0BDB-DE6AE98231BC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51CFADF-C38F-101F-9330-535DC9CB3E4E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423C1E9B-A283-1ABA-DA38-0C3E98B92B83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E497549-D601-526F-5571-11AA7D39C558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B253753-B088-D42F-D419-A95E3B97515E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AA933607-E183-D904-5A47-076A0B4AEA9D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6EEF850-0CE1-2E04-2210-4D3841D892A9}"/>
              </a:ext>
            </a:extLst>
          </p:cNvPr>
          <p:cNvCxnSpPr>
            <a:cxnSpLocks/>
          </p:cNvCxnSpPr>
          <p:nvPr/>
        </p:nvCxnSpPr>
        <p:spPr>
          <a:xfrm>
            <a:off x="1216328" y="5305860"/>
            <a:ext cx="0" cy="66751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E7D41D9-6E5F-10CD-F410-670F8DD27116}"/>
              </a:ext>
            </a:extLst>
          </p:cNvPr>
          <p:cNvCxnSpPr/>
          <p:nvPr/>
        </p:nvCxnSpPr>
        <p:spPr>
          <a:xfrm>
            <a:off x="3584158" y="5305860"/>
            <a:ext cx="0" cy="66751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F87B50-9949-F27A-9799-3FAFCD4658DF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E8DF95-5B5A-53B9-B6A4-578963D92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24A807-6450-EFE2-AE7C-F7D3C241D9AD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2910CD-EF09-7DE8-2972-3FE657761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A21596B-A7A8-D978-A530-07E113542100}"/>
              </a:ext>
            </a:extLst>
          </p:cNvPr>
          <p:cNvCxnSpPr>
            <a:cxnSpLocks/>
          </p:cNvCxnSpPr>
          <p:nvPr/>
        </p:nvCxnSpPr>
        <p:spPr>
          <a:xfrm>
            <a:off x="4761934" y="13405696"/>
            <a:ext cx="624624" cy="13754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53EFFB-BD8A-68CC-5445-476256136CEF}"/>
                  </a:ext>
                </a:extLst>
              </p:cNvPr>
              <p:cNvSpPr txBox="1"/>
              <p:nvPr/>
            </p:nvSpPr>
            <p:spPr>
              <a:xfrm>
                <a:off x="4718842" y="12037784"/>
                <a:ext cx="762114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9B5636-0629-77E5-21F0-F651068D8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842" y="12037784"/>
                <a:ext cx="762114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3511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544E3-B829-E829-72E3-7129E54EB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FF5A694-98B7-5661-B9D2-5A71E9130897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6F4FC0F-9097-A709-0D23-4AE64EE9C84D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FAD94AB-70A7-0AAA-4265-E3894AD6B71C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1192B2-5E52-BBC7-923D-4A5F658EC3F8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4F4870F-22E6-5181-3EB2-71BEDACAF2A6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A297BF3-3D4F-D885-631F-A90692CBD897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783A52E-AD0B-B1AD-3B91-5C1AD3E49809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9ED909B-729F-476A-14A6-79E4A256B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FCFFA7F-464C-72A7-5F8B-3E5C949219F1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D8573D-DE79-E7FD-CC25-5889AFEA4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3BD132D-2A00-7396-1EBE-23D4B2B36F96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323CC65-0392-2A45-560F-B5AAA4CD76CB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6FE30C5D-A999-245E-D4C2-D36A2E62BC5B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8D7F9D8-E8C2-3708-AC49-8D6CB9FB35B3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451137-2EE8-9E56-9735-27CF80563030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1B0A8C9-A55F-1E55-9C87-00217436186D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0C5706DF-9E7E-3184-E916-B92160BC5903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A203C3F0-01F5-E50F-BF89-87F6A1B6DE44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578F45-3E09-3FF0-B4C5-8718754AD3DD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F2D859A-CC0C-B306-7E7D-C3632FB35268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C8F7F15F-FDDD-14C7-E899-892ECF06F533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3F437C3-E132-85CA-8E02-0DC579272869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EC8C0E2-430B-3AD5-E9FB-5ACC862AB793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E07DE3A9-EBA9-6ACC-AF7A-FF135FF103A2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FCDE961-FAC4-B805-5641-9356BA0DD573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C62ABF7-AB9F-1729-0F6A-6E609BC09464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2712D4A-DB85-19F3-EA3A-9A7188285E65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33FE006-500A-8E20-B945-E55947C24A9B}"/>
              </a:ext>
            </a:extLst>
          </p:cNvPr>
          <p:cNvCxnSpPr>
            <a:cxnSpLocks/>
          </p:cNvCxnSpPr>
          <p:nvPr/>
        </p:nvCxnSpPr>
        <p:spPr>
          <a:xfrm>
            <a:off x="1216328" y="5305860"/>
            <a:ext cx="0" cy="905256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A89A61B-6A35-1275-34AE-829B51F93A92}"/>
              </a:ext>
            </a:extLst>
          </p:cNvPr>
          <p:cNvCxnSpPr/>
          <p:nvPr/>
        </p:nvCxnSpPr>
        <p:spPr>
          <a:xfrm>
            <a:off x="3584158" y="5305860"/>
            <a:ext cx="0" cy="89611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03184E-20E2-11E0-121F-1A5BB26744FB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1D668D-146A-A38E-9722-87381C582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8AF50E-4A31-8623-6079-70CCB860A7AD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6859A9D-7458-C72E-E2C5-18BFAFCED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38495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9A561-8E70-CC04-B50B-E5573602D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1F079A0-82B6-A8E4-A2A2-91738DA4A4B0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96E849C-5A3B-BCF4-5902-807FC0248193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BD63364-D4A8-10BF-6087-F5D56FC4901E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EDF5DAE-B34D-CEC2-5482-B8E1EA242084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08E74FE-5438-13D2-BFA9-4D2DFA694177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8DCB09F-9B48-CA9A-7AC3-E5168F5724D3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F262C4B-916D-73F4-E5C6-8442B30E77A2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CFF9ECC-4EE9-AEB4-2B48-06B4CF51C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1545775-AA6F-5D0E-281E-3AD290384607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2CC7B2-63A4-EC90-9DBF-F99C8A761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3CB7D29F-E56E-0C42-E3D2-2B692A0386D6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EE78C8F-7EA9-F67A-483B-534E04207BCE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A5251EA2-77B9-CFA6-A8B0-BA06383B5BF7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069EE2F3-071F-43BF-C155-3CCBC30C680F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B182EA1-6AB0-0955-AB7D-34E7AFC2BC18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2D58CF-37A9-7FE8-55CE-9E5C67B29DC7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7628ECB-6885-8826-C738-B70D7CCFCBD4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DFD89C6-D37D-19D1-DE5C-CFB7F832EA47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97EFDA2-F3C2-564C-0095-0A42DEE30C68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7ECEA84-D90D-BFEA-A2DA-0D1EF195C165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6D60AF9-25AB-757A-898E-B6F3785A2780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A316005-3AB3-E45C-5C50-C6C66D38B58A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819A09F-D679-BD98-D6D4-198622AE4566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18CDB663-6BB3-CCB5-5BD2-03657895BE34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38984BE-61EB-5E20-D2BE-84C45739BBFA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0AF6B02-F975-BC37-1228-07786CC202F7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9252B0B-FC2F-B99A-D6DA-5D16F7FAA757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DFD392E-7927-10B0-6452-185BF0FFA10F}"/>
              </a:ext>
            </a:extLst>
          </p:cNvPr>
          <p:cNvCxnSpPr>
            <a:cxnSpLocks/>
          </p:cNvCxnSpPr>
          <p:nvPr/>
        </p:nvCxnSpPr>
        <p:spPr>
          <a:xfrm>
            <a:off x="1216328" y="5305860"/>
            <a:ext cx="0" cy="905256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664BDD-EE95-0D27-7309-9C85A39A5CE2}"/>
              </a:ext>
            </a:extLst>
          </p:cNvPr>
          <p:cNvCxnSpPr/>
          <p:nvPr/>
        </p:nvCxnSpPr>
        <p:spPr>
          <a:xfrm>
            <a:off x="3584158" y="5305860"/>
            <a:ext cx="0" cy="89611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BE2B4B-61D4-7DE0-4012-7CA444EAB6B4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7DE1BB-6A5C-2707-4F65-12974BC56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E4386D-8369-25E4-9E0B-A6FC3BD1081B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255877-625A-0C0D-A254-282A9A40D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CA8501-F95B-AAD7-1117-C28E17080C1A}"/>
              </a:ext>
            </a:extLst>
          </p:cNvPr>
          <p:cNvCxnSpPr>
            <a:cxnSpLocks/>
          </p:cNvCxnSpPr>
          <p:nvPr/>
        </p:nvCxnSpPr>
        <p:spPr>
          <a:xfrm>
            <a:off x="4761934" y="15767896"/>
            <a:ext cx="624624" cy="13754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1B70C5-7425-4A95-B882-250D756D278B}"/>
                  </a:ext>
                </a:extLst>
              </p:cNvPr>
              <p:cNvSpPr txBox="1"/>
              <p:nvPr/>
            </p:nvSpPr>
            <p:spPr>
              <a:xfrm>
                <a:off x="4718842" y="14399984"/>
                <a:ext cx="762114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674386-8690-A771-3F20-56573DA63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842" y="14399984"/>
                <a:ext cx="762114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5566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CE8CC-E380-3ADF-D2FD-830BAFB0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A8EB995-B8E3-F9FC-1818-146873E48662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F67A107-B3E7-9D88-DEAF-61FBC360F787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E8B2E2A-14F2-CC43-6C43-77A60C113366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AFCCD0B-8E44-60D7-8E55-998DF39C0733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3E59771-E10A-D2E8-346D-BBC8FBE93064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2B02880-41BE-9B44-A753-6BA19B51944A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FF1725-4AC9-7C68-56B8-656741C784BC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5B3F996-06E0-6568-0AF9-80E532DC6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1284633-0858-409C-38A2-C661117CDE57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D8D1E37-BB4C-EC32-72C8-FF3AAC6D2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C6F3EBA-2131-D333-4768-2F83705A1480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55420BE-8569-A3C9-8348-B0ABC53D0E49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18628084-53F2-A098-8B39-0155E497B66E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E5E3202-F1F9-480C-E8E7-E8982E0505F4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FA1766-1623-AF50-5F34-0ED4EE93D258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CBD29FA-AC67-118F-4E3F-7BB8EA038C68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5F7B643B-65F6-932E-B847-8AEB017AFB8F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DDBD0731-7A7A-4C28-ADC9-DFBE00A372F1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A02BE93-C66F-ADDC-00C0-D46822BD990E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D0E140A-D4A5-168A-056D-FDFF1B360F3A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E77044FA-F687-302F-A0BA-955CD6C383D0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0C802A7-A9CF-3F8E-F651-637CD9FC59B7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4610A4C-761D-1A67-3C23-558BC3ED2077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69E963A3-629B-816A-2857-10EDDDF28B95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162B0EB-55E2-1746-AA5D-03B941EE4F01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0A17262-EBBD-DBEB-144C-083ACFE3BC69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1F377BA7-1600-27B4-C1BC-364407F1DE72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698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45BC-6E2A-7924-12D3-4B88FE7DB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27610F1-05D2-EABB-A386-B14CC69A221C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274D350-4039-DF31-D6C6-90BD6964894B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94B3BA2-92CA-4028-C604-285978CB351C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514F4F8-D65C-63CE-7692-5DB7D2B3EBC2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E4FEDBF-1DF3-4988-7300-7341A21D9DDC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4AA4194-CC33-82A6-D54E-BC3ED2C43E82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7FA5352-0E5D-F124-803F-3D924FF39640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17F07-5866-CB25-1DBB-7CE48C278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0356D0E-69DE-73B2-5EEC-E5629715C62F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16A48C8-4884-71F5-786A-DE72B5F16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C58F63E-C11E-A83D-E97D-6D0EED6937B9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861DED5-08B8-6EE9-F4EB-8CD73A477057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C4D1DAE4-290D-9183-7D58-875F57F7DE86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D3FA40E-58D3-F804-1B3A-C02FE6FDB557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010B480-67CC-0FB6-7EC9-6D394E91BF85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559478A-FDDC-DC25-EF11-25BB41208B36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4B8D9C11-AF95-6924-5501-1ECAE3173334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EB763183-E466-315A-916E-0DAAD5DA1AFC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D481477-2979-3751-663C-04542155219F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B707DE6-F371-7675-5A2E-AE0FFE3C46CD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E8CF21A9-C1B6-2C6C-4334-5D231BFA52E1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A23A44C-DA25-80E2-0259-7F75A8F5980A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4660DE3-4239-FA58-F4B7-F3F24DAF106A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416BFE5-41F5-DAEB-396B-2D073A9E58CE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9F51589-D6DE-98DC-52F0-5D1573C74A8D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43ACDA3-6603-7B63-7243-C4D31A057E88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1488367-C93E-D99E-85B0-87818A06FC24}"/>
              </a:ext>
            </a:extLst>
          </p:cNvPr>
          <p:cNvSpPr/>
          <p:nvPr/>
        </p:nvSpPr>
        <p:spPr>
          <a:xfrm>
            <a:off x="16347857" y="0"/>
            <a:ext cx="33915869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8A25F34-5A67-9477-C742-31674A5F8FC2}"/>
              </a:ext>
            </a:extLst>
          </p:cNvPr>
          <p:cNvCxnSpPr>
            <a:cxnSpLocks/>
          </p:cNvCxnSpPr>
          <p:nvPr/>
        </p:nvCxnSpPr>
        <p:spPr>
          <a:xfrm>
            <a:off x="9950833" y="8647347"/>
            <a:ext cx="1737360" cy="0"/>
          </a:xfrm>
          <a:prstGeom prst="straightConnector1">
            <a:avLst/>
          </a:prstGeom>
          <a:ln w="263525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FB0E62E-80B7-5DAD-B902-0D4AEB9765F6}"/>
              </a:ext>
            </a:extLst>
          </p:cNvPr>
          <p:cNvCxnSpPr>
            <a:cxnSpLocks/>
          </p:cNvCxnSpPr>
          <p:nvPr/>
        </p:nvCxnSpPr>
        <p:spPr>
          <a:xfrm>
            <a:off x="9941541" y="10876642"/>
            <a:ext cx="1737360" cy="0"/>
          </a:xfrm>
          <a:prstGeom prst="straightConnector1">
            <a:avLst/>
          </a:prstGeom>
          <a:ln w="263525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E1E7A9C-B720-BD45-29F0-D08FCF98D881}"/>
              </a:ext>
            </a:extLst>
          </p:cNvPr>
          <p:cNvCxnSpPr>
            <a:cxnSpLocks/>
          </p:cNvCxnSpPr>
          <p:nvPr/>
        </p:nvCxnSpPr>
        <p:spPr>
          <a:xfrm>
            <a:off x="9941541" y="13227637"/>
            <a:ext cx="1737360" cy="0"/>
          </a:xfrm>
          <a:prstGeom prst="straightConnector1">
            <a:avLst/>
          </a:prstGeom>
          <a:ln w="263525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52744D-1998-C1F5-EF6E-50D5EB099F24}"/>
              </a:ext>
            </a:extLst>
          </p:cNvPr>
          <p:cNvCxnSpPr>
            <a:cxnSpLocks/>
          </p:cNvCxnSpPr>
          <p:nvPr/>
        </p:nvCxnSpPr>
        <p:spPr>
          <a:xfrm>
            <a:off x="9950833" y="15695847"/>
            <a:ext cx="1737360" cy="0"/>
          </a:xfrm>
          <a:prstGeom prst="straightConnector1">
            <a:avLst/>
          </a:prstGeom>
          <a:ln w="263525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F397A7-FAF7-5B65-E0D7-E107F2BD4A27}"/>
                  </a:ext>
                </a:extLst>
              </p:cNvPr>
              <p:cNvSpPr txBox="1"/>
              <p:nvPr/>
            </p:nvSpPr>
            <p:spPr>
              <a:xfrm>
                <a:off x="10058400" y="7353012"/>
                <a:ext cx="974626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83C28F-6291-FC1F-10EC-7674EF1C1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0" y="7353012"/>
                <a:ext cx="974626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EF99E9-BC08-AD52-1F02-8099435676E0}"/>
                  </a:ext>
                </a:extLst>
              </p:cNvPr>
              <p:cNvSpPr txBox="1"/>
              <p:nvPr/>
            </p:nvSpPr>
            <p:spPr>
              <a:xfrm>
                <a:off x="10058400" y="9514276"/>
                <a:ext cx="974626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FF5EEF-5650-49CA-6962-98B04E931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0" y="9514276"/>
                <a:ext cx="974626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3F2A19-5760-9A20-8BA1-5F63BA07263E}"/>
                  </a:ext>
                </a:extLst>
              </p:cNvPr>
              <p:cNvSpPr txBox="1"/>
              <p:nvPr/>
            </p:nvSpPr>
            <p:spPr>
              <a:xfrm>
                <a:off x="10058400" y="11855567"/>
                <a:ext cx="974626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14FCA4-75CD-7075-1F98-61936B9F2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0" y="11855567"/>
                <a:ext cx="974626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8C87DC-747D-7684-66F4-254697F0EA50}"/>
                  </a:ext>
                </a:extLst>
              </p:cNvPr>
              <p:cNvSpPr txBox="1"/>
              <p:nvPr/>
            </p:nvSpPr>
            <p:spPr>
              <a:xfrm>
                <a:off x="10058400" y="14334114"/>
                <a:ext cx="974626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0908FF-1F6E-B39E-FDDD-6C95230C1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0" y="14334114"/>
                <a:ext cx="974626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0387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F8A94-8F9D-89F3-EB15-304F9B126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AA6BBE6-BDA7-AC34-E5BE-0E3AA9BEB69F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A05D541-1F52-DAE8-9261-73D4BBAB90B9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4343AC7-F6A6-4A1B-27EB-CD3A87046F0D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A943140-F78C-F009-1E44-55FE07A18AF5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204BFEC-0E6C-5A34-7A15-ACB7435B0D47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17E126F-72E0-7C9A-B58F-B462EB2F7966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C7B160F-C140-41F6-69D9-2BD35ECA1F52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50F499-861F-E038-8951-8BE79E883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6553AA2-0771-2E0E-7507-EBF6DA1FA6D8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AD92144-C6EF-6813-1E97-68CA9A6EB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3940BBA-1155-7BE7-2846-817F13F1E69D}"/>
              </a:ext>
            </a:extLst>
          </p:cNvPr>
          <p:cNvGraphicFramePr>
            <a:graphicFrameLocks noGrp="1"/>
          </p:cNvGraphicFramePr>
          <p:nvPr/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49161DB-47BF-5853-0ADE-15768A44F0ED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698A5C3-3AA7-E211-6B1A-9CEF01768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6187D02F-E380-1914-F2F6-B8ACA9A0A078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A2308A2-9169-9800-6062-094DE51311A8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DC419D-D44F-EF35-06C8-055E991AD778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E92C5FC-0AF3-26D6-FD72-68D9DB140471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D5139A5-4BDE-0B77-45B3-87702C2B1E75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F1C29C8-76D6-1801-B86A-40AEC3EB7621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B585EC7-7F98-F861-6572-77EEA801AD19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1DEAF87-868B-5CD9-75A1-BD2D7B5400D7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C82E7E9-517E-7F6E-B5EE-C3DDC9DE10EA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B64DC4F-6327-D956-1965-02A626E6C607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2B5631E-095A-8F75-AE3F-F6A162883C81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CBCCC72-A4A9-25B0-DF74-659E9BBA8A65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670ACBE-765D-74A5-E7DD-809CDCADD0F0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0AECD38-C280-E663-63C8-3BC3F9563299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4B8F6252-551B-E3A8-A76E-B5B1CD546609}"/>
              </a:ext>
            </a:extLst>
          </p:cNvPr>
          <p:cNvSpPr/>
          <p:nvPr/>
        </p:nvSpPr>
        <p:spPr>
          <a:xfrm>
            <a:off x="16582640" y="0"/>
            <a:ext cx="3368108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5D7ABBD-B5B4-78EB-BD01-AC6088172F7F}"/>
              </a:ext>
            </a:extLst>
          </p:cNvPr>
          <p:cNvGraphicFramePr>
            <a:graphicFrameLocks noGrp="1"/>
          </p:cNvGraphicFramePr>
          <p:nvPr/>
        </p:nvGraphicFramePr>
        <p:xfrm>
          <a:off x="16582640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133,663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184,900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133,225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159,840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84974B-BB41-D800-39F0-15F1B8C60E11}"/>
                  </a:ext>
                </a:extLst>
              </p:cNvPr>
              <p:cNvSpPr txBox="1"/>
              <p:nvPr/>
            </p:nvSpPr>
            <p:spPr>
              <a:xfrm>
                <a:off x="15579995" y="5601500"/>
                <a:ext cx="5079275" cy="1248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6842F3-8C3C-53EA-649E-178922F1E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9995" y="5601500"/>
                <a:ext cx="5079275" cy="124816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F072443-0973-E03A-E8E6-289554F5896E}"/>
              </a:ext>
            </a:extLst>
          </p:cNvPr>
          <p:cNvCxnSpPr>
            <a:cxnSpLocks/>
          </p:cNvCxnSpPr>
          <p:nvPr/>
        </p:nvCxnSpPr>
        <p:spPr>
          <a:xfrm>
            <a:off x="13678769" y="8647347"/>
            <a:ext cx="2926080" cy="0"/>
          </a:xfrm>
          <a:prstGeom prst="straightConnector1">
            <a:avLst/>
          </a:prstGeom>
          <a:ln w="266700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15064C4-9A05-0E80-5844-DBB2F01433ED}"/>
              </a:ext>
            </a:extLst>
          </p:cNvPr>
          <p:cNvCxnSpPr>
            <a:cxnSpLocks/>
          </p:cNvCxnSpPr>
          <p:nvPr/>
        </p:nvCxnSpPr>
        <p:spPr>
          <a:xfrm>
            <a:off x="13669477" y="10876642"/>
            <a:ext cx="2926080" cy="0"/>
          </a:xfrm>
          <a:prstGeom prst="straightConnector1">
            <a:avLst/>
          </a:prstGeom>
          <a:ln w="266700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989106-9D72-6332-9667-93E71CA42F46}"/>
              </a:ext>
            </a:extLst>
          </p:cNvPr>
          <p:cNvCxnSpPr>
            <a:cxnSpLocks/>
          </p:cNvCxnSpPr>
          <p:nvPr/>
        </p:nvCxnSpPr>
        <p:spPr>
          <a:xfrm>
            <a:off x="13669477" y="13227637"/>
            <a:ext cx="2926080" cy="0"/>
          </a:xfrm>
          <a:prstGeom prst="straightConnector1">
            <a:avLst/>
          </a:prstGeom>
          <a:ln w="266700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B12E55-DB3B-9CFD-FCB8-2E193531BF18}"/>
              </a:ext>
            </a:extLst>
          </p:cNvPr>
          <p:cNvCxnSpPr>
            <a:cxnSpLocks/>
          </p:cNvCxnSpPr>
          <p:nvPr/>
        </p:nvCxnSpPr>
        <p:spPr>
          <a:xfrm>
            <a:off x="13678769" y="15695847"/>
            <a:ext cx="2926080" cy="0"/>
          </a:xfrm>
          <a:prstGeom prst="straightConnector1">
            <a:avLst/>
          </a:prstGeom>
          <a:ln w="266700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87AAAA3-CF74-B405-4449-5FDFD440D828}"/>
              </a:ext>
            </a:extLst>
          </p:cNvPr>
          <p:cNvSpPr txBox="1"/>
          <p:nvPr/>
        </p:nvSpPr>
        <p:spPr>
          <a:xfrm>
            <a:off x="13931105" y="7836801"/>
            <a:ext cx="1945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Squared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75DF2-C031-2C7A-7F37-EB263896392A}"/>
              </a:ext>
            </a:extLst>
          </p:cNvPr>
          <p:cNvSpPr txBox="1"/>
          <p:nvPr/>
        </p:nvSpPr>
        <p:spPr>
          <a:xfrm>
            <a:off x="13931105" y="10097124"/>
            <a:ext cx="1945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Squared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8B76FF-516F-B238-E831-71C777A10C32}"/>
              </a:ext>
            </a:extLst>
          </p:cNvPr>
          <p:cNvSpPr txBox="1"/>
          <p:nvPr/>
        </p:nvSpPr>
        <p:spPr>
          <a:xfrm>
            <a:off x="13931105" y="12457364"/>
            <a:ext cx="1945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Squared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5D1BDE-F201-EA9D-4921-CD322E0FE631}"/>
              </a:ext>
            </a:extLst>
          </p:cNvPr>
          <p:cNvSpPr txBox="1"/>
          <p:nvPr/>
        </p:nvSpPr>
        <p:spPr>
          <a:xfrm>
            <a:off x="13931105" y="14935425"/>
            <a:ext cx="1945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Squared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99353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17008-808C-9AF2-E1EE-0D2956B8B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70ECD3B-792E-9D6E-126D-FF8EFD05D41E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5E1E50D-B339-7D96-2864-0B78074EB9D6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AE6E71C-A568-766F-BA33-BBDBA125B0F1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E2C12FE-E5FB-1203-8324-F68275917282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E16EAC7-6B51-6F83-959D-02409BCD4232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3E7475E-C13F-9131-C5DA-50F26A32E5AB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286CEB-613B-0B1B-B691-3BDACEAE1E6B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9CA0832-F40C-F25B-B44A-E788D4AC3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5A5EF47-6778-B694-BDFE-DB09891C0F98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E9EFD2B-13AF-BB92-109C-E37256A12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3318314-629D-D37D-E998-1947D220E978}"/>
              </a:ext>
            </a:extLst>
          </p:cNvPr>
          <p:cNvGraphicFramePr>
            <a:graphicFrameLocks noGrp="1"/>
          </p:cNvGraphicFramePr>
          <p:nvPr/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48F9AB5-804B-E586-D464-1ECED18E3950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7CC6B3B-1798-6745-10BF-8832FCA79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D60100F2-D135-9495-878F-03A940F80CD8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7A95B4FA-B68D-10CA-F5F2-A809866539CB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08202B-295B-778C-1D43-D5F0FCD35555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6D7EE92-B74E-302B-F24E-A28E92F20EB1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790AA6C8-D228-C407-3BF6-DCB1EBA96A92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84286E2-849A-896A-CC25-3EE3D377BB1F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943A6C7-CC14-D402-F740-0D890BCAFC4B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778BDA9-2C6A-FF6F-641F-A2BE62805F2D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77E4CFB9-7841-BC1F-2472-AF30AFAD9185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89E7E40-DCC6-27C9-C429-967F9CDCA332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B85C857-6E74-EA36-F844-861E7AF11D1E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19BB45BA-288D-D611-4314-3AA3ABB71797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1AFCEB7-3B90-029C-2A30-226949B68AF7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73A5D9C-4B3E-7238-F3A5-C2FED76CBC07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5AA2A142-FBFE-B539-4866-FFF8C645B175}"/>
              </a:ext>
            </a:extLst>
          </p:cNvPr>
          <p:cNvSpPr/>
          <p:nvPr/>
        </p:nvSpPr>
        <p:spPr>
          <a:xfrm>
            <a:off x="16621394" y="0"/>
            <a:ext cx="3368108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42BF4BA-DE9C-23B1-5C7B-D3742A2DA88B}"/>
              </a:ext>
            </a:extLst>
          </p:cNvPr>
          <p:cNvGraphicFramePr>
            <a:graphicFrameLocks noGrp="1"/>
          </p:cNvGraphicFramePr>
          <p:nvPr/>
        </p:nvGraphicFramePr>
        <p:xfrm>
          <a:off x="16582640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133,663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184,900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133,225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159,840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493312-98C2-A076-985D-A04C981FF5EB}"/>
                  </a:ext>
                </a:extLst>
              </p:cNvPr>
              <p:cNvSpPr txBox="1"/>
              <p:nvPr/>
            </p:nvSpPr>
            <p:spPr>
              <a:xfrm>
                <a:off x="15579995" y="5601500"/>
                <a:ext cx="5079275" cy="1248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DE61BC-EB72-062B-00CC-BB04A7FA1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9995" y="5601500"/>
                <a:ext cx="5079275" cy="124816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EF0F516-B4BD-CE16-2C22-107EC342630D}"/>
              </a:ext>
            </a:extLst>
          </p:cNvPr>
          <p:cNvGraphicFramePr>
            <a:graphicFrameLocks noGrp="1"/>
          </p:cNvGraphicFramePr>
          <p:nvPr/>
        </p:nvGraphicFramePr>
        <p:xfrm>
          <a:off x="22812000" y="9740391"/>
          <a:ext cx="2956787" cy="46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66434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611,628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1F82FF-2A8D-263C-73A2-0F62527D4A84}"/>
                  </a:ext>
                </a:extLst>
              </p:cNvPr>
              <p:cNvSpPr txBox="1"/>
              <p:nvPr/>
            </p:nvSpPr>
            <p:spPr>
              <a:xfrm>
                <a:off x="21541105" y="4929122"/>
                <a:ext cx="6256393" cy="26934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𝒉</m:t>
                                          </m:r>
                                        </m:e>
                                        <m:sub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2B240E-D301-60FD-435B-663E4A7F4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1105" y="4929122"/>
                <a:ext cx="6256393" cy="269343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6DBA84A-3A71-A3EA-6AD0-E28DAA2AD045}"/>
              </a:ext>
            </a:extLst>
          </p:cNvPr>
          <p:cNvCxnSpPr>
            <a:endCxn id="17" idx="1"/>
          </p:cNvCxnSpPr>
          <p:nvPr/>
        </p:nvCxnSpPr>
        <p:spPr>
          <a:xfrm>
            <a:off x="19539427" y="8616462"/>
            <a:ext cx="3272573" cy="3456102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978236-C120-4587-F8A8-1DE86E4CA1BD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19526968" y="12072564"/>
            <a:ext cx="3285032" cy="3456102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2E5C2EE-21E1-ED29-16A1-928F96D310F1}"/>
              </a:ext>
            </a:extLst>
          </p:cNvPr>
          <p:cNvCxnSpPr>
            <a:endCxn id="17" idx="1"/>
          </p:cNvCxnSpPr>
          <p:nvPr/>
        </p:nvCxnSpPr>
        <p:spPr>
          <a:xfrm>
            <a:off x="19539427" y="10637520"/>
            <a:ext cx="3272573" cy="1435044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E144D1A-76E6-498E-4F32-636397A5E197}"/>
              </a:ext>
            </a:extLst>
          </p:cNvPr>
          <p:cNvCxnSpPr>
            <a:cxnSpLocks/>
          </p:cNvCxnSpPr>
          <p:nvPr/>
        </p:nvCxnSpPr>
        <p:spPr>
          <a:xfrm flipV="1">
            <a:off x="19522323" y="12052139"/>
            <a:ext cx="3272573" cy="1435044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A572275-1492-2172-AC98-036912577B16}"/>
              </a:ext>
            </a:extLst>
          </p:cNvPr>
          <p:cNvSpPr txBox="1"/>
          <p:nvPr/>
        </p:nvSpPr>
        <p:spPr>
          <a:xfrm>
            <a:off x="20509804" y="9144000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8634B5-0F87-8CC7-C4B8-8C0A06C98F5D}"/>
              </a:ext>
            </a:extLst>
          </p:cNvPr>
          <p:cNvSpPr txBox="1"/>
          <p:nvPr/>
        </p:nvSpPr>
        <p:spPr>
          <a:xfrm>
            <a:off x="19959012" y="10185049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BE1231-4D72-45B6-3143-01283C5B2C7A}"/>
              </a:ext>
            </a:extLst>
          </p:cNvPr>
          <p:cNvSpPr txBox="1"/>
          <p:nvPr/>
        </p:nvSpPr>
        <p:spPr>
          <a:xfrm>
            <a:off x="20073030" y="12021660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5E0C4A-5D28-7D17-0F1D-EB8AA663F184}"/>
              </a:ext>
            </a:extLst>
          </p:cNvPr>
          <p:cNvSpPr txBox="1"/>
          <p:nvPr/>
        </p:nvSpPr>
        <p:spPr>
          <a:xfrm>
            <a:off x="20723327" y="14184759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50144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ABC1F-2067-5592-F707-602259A8B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E14B220-3D45-7AA1-380B-86E122188127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EA1D5D3-FED1-D799-F6B4-4BD1FE9C2129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C0AA858-51A9-5FCA-4EC7-9A4883FDB2FE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D69740D-A801-802A-2578-47D92DE9D3DB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E633D0E-DDEE-0055-3686-264A9AFE0628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8C4FDFC-EA50-DCCD-DEFA-3308BF20969F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1949A7-E069-4EF9-D190-B1539757DC85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E23BBF-48AF-A1EC-83DD-207008262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93194D-B818-B8C6-4CCA-550CDB6BA127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93D65DE-59CD-9EB1-8993-B5AEBFB84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20856B8-8FE9-2DAB-0B84-8F4C3F40C1C4}"/>
              </a:ext>
            </a:extLst>
          </p:cNvPr>
          <p:cNvGraphicFramePr>
            <a:graphicFrameLocks noGrp="1"/>
          </p:cNvGraphicFramePr>
          <p:nvPr/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FAAE715-5499-FCD9-22D3-9893ADB7433A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6F260CD-AE23-FC8F-BEA8-BB3799702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A252A681-1EB6-0E7C-4A84-3E87FE5F2C0B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C063E51-27A4-1026-2B69-7771D20B439B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13F88CF-0C54-B009-021D-5CC21AC446D0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B1A8E4A-3C86-C2EA-3B86-C94E4AB5E531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47E24E98-9428-9BD5-EC7A-1A000EEB9EFD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6831750C-4B76-A026-8EA9-E549ADAA059F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68DF975-223B-ECDC-C80D-478E838CD9D7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C3FEF5D-DA59-453C-BC95-30A6A78906AF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B3255D59-3047-5D36-9095-F4758F5904BE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EBB0971-F426-52E9-4424-144658400E60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1BB6A3D-5BE1-5BBE-B460-7009C51B4B62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3BE77F6F-BAC0-234A-0FC9-60EDDFE663C7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5C2B6D2-BC58-51FF-7751-19687789BE89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513BAD6-A685-70CC-6E1C-2B0504CD6C16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B91E4F2C-E2BB-3CD0-7A15-1C697B53F83C}"/>
              </a:ext>
            </a:extLst>
          </p:cNvPr>
          <p:cNvSpPr/>
          <p:nvPr/>
        </p:nvSpPr>
        <p:spPr>
          <a:xfrm>
            <a:off x="16621394" y="987552"/>
            <a:ext cx="33681086" cy="16203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5C4DD1D-6F4A-0B14-5FD0-9DC65499017E}"/>
              </a:ext>
            </a:extLst>
          </p:cNvPr>
          <p:cNvGraphicFramePr>
            <a:graphicFrameLocks noGrp="1"/>
          </p:cNvGraphicFramePr>
          <p:nvPr/>
        </p:nvGraphicFramePr>
        <p:xfrm>
          <a:off x="16582640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133,663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184,900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133,225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159,840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9C566E6-FC08-7973-1475-E1FF6A28E7F7}"/>
                  </a:ext>
                </a:extLst>
              </p:cNvPr>
              <p:cNvSpPr txBox="1"/>
              <p:nvPr/>
            </p:nvSpPr>
            <p:spPr>
              <a:xfrm>
                <a:off x="15579995" y="5601500"/>
                <a:ext cx="5079275" cy="1248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CA42E9-12D2-291A-190E-9EED5A48D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9995" y="5601500"/>
                <a:ext cx="5079275" cy="124816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1BA40E5-62F7-5C4B-485E-BF7CF77D59F2}"/>
              </a:ext>
            </a:extLst>
          </p:cNvPr>
          <p:cNvGraphicFramePr>
            <a:graphicFrameLocks noGrp="1"/>
          </p:cNvGraphicFramePr>
          <p:nvPr/>
        </p:nvGraphicFramePr>
        <p:xfrm>
          <a:off x="22812000" y="9740391"/>
          <a:ext cx="2956787" cy="46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66434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611,628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50C0D26-D509-71EB-4829-4CA6EE9D3F52}"/>
                  </a:ext>
                </a:extLst>
              </p:cNvPr>
              <p:cNvSpPr txBox="1"/>
              <p:nvPr/>
            </p:nvSpPr>
            <p:spPr>
              <a:xfrm>
                <a:off x="21541105" y="4929122"/>
                <a:ext cx="6256393" cy="26934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𝒉</m:t>
                                          </m:r>
                                        </m:e>
                                        <m:sub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067E5E-4D7D-00E6-D787-2590F0915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1105" y="4929122"/>
                <a:ext cx="6256393" cy="269343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F49FEE97-13DB-E0B4-A089-C5BE4F96C6B6}"/>
              </a:ext>
            </a:extLst>
          </p:cNvPr>
          <p:cNvGraphicFramePr>
            <a:graphicFrameLocks noGrp="1"/>
          </p:cNvGraphicFramePr>
          <p:nvPr/>
        </p:nvGraphicFramePr>
        <p:xfrm>
          <a:off x="32362625" y="9689487"/>
          <a:ext cx="2956787" cy="46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66434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74,453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6EB6EAF-D965-0235-22B7-1DF52FC2870D}"/>
                  </a:ext>
                </a:extLst>
              </p:cNvPr>
              <p:cNvSpPr txBox="1"/>
              <p:nvPr/>
            </p:nvSpPr>
            <p:spPr>
              <a:xfrm>
                <a:off x="29529794" y="4878866"/>
                <a:ext cx="6844694" cy="26162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𝒉</m:t>
                                          </m:r>
                                        </m:e>
                                        <m:sub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6EB6EAF-D965-0235-22B7-1DF52FC28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9794" y="4878866"/>
                <a:ext cx="6844694" cy="261622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3F997CF-CE91-A149-85DC-E7C69E58ED66}"/>
              </a:ext>
            </a:extLst>
          </p:cNvPr>
          <p:cNvCxnSpPr>
            <a:cxnSpLocks/>
          </p:cNvCxnSpPr>
          <p:nvPr/>
        </p:nvCxnSpPr>
        <p:spPr>
          <a:xfrm>
            <a:off x="25748862" y="12072564"/>
            <a:ext cx="658368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65F2EED-23B1-4C8B-3027-AB798E6A9463}"/>
              </a:ext>
            </a:extLst>
          </p:cNvPr>
          <p:cNvSpPr txBox="1"/>
          <p:nvPr/>
        </p:nvSpPr>
        <p:spPr>
          <a:xfrm>
            <a:off x="26759056" y="11032418"/>
            <a:ext cx="3654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divide by </a:t>
            </a:r>
            <a:r>
              <a:rPr lang="en-US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1736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6C8B1-AD77-6B62-C166-63F4282B3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03CC4E8-CC3A-108B-CAE5-D99958676659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235ED5F-06F0-FC2C-749A-D17C072D0C58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A65811-966C-A43F-639E-B768802001ED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17A8A4-C9E1-5AD7-59AE-A986A0AE3184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5A0C92E-0189-F133-6547-BB4F230DFE10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8E5B1B53-6520-5A89-59B1-85389070596F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60BE08-86C5-BCC1-9330-C8C7D7BC5639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E23BBF-48AF-A1EC-83DD-207008262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744E9E-1474-B353-48FB-478102E7D62C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93D65DE-59CD-9EB1-8993-B5AEBFB84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125E61A-A1C8-5B12-6E29-EAE8EC5EB538}"/>
              </a:ext>
            </a:extLst>
          </p:cNvPr>
          <p:cNvGraphicFramePr>
            <a:graphicFrameLocks noGrp="1"/>
          </p:cNvGraphicFramePr>
          <p:nvPr/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3A99029-08BF-628C-B061-ADB350188FAD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6F260CD-AE23-FC8F-BEA8-BB3799702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DFE247D7-377F-F868-20A6-C342A956DE0A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3DE1F45D-BFF0-88E5-BF7D-09D183CEE230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6DEA7A-3A60-C697-7C5A-F52962927220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57A65F6-B3CA-243E-790C-7C6175BB9030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0EC4E75D-148E-29F1-154E-1DBFF5B47A14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1443C82D-6C68-8B3E-1EB3-1FE22A6A1399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4732509-1B2A-6B15-73D0-5DFFC15F21C5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DAFCDB7-03A7-81C2-0412-6654E42AAA47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DC559A2D-DBA2-27B1-F36F-BF4BD6DD0FBC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3F56CF1-345A-5806-FAAB-E17E24EE1424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50DEAF4-2F48-E2EB-57A5-1856DD0DA2DC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C55E9DD6-FC0C-803B-7646-FEE6873029C1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701EA45-5D9A-DC2C-C4AD-F8F87ADBD2F2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756715E-78A9-D4AB-55C8-F0173A4D1ABE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8C127FEE-868D-D522-C438-E063DFE97374}"/>
              </a:ext>
            </a:extLst>
          </p:cNvPr>
          <p:cNvSpPr/>
          <p:nvPr/>
        </p:nvSpPr>
        <p:spPr>
          <a:xfrm>
            <a:off x="16621394" y="987552"/>
            <a:ext cx="33681086" cy="16203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CA9BD33-7718-5258-B576-2B5E3E8D8C1C}"/>
              </a:ext>
            </a:extLst>
          </p:cNvPr>
          <p:cNvGraphicFramePr>
            <a:graphicFrameLocks noGrp="1"/>
          </p:cNvGraphicFramePr>
          <p:nvPr/>
        </p:nvGraphicFramePr>
        <p:xfrm>
          <a:off x="16582640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133,663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184,900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133,225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159,840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93C74F-AE41-A848-2379-FA17FEEFE535}"/>
                  </a:ext>
                </a:extLst>
              </p:cNvPr>
              <p:cNvSpPr txBox="1"/>
              <p:nvPr/>
            </p:nvSpPr>
            <p:spPr>
              <a:xfrm>
                <a:off x="15579995" y="5601500"/>
                <a:ext cx="5079275" cy="1248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CA42E9-12D2-291A-190E-9EED5A48D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9995" y="5601500"/>
                <a:ext cx="5079275" cy="124816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A9EB43D-E038-2250-1CEE-50FA0B4F0311}"/>
              </a:ext>
            </a:extLst>
          </p:cNvPr>
          <p:cNvGraphicFramePr>
            <a:graphicFrameLocks noGrp="1"/>
          </p:cNvGraphicFramePr>
          <p:nvPr/>
        </p:nvGraphicFramePr>
        <p:xfrm>
          <a:off x="22812000" y="9740391"/>
          <a:ext cx="2956787" cy="46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66434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611,628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128B617-3B25-E836-C6E5-AEB724DAE400}"/>
                  </a:ext>
                </a:extLst>
              </p:cNvPr>
              <p:cNvSpPr txBox="1"/>
              <p:nvPr/>
            </p:nvSpPr>
            <p:spPr>
              <a:xfrm>
                <a:off x="21541105" y="4929122"/>
                <a:ext cx="6256393" cy="26934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𝒉</m:t>
                                          </m:r>
                                        </m:e>
                                        <m:sub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067E5E-4D7D-00E6-D787-2590F0915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1105" y="4929122"/>
                <a:ext cx="6256393" cy="269343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D4198662-A6A1-6449-C123-59E3C7071D09}"/>
              </a:ext>
            </a:extLst>
          </p:cNvPr>
          <p:cNvGraphicFramePr>
            <a:graphicFrameLocks noGrp="1"/>
          </p:cNvGraphicFramePr>
          <p:nvPr/>
        </p:nvGraphicFramePr>
        <p:xfrm>
          <a:off x="32362625" y="9689487"/>
          <a:ext cx="2956787" cy="46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66434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74,453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A40600C-3A1C-DEC2-AB27-9088DA1D8474}"/>
                  </a:ext>
                </a:extLst>
              </p:cNvPr>
              <p:cNvSpPr txBox="1"/>
              <p:nvPr/>
            </p:nvSpPr>
            <p:spPr>
              <a:xfrm>
                <a:off x="30399295" y="4917466"/>
                <a:ext cx="6844694" cy="26162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𝒉</m:t>
                                          </m:r>
                                        </m:e>
                                        <m:sub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A40600C-3A1C-DEC2-AB27-9088DA1D8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99295" y="4917466"/>
                <a:ext cx="6844694" cy="261622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9E05E66-333F-E3F3-35CB-0DC3A929FA90}"/>
              </a:ext>
            </a:extLst>
          </p:cNvPr>
          <p:cNvCxnSpPr>
            <a:cxnSpLocks/>
          </p:cNvCxnSpPr>
          <p:nvPr/>
        </p:nvCxnSpPr>
        <p:spPr>
          <a:xfrm>
            <a:off x="25748862" y="12072564"/>
            <a:ext cx="658368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179C531-4E78-0E2F-D7FC-CF980C60A295}"/>
              </a:ext>
            </a:extLst>
          </p:cNvPr>
          <p:cNvSpPr txBox="1"/>
          <p:nvPr/>
        </p:nvSpPr>
        <p:spPr>
          <a:xfrm>
            <a:off x="26759056" y="11032418"/>
            <a:ext cx="3654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divide by </a:t>
            </a:r>
            <a:r>
              <a:rPr lang="en-US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4F37D4-DDD1-A2A7-BF48-F795CA6E2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755896"/>
              </p:ext>
            </p:extLst>
          </p:nvPr>
        </p:nvGraphicFramePr>
        <p:xfrm>
          <a:off x="40836309" y="9689487"/>
          <a:ext cx="2956787" cy="46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66434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276.50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FFFE93-2B82-372C-9ABE-19C9C289AF0D}"/>
                  </a:ext>
                </a:extLst>
              </p:cNvPr>
              <p:cNvSpPr txBox="1"/>
              <p:nvPr/>
            </p:nvSpPr>
            <p:spPr>
              <a:xfrm>
                <a:off x="38507089" y="4479800"/>
                <a:ext cx="7615226" cy="35920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6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𝒉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𝜽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sz="60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60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60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𝒊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sz="6000" b="1" dirty="0"/>
                                <m:t> </m:t>
                              </m:r>
                            </m:e>
                          </m:nary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ra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FFFE93-2B82-372C-9ABE-19C9C289A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089" y="4479800"/>
                <a:ext cx="7615226" cy="359207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244F52-6055-E395-7004-D9B5D4B7C947}"/>
              </a:ext>
            </a:extLst>
          </p:cNvPr>
          <p:cNvCxnSpPr>
            <a:cxnSpLocks/>
          </p:cNvCxnSpPr>
          <p:nvPr/>
        </p:nvCxnSpPr>
        <p:spPr>
          <a:xfrm>
            <a:off x="35311962" y="12072564"/>
            <a:ext cx="557784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B5091F3-83C2-B936-0490-56BDA5D11884}"/>
              </a:ext>
            </a:extLst>
          </p:cNvPr>
          <p:cNvSpPr txBox="1"/>
          <p:nvPr/>
        </p:nvSpPr>
        <p:spPr>
          <a:xfrm>
            <a:off x="35255356" y="11032418"/>
            <a:ext cx="56018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Take Square Root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4838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B2C54-490A-8245-FA2A-AD483721A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CE27005-7544-C597-A79C-2A89A62A6FF7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31A7F6B-99C7-97DB-4365-3CB9071F2970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985B18-7D15-4044-DA42-B8568B5803EC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038C728-0CE0-D4A9-2ECD-22435A486408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8A10AFE-1284-27FA-0E76-00DE9B12FEC8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9A05E0A3-F9B3-2369-6073-32F11AC081A1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5CDEDD-5E89-8FF8-E0AE-6EC12A241F04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83157E6-412A-B6FC-F695-A55E064AA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365959-3C45-B9AF-36FD-4D2EFB03A5FC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DA6DC34-8D6D-6F72-5055-E4FE22505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812BC3E-857C-6D16-6BD1-A06F707B46FC}"/>
              </a:ext>
            </a:extLst>
          </p:cNvPr>
          <p:cNvGraphicFramePr>
            <a:graphicFrameLocks noGrp="1"/>
          </p:cNvGraphicFramePr>
          <p:nvPr/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726BF3E-CC68-9907-8EA0-725D1ECD78D9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B0E0B21-5375-8F20-CC94-7D8EF5282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96C5F3D-2AF8-E596-C964-533809ADFF95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6924069E-A9C9-A57C-C0C1-595760EDC1BD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26A788A-18DE-1843-8E8A-7474C16C15C6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96BFCCB-1114-AB7D-7686-A8C68978B1BD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7B6ADD0-5872-8AE1-6991-C6C6097DBC7A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3720DD6A-1709-A4DC-05D4-8B9745C9350F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C2EE408-C7D1-B971-CB9B-A5AB90B5D4A7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5DD9E06-7735-D11B-FDAE-9E376A447EA6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16724C0-F589-D5C0-56BA-378877D253E3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25A342D-2C52-22B6-CCEB-D3672FA16CD3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31E947C-2D73-91C3-A7E1-EF7302DF8665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2351EAD-2B98-27D6-00D6-E8A1E48FEBC8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93A513F-2BEE-F730-E6C1-7F03CB51C12F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898C82F-EFEC-85CF-43A8-8EE8AA426738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1259311-DAE2-6D02-DE8D-031B5ABB36AC}"/>
              </a:ext>
            </a:extLst>
          </p:cNvPr>
          <p:cNvSpPr/>
          <p:nvPr/>
        </p:nvSpPr>
        <p:spPr>
          <a:xfrm>
            <a:off x="16621394" y="0"/>
            <a:ext cx="3368108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578047E-88ED-2A61-AFE3-07E6A510E9BB}"/>
              </a:ext>
            </a:extLst>
          </p:cNvPr>
          <p:cNvGraphicFramePr>
            <a:graphicFrameLocks noGrp="1"/>
          </p:cNvGraphicFramePr>
          <p:nvPr/>
        </p:nvGraphicFramePr>
        <p:xfrm>
          <a:off x="16582640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133,663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184,900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133,225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159,840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15783A-13C7-95A1-F800-8680C079BB95}"/>
                  </a:ext>
                </a:extLst>
              </p:cNvPr>
              <p:cNvSpPr txBox="1"/>
              <p:nvPr/>
            </p:nvSpPr>
            <p:spPr>
              <a:xfrm>
                <a:off x="15579995" y="5601500"/>
                <a:ext cx="5079275" cy="1248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F8F3A5-2E4A-2152-4413-D6BDBCAA2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9995" y="5601500"/>
                <a:ext cx="5079275" cy="124816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CE64F7D-038B-4B8D-277D-15A7B6A16CB2}"/>
              </a:ext>
            </a:extLst>
          </p:cNvPr>
          <p:cNvGraphicFramePr>
            <a:graphicFrameLocks noGrp="1"/>
          </p:cNvGraphicFramePr>
          <p:nvPr/>
        </p:nvGraphicFramePr>
        <p:xfrm>
          <a:off x="22812000" y="9740391"/>
          <a:ext cx="2956787" cy="46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66434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611,628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20F185F-72E4-3381-E964-DDA1462CAF6A}"/>
                  </a:ext>
                </a:extLst>
              </p:cNvPr>
              <p:cNvSpPr txBox="1"/>
              <p:nvPr/>
            </p:nvSpPr>
            <p:spPr>
              <a:xfrm>
                <a:off x="21541105" y="4929122"/>
                <a:ext cx="6256393" cy="26934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𝒉</m:t>
                                          </m:r>
                                        </m:e>
                                        <m:sub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396AAC-F3A6-CA22-E1B0-4A0270D07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1105" y="4929122"/>
                <a:ext cx="6256393" cy="269343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6F4A8BBE-04E4-E61B-FC36-93765E54C309}"/>
              </a:ext>
            </a:extLst>
          </p:cNvPr>
          <p:cNvGraphicFramePr>
            <a:graphicFrameLocks noGrp="1"/>
          </p:cNvGraphicFramePr>
          <p:nvPr/>
        </p:nvGraphicFramePr>
        <p:xfrm>
          <a:off x="34213952" y="9689487"/>
          <a:ext cx="2956787" cy="46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66434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74,453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625A20E-BF63-0CDE-0A20-2EC3491F8438}"/>
                  </a:ext>
                </a:extLst>
              </p:cNvPr>
              <p:cNvSpPr txBox="1"/>
              <p:nvPr/>
            </p:nvSpPr>
            <p:spPr>
              <a:xfrm>
                <a:off x="29529794" y="4878866"/>
                <a:ext cx="12630765" cy="35920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</a:rPr>
                                                <m:t>𝒉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𝜽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6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sz="60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60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60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𝒊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sz="6000" b="1" dirty="0"/>
                                <m:t> 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625A20E-BF63-0CDE-0A20-2EC3491F8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9794" y="4878866"/>
                <a:ext cx="12630765" cy="359207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550443A-1710-5799-46D9-0B67D7D0E9CE}"/>
              </a:ext>
            </a:extLst>
          </p:cNvPr>
          <p:cNvSpPr txBox="1"/>
          <p:nvPr/>
        </p:nvSpPr>
        <p:spPr>
          <a:xfrm>
            <a:off x="30066147" y="3530624"/>
            <a:ext cx="115580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RMSE using values of THETA_0 and THETA_1</a:t>
            </a:r>
          </a:p>
        </p:txBody>
      </p:sp>
    </p:spTree>
    <p:extLst>
      <p:ext uri="{BB962C8B-B14F-4D97-AF65-F5344CB8AC3E}">
        <p14:creationId xmlns:p14="http://schemas.microsoft.com/office/powerpoint/2010/main" val="2158244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4B913-BAFB-8582-55BB-977F7CF3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E49CC1-ECCF-F2BD-0EFE-F12E642CE15E}"/>
              </a:ext>
            </a:extLst>
          </p:cNvPr>
          <p:cNvSpPr txBox="1"/>
          <p:nvPr/>
        </p:nvSpPr>
        <p:spPr>
          <a:xfrm>
            <a:off x="2666737" y="1211927"/>
            <a:ext cx="44958526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/>
              <a:t>Mean Absolute Error Calculation (MAE)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32F135-89A8-1422-7A04-893A8584DA4D}"/>
                  </a:ext>
                </a:extLst>
              </p:cNvPr>
              <p:cNvSpPr txBox="1"/>
              <p:nvPr/>
            </p:nvSpPr>
            <p:spPr>
              <a:xfrm>
                <a:off x="9146294" y="6959585"/>
                <a:ext cx="29323092" cy="69617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6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166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6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66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6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66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6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66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166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166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sz="16600" b="1" dirty="0"/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6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6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6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166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6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66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6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166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166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6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166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166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32F135-89A8-1422-7A04-893A8584D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6294" y="6959585"/>
                <a:ext cx="29323092" cy="69617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84062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C2D97-274A-D43B-9490-EACAB3D7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BF70F22-1958-7CAF-C02A-DD188B62A918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FF8CED6-7E75-554B-64B5-F10976AF8F0B}"/>
              </a:ext>
            </a:extLst>
          </p:cNvPr>
          <p:cNvGraphicFramePr>
            <a:graphicFrameLocks noGrp="1"/>
          </p:cNvGraphicFramePr>
          <p:nvPr/>
        </p:nvGraphicFramePr>
        <p:xfrm>
          <a:off x="153781" y="2933693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CE66E58-3854-DE01-5A1C-688E40CEA53A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595FA06-B58F-EB78-79E9-CEDCE4C50CA1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2791451-E2E2-FAB7-454A-50E7A6148200}"/>
              </a:ext>
            </a:extLst>
          </p:cNvPr>
          <p:cNvGraphicFramePr>
            <a:graphicFrameLocks noGrp="1"/>
          </p:cNvGraphicFramePr>
          <p:nvPr/>
        </p:nvGraphicFramePr>
        <p:xfrm>
          <a:off x="51562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7F41BE0-7B2B-2B4D-CF9E-48EE8D008299}"/>
              </a:ext>
            </a:extLst>
          </p:cNvPr>
          <p:cNvGraphicFramePr>
            <a:graphicFrameLocks noGrp="1"/>
          </p:cNvGraphicFramePr>
          <p:nvPr/>
        </p:nvGraphicFramePr>
        <p:xfrm>
          <a:off x="78384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0365439-2BDC-D73C-F7FB-80CCBF8F9D57}"/>
                  </a:ext>
                </a:extLst>
              </p:cNvPr>
              <p:cNvSpPr txBox="1"/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2F04E86-B139-3E35-98D6-8AA6D79A5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F08ABF7-6C8E-67F0-AE3B-A54CFA6A993F}"/>
                  </a:ext>
                </a:extLst>
              </p:cNvPr>
              <p:cNvSpPr txBox="1"/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A4E58F0-8AED-9575-4037-92501F132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62B7C70-2D42-8839-92BB-C6FBBC3F87D4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7B0741A-826A-CC23-AD31-15D1F93E345A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3290135-DB48-FB40-0EBA-B1296E37322F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81D3940F-A56E-FE69-73DC-21E698606D8F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B4A8F3-48A9-118D-B9F5-1B3587045A7C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456CF36-1BEC-D527-4B17-992344F30D1D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AA0883C2-6E4F-879B-E6F0-09E776A66619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E3D4D4B7-E782-BE0C-DF1C-70A10BDC2A65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1A0D377-7763-493D-C380-82F7D566B978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9D98BDF-4F6C-15AD-150E-5CD6E273A082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9DFE87E0-7BE6-3C31-81B7-0BD01ED45A8C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78141D2-5213-6158-F490-11087E08ACC6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1CA18BB-1E59-4C35-9522-E50686BA5DBF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DF74C8B7-92C0-CCCD-ED26-4ABB43672FE4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F4B461D-8F64-AB00-9938-7B580FD7569A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744554F-A0C6-3A2B-3FA7-45B3FE3E7F69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296C304-9423-EC72-1D8A-8016C005728F}"/>
              </a:ext>
            </a:extLst>
          </p:cNvPr>
          <p:cNvSpPr/>
          <p:nvPr/>
        </p:nvSpPr>
        <p:spPr>
          <a:xfrm>
            <a:off x="4900593" y="0"/>
            <a:ext cx="45363134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B8D4C5-02AD-037E-2E44-AD0537DF7D99}"/>
              </a:ext>
            </a:extLst>
          </p:cNvPr>
          <p:cNvGraphicFramePr>
            <a:graphicFrameLocks noGrp="1"/>
          </p:cNvGraphicFramePr>
          <p:nvPr/>
        </p:nvGraphicFramePr>
        <p:xfrm>
          <a:off x="7990893" y="75025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071F94-9D24-D209-BACB-E824907156B3}"/>
                  </a:ext>
                </a:extLst>
              </p:cNvPr>
              <p:cNvSpPr txBox="1"/>
              <p:nvPr/>
            </p:nvSpPr>
            <p:spPr>
              <a:xfrm>
                <a:off x="8682864" y="59071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28BB77-34CC-5E07-06D4-F232DE486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864" y="5907134"/>
                <a:ext cx="989464" cy="94699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91330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853ED-A727-C1F9-7312-501465A1B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C7BDECD-7292-E62A-DC25-0565AC24CE01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4A39312-5E34-1EEB-F5F6-EBFD795B7466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CA7B08A-AF9A-C013-259F-87296821CAEA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E61BC8A-B46D-6733-0EB0-367C5F6D8807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1AB44D2-2516-C07F-C541-B78C7C651214}"/>
              </a:ext>
            </a:extLst>
          </p:cNvPr>
          <p:cNvGraphicFramePr>
            <a:graphicFrameLocks noGrp="1"/>
          </p:cNvGraphicFramePr>
          <p:nvPr/>
        </p:nvGraphicFramePr>
        <p:xfrm>
          <a:off x="51562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083E2D4-1151-4E21-45B4-D114E7F649E2}"/>
              </a:ext>
            </a:extLst>
          </p:cNvPr>
          <p:cNvGraphicFramePr>
            <a:graphicFrameLocks noGrp="1"/>
          </p:cNvGraphicFramePr>
          <p:nvPr/>
        </p:nvGraphicFramePr>
        <p:xfrm>
          <a:off x="78384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54F999E-3C78-486E-054D-DEF22B32A088}"/>
                  </a:ext>
                </a:extLst>
              </p:cNvPr>
              <p:cNvSpPr txBox="1"/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2F04E86-B139-3E35-98D6-8AA6D79A5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6483E4A-FFC2-EFBD-1609-DF44D66B56A0}"/>
                  </a:ext>
                </a:extLst>
              </p:cNvPr>
              <p:cNvSpPr txBox="1"/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A4E58F0-8AED-9575-4037-92501F132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567416D-5BF7-461F-10A2-129CFC3CA416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0E2DA69-B580-043D-6428-18765DEAAA0D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E97AFE98-97DD-2944-FD75-1F9E1EE07573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E8B68654-577A-7457-0A98-062B35FFC9B0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3614D3C-0369-3B7F-0EF9-D8446E04DBFE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E319519-BB04-D70E-94E5-3F27392EA3FA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BDF5D419-62BD-B6B7-A70F-AF137EFF97FF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214C2BB-CD90-E41E-A087-E5E75DFB2FE0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FE00DE9-C7CD-A62A-F21E-D64F4A9E23E5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A887BBD-F8C1-5A55-7035-978CF798B903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C1CA1575-3770-75D6-112E-AF1AFB44F595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36E1EFA-44B5-AB01-9770-09C42F0FAAEC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D3708E7-A369-32D8-E28B-CA887CD08A9D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BFF46B99-35A8-BFE2-732C-B8FFFB165FEE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27759DB-8A66-9853-3026-02023CB347FA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80F96D5-83F7-7F1C-30BB-85F49DF2E10C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5023938B-A77C-1A52-5EE7-FCDFD45C4BAB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261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387AD-83A9-BC33-FEE9-DF5D2A41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5F13EF8-F909-5DB2-3974-F7D44E0AAFF5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4E711CF-1932-05B0-F793-DFB8F2008D47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63B645-3562-E685-D2AA-FAA5C2BB3EB1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6A70D6F-7AFF-0219-104B-B610F48703C6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64F9EF45-9926-C5B2-E429-ACD1411BB29D}"/>
              </a:ext>
            </a:extLst>
          </p:cNvPr>
          <p:cNvGraphicFramePr>
            <a:graphicFrameLocks noGrp="1"/>
          </p:cNvGraphicFramePr>
          <p:nvPr/>
        </p:nvGraphicFramePr>
        <p:xfrm>
          <a:off x="51562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DDC9DE4-708F-5D93-7D7B-3A6B620B20BA}"/>
              </a:ext>
            </a:extLst>
          </p:cNvPr>
          <p:cNvGraphicFramePr>
            <a:graphicFrameLocks noGrp="1"/>
          </p:cNvGraphicFramePr>
          <p:nvPr/>
        </p:nvGraphicFramePr>
        <p:xfrm>
          <a:off x="78384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70DA3E4-90D3-9BA0-050E-5D4393C06D76}"/>
                  </a:ext>
                </a:extLst>
              </p:cNvPr>
              <p:cNvSpPr txBox="1"/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2F04E86-B139-3E35-98D6-8AA6D79A5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D4549EA-25ED-0E85-7215-5AD6B909BE96}"/>
                  </a:ext>
                </a:extLst>
              </p:cNvPr>
              <p:cNvSpPr txBox="1"/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A4E58F0-8AED-9575-4037-92501F132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9053DE1-68F7-B38E-1173-183D155E3CA3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B37D006-AC7C-4E34-E7FA-FFA5843B47A4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CDEF1CC3-2F73-1ED0-11B1-6857F50F05FF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DF5A1CA3-B6A3-857F-A3E4-04E0055C97CA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5468DEF-AEAF-CD3B-56B0-489D3F23B107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476FC43-17AC-A158-8B0D-AC34B2457E9F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02824E90-A33A-841D-A355-B8448164A851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A17AAA49-849F-891F-92F5-CAB5D998AC85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3B3436C-0FF3-7E8A-FDBD-C41EF7DE57A5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6E0FB22-51E6-D2CE-9842-46337B9D7719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8BBAC5F7-1294-B2B7-2672-0FC29AF4DFDA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9DF6A89-3CD3-1C8E-48E2-CEDD4BC24AA0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046BC1E-54C4-6D3B-F9A2-5FF3EC2336F9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282B69A-01DA-4C8F-EF79-55D819DDE864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A4B697B-432D-ABF3-1437-1CBA48EBA8E7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936D98F-1EB0-D3FE-C6DE-B92617D7E41C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9BF0EC8D-ED26-1502-0E29-BC7AC2A8D0D5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25C3D69-4243-856F-A101-1165438DB755}"/>
              </a:ext>
            </a:extLst>
          </p:cNvPr>
          <p:cNvCxnSpPr>
            <a:cxnSpLocks/>
          </p:cNvCxnSpPr>
          <p:nvPr/>
        </p:nvCxnSpPr>
        <p:spPr>
          <a:xfrm>
            <a:off x="1216328" y="5305861"/>
            <a:ext cx="0" cy="199809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F12196-4907-EBE0-350B-9D5D4F97DEA0}"/>
              </a:ext>
            </a:extLst>
          </p:cNvPr>
          <p:cNvCxnSpPr/>
          <p:nvPr/>
        </p:nvCxnSpPr>
        <p:spPr>
          <a:xfrm>
            <a:off x="3584158" y="5305861"/>
            <a:ext cx="0" cy="199809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744E67-1005-42C7-EA59-F25FA567CADB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D8B912-031D-A9CA-0ECD-D69F9E777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29319F-04CA-17FF-7C5B-674C2645AE0B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7D7DD3-867B-88DD-4D53-4D6E4CF28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95106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EE703-E9F8-A35C-CCA5-E8A3252A1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4CC8689-5902-B50D-FFE4-19DFFEDDD819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C40657-BC6C-4BCA-DB3F-72F3C82917F8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022AFC-4F72-EFDD-FF76-2049A3E5E05A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64CDD5B-B4A5-C720-593A-E78B078AC492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F815FD1-FCC4-18C0-E26B-AF3AF95F5D5B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450+315.6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E1E10CF-69D0-7E9C-3E9E-E91F18FD079E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90E925-D53A-0D2C-0B5A-BA5FEBEC38F3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76DE6AE-55B3-4658-CDAA-75748C600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C3758B1-421E-F74A-65A4-C82AB74D8934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22894EF-FDC5-3770-5624-1413AEEED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5EB3406-1A42-F9C4-E95B-70089D31B910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8C0AC29-BF67-D27F-2DE4-EFDD0DC88DA5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A7C7946D-61D4-97C2-2499-8D65A03496AE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96764E4A-8B31-A1B2-FE26-A7C569CEFBE9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4C762EE-955F-A903-0F87-FC55376A74A6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5769AD6-E7F0-99DA-D620-236B066AB470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591C55B-F6FD-2280-7024-1BFF82CDFE7E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C907830C-7917-29D0-AB2C-DD305EB4FE92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6BF53CA-C698-CB52-B2AC-6B864474EC4C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A751DE9-D7A0-C12E-C0F2-D263D708B83C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E9242CC2-594E-BB1B-A297-FA3E4CB8C391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58522C8-8C7D-4068-7F32-9A3A42DCA37F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876660E-0711-F332-A5A7-DEDDDE2904D5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6A8FB27D-83A2-F400-2C5B-12D21DA74359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29B3D5D-CDA7-5158-0DA7-0E71903FFE94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8B35060-4765-FFD5-471D-D2D76240BBF7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F11A4C6-440E-E291-8B0D-5EAD16E6E81F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271D630-7F73-BE4F-4D8D-62561F899CFF}"/>
              </a:ext>
            </a:extLst>
          </p:cNvPr>
          <p:cNvCxnSpPr>
            <a:cxnSpLocks/>
          </p:cNvCxnSpPr>
          <p:nvPr/>
        </p:nvCxnSpPr>
        <p:spPr>
          <a:xfrm>
            <a:off x="1216328" y="5305861"/>
            <a:ext cx="0" cy="199809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78ED4C-71B2-63BF-1A55-9C1F4B4A21B0}"/>
              </a:ext>
            </a:extLst>
          </p:cNvPr>
          <p:cNvCxnSpPr/>
          <p:nvPr/>
        </p:nvCxnSpPr>
        <p:spPr>
          <a:xfrm>
            <a:off x="3584158" y="5305861"/>
            <a:ext cx="0" cy="199809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BBF4DA-052E-5B8F-702D-DE8C0B18E42A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B6A561-C1C5-0481-FAB5-C7CD3D31C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7F42C0-FC29-2683-3D93-BF54CED8CC01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BA6689C-481C-9286-CA0F-E49CE4E3A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01DC78F-9E89-E318-A0E1-36C32C7F9CC1}"/>
              </a:ext>
            </a:extLst>
          </p:cNvPr>
          <p:cNvCxnSpPr>
            <a:cxnSpLocks/>
          </p:cNvCxnSpPr>
          <p:nvPr/>
        </p:nvCxnSpPr>
        <p:spPr>
          <a:xfrm>
            <a:off x="4761934" y="8871796"/>
            <a:ext cx="624624" cy="13754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4BFBEE-5E3E-0827-F50C-C3F43E00C49A}"/>
                  </a:ext>
                </a:extLst>
              </p:cNvPr>
              <p:cNvSpPr txBox="1"/>
              <p:nvPr/>
            </p:nvSpPr>
            <p:spPr>
              <a:xfrm>
                <a:off x="4718842" y="7503884"/>
                <a:ext cx="762114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BE0C6B-7EFA-6994-E705-6331F8125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842" y="7503884"/>
                <a:ext cx="762114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33836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AB7A-548E-85D9-A07A-B2459BFDB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B6D393F-D0B3-D028-F80B-AD0586AE6D32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CAB969A-4CE4-6CA7-31C3-D541F961E3AE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F74610-BEE3-1C3B-8303-944EDC6A09A3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D94F34-4075-F889-2D86-20E830A4F071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D37FFCA-FC8A-CF75-0B97-EAA0A5D2461C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1539BFB-73C3-0543-4045-97036BD8A572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5264B94-7443-2180-F702-89E274B077F5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9DCE168-F0BF-C6EE-BC38-FC4F79748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3417CDE-0AFB-B814-A4F5-8F851A3897BA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8D7086C-B4D9-4047-495A-9EE876402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B99648E-023E-A7C8-9581-F7896A4263CC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7632517-7279-529E-0806-10E4D734466B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47570159-AF25-1A14-BC09-504B2FF2C3E9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5E1B5D5-8901-826B-96A4-DB02524392B1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0344D92-2D85-4B30-C5F7-7971EEC9382A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86906BA-42A5-A8FA-3C93-026FF53A0E08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85192274-759A-A5CB-F20C-5E6AEF8AFA92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B284673-A214-E8EF-144D-DEA13B7FF78A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36E13E8-57A9-346E-3D8D-88C4902FA189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7AD65C7-114D-8B8C-631A-EEF096C36CE3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1CA2D72F-365A-7426-427C-64D091DAFF0D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EE22139-134A-0222-1D27-A5E4B2DE90D5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2C0A707-3B88-98E1-4133-A296EE229BD6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E5EF8605-EA59-1BBF-34CF-9ABC7ECB600D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BCEE16E-B5F7-3AD2-1702-DA0A5BE3D150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60216FD-3FA1-743E-E7A1-D69C01F65453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80E7DDC-0F41-8D0B-2728-2F3119647959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A7FCB5B-F095-FE55-B36B-26B516C22291}"/>
              </a:ext>
            </a:extLst>
          </p:cNvPr>
          <p:cNvCxnSpPr>
            <a:cxnSpLocks/>
          </p:cNvCxnSpPr>
          <p:nvPr/>
        </p:nvCxnSpPr>
        <p:spPr>
          <a:xfrm>
            <a:off x="1216328" y="5305861"/>
            <a:ext cx="0" cy="199809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051D8A-4441-07F4-2180-26650652217A}"/>
              </a:ext>
            </a:extLst>
          </p:cNvPr>
          <p:cNvCxnSpPr/>
          <p:nvPr/>
        </p:nvCxnSpPr>
        <p:spPr>
          <a:xfrm>
            <a:off x="3584158" y="5305861"/>
            <a:ext cx="0" cy="199809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6FF438-B21E-4E2B-0954-B976BC9E73BC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E3AAAF-A329-E319-6A01-520702933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69012C-829C-8570-1009-87CC145422B5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72C57E-5B43-E7F4-BB0D-6A8EC1B68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67FA0C2-0466-320B-D627-A2290F76D7EF}"/>
              </a:ext>
            </a:extLst>
          </p:cNvPr>
          <p:cNvCxnSpPr>
            <a:cxnSpLocks/>
          </p:cNvCxnSpPr>
          <p:nvPr/>
        </p:nvCxnSpPr>
        <p:spPr>
          <a:xfrm>
            <a:off x="4761934" y="8871796"/>
            <a:ext cx="624624" cy="13754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12459F-0329-1694-D66A-C00B75300E70}"/>
                  </a:ext>
                </a:extLst>
              </p:cNvPr>
              <p:cNvSpPr txBox="1"/>
              <p:nvPr/>
            </p:nvSpPr>
            <p:spPr>
              <a:xfrm>
                <a:off x="4718842" y="7503884"/>
                <a:ext cx="762114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113F1D-73F6-AE1D-8333-996DEE789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842" y="7503884"/>
                <a:ext cx="762114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37126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617B6-DCDA-856B-3B10-7DAA8BE23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AE1A7D7-9CFE-4013-28F1-2CECFF5A0756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6766CC4-7068-1965-F3FC-EC3935447D2C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0A4D989-2324-C234-D881-7F1A75D41FB6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1F9FBB2-1B04-FB55-90E8-D81FAF26D4B2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2E50249-0302-5A13-CF2C-D36D350863BF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F076ED7-7532-908A-C0E2-FFEFA9642976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A298DF6-24E2-4D32-934E-3C95E07D79A7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5508105-A3CF-041A-3280-3F4080D9B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5152D6-5AF9-1613-02C3-53FD5BCE2306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88170A-CAF4-2615-966A-4C1B06399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362C68F0-4CEC-0928-0DD6-84FDD6155B74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765F9F7-6A90-366E-A0F5-18CF9D303C38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90CEAC63-2303-B161-2BA3-FCDDAF9E94C8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D9FBFE81-D9B2-4BBA-10DD-550B4D4F86D2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06FC28D-9D3D-55C9-D98C-D79F4B56063E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ADEB427-4BC2-3614-5837-F10C7158D814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D2D4AB5-5373-7F2F-8331-3DC625C2D4C7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3A6F8758-848A-B8E1-65A3-E94D6BCB467F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A9E5AA3-0D84-C2D7-DC51-F72984A07915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5C95A7F-CBBA-1899-A132-8145C5B40A5C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F4031FF2-1F60-5905-2E6F-20A2BF1BD8F7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66E3F0B-42FC-C199-F89C-2C84F5E71F34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63C2AD0-4428-DBE6-0F61-E8C992D8D752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C115BE38-5446-F248-ECE4-BAB018917AF7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1A3B4E5-3BBD-6ACA-3058-F0B5650A6574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3C9A0A-7083-BD18-F951-AD74A90BCE3D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5349C0EE-F32A-EB8D-B168-2D2258919D3A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45FD8A7-F655-AE0E-4615-BFDE8334261D}"/>
              </a:ext>
            </a:extLst>
          </p:cNvPr>
          <p:cNvCxnSpPr>
            <a:cxnSpLocks/>
          </p:cNvCxnSpPr>
          <p:nvPr/>
        </p:nvCxnSpPr>
        <p:spPr>
          <a:xfrm>
            <a:off x="1216328" y="5305860"/>
            <a:ext cx="0" cy="429768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954B6A-EEF5-773C-8536-9F3FFC589CBC}"/>
              </a:ext>
            </a:extLst>
          </p:cNvPr>
          <p:cNvCxnSpPr/>
          <p:nvPr/>
        </p:nvCxnSpPr>
        <p:spPr>
          <a:xfrm>
            <a:off x="3584158" y="5305860"/>
            <a:ext cx="0" cy="429768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DAF4F4-C69D-0BB4-91DD-C19E7FA18049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6E5552-5218-9A49-7967-F4921D3D7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4849DF-4777-BCEC-C299-0F3090B58E73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07A32F-8662-4D79-03D3-5355CFA0B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5404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6BBC7-6B25-C9A4-2E1A-420443C1A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B943CF8-1060-584C-3028-A56328CCAE9E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9EADF5F-0705-F3C6-2270-E47399EF2E42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425B9D1-6347-8DA4-C851-798899E0F460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F726A34-01B0-6917-F39E-C6CD9ACDC033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FFF952B-99F0-16E7-4127-D9BB07DB8CD3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F890745-0254-D2A3-4219-93A3AE42E4DE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B6763B8-4174-33DC-4D19-81347A00A5A9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CD7FDB9-9E48-61BF-3B92-C67D2F5A5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260411-ED19-2DD5-E6EE-9DB96C8F0221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C7931F2-C5CE-FDFB-782B-B6AD1FEE0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A63F24F-E273-8C2C-8310-7EF5D4548C6D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F3821B9-6831-F547-858D-3F004D1A8563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D6FEF8D-A163-210C-7E85-298E70CC8704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4D97990F-33B5-B1BC-59EE-F3F753A02BE8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2A5BF6-1A36-FD35-D256-C3DC4D6B8ED9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B11142B-AAF6-C67F-AFD4-EC6132777543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B9DBF22A-C5C5-2BB1-9CCA-C19D1D88386C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8698CEB-94F3-09FD-98DF-889CCC4A748F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8BD7C6A-1470-4BB1-56DE-A76C842C2936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3268CC0-E6A6-407C-F1B4-142B8D195C97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395FDE0B-E91A-A55D-9C9C-50A37A597C40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6726FC8-9216-9E48-9735-CA6849490249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D858D37-92C6-CB4D-1D3B-EB6295410D8E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848CCAB2-80B3-03F1-45F3-B55154683FC7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BDE5D79-C3E0-6ACC-4761-1A7AA556A986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6018853-DBF5-4104-F2A4-F9A47BD91388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7000310-0990-D16B-B9B5-51A161BFF01D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EDAAD82-A83E-489A-CDF2-1A98E84B018C}"/>
              </a:ext>
            </a:extLst>
          </p:cNvPr>
          <p:cNvCxnSpPr>
            <a:cxnSpLocks/>
          </p:cNvCxnSpPr>
          <p:nvPr/>
        </p:nvCxnSpPr>
        <p:spPr>
          <a:xfrm>
            <a:off x="1216328" y="5305860"/>
            <a:ext cx="0" cy="429768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546B4FA-A1BD-FE8C-DA02-DB82826E8DC0}"/>
              </a:ext>
            </a:extLst>
          </p:cNvPr>
          <p:cNvCxnSpPr/>
          <p:nvPr/>
        </p:nvCxnSpPr>
        <p:spPr>
          <a:xfrm>
            <a:off x="3584158" y="5305860"/>
            <a:ext cx="0" cy="429768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375EC0-B2C2-9C29-86AC-5E197A62CD23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5640A2-6409-C3EC-8C10-93C60008A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2ADB31-20AA-AEF3-7533-2CE3B93E3E71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CB3EDE-B377-BB6F-7A02-3F23C004F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8E30456-7D08-1B99-C501-8CF1BB3768C2}"/>
              </a:ext>
            </a:extLst>
          </p:cNvPr>
          <p:cNvCxnSpPr>
            <a:cxnSpLocks/>
          </p:cNvCxnSpPr>
          <p:nvPr/>
        </p:nvCxnSpPr>
        <p:spPr>
          <a:xfrm>
            <a:off x="4761934" y="11081596"/>
            <a:ext cx="624624" cy="13754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10B4B1-B683-3576-25DB-35FED610B05B}"/>
                  </a:ext>
                </a:extLst>
              </p:cNvPr>
              <p:cNvSpPr txBox="1"/>
              <p:nvPr/>
            </p:nvSpPr>
            <p:spPr>
              <a:xfrm>
                <a:off x="4718842" y="9713684"/>
                <a:ext cx="762114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7A19267-5EBE-B1BF-2423-3D4918DCC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842" y="9713684"/>
                <a:ext cx="762114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9547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26278-0EAF-9D34-7FD6-FD5D2D9D7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71359D2-B518-FCA6-B33B-108FF1EE76B1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E0154AF-5471-018F-55F2-4ECB05649CB8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E4D123-33C3-AD21-FF89-1E0C82773390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6B0E782-0076-1E14-A680-428FAC3D7605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E7B953E-3BF3-F010-6E65-A700113399FD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0B00A27-D7F9-B495-00E3-08CF62B03423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6DF2E2-D583-E395-10CA-B19F0D185DCD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6C7E8FB-B3AF-73A7-E64F-BEAFCC603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523516A-D768-7181-270F-D81870093821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8D0931B-6F89-EBDC-C545-5498F8A8E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0276BD6-ED5A-189E-AC6D-F4DA39254A3E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76B9FA7-662B-6BDA-2D16-EFA07ED29770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BADB12D-567E-C932-8944-C8A7CB06A1DA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00139303-4C40-A443-3ACF-20D90D405E03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DD4F10A-FB40-DB52-46D1-AEA6E73B5099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A6CED97-835B-9C0C-C640-8B0A9B36E529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F48EB08-35FE-67FE-9351-D7F5C8E41833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4C7F690-E1DB-6BAA-C398-004B75FFC7CB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1FB5B9-96EF-6499-389D-E1204370CFDE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3A5132F-FE14-B847-AB82-3487DCEF06BB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7533F8F-2CCC-BB67-4108-739BDF00CB5A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B628C32-B7F3-B72B-6A3A-7B168216D7B3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D8F14CF-F66C-4E70-238D-34A80CF0B15D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4E61F201-C4D6-B528-1865-D9226B522DE7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5E36BDB-0FB1-9165-0AD3-D08FDCAA4AF1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458142A-3740-6F5F-38E7-1F21670F2639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AB7DD43-E59F-84C8-44E1-5FD1860D1E14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A9FD0BF-F001-DDFC-7FB4-685CA8942438}"/>
              </a:ext>
            </a:extLst>
          </p:cNvPr>
          <p:cNvCxnSpPr>
            <a:cxnSpLocks/>
          </p:cNvCxnSpPr>
          <p:nvPr/>
        </p:nvCxnSpPr>
        <p:spPr>
          <a:xfrm>
            <a:off x="1216328" y="5305860"/>
            <a:ext cx="0" cy="66751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C7DA82-0B64-DB5C-A0E7-EA0627660982}"/>
              </a:ext>
            </a:extLst>
          </p:cNvPr>
          <p:cNvCxnSpPr/>
          <p:nvPr/>
        </p:nvCxnSpPr>
        <p:spPr>
          <a:xfrm>
            <a:off x="3584158" y="5305860"/>
            <a:ext cx="0" cy="66751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DAC843-AAEF-166F-5160-528AB229D8D5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85C84D3-BCEF-8C50-2798-4AF9DC879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BC7BE2-72F9-F25E-C1B6-3917104E98FE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D73238-A862-992D-05D7-ABE0F27D9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24083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F822F-B907-C4D4-C776-DED281A2D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F22A3C1-142E-A11D-84E4-6B574575B538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2C01B3AE-1E3C-23ED-A4BA-5327FDD4B181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2998A7C-BA84-4542-D9A8-9BF42FF009B8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09449A0-8CC9-0302-C041-F38FCF8D1C7C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A36935F-FFF1-F2E4-31B6-127950AA42CC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47CCEE2-5C43-6EFD-95B6-6C770EBC44E0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A60E801-334C-318C-5AC5-5B5A9C97FD0C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C394737-9AF5-15D7-9D41-D2B806E0E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B5CC808-0316-9C80-7B56-B1BFDF164790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A0C8252-1AAB-FB8F-F8FF-105A3685A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B155AE7-267B-415F-4893-CB84884F5DDE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7B69391-3E36-A60C-0C49-FF769F9DE0D6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1207EC09-2A73-69A8-B131-4D9C2D9BE282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3101B552-881A-0427-AA1B-B4CD16D113AA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83CF25E-6676-7FC0-C7AB-40C6BA473595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6C4CA60-BF17-9E7B-931D-120FFD7D758A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8F3E1B0B-8CDC-EAC6-E2CC-DFAFDD0A8868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BDE2A19-DE1E-3536-B0E8-C1C54757C0F2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F7A8004-ED00-D72C-BCBA-F4A4492EF359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C325F01-7F8A-BFA7-925F-7059F951FC9F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979DC38F-0CD8-7556-7AF6-71CE45631CD8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B042F98-AA3F-EC07-4A5C-1375567CA832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4FC9365-58FE-B3A2-282C-B11194352350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8F1547E8-9B90-8F35-B5E0-FEF2ECBB9EA3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A72EE6D-1015-BD8B-B549-CCE11E9C8BEE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D15933F-668B-0B6A-D465-9DCD0399C47F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AB5E72BB-718A-302B-3423-92E3AF27C9EA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AF35E89-B55F-5C30-E1D8-53B38ECBE097}"/>
              </a:ext>
            </a:extLst>
          </p:cNvPr>
          <p:cNvCxnSpPr>
            <a:cxnSpLocks/>
          </p:cNvCxnSpPr>
          <p:nvPr/>
        </p:nvCxnSpPr>
        <p:spPr>
          <a:xfrm>
            <a:off x="1216328" y="5305860"/>
            <a:ext cx="0" cy="66751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A811A49-CB96-B480-65A6-73A34DDBD9B2}"/>
              </a:ext>
            </a:extLst>
          </p:cNvPr>
          <p:cNvCxnSpPr/>
          <p:nvPr/>
        </p:nvCxnSpPr>
        <p:spPr>
          <a:xfrm>
            <a:off x="3584158" y="5305860"/>
            <a:ext cx="0" cy="66751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6E1205-B33F-2707-CB17-B6A871181639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E8DF95-5B5A-53B9-B6A4-578963D92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58AE81-8A19-C34E-ED84-D5A0E3D108EB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2910CD-EF09-7DE8-2972-3FE657761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270E766-134C-FD0E-1C9C-20F65F5841E7}"/>
              </a:ext>
            </a:extLst>
          </p:cNvPr>
          <p:cNvCxnSpPr>
            <a:cxnSpLocks/>
          </p:cNvCxnSpPr>
          <p:nvPr/>
        </p:nvCxnSpPr>
        <p:spPr>
          <a:xfrm>
            <a:off x="4761934" y="13405696"/>
            <a:ext cx="624624" cy="13754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71CBA25-1A1D-4388-7EB7-59CEC943C301}"/>
                  </a:ext>
                </a:extLst>
              </p:cNvPr>
              <p:cNvSpPr txBox="1"/>
              <p:nvPr/>
            </p:nvSpPr>
            <p:spPr>
              <a:xfrm>
                <a:off x="4718842" y="12037784"/>
                <a:ext cx="762114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9B5636-0629-77E5-21F0-F651068D8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842" y="12037784"/>
                <a:ext cx="762114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4316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B8692-E39B-CD97-AAB0-3CA1FF7F9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09AA968-8511-6532-50E9-B0CB8D3616C2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A3882BD-BC40-BAD0-A7AC-5BA3E537EC9A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E6095A2-9BD4-D5CD-D19D-49B6D3D13D1C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860339C-88BA-ACBE-E660-97A4C6F814D0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7215B04-5C58-43D1-C520-3387459F13EE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5A03FD9-F063-599D-BA6A-E23E6DEB472E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9E6A16E-AC5F-E004-B51B-ACC411C664D2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9ED909B-729F-476A-14A6-79E4A256B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6A026F-B713-A923-E7E4-25F148E936C4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D8573D-DE79-E7FD-CC25-5889AFEA4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F5FB6DB-7543-B62A-906E-CD07C2E08E34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5629B13-2ECB-A586-5738-7DC0DC8A53F5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B4BF63CC-7C93-2F37-8ABD-0D7DA9C59EDD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720CE3CD-B1D1-A5FF-DDD5-EE7BC2F2A8BF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F9CA673-0CB7-2430-6AFE-12A339E76F75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79075FD-69FE-F716-17AF-2FC9E37F3DB6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23791448-130C-6756-BE10-44E561F57AF1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ABCC28FE-78C7-0709-96B5-14B5E20CF1E4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FF327B5-5938-6666-0D0C-41F7C29FB171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7C1E3E7-D169-4E4A-41AF-AB143E8F0E34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3712CEE-A2DE-17EB-8ECA-A9B449D017DD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A75D980-E53D-CFE7-97ED-743B49816AE9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73411A5-B8AA-09AC-F83E-BD8E94F68377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D9B64DA9-004C-E430-DC0E-7AF8DB224E6A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75A7C80-F094-D7C7-C828-77F2CA75AE26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38C0074-822E-C9D4-9D64-E8F9477BD13C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761E09C-D227-3FC3-CC02-7C6E517E17EB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28E1A42-04B2-E6A9-53DC-09F881A3F09E}"/>
              </a:ext>
            </a:extLst>
          </p:cNvPr>
          <p:cNvCxnSpPr>
            <a:cxnSpLocks/>
          </p:cNvCxnSpPr>
          <p:nvPr/>
        </p:nvCxnSpPr>
        <p:spPr>
          <a:xfrm>
            <a:off x="1216328" y="5305860"/>
            <a:ext cx="0" cy="905256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823887A-EA28-6695-F792-DA53841BB368}"/>
              </a:ext>
            </a:extLst>
          </p:cNvPr>
          <p:cNvCxnSpPr/>
          <p:nvPr/>
        </p:nvCxnSpPr>
        <p:spPr>
          <a:xfrm>
            <a:off x="3584158" y="5305860"/>
            <a:ext cx="0" cy="89611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D7D01F-0664-6AA3-8E32-32642DBB3B68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1D668D-146A-A38E-9722-87381C582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BF3E5E-E7F7-208A-A97F-7459D13EFFAA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6859A9D-7458-C72E-E2C5-18BFAFCED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3605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698A7-5773-6342-02F9-65E9FF37B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361448E-9F13-4363-D3E6-244FCBD18901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1504ED9-116D-1892-B88B-DD092C7625A6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FA407F-BF84-2336-49C4-0B8D70CC1AB9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53DA94F-A869-36C6-DC62-B285C4F2CB2F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D7C7C15-7D93-0E0B-06DB-AFE221EC47A1}"/>
              </a:ext>
            </a:extLst>
          </p:cNvPr>
          <p:cNvGraphicFramePr>
            <a:graphicFrameLocks noGrp="1"/>
          </p:cNvGraphicFramePr>
          <p:nvPr/>
        </p:nvGraphicFramePr>
        <p:xfrm>
          <a:off x="54229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7F8DB64-E918-3A74-902B-9FB53562FC36}"/>
              </a:ext>
            </a:extLst>
          </p:cNvPr>
          <p:cNvGraphicFramePr>
            <a:graphicFrameLocks noGrp="1"/>
          </p:cNvGraphicFramePr>
          <p:nvPr/>
        </p:nvGraphicFramePr>
        <p:xfrm>
          <a:off x="81051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F0307D1-31D2-9FC0-5F6D-379242DF75D3}"/>
                  </a:ext>
                </a:extLst>
              </p:cNvPr>
              <p:cNvSpPr txBox="1"/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CFF9ECC-4EE9-AEB4-2B48-06B4CF51C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1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120E9C1-103E-AAFF-89B4-1DFDF3664469}"/>
                  </a:ext>
                </a:extLst>
              </p:cNvPr>
              <p:cNvSpPr txBox="1"/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2CC7B2-63A4-EC90-9DBF-F99C8A761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3E772097-2E22-EEA0-7D4A-025B8819EDBA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EE9A751-A794-518E-D14D-C5A47B1E8ED5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D150176F-61FC-CB58-5491-B5F59D4DDE0E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A1037804-1DBB-D32E-355F-3390027D4535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3AD57EE-56F7-99F9-3028-C34E8FD65AA6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486AF91-7917-49FD-0D2A-D65DD15BBA51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AF7F05B-6153-8936-2806-3B128AFA2CAF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56D1A34A-7484-72E1-5067-3095F51E4AF6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14B7BF-44DF-4232-9380-5A65DCF6C46F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5EF68CD-C85E-A380-9D8B-DE41415DA3B8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DF5E0F1A-BCC1-3EC6-2712-05B214496EBF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40AE91C-E9F1-2D66-356F-274E4FCFD93C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C555EEE-1BE4-3598-FABB-288046E859F5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AB858E69-CC20-2745-0DC4-FDB7A1E370B4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54BA481-1C00-361D-7574-E12EB1F67B85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665ED41-0298-E635-DB17-37B5E70427EA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F16DBC1A-5F99-1FF7-A7DA-94566F467C9B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FFDF761-9F4D-4AE4-66D4-15D17E18B201}"/>
              </a:ext>
            </a:extLst>
          </p:cNvPr>
          <p:cNvCxnSpPr>
            <a:cxnSpLocks/>
          </p:cNvCxnSpPr>
          <p:nvPr/>
        </p:nvCxnSpPr>
        <p:spPr>
          <a:xfrm>
            <a:off x="1216328" y="5305860"/>
            <a:ext cx="0" cy="905256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DB95BC-5930-42F4-EBC9-6C9C7CC7346D}"/>
              </a:ext>
            </a:extLst>
          </p:cNvPr>
          <p:cNvCxnSpPr/>
          <p:nvPr/>
        </p:nvCxnSpPr>
        <p:spPr>
          <a:xfrm>
            <a:off x="3584158" y="5305860"/>
            <a:ext cx="0" cy="89611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53B78F-1F76-2214-0C0F-B64E4441936F}"/>
                  </a:ext>
                </a:extLst>
              </p:cNvPr>
              <p:cNvSpPr txBox="1"/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7DE1BB-6A5C-2707-4F65-12974BC56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17" y="5660284"/>
                <a:ext cx="940963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1256CB-A537-C559-ED9A-FED9887FAB8B}"/>
                  </a:ext>
                </a:extLst>
              </p:cNvPr>
              <p:cNvSpPr txBox="1"/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255877-625A-0C0D-A254-282A9A40D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97" y="5660284"/>
                <a:ext cx="940963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FA0F8B8-DAF2-6F6E-A41C-9517D203B4BE}"/>
              </a:ext>
            </a:extLst>
          </p:cNvPr>
          <p:cNvCxnSpPr>
            <a:cxnSpLocks/>
          </p:cNvCxnSpPr>
          <p:nvPr/>
        </p:nvCxnSpPr>
        <p:spPr>
          <a:xfrm>
            <a:off x="4761934" y="15767896"/>
            <a:ext cx="624624" cy="13754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FEB772-CD5E-4C18-5171-5224E610D419}"/>
                  </a:ext>
                </a:extLst>
              </p:cNvPr>
              <p:cNvSpPr txBox="1"/>
              <p:nvPr/>
            </p:nvSpPr>
            <p:spPr>
              <a:xfrm>
                <a:off x="4718842" y="14399984"/>
                <a:ext cx="762114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674386-8690-A771-3F20-56573DA63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842" y="14399984"/>
                <a:ext cx="762114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181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2F0BF-0344-58F0-1A38-3BA3DC423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86D81FC-99F4-EAC8-2FC8-5B39BDEA9C3C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AB50A31-B55B-050D-2DFE-20F2E8A2320D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047531B-63A8-A5A0-C033-87A05FD7B9C4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AD81375-2B9A-433C-BF68-FB81666288B1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23625273-566A-A5DA-C2D1-7C2E5287E535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8E91748-EF7E-BFD1-BA46-437E72D8BA9D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290B34C-FE5A-4F2A-ED9D-A9BC1BAF5F61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5B3F996-06E0-6568-0AF9-80E532DC6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00985C-BD09-60BD-0476-3116AFB87B93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D8D1E37-BB4C-EC32-72C8-FF3AAC6D2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FB95491-08EA-7E85-2F40-BDF58ECDF84D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9BBFFA9-ACEB-A81D-9FE5-D720A84B6244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9F04EC0-8AA8-585E-DED5-27E16D9DBDC7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875183C-D65F-3D9E-71B0-D04F828202E3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57E31B4-2901-2676-BCA8-563829095D97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F655D0A-E40B-31FD-4E12-06F0CB21ECD1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D55A2F6-D186-672E-7E5C-2670A39D803E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DFB12DE6-B6A3-1832-B561-107D55986978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C0028F1-C276-1AB1-B31E-CA7213183826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EDFF219-7E6D-36AE-F32F-176E3E16CC89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1DA767D-56CD-F51C-D67F-97404CFFF743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7FCA710-F70E-3449-82E7-C79939EA521B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D767569-218E-16E9-1A6B-8D203690FC93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A3FA2D4C-CFE2-1C5B-D0DC-C30F20CB58EF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2C6149C-A0C2-EF9A-0375-F19266D1601C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65B3CA8-355B-3C5D-DB1B-A9A3C57FB1E1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AFAC74C6-014A-7ED8-E3EE-04D147DE6086}"/>
              </a:ext>
            </a:extLst>
          </p:cNvPr>
          <p:cNvSpPr/>
          <p:nvPr/>
        </p:nvSpPr>
        <p:spPr>
          <a:xfrm>
            <a:off x="10810221" y="0"/>
            <a:ext cx="3945350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1595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5BA1B-A935-E775-70C7-06116CB7F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D8E1890-03C7-8519-F282-30332A422B70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CE35C58-ECDA-5360-58D9-1B77242EB1B2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601069-B051-1C05-1E10-25BD897B5500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DBB05A1-8F40-C738-0326-EE613AE1B890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F086C6F-7369-005B-564B-1BABBAD785F3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AAAAC48-4AF8-BC36-1BD4-7ED5D552BCDD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C535256-1B91-49DE-4CF2-AB17D089D0CA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17F07-5866-CB25-1DBB-7CE48C278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B298CD3-2154-8343-AF73-6D63CAC215F8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16A48C8-4884-71F5-786A-DE72B5F16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9A73EBC-6069-547A-296A-DCEDE66EFE1C}"/>
              </a:ext>
            </a:extLst>
          </p:cNvPr>
          <p:cNvGraphicFramePr>
            <a:graphicFrameLocks noGrp="1"/>
          </p:cNvGraphicFramePr>
          <p:nvPr/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0021F14-05D1-9D92-EA0D-D6A7D10E9C0D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790A1C-1FC9-A4A4-FC9F-59AAC9FD5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361267E7-A103-AD7C-43FE-9B8B04577D40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D4B7ECD9-4C5F-52AE-654D-53E6FAB52161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36144FF-8583-910C-8969-3FCE7EAD67C3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B7FEEBE-DE0B-19F7-8643-9E9D881F09AC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7088B5EB-FE55-240C-C68E-E461DAAB7749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D4860AB-48B3-0DC7-6257-D84789045941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423CD80-E49C-B141-0F16-20EF051B7521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C328662-13C5-7C6F-F2A3-8BD702E8584C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277A988-6D2B-938B-92DC-4E8D42A9761C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0F52187-9434-1001-E2B4-946B744B4EB6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63296E3-8DA5-0F31-0E80-4D473DE98F72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BC5A1BDD-AA30-3B08-1AB6-4D3580EB813D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E6F0190-C988-E7FA-33A1-AC55FDA06341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432182C-92C2-4494-FE69-B605C57139D5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69AAA7D-0D89-A7D7-AF29-94F0C9C20EE5}"/>
              </a:ext>
            </a:extLst>
          </p:cNvPr>
          <p:cNvSpPr/>
          <p:nvPr/>
        </p:nvSpPr>
        <p:spPr>
          <a:xfrm>
            <a:off x="16347857" y="0"/>
            <a:ext cx="33915869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4F0D58B-8D62-8903-B710-4BD689DE1713}"/>
              </a:ext>
            </a:extLst>
          </p:cNvPr>
          <p:cNvCxnSpPr>
            <a:cxnSpLocks/>
          </p:cNvCxnSpPr>
          <p:nvPr/>
        </p:nvCxnSpPr>
        <p:spPr>
          <a:xfrm>
            <a:off x="9950833" y="8647347"/>
            <a:ext cx="1737360" cy="0"/>
          </a:xfrm>
          <a:prstGeom prst="straightConnector1">
            <a:avLst/>
          </a:prstGeom>
          <a:ln w="263525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895DF69-091A-3024-228C-5A2286166577}"/>
              </a:ext>
            </a:extLst>
          </p:cNvPr>
          <p:cNvCxnSpPr>
            <a:cxnSpLocks/>
          </p:cNvCxnSpPr>
          <p:nvPr/>
        </p:nvCxnSpPr>
        <p:spPr>
          <a:xfrm>
            <a:off x="9941541" y="10876642"/>
            <a:ext cx="1737360" cy="0"/>
          </a:xfrm>
          <a:prstGeom prst="straightConnector1">
            <a:avLst/>
          </a:prstGeom>
          <a:ln w="263525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49C8FC-5DF5-1C53-FF7B-90F1374673C9}"/>
              </a:ext>
            </a:extLst>
          </p:cNvPr>
          <p:cNvCxnSpPr>
            <a:cxnSpLocks/>
          </p:cNvCxnSpPr>
          <p:nvPr/>
        </p:nvCxnSpPr>
        <p:spPr>
          <a:xfrm>
            <a:off x="9941541" y="13227637"/>
            <a:ext cx="1737360" cy="0"/>
          </a:xfrm>
          <a:prstGeom prst="straightConnector1">
            <a:avLst/>
          </a:prstGeom>
          <a:ln w="263525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A92164F-1DAB-F281-D20F-D6F6A9D56CBD}"/>
              </a:ext>
            </a:extLst>
          </p:cNvPr>
          <p:cNvCxnSpPr>
            <a:cxnSpLocks/>
          </p:cNvCxnSpPr>
          <p:nvPr/>
        </p:nvCxnSpPr>
        <p:spPr>
          <a:xfrm>
            <a:off x="9950833" y="15695847"/>
            <a:ext cx="1737360" cy="0"/>
          </a:xfrm>
          <a:prstGeom prst="straightConnector1">
            <a:avLst/>
          </a:prstGeom>
          <a:ln w="263525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4A2194-34DA-4A1C-B215-A9BDC92371D6}"/>
                  </a:ext>
                </a:extLst>
              </p:cNvPr>
              <p:cNvSpPr txBox="1"/>
              <p:nvPr/>
            </p:nvSpPr>
            <p:spPr>
              <a:xfrm>
                <a:off x="10058400" y="7353012"/>
                <a:ext cx="974626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83C28F-6291-FC1F-10EC-7674EF1C1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0" y="7353012"/>
                <a:ext cx="974626" cy="12311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CC5513-B904-DA28-ED8C-721C2EB0A9C7}"/>
                  </a:ext>
                </a:extLst>
              </p:cNvPr>
              <p:cNvSpPr txBox="1"/>
              <p:nvPr/>
            </p:nvSpPr>
            <p:spPr>
              <a:xfrm>
                <a:off x="10058400" y="9514276"/>
                <a:ext cx="974626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FF5EEF-5650-49CA-6962-98B04E931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0" y="9514276"/>
                <a:ext cx="974626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EDCD1A-4AD5-8118-5BBB-9A35054BDB3C}"/>
                  </a:ext>
                </a:extLst>
              </p:cNvPr>
              <p:cNvSpPr txBox="1"/>
              <p:nvPr/>
            </p:nvSpPr>
            <p:spPr>
              <a:xfrm>
                <a:off x="10058400" y="11855567"/>
                <a:ext cx="974626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14FCA4-75CD-7075-1F98-61936B9F2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0" y="11855567"/>
                <a:ext cx="974626" cy="12311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F3532F-CAB6-9EB4-6317-F821FEF0B085}"/>
                  </a:ext>
                </a:extLst>
              </p:cNvPr>
              <p:cNvSpPr txBox="1"/>
              <p:nvPr/>
            </p:nvSpPr>
            <p:spPr>
              <a:xfrm>
                <a:off x="10058400" y="14334114"/>
                <a:ext cx="974626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0908FF-1F6E-B39E-FDDD-6C95230C1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0" y="14334114"/>
                <a:ext cx="974626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79821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0274-8836-BDE2-4EA1-E01C6C161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FBEBD90-4FEB-0966-7D13-6EA9DD78B331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6A3348B-E325-9294-2FAE-4181362A157C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D7CCFD7-E223-3C68-505B-3906803E15E0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C23B82A-50A6-F727-79B4-B70577B11862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91A7E84-1252-8DBF-D278-B418E309F8AB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5A21BFE-8FA0-2837-3CD3-9CE539AA1ADF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78F391A-0C0E-63BF-5529-993C4E5B6A3A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50F499-861F-E038-8951-8BE79E883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8061716-E48E-22E3-C0FF-A522405141EB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AD92144-C6EF-6813-1E97-68CA9A6EB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8472A93-578B-B908-A1AA-C608EF267209}"/>
              </a:ext>
            </a:extLst>
          </p:cNvPr>
          <p:cNvGraphicFramePr>
            <a:graphicFrameLocks noGrp="1"/>
          </p:cNvGraphicFramePr>
          <p:nvPr/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FD71BD6-5961-B3DE-ACBD-8FE82828DAC1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698A5C3-3AA7-E211-6B1A-9CEF01768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580456F1-4930-9620-AD88-0730529E9E3D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5DAD1191-BA08-B8F1-2E66-8396D84CCE3D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EDE8792-1251-3DA9-7252-7FA1DB76CC3F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0F11BD6-6C43-F373-E873-1A8320F2BBC0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72353685-5ED7-66C7-2F66-B27D678DA6BC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FFACD05B-D65B-5126-6C34-D410BD1D294A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94D7268-8542-1521-1F99-03BBC81622CF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E27FD97-B903-7E4A-43CD-0EE21876244F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9A28285A-F89F-7877-2EB2-89E1D0628AF7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28A33DA-2FE1-FAE3-7525-761B327C3BC5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B17D3F1-8F75-09AB-4852-DDECA613D81B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04CA6FA9-96AB-F2C2-ED9B-324FED955227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3D6941A-DB7E-9278-1A88-53C8CC893BED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BFFEE8E-6490-B645-E6CB-5AAF197B29F8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EB7C4C6-33EC-DF63-654C-30190EB2776D}"/>
              </a:ext>
            </a:extLst>
          </p:cNvPr>
          <p:cNvSpPr/>
          <p:nvPr/>
        </p:nvSpPr>
        <p:spPr>
          <a:xfrm>
            <a:off x="16610914" y="0"/>
            <a:ext cx="3368108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C285F04-F786-1150-0F74-95D816971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760401"/>
              </p:ext>
            </p:extLst>
          </p:nvPr>
        </p:nvGraphicFramePr>
        <p:xfrm>
          <a:off x="16582640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365.5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399.8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3ADCC2-6917-DC2E-0C92-51228A26218C}"/>
                  </a:ext>
                </a:extLst>
              </p:cNvPr>
              <p:cNvSpPr txBox="1"/>
              <p:nvPr/>
            </p:nvSpPr>
            <p:spPr>
              <a:xfrm>
                <a:off x="15807884" y="5754733"/>
                <a:ext cx="4506298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3ADCC2-6917-DC2E-0C92-51228A262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7884" y="5754733"/>
                <a:ext cx="4506298" cy="104220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75357C-1A6C-5923-CB10-F20624EC7F35}"/>
              </a:ext>
            </a:extLst>
          </p:cNvPr>
          <p:cNvCxnSpPr>
            <a:cxnSpLocks/>
          </p:cNvCxnSpPr>
          <p:nvPr/>
        </p:nvCxnSpPr>
        <p:spPr>
          <a:xfrm>
            <a:off x="13678769" y="8647347"/>
            <a:ext cx="2926080" cy="0"/>
          </a:xfrm>
          <a:prstGeom prst="straightConnector1">
            <a:avLst/>
          </a:prstGeom>
          <a:ln w="266700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34897F-BA0C-D6ED-357B-33975316135B}"/>
              </a:ext>
            </a:extLst>
          </p:cNvPr>
          <p:cNvCxnSpPr>
            <a:cxnSpLocks/>
          </p:cNvCxnSpPr>
          <p:nvPr/>
        </p:nvCxnSpPr>
        <p:spPr>
          <a:xfrm>
            <a:off x="13669477" y="10876642"/>
            <a:ext cx="2926080" cy="0"/>
          </a:xfrm>
          <a:prstGeom prst="straightConnector1">
            <a:avLst/>
          </a:prstGeom>
          <a:ln w="266700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735211D-1633-455B-F880-EEC1F7D892B4}"/>
              </a:ext>
            </a:extLst>
          </p:cNvPr>
          <p:cNvCxnSpPr>
            <a:cxnSpLocks/>
          </p:cNvCxnSpPr>
          <p:nvPr/>
        </p:nvCxnSpPr>
        <p:spPr>
          <a:xfrm>
            <a:off x="13669477" y="13227637"/>
            <a:ext cx="2926080" cy="0"/>
          </a:xfrm>
          <a:prstGeom prst="straightConnector1">
            <a:avLst/>
          </a:prstGeom>
          <a:ln w="266700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CAB595-0CF8-0BC0-FE6A-9BEA528626DD}"/>
              </a:ext>
            </a:extLst>
          </p:cNvPr>
          <p:cNvCxnSpPr>
            <a:cxnSpLocks/>
          </p:cNvCxnSpPr>
          <p:nvPr/>
        </p:nvCxnSpPr>
        <p:spPr>
          <a:xfrm>
            <a:off x="13678769" y="15695847"/>
            <a:ext cx="2926080" cy="0"/>
          </a:xfrm>
          <a:prstGeom prst="straightConnector1">
            <a:avLst/>
          </a:prstGeom>
          <a:ln w="266700">
            <a:solidFill>
              <a:schemeClr val="accent5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60EA48D-A641-0229-B898-45F3455B2BC7}"/>
              </a:ext>
            </a:extLst>
          </p:cNvPr>
          <p:cNvSpPr txBox="1"/>
          <p:nvPr/>
        </p:nvSpPr>
        <p:spPr>
          <a:xfrm>
            <a:off x="13931105" y="7836801"/>
            <a:ext cx="2067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Absolute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A3D10D-0B38-E329-7D46-727C1C439C38}"/>
              </a:ext>
            </a:extLst>
          </p:cNvPr>
          <p:cNvSpPr txBox="1"/>
          <p:nvPr/>
        </p:nvSpPr>
        <p:spPr>
          <a:xfrm>
            <a:off x="13931105" y="10097124"/>
            <a:ext cx="2067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Absolute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C5E5F-B9DC-DCC1-3816-DCCC2B976A00}"/>
              </a:ext>
            </a:extLst>
          </p:cNvPr>
          <p:cNvSpPr txBox="1"/>
          <p:nvPr/>
        </p:nvSpPr>
        <p:spPr>
          <a:xfrm>
            <a:off x="13931105" y="12457364"/>
            <a:ext cx="2067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Absolute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F41E98-5534-2CBB-45FA-CE3D29418DED}"/>
              </a:ext>
            </a:extLst>
          </p:cNvPr>
          <p:cNvSpPr txBox="1"/>
          <p:nvPr/>
        </p:nvSpPr>
        <p:spPr>
          <a:xfrm>
            <a:off x="13931105" y="14935425"/>
            <a:ext cx="2067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Absolute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168238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13586-3BFE-D9BD-6A51-45A896EA2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477569B-87EA-BD58-85F2-53C4557A9036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27594759-BF09-6672-5EC5-28956246512E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D876B69-65CE-177C-B7B8-FEC7E44754DE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8B03575-171F-2BF0-A4E6-52ED75664302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BE2FF04-EE83-B252-1FCC-2EFBE42FE83F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5299EFE-EEAF-B889-7580-1517979693C9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51B3BD9-CBD8-E2BF-1248-088B4FA804D2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9CA0832-F40C-F25B-B44A-E788D4AC3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2F52F16-ACF4-1D0A-F729-A1E549449CF0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E9EFD2B-13AF-BB92-109C-E37256A12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014FC1D-5BA2-9BDC-A1C2-3CD010A6F960}"/>
              </a:ext>
            </a:extLst>
          </p:cNvPr>
          <p:cNvGraphicFramePr>
            <a:graphicFrameLocks noGrp="1"/>
          </p:cNvGraphicFramePr>
          <p:nvPr/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AACC6BD-EAEE-8083-76F7-ED5451641846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7CC6B3B-1798-6745-10BF-8832FCA79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9CC7F4E1-464B-50CB-A4C7-14724788075F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1F9DB0C-E9E7-3E23-6BA0-25A4D3D4C77B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EEC0DCE-A607-67FF-FA4C-8B149E4E9731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0D21106-C182-807E-85FB-97C5AE93AD06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8AF285AA-464A-A856-0E6D-5F9E52799ABF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CF89A11-D909-0CBB-2B34-09F5D0EDC934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732444C-BE81-EEE2-A9A9-99762783CD32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39320DC-81ED-71BF-6AF9-DA40E4E3C2E9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384A23A4-5A51-0083-D377-2B747E3EA830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8B4B84F-1801-F43B-3BBC-E74B4AC3CC26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3029C2A-1168-81DD-61BD-35C1C1BAEC1C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61830AD-2CC0-554B-1B13-C404E68D9D69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217A6C5-1D7B-07CB-DD5D-73EBB74F8B60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24141B5-9CF7-7DB8-9D11-36B62EA92AF1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161D151-DD58-3D67-8024-8217CB0CE663}"/>
              </a:ext>
            </a:extLst>
          </p:cNvPr>
          <p:cNvSpPr/>
          <p:nvPr/>
        </p:nvSpPr>
        <p:spPr>
          <a:xfrm>
            <a:off x="16621394" y="0"/>
            <a:ext cx="3368108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E7F4B92-BA0A-7F20-BA34-03C5301762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309400"/>
              </p:ext>
            </p:extLst>
          </p:nvPr>
        </p:nvGraphicFramePr>
        <p:xfrm>
          <a:off x="16582640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365.5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399.8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7B14FEF-4DA9-3A80-F2E5-299A4F490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921521"/>
              </p:ext>
            </p:extLst>
          </p:nvPr>
        </p:nvGraphicFramePr>
        <p:xfrm>
          <a:off x="22812000" y="9740391"/>
          <a:ext cx="2956787" cy="46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66434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1560.8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966D561-4197-2A98-A184-4DA0E9F20EB7}"/>
                  </a:ext>
                </a:extLst>
              </p:cNvPr>
              <p:cNvSpPr txBox="1"/>
              <p:nvPr/>
            </p:nvSpPr>
            <p:spPr>
              <a:xfrm>
                <a:off x="21541105" y="4929122"/>
                <a:ext cx="5683415" cy="26162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966D561-4197-2A98-A184-4DA0E9F20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1105" y="4929122"/>
                <a:ext cx="5683415" cy="26162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8FDA486-DFF8-DDFE-3629-E1CEA735B66C}"/>
              </a:ext>
            </a:extLst>
          </p:cNvPr>
          <p:cNvCxnSpPr>
            <a:endCxn id="17" idx="1"/>
          </p:cNvCxnSpPr>
          <p:nvPr/>
        </p:nvCxnSpPr>
        <p:spPr>
          <a:xfrm>
            <a:off x="19539427" y="8616462"/>
            <a:ext cx="3272573" cy="3456102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8304053-F8EC-BA88-9CC5-C69DF221FE8E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19526968" y="12072564"/>
            <a:ext cx="3285032" cy="3456102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B184A16-D2EC-6131-DF52-22A6BF968FE9}"/>
              </a:ext>
            </a:extLst>
          </p:cNvPr>
          <p:cNvCxnSpPr>
            <a:endCxn id="17" idx="1"/>
          </p:cNvCxnSpPr>
          <p:nvPr/>
        </p:nvCxnSpPr>
        <p:spPr>
          <a:xfrm>
            <a:off x="19539427" y="10637520"/>
            <a:ext cx="3272573" cy="1435044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82A8691-EDB8-3124-8D8B-D71A74DA4E16}"/>
              </a:ext>
            </a:extLst>
          </p:cNvPr>
          <p:cNvCxnSpPr>
            <a:cxnSpLocks/>
          </p:cNvCxnSpPr>
          <p:nvPr/>
        </p:nvCxnSpPr>
        <p:spPr>
          <a:xfrm flipV="1">
            <a:off x="19522323" y="12052139"/>
            <a:ext cx="3272573" cy="1435044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AC05158-6C22-A029-CD3A-4DF5AF8BF899}"/>
              </a:ext>
            </a:extLst>
          </p:cNvPr>
          <p:cNvSpPr txBox="1"/>
          <p:nvPr/>
        </p:nvSpPr>
        <p:spPr>
          <a:xfrm>
            <a:off x="20509804" y="9144000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60C665-F6D2-A29F-5A00-BA21CBB916E7}"/>
              </a:ext>
            </a:extLst>
          </p:cNvPr>
          <p:cNvSpPr txBox="1"/>
          <p:nvPr/>
        </p:nvSpPr>
        <p:spPr>
          <a:xfrm>
            <a:off x="19959012" y="10185049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24DA7C-6C2E-7D58-0F86-5E8C715147D4}"/>
              </a:ext>
            </a:extLst>
          </p:cNvPr>
          <p:cNvSpPr txBox="1"/>
          <p:nvPr/>
        </p:nvSpPr>
        <p:spPr>
          <a:xfrm>
            <a:off x="20073030" y="12021660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F7B32AF-346D-3B8B-44F1-6D034BA4B332}"/>
              </a:ext>
            </a:extLst>
          </p:cNvPr>
          <p:cNvSpPr txBox="1"/>
          <p:nvPr/>
        </p:nvSpPr>
        <p:spPr>
          <a:xfrm>
            <a:off x="20723327" y="14184759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83603D-3873-E83E-D971-C2DCFE38C961}"/>
                  </a:ext>
                </a:extLst>
              </p:cNvPr>
              <p:cNvSpPr txBox="1"/>
              <p:nvPr/>
            </p:nvSpPr>
            <p:spPr>
              <a:xfrm>
                <a:off x="15807884" y="5754733"/>
                <a:ext cx="4506298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83603D-3873-E83E-D971-C2DCFE38C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7884" y="5754733"/>
                <a:ext cx="4506298" cy="104220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94101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5731C-D999-5683-5A7D-580CDB148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73F3914-941C-EEF6-0369-EF6F366F3C24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8D91054-B72C-3688-EA61-EA065E5F05A4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18EF9A-A9E7-4D28-026D-8FF719397935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830DF3-5FAA-864F-7995-468DF6CE213E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F2DD703-D2FB-8AC2-9AD7-DC063D6EF698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12C0435-27F5-77D9-691F-E065EADB83B4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F81C50C-6C8E-D3A6-57D8-95601B066153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E23BBF-48AF-A1EC-83DD-207008262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8D2B3F-0A5B-85BF-BD33-A7B205DC61AC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93D65DE-59CD-9EB1-8993-B5AEBFB84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E8E594B-FCB6-5F73-2556-097942B7B13B}"/>
              </a:ext>
            </a:extLst>
          </p:cNvPr>
          <p:cNvGraphicFramePr>
            <a:graphicFrameLocks noGrp="1"/>
          </p:cNvGraphicFramePr>
          <p:nvPr/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6AFE1D5-9AA9-4A37-A918-E120E6EAE3E6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6F260CD-AE23-FC8F-BEA8-BB3799702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F04ED066-CD15-E522-CD10-1BC2C3812993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7C42A1FE-0463-AD64-A065-42BA03B3DAC5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FF748DD-5123-198A-287B-1192CF395CDE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7339CC2-12B0-88B4-1F88-460EEA44ECCF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7BD8E1B6-856F-3CD9-BE3B-033CCDEEB3B8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B6C518B-0844-07D8-2413-CF5B9B302A0F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B4DFBB4-DC5D-458D-F73B-EF720FA77F5E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690ED1D-8592-E46C-EFC2-8688F2C5DB27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C8F59CB-4D69-5D63-E9FB-FA98B05EDE6D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FF9A8CD-120A-3447-F004-3D418B9E8E88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6CDA6D6-2AD7-4F8B-2664-5EB746CE36D2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A5C31391-F4B1-F0C6-DA4D-DF9A7843C470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9842D40-49E6-987E-2C5F-B4A1EBDE1233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12BE9D9-D140-48B0-8A1A-CA8D37282765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3E13E58-74BC-CF33-D623-73352B85F825}"/>
              </a:ext>
            </a:extLst>
          </p:cNvPr>
          <p:cNvSpPr/>
          <p:nvPr/>
        </p:nvSpPr>
        <p:spPr>
          <a:xfrm>
            <a:off x="16621394" y="987552"/>
            <a:ext cx="33681086" cy="16203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B2A562C-1145-FFA5-2E8D-C60E70046007}"/>
              </a:ext>
            </a:extLst>
          </p:cNvPr>
          <p:cNvGraphicFramePr>
            <a:graphicFrameLocks noGrp="1"/>
          </p:cNvGraphicFramePr>
          <p:nvPr/>
        </p:nvGraphicFramePr>
        <p:xfrm>
          <a:off x="16582640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133,663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184,900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133,225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159,840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03E5BB9-9A64-4F02-3AE2-CBB28A228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387261"/>
              </p:ext>
            </p:extLst>
          </p:nvPr>
        </p:nvGraphicFramePr>
        <p:xfrm>
          <a:off x="22812000" y="9740391"/>
          <a:ext cx="2956787" cy="46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66434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1560.8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A9868147-AEBC-2C87-22D6-AB459587F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838804"/>
              </p:ext>
            </p:extLst>
          </p:nvPr>
        </p:nvGraphicFramePr>
        <p:xfrm>
          <a:off x="32362625" y="9689487"/>
          <a:ext cx="2956787" cy="46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66434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430F2BB-2701-D039-4C8C-DA33BB3B8CF1}"/>
              </a:ext>
            </a:extLst>
          </p:cNvPr>
          <p:cNvCxnSpPr>
            <a:cxnSpLocks/>
          </p:cNvCxnSpPr>
          <p:nvPr/>
        </p:nvCxnSpPr>
        <p:spPr>
          <a:xfrm>
            <a:off x="25748862" y="12072564"/>
            <a:ext cx="658368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AE1AE26-6B2F-D230-6425-F46174FF7C43}"/>
              </a:ext>
            </a:extLst>
          </p:cNvPr>
          <p:cNvSpPr txBox="1"/>
          <p:nvPr/>
        </p:nvSpPr>
        <p:spPr>
          <a:xfrm>
            <a:off x="26759056" y="11032418"/>
            <a:ext cx="3654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divide by </a:t>
            </a:r>
            <a:r>
              <a:rPr lang="en-US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984ED4-A136-9F4A-9B66-0EADA13340B6}"/>
                  </a:ext>
                </a:extLst>
              </p:cNvPr>
              <p:cNvSpPr txBox="1"/>
              <p:nvPr/>
            </p:nvSpPr>
            <p:spPr>
              <a:xfrm>
                <a:off x="21541105" y="4929122"/>
                <a:ext cx="5683415" cy="26162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984ED4-A136-9F4A-9B66-0EADA1334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1105" y="4929122"/>
                <a:ext cx="5683415" cy="26162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E6378A-FC91-D334-9BAB-E37856D04141}"/>
                  </a:ext>
                </a:extLst>
              </p:cNvPr>
              <p:cNvSpPr txBox="1"/>
              <p:nvPr/>
            </p:nvSpPr>
            <p:spPr>
              <a:xfrm>
                <a:off x="15807884" y="5754733"/>
                <a:ext cx="4506298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E6378A-FC91-D334-9BAB-E37856D04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7884" y="5754733"/>
                <a:ext cx="4506298" cy="104220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28AFE0-5D7C-2E48-2671-14F382AD3C98}"/>
                  </a:ext>
                </a:extLst>
              </p:cNvPr>
              <p:cNvSpPr txBox="1"/>
              <p:nvPr/>
            </p:nvSpPr>
            <p:spPr>
              <a:xfrm>
                <a:off x="31047055" y="4929122"/>
                <a:ext cx="6518579" cy="26162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28AFE0-5D7C-2E48-2671-14F382AD3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7055" y="4929122"/>
                <a:ext cx="6518579" cy="261622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72358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E9A07-9AE6-B235-507C-D335FD39B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83F5AEE-0CB4-50AD-1C24-B6FDA8067F43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A6F80AF-8724-3CF5-CC2E-0D202CC63F09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EF9D77E-DA46-44EA-5E94-1C18B0BDBCE9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A19533F-899D-C4FF-6FBA-C5578DAAE9E6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2562287-F013-B9D9-FD93-2B6AF74237FA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0ABB910-B3EA-9F2F-B23E-243613BE3EB9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4E4B8E0-A1D4-79A9-F345-F126CCF3CC46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83157E6-412A-B6FC-F695-A55E064AA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6EE004E-FA46-6605-2768-E9B2AC7DFF86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DA6DC34-8D6D-6F72-5055-E4FE22505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101683D-4B2A-D9FD-2DB5-8413F7FAE509}"/>
              </a:ext>
            </a:extLst>
          </p:cNvPr>
          <p:cNvGraphicFramePr>
            <a:graphicFrameLocks noGrp="1"/>
          </p:cNvGraphicFramePr>
          <p:nvPr/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2344737-2CE8-04BD-1669-C3F83AE17C0B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B0E0B21-5375-8F20-CC94-7D8EF5282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CD137EA8-AC8C-96B7-8426-08C7BCF73E6C}"/>
              </a:ext>
            </a:extLst>
          </p:cNvPr>
          <p:cNvGraphicFramePr>
            <a:graphicFrameLocks noGrp="1"/>
          </p:cNvGraphicFramePr>
          <p:nvPr/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676264A2-E7A4-D1B1-6A46-4932CA1974F0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9AA0B63-4884-8A09-8D5D-48F1E3871B62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573CD8-E848-61E8-157B-4A209D24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23098BC-4E98-2627-B99F-0407C5AB1865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3FEAED74-7202-3275-F9D0-19253DE278C5}"/>
              </a:ext>
            </a:extLst>
          </p:cNvPr>
          <p:cNvGraphicFramePr>
            <a:graphicFrameLocks noGrp="1"/>
          </p:cNvGraphicFramePr>
          <p:nvPr/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70DDF31-F7C4-A803-A43B-476E1FC00821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C749D67-C46C-DAE4-B32F-E51BB8034F17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C03828-943A-8E99-D90A-6B9A4CD3C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DFAB901-950C-F9FD-A27C-4B18708F2F48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34F2EE1F-93E5-1D61-6A68-190ADAE889B9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EF719FA-15BB-6FB6-2650-3F6AFE9505BF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30B1D7C-C295-E29A-42D8-7C44C0602125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CF98D70F-44C7-97DB-CBBC-7C8504CA7852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5962AFC-3CCF-8ECA-D268-230342AA4698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18B313E-CC4E-EA77-15F4-56FAE49B9050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E1517DA1-C9D3-CF83-DC28-7DD19E8472EC}"/>
              </a:ext>
            </a:extLst>
          </p:cNvPr>
          <p:cNvSpPr/>
          <p:nvPr/>
        </p:nvSpPr>
        <p:spPr>
          <a:xfrm>
            <a:off x="16621394" y="0"/>
            <a:ext cx="33681086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DF94F7F-D77D-343D-7D80-DF62CB705AF6}"/>
              </a:ext>
            </a:extLst>
          </p:cNvPr>
          <p:cNvGraphicFramePr>
            <a:graphicFrameLocks noGrp="1"/>
          </p:cNvGraphicFramePr>
          <p:nvPr/>
        </p:nvGraphicFramePr>
        <p:xfrm>
          <a:off x="16582640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133,663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184,900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133,225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159,840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0AA8C54-F13C-CA85-04CB-86DF21C44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433976"/>
              </p:ext>
            </p:extLst>
          </p:nvPr>
        </p:nvGraphicFramePr>
        <p:xfrm>
          <a:off x="22812000" y="9740391"/>
          <a:ext cx="2956787" cy="46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66434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1560.8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8C51F20B-45BD-34FF-8B1D-D2D10660F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19713"/>
              </p:ext>
            </p:extLst>
          </p:nvPr>
        </p:nvGraphicFramePr>
        <p:xfrm>
          <a:off x="34213952" y="9689487"/>
          <a:ext cx="2956787" cy="4664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66434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B48D5D4-29E9-B390-04F0-C23D3A190A8A}"/>
                  </a:ext>
                </a:extLst>
              </p:cNvPr>
              <p:cNvSpPr txBox="1"/>
              <p:nvPr/>
            </p:nvSpPr>
            <p:spPr>
              <a:xfrm>
                <a:off x="30342799" y="4878866"/>
                <a:ext cx="10220683" cy="26162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B48D5D4-29E9-B390-04F0-C23D3A190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2799" y="4878866"/>
                <a:ext cx="10220683" cy="26162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2188850-88A5-B226-2314-E34C9DD4019E}"/>
              </a:ext>
            </a:extLst>
          </p:cNvPr>
          <p:cNvSpPr txBox="1"/>
          <p:nvPr/>
        </p:nvSpPr>
        <p:spPr>
          <a:xfrm>
            <a:off x="31557032" y="3413494"/>
            <a:ext cx="82706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MAE using values of THETA_0 and THETA_1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9263B5-0976-7D8D-5938-E10F08AA588C}"/>
                  </a:ext>
                </a:extLst>
              </p:cNvPr>
              <p:cNvSpPr txBox="1"/>
              <p:nvPr/>
            </p:nvSpPr>
            <p:spPr>
              <a:xfrm>
                <a:off x="21541105" y="4929122"/>
                <a:ext cx="5683415" cy="26162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9263B5-0976-7D8D-5938-E10F08AA5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1105" y="4929122"/>
                <a:ext cx="5683415" cy="261622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1EE183-4D4F-1B3E-5D77-3155D59E84BF}"/>
                  </a:ext>
                </a:extLst>
              </p:cNvPr>
              <p:cNvSpPr txBox="1"/>
              <p:nvPr/>
            </p:nvSpPr>
            <p:spPr>
              <a:xfrm>
                <a:off x="15807884" y="5754733"/>
                <a:ext cx="4506298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1EE183-4D4F-1B3E-5D77-3155D59E8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7884" y="5754733"/>
                <a:ext cx="4506298" cy="104220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79314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1CD12-65B9-1421-6914-6EA3AEB0C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B81DCC-A960-7C8E-5F87-7058DBCE21BE}"/>
              </a:ext>
            </a:extLst>
          </p:cNvPr>
          <p:cNvSpPr txBox="1"/>
          <p:nvPr/>
        </p:nvSpPr>
        <p:spPr>
          <a:xfrm>
            <a:off x="13280278" y="1211927"/>
            <a:ext cx="2105512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/>
              <a:t>Gradient Descent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60916B-5205-2C86-5E0C-3AA12D2B99BF}"/>
                  </a:ext>
                </a:extLst>
              </p:cNvPr>
              <p:cNvSpPr txBox="1"/>
              <p:nvPr/>
            </p:nvSpPr>
            <p:spPr>
              <a:xfrm>
                <a:off x="6667500" y="4690495"/>
                <a:ext cx="43091100" cy="106768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0" dirty="0"/>
                  <a:t>Repeat until convergence </a:t>
                </a:r>
              </a:p>
              <a:p>
                <a:r>
                  <a:rPr lang="en-US" sz="9600" dirty="0"/>
                  <a:t>{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9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9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96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96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9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9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9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9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9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9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sz="9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sz="9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9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sz="9600" b="1" i="1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9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9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9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9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9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9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9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9600" dirty="0">
                  <a:solidFill>
                    <a:schemeClr val="tx1"/>
                  </a:solidFill>
                </a:endParaRPr>
              </a:p>
              <a:p>
                <a:r>
                  <a:rPr lang="en-US" sz="96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9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9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96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96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9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9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9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9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9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9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sz="9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sz="9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9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sz="9600" b="1" i="1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9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9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9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9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9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9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9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9600" dirty="0"/>
                  <a:t>                         </a:t>
                </a:r>
                <a:r>
                  <a:rPr lang="en-US" sz="8800" dirty="0"/>
                  <a:t>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9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9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96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9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6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9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9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8800" dirty="0"/>
                  <a:t>)</a:t>
                </a:r>
                <a:endParaRPr lang="en-US" sz="9600" dirty="0"/>
              </a:p>
              <a:p>
                <a:r>
                  <a:rPr lang="en-US" sz="9600" dirty="0"/>
                  <a:t>}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60916B-5205-2C86-5E0C-3AA12D2B9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0" y="4690495"/>
                <a:ext cx="43091100" cy="10676897"/>
              </a:xfrm>
              <a:prstGeom prst="rect">
                <a:avLst/>
              </a:prstGeom>
              <a:blipFill>
                <a:blip r:embed="rId2"/>
                <a:stretch>
                  <a:fillRect l="-1500" t="-3025" b="-5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19053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C8D8E-21F4-E5F9-3469-4CA990949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D255A4D-7F79-406E-F955-05AEDA5F66C3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F4D7906-E1A2-87E0-EF50-456C01B804FC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29C1E3-01F1-FE52-5734-15EFBD3C7DEE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9641888-B3A0-C7C2-9C18-8E0C45DE3DAA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3008809-08DB-B6E1-A98D-6B61DE040F8B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ECFD5B9-46E1-2485-07C3-2560C49D3C84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1A5C90E-4AF4-472A-EF07-141026563143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1A5C90E-4AF4-472A-EF07-141026563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53A59E6-53B3-C753-1AE2-9FA5A323BBC7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53A59E6-53B3-C753-1AE2-9FA5A323B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165D330-CCCB-BB86-2AFE-DF0A361CCA20}"/>
              </a:ext>
            </a:extLst>
          </p:cNvPr>
          <p:cNvGraphicFramePr>
            <a:graphicFrameLocks noGrp="1"/>
          </p:cNvGraphicFramePr>
          <p:nvPr/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826D732-85F8-25DC-0D5F-279AC41F753C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826D732-85F8-25DC-0D5F-279AC41F7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7D9FBB8B-43CC-AC30-D0E8-6BC587E736A4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606A6A8-EF1C-66F3-5FAF-4258F38B459D}"/>
                  </a:ext>
                </a:extLst>
              </p:cNvPr>
              <p:cNvSpPr txBox="1"/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606A6A8-EF1C-66F3-5FAF-4258F38B4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90BAD9E-BE00-6A5F-63A2-80B2D93C076A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73C130A-BF45-C190-BFC8-C594AC56146B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BB89BF8-7F25-2986-ACA7-4AAFDA70BE94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D08161EC-8B5E-1052-E1F2-B0F513D40171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698C10F-73C5-BE37-1D38-CA71D94AE65C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F311882-0B3E-7214-7CCF-51441070D4E3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CC1AC5F2-6787-E31C-0D10-6F1424F77901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0ABB548-F008-D57A-CB8B-ACB260162AE1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C78BE53-4FBF-7868-2032-AAFB1197C7FF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9715602-2CCF-E6AA-F07F-B9E38147B061}"/>
              </a:ext>
            </a:extLst>
          </p:cNvPr>
          <p:cNvSpPr/>
          <p:nvPr/>
        </p:nvSpPr>
        <p:spPr>
          <a:xfrm>
            <a:off x="24542422" y="0"/>
            <a:ext cx="25760057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CD5501F-B1CB-164A-58AF-B364C52198EE}"/>
                  </a:ext>
                </a:extLst>
              </p:cNvPr>
              <p:cNvSpPr txBox="1"/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CD5501F-B1CB-164A-58AF-B364C5219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86444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8C73C-A0D4-E248-7B10-7EA334CCB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AE2BA23-8425-89C0-8F61-67E4F0D3EE67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C354BE2-4B92-3722-9CA1-98CFFD9440CC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D0F4527-CA3B-2D17-45B4-F0F23D349F5E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5FF7394-F775-0BB2-2A93-31D0ED005A55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1B3AE7A-64EE-9099-E55D-DFAAC8C8C46E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8BDEDA0F-1809-B0C9-6DE6-EB55C917421C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603D75D-6C51-7EC3-8223-41BE0443183D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603D75D-6C51-7EC3-8223-41BE04431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68FAF7-4D10-C799-3098-CBBD05833C43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68FAF7-4D10-C799-3098-CBBD05833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9D68559-49A0-9090-21BD-9FA572055DC6}"/>
              </a:ext>
            </a:extLst>
          </p:cNvPr>
          <p:cNvGraphicFramePr>
            <a:graphicFrameLocks noGrp="1"/>
          </p:cNvGraphicFramePr>
          <p:nvPr/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8BA7980-3D2B-09D5-9776-AC4B1DA3773C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8BA7980-3D2B-09D5-9776-AC4B1DA37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4160FF1E-03FD-9D6F-0619-33158758133A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823C06D-879E-641D-80E5-3B8BD7B5961E}"/>
                  </a:ext>
                </a:extLst>
              </p:cNvPr>
              <p:cNvSpPr txBox="1"/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823C06D-879E-641D-80E5-3B8BD7B59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81EFE91-F373-80CD-0DD2-D4382A996023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F7BA460A-C4B8-41A3-CA3D-25D48CCCD4CD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C51C686-0B1B-006A-59CE-D22C1DF977C2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7101133A-7ED3-6B89-732D-6437F9910B54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6790A25-FC14-99AF-3344-DBED56E42BCD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24ED057-6166-CEDE-8C9E-7D9F1AA38ADA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3C8C5E7C-8951-DD45-A780-F644CC3B3D08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C34777-DA99-BFAE-1EDB-675772764442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5B25E27-95DA-AA32-9CAB-2A81208942D7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35AB9E8B-6410-E572-F01B-C9EC308AFBA3}"/>
              </a:ext>
            </a:extLst>
          </p:cNvPr>
          <p:cNvSpPr/>
          <p:nvPr/>
        </p:nvSpPr>
        <p:spPr>
          <a:xfrm>
            <a:off x="24542422" y="0"/>
            <a:ext cx="25760057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643457A-7BA7-7DEF-1977-0231C7724C82}"/>
                  </a:ext>
                </a:extLst>
              </p:cNvPr>
              <p:cNvSpPr txBox="1"/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643457A-7BA7-7DEF-1977-0231C7724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6B461F9-0E95-511F-747E-4ADBAB9704DD}"/>
              </a:ext>
            </a:extLst>
          </p:cNvPr>
          <p:cNvCxnSpPr/>
          <p:nvPr/>
        </p:nvCxnSpPr>
        <p:spPr>
          <a:xfrm>
            <a:off x="20738592" y="3547872"/>
            <a:ext cx="5505447" cy="0"/>
          </a:xfrm>
          <a:prstGeom prst="line">
            <a:avLst/>
          </a:prstGeom>
          <a:ln w="1016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814FD5-63C1-D3CF-E98A-0F73DDD8860D}"/>
                  </a:ext>
                </a:extLst>
              </p:cNvPr>
              <p:cNvSpPr txBox="1"/>
              <p:nvPr/>
            </p:nvSpPr>
            <p:spPr>
              <a:xfrm>
                <a:off x="14986637" y="492155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814FD5-63C1-D3CF-E98A-0F73DDD88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637" y="4921556"/>
                <a:ext cx="6336490" cy="270856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CDD027-E138-DA3B-4BCB-63C16B3215CD}"/>
              </a:ext>
            </a:extLst>
          </p:cNvPr>
          <p:cNvCxnSpPr/>
          <p:nvPr/>
        </p:nvCxnSpPr>
        <p:spPr>
          <a:xfrm flipH="1">
            <a:off x="19971165" y="3547872"/>
            <a:ext cx="3520150" cy="2206862"/>
          </a:xfrm>
          <a:prstGeom prst="straightConnector1">
            <a:avLst/>
          </a:prstGeom>
          <a:ln w="889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377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7593F-830B-2C88-6AB2-DEB589A5C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01D9199-68EF-D31B-49A0-D528D1340C28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A326598-1B26-68F5-F282-3E5A21EA358F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0D3B730-AC92-D95C-998A-F44165B509ED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08A778F-321E-1EA1-5953-850277B29875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62CBC881-9BEB-8509-920D-386686C0B1E5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F869EDF-1FC8-6C85-03D3-E18D0D0C37EB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3655693-3467-C472-BD7E-4730DBDBF8A0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3655693-3467-C472-BD7E-4730DBDBF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EA9BA1B-6E53-7343-E769-A251CFFD4602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EA9BA1B-6E53-7343-E769-A251CFFD4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1700976-DCE1-AE31-55C4-BF24455040BE}"/>
              </a:ext>
            </a:extLst>
          </p:cNvPr>
          <p:cNvGraphicFramePr>
            <a:graphicFrameLocks noGrp="1"/>
          </p:cNvGraphicFramePr>
          <p:nvPr/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9CD4341-DEDB-F65C-6A3D-D31D41F56833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9CD4341-DEDB-F65C-6A3D-D31D41F56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98E40B9F-4842-D765-30DC-0D8A91E4E179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7B54407-D494-1BDB-636F-94A0D8116968}"/>
                  </a:ext>
                </a:extLst>
              </p:cNvPr>
              <p:cNvSpPr txBox="1"/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7B54407-D494-1BDB-636F-94A0D8116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0F25EC3-E00B-F2B3-13EE-9B0DFC5E9055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EAD5D88-92C7-6672-5723-DFD43D599D66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2CAEE8E-725C-EAF4-D16F-A6C3F0CEEAC5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E332DD31-C10A-143A-5114-E3CF85E3BA8F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8C0FB3B-E58D-59E2-9B85-672F28B35101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9CD783-01FF-7651-E67E-A0A754260EE0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BC3CB58C-9F26-E777-EB51-1F80A1CCD1C3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A7833EA-F7D3-0A17-DBE8-CA010C3A0448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5E185D4-97AB-1BFA-5791-A96C46DAF700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6099479-AE61-3006-094F-065C1533573A}"/>
              </a:ext>
            </a:extLst>
          </p:cNvPr>
          <p:cNvSpPr/>
          <p:nvPr/>
        </p:nvSpPr>
        <p:spPr>
          <a:xfrm>
            <a:off x="24542422" y="0"/>
            <a:ext cx="25760057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FC51F4-ECBD-AA60-C9BC-2D2B2FA1B782}"/>
              </a:ext>
            </a:extLst>
          </p:cNvPr>
          <p:cNvGraphicFramePr>
            <a:graphicFrameLocks noGrp="1"/>
          </p:cNvGraphicFramePr>
          <p:nvPr/>
        </p:nvGraphicFramePr>
        <p:xfrm>
          <a:off x="16859297" y="10730337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1561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CF1024-A164-9A50-5264-F4D1D0EDDEE9}"/>
                  </a:ext>
                </a:extLst>
              </p:cNvPr>
              <p:cNvSpPr txBox="1"/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CF1024-A164-9A50-5264-F4D1D0EDD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622149-62D0-C70F-5490-1CEDDE0EC71B}"/>
                  </a:ext>
                </a:extLst>
              </p:cNvPr>
              <p:cNvSpPr txBox="1"/>
              <p:nvPr/>
            </p:nvSpPr>
            <p:spPr>
              <a:xfrm>
                <a:off x="14986637" y="492155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622149-62D0-C70F-5490-1CEDDE0EC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637" y="4921556"/>
                <a:ext cx="6336490" cy="270856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1EB9A9C-D4AD-4454-B59D-86B42A8695AA}"/>
              </a:ext>
            </a:extLst>
          </p:cNvPr>
          <p:cNvCxnSpPr/>
          <p:nvPr/>
        </p:nvCxnSpPr>
        <p:spPr>
          <a:xfrm>
            <a:off x="13582079" y="8470158"/>
            <a:ext cx="3272573" cy="3456102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DE33F87-BA1B-03F3-B1E7-1DE1B311C925}"/>
              </a:ext>
            </a:extLst>
          </p:cNvPr>
          <p:cNvCxnSpPr>
            <a:cxnSpLocks/>
          </p:cNvCxnSpPr>
          <p:nvPr/>
        </p:nvCxnSpPr>
        <p:spPr>
          <a:xfrm flipV="1">
            <a:off x="13569620" y="11926260"/>
            <a:ext cx="3285032" cy="3456102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3829B7-19F9-CCEA-D9F6-651B81EA12A0}"/>
              </a:ext>
            </a:extLst>
          </p:cNvPr>
          <p:cNvCxnSpPr/>
          <p:nvPr/>
        </p:nvCxnSpPr>
        <p:spPr>
          <a:xfrm>
            <a:off x="13582079" y="10491216"/>
            <a:ext cx="3272573" cy="1435044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178D83-AE3E-531A-5754-7454097D5718}"/>
              </a:ext>
            </a:extLst>
          </p:cNvPr>
          <p:cNvCxnSpPr>
            <a:cxnSpLocks/>
          </p:cNvCxnSpPr>
          <p:nvPr/>
        </p:nvCxnSpPr>
        <p:spPr>
          <a:xfrm flipV="1">
            <a:off x="13564975" y="11905835"/>
            <a:ext cx="3272573" cy="1435044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D62B7F2-98C2-0FC8-B77D-208A3936E44B}"/>
              </a:ext>
            </a:extLst>
          </p:cNvPr>
          <p:cNvSpPr txBox="1"/>
          <p:nvPr/>
        </p:nvSpPr>
        <p:spPr>
          <a:xfrm>
            <a:off x="14552456" y="8997696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151C58-5F6D-9305-02DB-EAD6FC1D7072}"/>
              </a:ext>
            </a:extLst>
          </p:cNvPr>
          <p:cNvSpPr txBox="1"/>
          <p:nvPr/>
        </p:nvSpPr>
        <p:spPr>
          <a:xfrm>
            <a:off x="14001664" y="10038745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EBBC71-2427-4971-3270-B91CD73D02F0}"/>
              </a:ext>
            </a:extLst>
          </p:cNvPr>
          <p:cNvSpPr txBox="1"/>
          <p:nvPr/>
        </p:nvSpPr>
        <p:spPr>
          <a:xfrm>
            <a:off x="14115682" y="11875356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7C19A6-59E3-8746-8F09-FDBDA7402739}"/>
              </a:ext>
            </a:extLst>
          </p:cNvPr>
          <p:cNvSpPr txBox="1"/>
          <p:nvPr/>
        </p:nvSpPr>
        <p:spPr>
          <a:xfrm>
            <a:off x="14765979" y="14038455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158393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024A-6487-A325-C7B3-44EC77263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31882D9-5E0C-F3B8-9C16-1360DA39B253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164CA4D-66BF-23B2-9D3C-E99E93723A17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D719DB5-ABB9-A4F9-7956-0531E56EDF77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F93FC30-AEEB-886E-C78F-FA27715A5221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66C21E02-B62A-6199-A027-87A079C3AF5A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0EE30D4-36F2-8EDC-EFE2-4013BA956098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7B3D580-164B-FA25-A377-2323760096C8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7B3D580-164B-FA25-A377-232376009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B1B7E88-A49B-F65C-DDF9-C91CD7BA5225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B1B7E88-A49B-F65C-DDF9-C91CD7BA5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4E48EAB-3EE6-488A-14DC-AA1796303837}"/>
              </a:ext>
            </a:extLst>
          </p:cNvPr>
          <p:cNvGraphicFramePr>
            <a:graphicFrameLocks noGrp="1"/>
          </p:cNvGraphicFramePr>
          <p:nvPr/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DFE92FC-A1AE-D39B-DC53-99DF33F61B8D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DFE92FC-A1AE-D39B-DC53-99DF33F61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684F5E6-4858-8A48-A8A5-F894BDD7B57D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B0FBAD3-70DC-8014-49C4-77D2D27A26A8}"/>
                  </a:ext>
                </a:extLst>
              </p:cNvPr>
              <p:cNvSpPr txBox="1"/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B0FBAD3-70DC-8014-49C4-77D2D27A2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DD1B9E0-6432-F550-4BFA-67A3260660D1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244D2EC6-FBCC-DB41-2325-E9983106EC51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D77418-FB34-1DEE-5C9C-A686E6E4D006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F7A3D9B0-A453-D501-A89B-3211AFEFA1C6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66200A4-302F-8EAC-8774-9C0CF0012D4B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19FFA9B-5956-4B27-0D30-01BE85100B5E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1FC69E6F-9490-0548-833B-A03B50354E79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4EB6C42-AF83-64A8-73B5-F1DE9CD7C809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6067953-AD39-5ED5-59C5-99F7CAB6C88F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8C525DE0-929F-21E7-3225-74D6DB886D42}"/>
              </a:ext>
            </a:extLst>
          </p:cNvPr>
          <p:cNvSpPr/>
          <p:nvPr/>
        </p:nvSpPr>
        <p:spPr>
          <a:xfrm>
            <a:off x="24542422" y="0"/>
            <a:ext cx="25760057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BF238D-772F-1062-8F5B-E45A91E0397B}"/>
              </a:ext>
            </a:extLst>
          </p:cNvPr>
          <p:cNvGraphicFramePr>
            <a:graphicFrameLocks noGrp="1"/>
          </p:cNvGraphicFramePr>
          <p:nvPr/>
        </p:nvGraphicFramePr>
        <p:xfrm>
          <a:off x="16859297" y="10730337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1561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F4B95D2-F521-A7CB-CCD9-D5882BBE96D5}"/>
                  </a:ext>
                </a:extLst>
              </p:cNvPr>
              <p:cNvSpPr txBox="1"/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F4B95D2-F521-A7CB-CCD9-D5882BBE9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64A828-2526-E65F-C301-DEE4C9ADE3C4}"/>
                  </a:ext>
                </a:extLst>
              </p:cNvPr>
              <p:cNvSpPr txBox="1"/>
              <p:nvPr/>
            </p:nvSpPr>
            <p:spPr>
              <a:xfrm>
                <a:off x="14986637" y="492155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64A828-2526-E65F-C301-DEE4C9ADE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637" y="4921556"/>
                <a:ext cx="6336490" cy="270856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2F6AB66-7D98-DF29-FAE3-70F5C0378636}"/>
              </a:ext>
            </a:extLst>
          </p:cNvPr>
          <p:cNvGraphicFramePr>
            <a:graphicFrameLocks noGrp="1"/>
          </p:cNvGraphicFramePr>
          <p:nvPr/>
        </p:nvGraphicFramePr>
        <p:xfrm>
          <a:off x="24219073" y="10730337"/>
          <a:ext cx="251551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51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FB46D8-21A4-DB1E-A6C3-63744F683EFE}"/>
                  </a:ext>
                </a:extLst>
              </p:cNvPr>
              <p:cNvSpPr txBox="1"/>
              <p:nvPr/>
            </p:nvSpPr>
            <p:spPr>
              <a:xfrm>
                <a:off x="22018030" y="4916254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FB46D8-21A4-DB1E-A6C3-63744F683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8030" y="4916254"/>
                <a:ext cx="6336490" cy="270856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C984566-7ECD-8A69-6265-858B817AE1F5}"/>
              </a:ext>
            </a:extLst>
          </p:cNvPr>
          <p:cNvCxnSpPr>
            <a:cxnSpLocks/>
          </p:cNvCxnSpPr>
          <p:nvPr/>
        </p:nvCxnSpPr>
        <p:spPr>
          <a:xfrm>
            <a:off x="18799422" y="12072564"/>
            <a:ext cx="548640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5779740-810F-1366-3366-646BB3D64A2D}"/>
              </a:ext>
            </a:extLst>
          </p:cNvPr>
          <p:cNvSpPr txBox="1"/>
          <p:nvPr/>
        </p:nvSpPr>
        <p:spPr>
          <a:xfrm>
            <a:off x="19809616" y="11032418"/>
            <a:ext cx="3654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divide by </a:t>
            </a:r>
            <a:r>
              <a:rPr lang="en-US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15EF39-0881-3B79-20AD-793CB9C881BA}"/>
              </a:ext>
            </a:extLst>
          </p:cNvPr>
          <p:cNvCxnSpPr/>
          <p:nvPr/>
        </p:nvCxnSpPr>
        <p:spPr>
          <a:xfrm>
            <a:off x="13582079" y="8470158"/>
            <a:ext cx="3272573" cy="3456102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82564E-2FB2-8BBD-E249-1052C3AACF8D}"/>
              </a:ext>
            </a:extLst>
          </p:cNvPr>
          <p:cNvCxnSpPr>
            <a:cxnSpLocks/>
          </p:cNvCxnSpPr>
          <p:nvPr/>
        </p:nvCxnSpPr>
        <p:spPr>
          <a:xfrm flipV="1">
            <a:off x="13569620" y="11926260"/>
            <a:ext cx="3285032" cy="3456102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ACC95E-40ED-92A7-0C98-E91989F7E91A}"/>
              </a:ext>
            </a:extLst>
          </p:cNvPr>
          <p:cNvCxnSpPr/>
          <p:nvPr/>
        </p:nvCxnSpPr>
        <p:spPr>
          <a:xfrm>
            <a:off x="13582079" y="10491216"/>
            <a:ext cx="3272573" cy="1435044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90A996-79C2-59CC-D294-6490F72403B9}"/>
              </a:ext>
            </a:extLst>
          </p:cNvPr>
          <p:cNvCxnSpPr>
            <a:cxnSpLocks/>
          </p:cNvCxnSpPr>
          <p:nvPr/>
        </p:nvCxnSpPr>
        <p:spPr>
          <a:xfrm flipV="1">
            <a:off x="13564975" y="11905835"/>
            <a:ext cx="3272573" cy="1435044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154D95A-6897-3A24-96B8-175DBC68518A}"/>
              </a:ext>
            </a:extLst>
          </p:cNvPr>
          <p:cNvSpPr txBox="1"/>
          <p:nvPr/>
        </p:nvSpPr>
        <p:spPr>
          <a:xfrm>
            <a:off x="14552456" y="8997696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571E38-59DA-6BA9-823F-DE479BE26D4D}"/>
              </a:ext>
            </a:extLst>
          </p:cNvPr>
          <p:cNvSpPr txBox="1"/>
          <p:nvPr/>
        </p:nvSpPr>
        <p:spPr>
          <a:xfrm>
            <a:off x="14001664" y="10038745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237855-98A4-3B0E-CBE4-6550FDF771AE}"/>
              </a:ext>
            </a:extLst>
          </p:cNvPr>
          <p:cNvSpPr txBox="1"/>
          <p:nvPr/>
        </p:nvSpPr>
        <p:spPr>
          <a:xfrm>
            <a:off x="14115682" y="11875356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78007E-273A-614A-CC99-947E3424EDF9}"/>
              </a:ext>
            </a:extLst>
          </p:cNvPr>
          <p:cNvSpPr txBox="1"/>
          <p:nvPr/>
        </p:nvSpPr>
        <p:spPr>
          <a:xfrm>
            <a:off x="14765979" y="14038455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881375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A5A91-65CF-CE74-8A3E-96DFF2940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719EA2B-B633-30D6-98C0-8CADAC3601E6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ADABAD9-13EF-4F97-3EC5-44BE555CF67B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8B354F-A72F-2AF3-3831-AA5E287761B4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EDA5D39-F733-1D0E-162B-FCDDE7CC5AA4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1926B88-4128-F9C9-C8F1-E9E9BE988423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8B628C1-0357-DA6A-C411-CA1A4C38C3EC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723D14-70C0-11AF-268C-44E8C32D5FEF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723D14-70C0-11AF-268C-44E8C32D5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9E4B6C2-1544-B585-2027-B85AE03B221E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9E4B6C2-1544-B585-2027-B85AE03B2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F95FCC77-E82B-DC87-8551-6E513A40347F}"/>
              </a:ext>
            </a:extLst>
          </p:cNvPr>
          <p:cNvGraphicFramePr>
            <a:graphicFrameLocks noGrp="1"/>
          </p:cNvGraphicFramePr>
          <p:nvPr/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50E2472-5C38-1343-5280-35CF2AF2FDE3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50E2472-5C38-1343-5280-35CF2AF2F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D7F429D1-460C-CCEB-9622-33C1AAADB24D}"/>
              </a:ext>
            </a:extLst>
          </p:cNvPr>
          <p:cNvGraphicFramePr>
            <a:graphicFrameLocks noGrp="1"/>
          </p:cNvGraphicFramePr>
          <p:nvPr/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68E06B3-1F4C-4E79-2FEA-354B478D1FA6}"/>
                  </a:ext>
                </a:extLst>
              </p:cNvPr>
              <p:cNvSpPr txBox="1"/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68E06B3-1F4C-4E79-2FEA-354B478D1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1AA4613-8E7B-A5EE-9DF3-75F21DD0FB85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E4B58-E840-4869-560C-ABC8EDA3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CD8C9F61-10A2-4470-CB72-867858265C77}"/>
              </a:ext>
            </a:extLst>
          </p:cNvPr>
          <p:cNvGraphicFramePr>
            <a:graphicFrameLocks noGrp="1"/>
          </p:cNvGraphicFramePr>
          <p:nvPr/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001BEF2-D732-416A-715F-9779C6D319C2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790AD0-76E2-89A1-AC9C-4B6CAE86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713961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8B983F86-C4E7-B4BB-3531-6A936F4640C2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E285123-690B-243D-711B-40FD0EB15163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DD2A017-89EC-A1BD-9B1A-BEC27F54F9E5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D7601E3E-58CB-2109-47E9-2E96D3F5C204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F2B8A71-1366-F170-9D4D-8991C0B6F487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8719862-70AF-0941-C82F-1B94B2CD7EBE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3C85CC7E-8275-518A-60FE-D8FAF3D01FFF}"/>
              </a:ext>
            </a:extLst>
          </p:cNvPr>
          <p:cNvSpPr/>
          <p:nvPr/>
        </p:nvSpPr>
        <p:spPr>
          <a:xfrm>
            <a:off x="24542422" y="0"/>
            <a:ext cx="25760057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1494112-F485-5567-9561-E41326510CB8}"/>
                  </a:ext>
                </a:extLst>
              </p:cNvPr>
              <p:cNvSpPr txBox="1"/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1494112-F485-5567-9561-E41326510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52B9240-37C8-F800-DBE6-57305D6B2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921396"/>
              </p:ext>
            </p:extLst>
          </p:nvPr>
        </p:nvGraphicFramePr>
        <p:xfrm>
          <a:off x="16897122" y="10846162"/>
          <a:ext cx="251551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51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64CA17-E67F-BFF4-ECBC-CB62C26DAF80}"/>
                  </a:ext>
                </a:extLst>
              </p:cNvPr>
              <p:cNvSpPr txBox="1"/>
              <p:nvPr/>
            </p:nvSpPr>
            <p:spPr>
              <a:xfrm>
                <a:off x="14986636" y="492155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64CA17-E67F-BFF4-ECBC-CB62C26DA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636" y="4921556"/>
                <a:ext cx="6336490" cy="270856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81026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C0B80-1139-EF76-335F-75CFDAA21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14E00F3-2693-28A2-98D1-C95768E105CF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E1349F8-4EA3-7E58-F221-3739B913DF79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E2F3D80-2E6C-2113-20B2-3A6D677DF214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C3AF318-A134-4E68-507D-12510A75F478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566AE80-4445-CBAB-A259-9CEA99C319F3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FEBECF7-00D9-B23D-8759-91683B23ED9B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767ED2F-2F9E-1311-9594-B5B797375C22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767ED2F-2F9E-1311-9594-B5B797375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4E6D8E5-9FEC-4413-2740-CFC42E99A92E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4E6D8E5-9FEC-4413-2740-CFC42E99A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5F66C99-E1E9-07C9-4211-70BD2C623DB7}"/>
              </a:ext>
            </a:extLst>
          </p:cNvPr>
          <p:cNvGraphicFramePr>
            <a:graphicFrameLocks noGrp="1"/>
          </p:cNvGraphicFramePr>
          <p:nvPr/>
        </p:nvGraphicFramePr>
        <p:xfrm>
          <a:off x="10632112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C8875C6-EA67-A5B8-DED9-CDEADEF197C0}"/>
                  </a:ext>
                </a:extLst>
              </p:cNvPr>
              <p:cNvSpPr txBox="1"/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C8875C6-EA67-A5B8-DED9-CDEADEF19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148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0FE1510-BA38-5806-EC1C-D4908210178D}"/>
                  </a:ext>
                </a:extLst>
              </p:cNvPr>
              <p:cNvSpPr txBox="1"/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0FE1510-BA38-5806-EC1C-D49082101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7314359-B73D-B11D-DBC4-114CFD63A711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64B1996-F3C0-C579-4ACA-DDCEF0729976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17C8D4-EF54-A233-7206-6EF658FDC5F1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008E98B2-4042-B016-8A91-D6916D12ED86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D5DD0E8-1706-5B7E-DBF8-8288235FEB30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E54FE79-DF1D-C0DA-F898-6B80C8D04212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A184D994-A28B-0992-25D8-80ADE242E716}"/>
              </a:ext>
            </a:extLst>
          </p:cNvPr>
          <p:cNvSpPr/>
          <p:nvPr/>
        </p:nvSpPr>
        <p:spPr>
          <a:xfrm>
            <a:off x="33841019" y="0"/>
            <a:ext cx="16461460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29C83C7-0CFC-2A0D-61FA-946F3E12B4C2}"/>
                  </a:ext>
                </a:extLst>
              </p:cNvPr>
              <p:cNvSpPr txBox="1"/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29C83C7-0CFC-2A0D-61FA-946F3E12B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8F5F2D-F5FE-7F90-7F89-B5B99E9C52BD}"/>
              </a:ext>
            </a:extLst>
          </p:cNvPr>
          <p:cNvGraphicFramePr>
            <a:graphicFrameLocks noGrp="1"/>
          </p:cNvGraphicFramePr>
          <p:nvPr/>
        </p:nvGraphicFramePr>
        <p:xfrm>
          <a:off x="27134641" y="710526"/>
          <a:ext cx="251551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51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59FA95B-19B4-A457-B196-E140140B7819}"/>
                  </a:ext>
                </a:extLst>
              </p:cNvPr>
              <p:cNvSpPr txBox="1"/>
              <p:nvPr/>
            </p:nvSpPr>
            <p:spPr>
              <a:xfrm>
                <a:off x="32765020" y="710526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59FA95B-19B4-A457-B196-E140140B7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5020" y="710526"/>
                <a:ext cx="5644908" cy="199900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045196-F0E4-17D9-0636-6A69EBA2B89F}"/>
                  </a:ext>
                </a:extLst>
              </p:cNvPr>
              <p:cNvSpPr txBox="1"/>
              <p:nvPr/>
            </p:nvSpPr>
            <p:spPr>
              <a:xfrm>
                <a:off x="38409928" y="246304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045196-F0E4-17D9-0636-6A69EBA2B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9928" y="246304"/>
                <a:ext cx="7713961" cy="270856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3407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7DB76-5D6D-0D43-7E29-46785BD5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0D11ADF-502A-B67B-9713-052F89C7EF40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0220DAD-9282-43CD-9668-E76768BF495F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68E1233-D5EA-9840-4F2C-9F0FE843CDA1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8682C96-1330-25CE-9F4B-FD30E630F0B2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DB69A3D-4243-FAE1-3BDC-78DCF718E24C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E6905CA-398A-A5C9-F3A7-233CB8A8FD33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971FF6A-DDCB-0B0E-C30D-279EA66C140B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971FF6A-DDCB-0B0E-C30D-279EA66C1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51ED857-C1F6-D894-C9EC-FECA283AC43A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51ED857-C1F6-D894-C9EC-FECA283AC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434A38EE-80FA-D6C8-C2ED-E3800D736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405249"/>
              </p:ext>
            </p:extLst>
          </p:nvPr>
        </p:nvGraphicFramePr>
        <p:xfrm>
          <a:off x="12241456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5C36D48-606E-575D-2F93-461274A88DFD}"/>
                  </a:ext>
                </a:extLst>
              </p:cNvPr>
              <p:cNvSpPr txBox="1"/>
              <p:nvPr/>
            </p:nvSpPr>
            <p:spPr>
              <a:xfrm>
                <a:off x="11364492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5C36D48-606E-575D-2F93-461274A88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4492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9329061-DD14-886C-DAF6-F79F98BDDE25}"/>
                  </a:ext>
                </a:extLst>
              </p:cNvPr>
              <p:cNvSpPr txBox="1"/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9329061-DD14-886C-DAF6-F79F98BDD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F3650472-69E3-4766-7460-BF4410199A96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4C17789-196A-5278-DC1B-F94B1BAECCE2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24D5EB0-DAD8-6679-C587-5D3612BCFB02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F88C56A2-1048-C4D8-83FF-63F0D763E8F3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CF120DE-B03C-0AFD-2B87-853889F6BE28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9B41F77-04FE-E0B7-3706-9D02C413D6CA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5AF8FACF-39AF-1448-389E-178458F2845B}"/>
              </a:ext>
            </a:extLst>
          </p:cNvPr>
          <p:cNvSpPr/>
          <p:nvPr/>
        </p:nvSpPr>
        <p:spPr>
          <a:xfrm>
            <a:off x="33841019" y="0"/>
            <a:ext cx="16461460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3719225-768B-9D9A-0344-ACD0EB98FE9F}"/>
                  </a:ext>
                </a:extLst>
              </p:cNvPr>
              <p:cNvSpPr txBox="1"/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3719225-768B-9D9A-0344-ACD0EB98F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5A034D-0D7C-8AD7-7384-6D0C072C4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68087"/>
              </p:ext>
            </p:extLst>
          </p:nvPr>
        </p:nvGraphicFramePr>
        <p:xfrm>
          <a:off x="27134641" y="710526"/>
          <a:ext cx="251551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51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38040ED-AB27-2361-74AB-7A23E93731EA}"/>
                  </a:ext>
                </a:extLst>
              </p:cNvPr>
              <p:cNvSpPr txBox="1"/>
              <p:nvPr/>
            </p:nvSpPr>
            <p:spPr>
              <a:xfrm>
                <a:off x="32765020" y="710526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38040ED-AB27-2361-74AB-7A23E9373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5020" y="710526"/>
                <a:ext cx="5644908" cy="199900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1230E3-1246-42A4-8643-18DD04BBC879}"/>
                  </a:ext>
                </a:extLst>
              </p:cNvPr>
              <p:cNvSpPr txBox="1"/>
              <p:nvPr/>
            </p:nvSpPr>
            <p:spPr>
              <a:xfrm>
                <a:off x="38409928" y="246304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1230E3-1246-42A4-8643-18DD04BBC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9928" y="246304"/>
                <a:ext cx="7713961" cy="270856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F93161-E192-945C-2AE9-CDD9140449BB}"/>
                  </a:ext>
                </a:extLst>
              </p:cNvPr>
              <p:cNvSpPr txBox="1"/>
              <p:nvPr/>
            </p:nvSpPr>
            <p:spPr>
              <a:xfrm>
                <a:off x="10477107" y="7566508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F93161-E192-945C-2AE9-CDD914044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107" y="7566508"/>
                <a:ext cx="940963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616F5E-6D3D-ABB9-E2E7-AEA3971F2CF8}"/>
                  </a:ext>
                </a:extLst>
              </p:cNvPr>
              <p:cNvSpPr txBox="1"/>
              <p:nvPr/>
            </p:nvSpPr>
            <p:spPr>
              <a:xfrm>
                <a:off x="10517737" y="10005589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616F5E-6D3D-ABB9-E2E7-AEA3971F2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7737" y="10005589"/>
                <a:ext cx="940963" cy="12311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EE3EF6-7651-8623-4895-A8BE4060B8BF}"/>
                  </a:ext>
                </a:extLst>
              </p:cNvPr>
              <p:cNvSpPr txBox="1"/>
              <p:nvPr/>
            </p:nvSpPr>
            <p:spPr>
              <a:xfrm>
                <a:off x="10551875" y="12459578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EE3EF6-7651-8623-4895-A8BE4060B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1875" y="12459578"/>
                <a:ext cx="940963" cy="123110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B86BA85F-77DB-7793-EE96-529D09F7950B}"/>
              </a:ext>
            </a:extLst>
          </p:cNvPr>
          <p:cNvSpPr/>
          <p:nvPr/>
        </p:nvSpPr>
        <p:spPr>
          <a:xfrm>
            <a:off x="4847771" y="5754734"/>
            <a:ext cx="5435162" cy="11326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B85EA14-F482-5EBD-15CC-F4ADC339BC27}"/>
              </a:ext>
            </a:extLst>
          </p:cNvPr>
          <p:cNvCxnSpPr>
            <a:cxnSpLocks/>
          </p:cNvCxnSpPr>
          <p:nvPr/>
        </p:nvCxnSpPr>
        <p:spPr>
          <a:xfrm>
            <a:off x="3445198" y="8960188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BF637AD-82B7-9A31-A32C-5CB5208D282E}"/>
              </a:ext>
            </a:extLst>
          </p:cNvPr>
          <p:cNvCxnSpPr>
            <a:cxnSpLocks/>
          </p:cNvCxnSpPr>
          <p:nvPr/>
        </p:nvCxnSpPr>
        <p:spPr>
          <a:xfrm>
            <a:off x="3463216" y="11343724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C06AA8-ECAC-7DDC-83B6-98E8518E27C0}"/>
              </a:ext>
            </a:extLst>
          </p:cNvPr>
          <p:cNvCxnSpPr>
            <a:cxnSpLocks/>
          </p:cNvCxnSpPr>
          <p:nvPr/>
        </p:nvCxnSpPr>
        <p:spPr>
          <a:xfrm>
            <a:off x="3463216" y="13836988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544087-F440-0923-7968-1638F98FEAC7}"/>
              </a:ext>
            </a:extLst>
          </p:cNvPr>
          <p:cNvCxnSpPr>
            <a:cxnSpLocks/>
          </p:cNvCxnSpPr>
          <p:nvPr/>
        </p:nvCxnSpPr>
        <p:spPr>
          <a:xfrm>
            <a:off x="3542464" y="16110796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84EBD7-1794-988D-DD4B-99A81C80D37D}"/>
                  </a:ext>
                </a:extLst>
              </p:cNvPr>
              <p:cNvSpPr txBox="1"/>
              <p:nvPr/>
            </p:nvSpPr>
            <p:spPr>
              <a:xfrm>
                <a:off x="10517737" y="14772660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84EBD7-1794-988D-DD4B-99A81C80D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7737" y="14772660"/>
                <a:ext cx="940963" cy="12311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34625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5B344-D18C-4957-51E1-3CD5B24E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6489E51-A098-8251-2E44-BBFC06FE2476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9DE2B90-479D-DCDA-5E92-54048C393166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0E61FDB-B9A1-BC8E-EAA2-47CE2FAC5BB1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31A5EF3-B6B4-0D81-6FC1-4792B765D8B4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C486D26-58CE-91AE-D14F-AC516E585207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679CD53-3424-FC4D-9F91-E84D6B58470D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BDFA11D-A9A5-C1E5-AC60-0BC732695E22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BDFA11D-A9A5-C1E5-AC60-0BC732695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ADE7A1-D70B-E8E7-89C6-5D5C7268476C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ADE7A1-D70B-E8E7-89C6-5D5C72684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F2242888-5D48-6854-AC85-6F39B86751E0}"/>
              </a:ext>
            </a:extLst>
          </p:cNvPr>
          <p:cNvGraphicFramePr>
            <a:graphicFrameLocks noGrp="1"/>
          </p:cNvGraphicFramePr>
          <p:nvPr/>
        </p:nvGraphicFramePr>
        <p:xfrm>
          <a:off x="12241456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AEC9BAD-029D-8EBF-C38F-2033823B89B6}"/>
                  </a:ext>
                </a:extLst>
              </p:cNvPr>
              <p:cNvSpPr txBox="1"/>
              <p:nvPr/>
            </p:nvSpPr>
            <p:spPr>
              <a:xfrm>
                <a:off x="11364492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AEC9BAD-029D-8EBF-C38F-2033823B8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4492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3035D008-EE52-3853-BD6C-0DF557C1D02F}"/>
              </a:ext>
            </a:extLst>
          </p:cNvPr>
          <p:cNvGraphicFramePr>
            <a:graphicFrameLocks noGrp="1"/>
          </p:cNvGraphicFramePr>
          <p:nvPr/>
        </p:nvGraphicFramePr>
        <p:xfrm>
          <a:off x="18217323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769,222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609,446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559,910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340,630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52A8891-4709-97AB-5AF8-6E1B02CAB659}"/>
                  </a:ext>
                </a:extLst>
              </p:cNvPr>
              <p:cNvSpPr txBox="1"/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52A8891-4709-97AB-5AF8-6E1B02CAB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E41828A-C99F-93F9-69D5-5982D9144297}"/>
                  </a:ext>
                </a:extLst>
              </p:cNvPr>
              <p:cNvSpPr txBox="1"/>
              <p:nvPr/>
            </p:nvSpPr>
            <p:spPr>
              <a:xfrm>
                <a:off x="15838735" y="5708566"/>
                <a:ext cx="7713961" cy="1134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  <m:r>
                        <m:rPr>
                          <m:nor/>
                        </m:rPr>
                        <a:rPr lang="en-US" sz="6000" b="1" dirty="0"/>
                        <m:t>. 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E41828A-C99F-93F9-69D5-5982D9144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8735" y="5708566"/>
                <a:ext cx="7713961" cy="11345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519A405-9A94-B035-410D-E63B947EC1B4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D6A3C30-6393-5BF0-D24C-4C029F4238FC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C117984-FDDB-C816-E6C3-5A9B341DBDE9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648380C1-7E55-93E3-0DE1-D38C4FB8F1A5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BD36BDE-8449-C763-1BEE-C1A66DAEAC0E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3314977-B680-F6E1-B8AB-5E4162C2C6E8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312FC3ED-2AC7-BDEA-FD79-A0E92994DBE2}"/>
              </a:ext>
            </a:extLst>
          </p:cNvPr>
          <p:cNvSpPr/>
          <p:nvPr/>
        </p:nvSpPr>
        <p:spPr>
          <a:xfrm>
            <a:off x="33841019" y="0"/>
            <a:ext cx="16461460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C87793C-909F-EEE8-6BF8-590A4C335662}"/>
                  </a:ext>
                </a:extLst>
              </p:cNvPr>
              <p:cNvSpPr txBox="1"/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C87793C-909F-EEE8-6BF8-590A4C335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5C1D99-6C6F-2B5D-D4D4-7343880E4774}"/>
              </a:ext>
            </a:extLst>
          </p:cNvPr>
          <p:cNvGraphicFramePr>
            <a:graphicFrameLocks noGrp="1"/>
          </p:cNvGraphicFramePr>
          <p:nvPr/>
        </p:nvGraphicFramePr>
        <p:xfrm>
          <a:off x="27134641" y="710526"/>
          <a:ext cx="251551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51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ABB7CD2-00C8-F321-2820-295AB22CD5F0}"/>
                  </a:ext>
                </a:extLst>
              </p:cNvPr>
              <p:cNvSpPr txBox="1"/>
              <p:nvPr/>
            </p:nvSpPr>
            <p:spPr>
              <a:xfrm>
                <a:off x="32765020" y="710526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ABB7CD2-00C8-F321-2820-295AB22CD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5020" y="710526"/>
                <a:ext cx="5644908" cy="199900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7699D5-9CE5-1AC0-55ED-E70018051C24}"/>
                  </a:ext>
                </a:extLst>
              </p:cNvPr>
              <p:cNvSpPr txBox="1"/>
              <p:nvPr/>
            </p:nvSpPr>
            <p:spPr>
              <a:xfrm>
                <a:off x="38409928" y="246304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7699D5-9CE5-1AC0-55ED-E70018051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9928" y="246304"/>
                <a:ext cx="7713961" cy="270856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377713-4F65-A81D-A993-DC293316E34F}"/>
                  </a:ext>
                </a:extLst>
              </p:cNvPr>
              <p:cNvSpPr txBox="1"/>
              <p:nvPr/>
            </p:nvSpPr>
            <p:spPr>
              <a:xfrm>
                <a:off x="10477107" y="7566508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377713-4F65-A81D-A993-DC293316E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107" y="7566508"/>
                <a:ext cx="940963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7C2556-7768-E648-C28B-CB0167B61E9F}"/>
                  </a:ext>
                </a:extLst>
              </p:cNvPr>
              <p:cNvSpPr txBox="1"/>
              <p:nvPr/>
            </p:nvSpPr>
            <p:spPr>
              <a:xfrm>
                <a:off x="10517737" y="10005589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7C2556-7768-E648-C28B-CB0167B61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7737" y="10005589"/>
                <a:ext cx="940963" cy="12311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F966E5-AF2A-1809-C43B-4B61A303C470}"/>
                  </a:ext>
                </a:extLst>
              </p:cNvPr>
              <p:cNvSpPr txBox="1"/>
              <p:nvPr/>
            </p:nvSpPr>
            <p:spPr>
              <a:xfrm>
                <a:off x="10551875" y="12459578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F966E5-AF2A-1809-C43B-4B61A303C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1875" y="12459578"/>
                <a:ext cx="940963" cy="123110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6B53DB8-B3DE-BF49-F8F8-6DA0C422B202}"/>
                  </a:ext>
                </a:extLst>
              </p:cNvPr>
              <p:cNvSpPr txBox="1"/>
              <p:nvPr/>
            </p:nvSpPr>
            <p:spPr>
              <a:xfrm>
                <a:off x="10517737" y="14772660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6B53DB8-B3DE-BF49-F8F8-6DA0C422B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7737" y="14772660"/>
                <a:ext cx="940963" cy="12311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124A9DF-1B40-94A7-EF7F-12DE598A3924}"/>
              </a:ext>
            </a:extLst>
          </p:cNvPr>
          <p:cNvCxnSpPr>
            <a:cxnSpLocks/>
          </p:cNvCxnSpPr>
          <p:nvPr/>
        </p:nvCxnSpPr>
        <p:spPr>
          <a:xfrm>
            <a:off x="15198243" y="8454220"/>
            <a:ext cx="292608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2E72A8-C19C-A0C3-69FD-E4D04D850ADF}"/>
              </a:ext>
            </a:extLst>
          </p:cNvPr>
          <p:cNvCxnSpPr>
            <a:cxnSpLocks/>
          </p:cNvCxnSpPr>
          <p:nvPr/>
        </p:nvCxnSpPr>
        <p:spPr>
          <a:xfrm>
            <a:off x="15198243" y="10801180"/>
            <a:ext cx="292608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404FD3-E981-7358-CDE0-E81799915E64}"/>
              </a:ext>
            </a:extLst>
          </p:cNvPr>
          <p:cNvCxnSpPr>
            <a:cxnSpLocks/>
          </p:cNvCxnSpPr>
          <p:nvPr/>
        </p:nvCxnSpPr>
        <p:spPr>
          <a:xfrm>
            <a:off x="15198243" y="13111564"/>
            <a:ext cx="292608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9BF1AFB-9C60-433A-7649-F2D7DD1591F3}"/>
              </a:ext>
            </a:extLst>
          </p:cNvPr>
          <p:cNvCxnSpPr>
            <a:cxnSpLocks/>
          </p:cNvCxnSpPr>
          <p:nvPr/>
        </p:nvCxnSpPr>
        <p:spPr>
          <a:xfrm>
            <a:off x="15198243" y="15495100"/>
            <a:ext cx="292608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C6E54E88-CF98-6F15-F46B-80A045791B67}"/>
              </a:ext>
            </a:extLst>
          </p:cNvPr>
          <p:cNvSpPr/>
          <p:nvPr/>
        </p:nvSpPr>
        <p:spPr>
          <a:xfrm>
            <a:off x="4868085" y="5754734"/>
            <a:ext cx="5414848" cy="11326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AC57829-6CBD-2BB5-0734-55303BC683C7}"/>
              </a:ext>
            </a:extLst>
          </p:cNvPr>
          <p:cNvCxnSpPr>
            <a:cxnSpLocks/>
          </p:cNvCxnSpPr>
          <p:nvPr/>
        </p:nvCxnSpPr>
        <p:spPr>
          <a:xfrm>
            <a:off x="3445198" y="8960188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AAF319-71FF-4456-2313-6259364AEF89}"/>
              </a:ext>
            </a:extLst>
          </p:cNvPr>
          <p:cNvCxnSpPr>
            <a:cxnSpLocks/>
          </p:cNvCxnSpPr>
          <p:nvPr/>
        </p:nvCxnSpPr>
        <p:spPr>
          <a:xfrm>
            <a:off x="3463216" y="11343724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5D5FE35-D694-E9C2-54DE-2A251DE230D1}"/>
              </a:ext>
            </a:extLst>
          </p:cNvPr>
          <p:cNvCxnSpPr>
            <a:cxnSpLocks/>
          </p:cNvCxnSpPr>
          <p:nvPr/>
        </p:nvCxnSpPr>
        <p:spPr>
          <a:xfrm>
            <a:off x="3463216" y="13836988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50BFBA-048C-4CC9-4E90-96AF12FAE0B3}"/>
              </a:ext>
            </a:extLst>
          </p:cNvPr>
          <p:cNvCxnSpPr>
            <a:cxnSpLocks/>
          </p:cNvCxnSpPr>
          <p:nvPr/>
        </p:nvCxnSpPr>
        <p:spPr>
          <a:xfrm>
            <a:off x="3542464" y="16110796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2904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B023E-490B-5461-5E1D-9D8BF2DE4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CB24562-0770-FCC8-C424-9D3B05B5FDF1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0E8EC35-0900-7004-FA46-5FD668BED51E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794B977-3122-4F48-CDA4-740F831A313B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EA37720-F950-8CDE-28DE-624E07B95F98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732329A-8123-98C1-3113-7EF7374352D0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BFBF53A-B5B4-7A78-96D4-9392BF0D63F0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68BD0A3-13F3-DFF1-CAD2-65D2671C76B2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68BD0A3-13F3-DFF1-CAD2-65D2671C7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D09FF9-BCA4-BE17-094F-E9A6DE96642F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D09FF9-BCA4-BE17-094F-E9A6DE966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4ACDBA27-12DE-7B17-B564-7148E461024F}"/>
              </a:ext>
            </a:extLst>
          </p:cNvPr>
          <p:cNvGraphicFramePr>
            <a:graphicFrameLocks noGrp="1"/>
          </p:cNvGraphicFramePr>
          <p:nvPr/>
        </p:nvGraphicFramePr>
        <p:xfrm>
          <a:off x="12241456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784457E-C665-6558-C714-467FDD71632B}"/>
                  </a:ext>
                </a:extLst>
              </p:cNvPr>
              <p:cNvSpPr txBox="1"/>
              <p:nvPr/>
            </p:nvSpPr>
            <p:spPr>
              <a:xfrm>
                <a:off x="11364492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784457E-C665-6558-C714-467FDD716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4492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0CADB8CC-B0A8-8A35-C1B4-82944ADBD5DE}"/>
              </a:ext>
            </a:extLst>
          </p:cNvPr>
          <p:cNvGraphicFramePr>
            <a:graphicFrameLocks noGrp="1"/>
          </p:cNvGraphicFramePr>
          <p:nvPr/>
        </p:nvGraphicFramePr>
        <p:xfrm>
          <a:off x="18217323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769,222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609,446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559,910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340,630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3DE6FB-CE1F-BAA1-17A5-80F4D6E4A95C}"/>
                  </a:ext>
                </a:extLst>
              </p:cNvPr>
              <p:cNvSpPr txBox="1"/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63DE6FB-CE1F-BAA1-17A5-80F4D6E4A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4B480B0-56C2-16D2-5C44-9EA6DB1FCE9C}"/>
                  </a:ext>
                </a:extLst>
              </p:cNvPr>
              <p:cNvSpPr txBox="1"/>
              <p:nvPr/>
            </p:nvSpPr>
            <p:spPr>
              <a:xfrm>
                <a:off x="15838735" y="5708566"/>
                <a:ext cx="7713961" cy="1134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  <m:r>
                        <m:rPr>
                          <m:nor/>
                        </m:rPr>
                        <a:rPr lang="en-US" sz="6000" b="1" dirty="0"/>
                        <m:t>. 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4B480B0-56C2-16D2-5C44-9EA6DB1FC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8735" y="5708566"/>
                <a:ext cx="7713961" cy="11345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C8525E5E-ED2F-1A1A-4F40-35ED5D513EA6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BE3B4DA-C654-1C97-8FBD-CBEE60C83003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0AF7231-D466-E171-5858-56ABD75716AE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69021504-984E-A1EB-8494-A8B53A08A917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EC33261-C009-A175-CB14-5DCCD5B17896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D167EE9-773C-5579-E47D-40DD752B7924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34C7C840-BB3B-9433-B633-86EBE9C48659}"/>
              </a:ext>
            </a:extLst>
          </p:cNvPr>
          <p:cNvSpPr/>
          <p:nvPr/>
        </p:nvSpPr>
        <p:spPr>
          <a:xfrm>
            <a:off x="33841019" y="0"/>
            <a:ext cx="16461460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123D06E-0A15-9751-C891-0119DC6EC423}"/>
                  </a:ext>
                </a:extLst>
              </p:cNvPr>
              <p:cNvSpPr txBox="1"/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123D06E-0A15-9751-C891-0119DC6EC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D2511E-65CD-EE82-70ED-A1AA6EA3E263}"/>
              </a:ext>
            </a:extLst>
          </p:cNvPr>
          <p:cNvGraphicFramePr>
            <a:graphicFrameLocks noGrp="1"/>
          </p:cNvGraphicFramePr>
          <p:nvPr/>
        </p:nvGraphicFramePr>
        <p:xfrm>
          <a:off x="27134641" y="710526"/>
          <a:ext cx="251551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51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5ACB156-1044-8AC5-5E00-EA70F96BEC35}"/>
                  </a:ext>
                </a:extLst>
              </p:cNvPr>
              <p:cNvSpPr txBox="1"/>
              <p:nvPr/>
            </p:nvSpPr>
            <p:spPr>
              <a:xfrm>
                <a:off x="32765020" y="710526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5ACB156-1044-8AC5-5E00-EA70F96BE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5020" y="710526"/>
                <a:ext cx="5644908" cy="199900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F84841-D2FA-033A-E24E-2DBCDF60E19C}"/>
                  </a:ext>
                </a:extLst>
              </p:cNvPr>
              <p:cNvSpPr txBox="1"/>
              <p:nvPr/>
            </p:nvSpPr>
            <p:spPr>
              <a:xfrm>
                <a:off x="38409928" y="246304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F84841-D2FA-033A-E24E-2DBCDF60E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9928" y="246304"/>
                <a:ext cx="7713961" cy="270856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447708-440E-36B6-91F0-92EB4A801DE2}"/>
                  </a:ext>
                </a:extLst>
              </p:cNvPr>
              <p:cNvSpPr txBox="1"/>
              <p:nvPr/>
            </p:nvSpPr>
            <p:spPr>
              <a:xfrm>
                <a:off x="10477107" y="7566508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447708-440E-36B6-91F0-92EB4A801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107" y="7566508"/>
                <a:ext cx="940963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458639-AA6D-E71E-AAA7-7971BAE2B15E}"/>
                  </a:ext>
                </a:extLst>
              </p:cNvPr>
              <p:cNvSpPr txBox="1"/>
              <p:nvPr/>
            </p:nvSpPr>
            <p:spPr>
              <a:xfrm>
                <a:off x="10517737" y="10005589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458639-AA6D-E71E-AAA7-7971BAE2B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7737" y="10005589"/>
                <a:ext cx="940963" cy="12311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C98372-4756-6960-4183-44A51B4C707E}"/>
                  </a:ext>
                </a:extLst>
              </p:cNvPr>
              <p:cNvSpPr txBox="1"/>
              <p:nvPr/>
            </p:nvSpPr>
            <p:spPr>
              <a:xfrm>
                <a:off x="10551875" y="12459578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C98372-4756-6960-4183-44A51B4C7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1875" y="12459578"/>
                <a:ext cx="940963" cy="123110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E7DEF2B-DEDB-5839-A368-EB84A0D79A1B}"/>
                  </a:ext>
                </a:extLst>
              </p:cNvPr>
              <p:cNvSpPr txBox="1"/>
              <p:nvPr/>
            </p:nvSpPr>
            <p:spPr>
              <a:xfrm>
                <a:off x="10517737" y="14772660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E7DEF2B-DEDB-5839-A368-EB84A0D79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7737" y="14772660"/>
                <a:ext cx="940963" cy="12311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FDDCE85-EBB4-8554-43B3-2874D5A3146E}"/>
              </a:ext>
            </a:extLst>
          </p:cNvPr>
          <p:cNvCxnSpPr>
            <a:cxnSpLocks/>
          </p:cNvCxnSpPr>
          <p:nvPr/>
        </p:nvCxnSpPr>
        <p:spPr>
          <a:xfrm>
            <a:off x="15198243" y="8454220"/>
            <a:ext cx="292608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080938D-CF7F-B24B-6E7F-5D951C95342F}"/>
              </a:ext>
            </a:extLst>
          </p:cNvPr>
          <p:cNvCxnSpPr>
            <a:cxnSpLocks/>
          </p:cNvCxnSpPr>
          <p:nvPr/>
        </p:nvCxnSpPr>
        <p:spPr>
          <a:xfrm>
            <a:off x="15198243" y="10801180"/>
            <a:ext cx="292608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1BA602-FC25-2A96-1FA1-9A10B3709B6A}"/>
              </a:ext>
            </a:extLst>
          </p:cNvPr>
          <p:cNvCxnSpPr>
            <a:cxnSpLocks/>
          </p:cNvCxnSpPr>
          <p:nvPr/>
        </p:nvCxnSpPr>
        <p:spPr>
          <a:xfrm>
            <a:off x="15198243" y="13111564"/>
            <a:ext cx="292608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4A4A6AC-6239-B9F8-4568-29E99AC67372}"/>
              </a:ext>
            </a:extLst>
          </p:cNvPr>
          <p:cNvCxnSpPr>
            <a:cxnSpLocks/>
          </p:cNvCxnSpPr>
          <p:nvPr/>
        </p:nvCxnSpPr>
        <p:spPr>
          <a:xfrm>
            <a:off x="15198243" y="15495100"/>
            <a:ext cx="292608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7079C0B-1271-CA15-F263-64FB30ACAFD9}"/>
              </a:ext>
            </a:extLst>
          </p:cNvPr>
          <p:cNvGraphicFramePr>
            <a:graphicFrameLocks noGrp="1"/>
          </p:cNvGraphicFramePr>
          <p:nvPr/>
        </p:nvGraphicFramePr>
        <p:xfrm>
          <a:off x="26106627" y="10876641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2,279,208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A917EF8-4123-A1CA-A0CF-567189C80DF5}"/>
                  </a:ext>
                </a:extLst>
              </p:cNvPr>
              <p:cNvSpPr txBox="1"/>
              <p:nvPr/>
            </p:nvSpPr>
            <p:spPr>
              <a:xfrm>
                <a:off x="24210780" y="487130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A917EF8-4123-A1CA-A0CF-567189C80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0780" y="4871300"/>
                <a:ext cx="7713961" cy="270856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F86DC8A-CF6D-7A6D-B832-770B9D27E4C4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1221923" y="8616462"/>
            <a:ext cx="4884704" cy="3435676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F2194AD-2207-0D71-DBFF-2ACD98DA93CC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21174110" y="12052138"/>
            <a:ext cx="4932517" cy="3442962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AE99EE6-58A7-9EF1-3123-FEF7A1B43794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1221923" y="10637520"/>
            <a:ext cx="4884704" cy="1414618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DC7EE46-36FD-5738-CAFD-5831667CFF2E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21183204" y="12052138"/>
            <a:ext cx="4923423" cy="1414618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C54BCDE-B003-A2DD-246E-910E2B77A819}"/>
              </a:ext>
            </a:extLst>
          </p:cNvPr>
          <p:cNvSpPr txBox="1"/>
          <p:nvPr/>
        </p:nvSpPr>
        <p:spPr>
          <a:xfrm>
            <a:off x="22402800" y="8990910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FE8E0FF-8921-AF19-D186-0C7C0E1BCAD5}"/>
              </a:ext>
            </a:extLst>
          </p:cNvPr>
          <p:cNvSpPr txBox="1"/>
          <p:nvPr/>
        </p:nvSpPr>
        <p:spPr>
          <a:xfrm>
            <a:off x="22405823" y="10489572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9B3FEF-6E12-EC96-DBD5-0E5A7849721F}"/>
              </a:ext>
            </a:extLst>
          </p:cNvPr>
          <p:cNvSpPr txBox="1"/>
          <p:nvPr/>
        </p:nvSpPr>
        <p:spPr>
          <a:xfrm>
            <a:off x="22402800" y="12316721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826A70-A660-18E5-1692-BA1DDEE24A08}"/>
              </a:ext>
            </a:extLst>
          </p:cNvPr>
          <p:cNvSpPr txBox="1"/>
          <p:nvPr/>
        </p:nvSpPr>
        <p:spPr>
          <a:xfrm>
            <a:off x="22402800" y="13467236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7539F1-565E-6F8C-FEE6-17A63A9FBD74}"/>
              </a:ext>
            </a:extLst>
          </p:cNvPr>
          <p:cNvSpPr/>
          <p:nvPr/>
        </p:nvSpPr>
        <p:spPr>
          <a:xfrm>
            <a:off x="4868085" y="5754734"/>
            <a:ext cx="5414848" cy="11326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E742B0F-7453-C4FE-C82F-D0D24FA95671}"/>
              </a:ext>
            </a:extLst>
          </p:cNvPr>
          <p:cNvCxnSpPr>
            <a:cxnSpLocks/>
          </p:cNvCxnSpPr>
          <p:nvPr/>
        </p:nvCxnSpPr>
        <p:spPr>
          <a:xfrm>
            <a:off x="3445198" y="8960188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A8CE27-EF3B-3D83-C87F-BE730CE8B4DB}"/>
              </a:ext>
            </a:extLst>
          </p:cNvPr>
          <p:cNvCxnSpPr>
            <a:cxnSpLocks/>
          </p:cNvCxnSpPr>
          <p:nvPr/>
        </p:nvCxnSpPr>
        <p:spPr>
          <a:xfrm>
            <a:off x="3463216" y="11343724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F532F8-70EF-305D-E20B-EADA3D341E95}"/>
              </a:ext>
            </a:extLst>
          </p:cNvPr>
          <p:cNvCxnSpPr>
            <a:cxnSpLocks/>
          </p:cNvCxnSpPr>
          <p:nvPr/>
        </p:nvCxnSpPr>
        <p:spPr>
          <a:xfrm>
            <a:off x="3463216" y="13836988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E5ECE4A-7D8D-A643-68F7-ADD0DD8FD156}"/>
              </a:ext>
            </a:extLst>
          </p:cNvPr>
          <p:cNvCxnSpPr>
            <a:cxnSpLocks/>
          </p:cNvCxnSpPr>
          <p:nvPr/>
        </p:nvCxnSpPr>
        <p:spPr>
          <a:xfrm>
            <a:off x="3542464" y="16110796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517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EC4A1-991C-C598-EC61-90DE75F0F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AED761C-0D55-E0BE-FB19-0C36E5D168CA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06853D1-0184-0687-8297-6DFCA952C0B5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F635F5-839C-A80D-B286-5C23858367C0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FE2DA05-A6C6-7F75-B2A9-0A341ADAF03A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6C5BE63-9A07-8D66-1B6B-2CAFB384EB23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04DD7DD-9C93-56D0-F30D-6C41F243EA2B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DD4D868-2791-406E-6FF3-7570292AF4A3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DD4D868-2791-406E-6FF3-7570292AF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E56438D-6DA4-D71D-AFB3-11D3D5F617F7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E56438D-6DA4-D71D-AFB3-11D3D5F61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60F47B6-70F0-04F4-7263-A95874D9AD0C}"/>
              </a:ext>
            </a:extLst>
          </p:cNvPr>
          <p:cNvGraphicFramePr>
            <a:graphicFrameLocks noGrp="1"/>
          </p:cNvGraphicFramePr>
          <p:nvPr/>
        </p:nvGraphicFramePr>
        <p:xfrm>
          <a:off x="12241456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37333F1-C863-34A4-9AF5-0EF65421BE94}"/>
                  </a:ext>
                </a:extLst>
              </p:cNvPr>
              <p:cNvSpPr txBox="1"/>
              <p:nvPr/>
            </p:nvSpPr>
            <p:spPr>
              <a:xfrm>
                <a:off x="11364492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37333F1-C863-34A4-9AF5-0EF65421B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4492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AA866FA0-7176-3488-C314-DECB99F6F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59505"/>
              </p:ext>
            </p:extLst>
          </p:nvPr>
        </p:nvGraphicFramePr>
        <p:xfrm>
          <a:off x="18217323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769,222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609,446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559,910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340,630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C8B192-9429-7787-A281-B8B38A7E8901}"/>
                  </a:ext>
                </a:extLst>
              </p:cNvPr>
              <p:cNvSpPr txBox="1"/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C8B192-9429-7787-A281-B8B38A7E8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B320C8B-AE7B-0857-2E88-AF57CF1C092A}"/>
                  </a:ext>
                </a:extLst>
              </p:cNvPr>
              <p:cNvSpPr txBox="1"/>
              <p:nvPr/>
            </p:nvSpPr>
            <p:spPr>
              <a:xfrm>
                <a:off x="15838735" y="5708566"/>
                <a:ext cx="7713961" cy="1134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  <m:r>
                        <m:rPr>
                          <m:nor/>
                        </m:rPr>
                        <a:rPr lang="en-US" sz="6000" b="1" dirty="0"/>
                        <m:t>. 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B320C8B-AE7B-0857-2E88-AF57CF1C0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8735" y="5708566"/>
                <a:ext cx="7713961" cy="11345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E982B5E0-692F-AA5C-69C1-23BB68646A67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229DCC3-BAE5-0C35-4929-2BF1B3579CA4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1C1384D-D1E6-91FC-7347-B6B03906CAD1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13E126A-0B1D-3B62-73F7-2F88F101B5E4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A5A3236-4B65-8E4F-74FA-17E64917B725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593924A-8E16-8DA7-CDC1-1C63070499BA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A4FD1E7E-8B07-7A6A-EE43-10A4BEBA4602}"/>
              </a:ext>
            </a:extLst>
          </p:cNvPr>
          <p:cNvSpPr/>
          <p:nvPr/>
        </p:nvSpPr>
        <p:spPr>
          <a:xfrm>
            <a:off x="33841019" y="0"/>
            <a:ext cx="16461460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3B47680-3503-2B34-60E1-DAC413C87B5D}"/>
                  </a:ext>
                </a:extLst>
              </p:cNvPr>
              <p:cNvSpPr txBox="1"/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3B47680-3503-2B34-60E1-DAC413C87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54B661-8698-45A6-4177-D2F319679A21}"/>
              </a:ext>
            </a:extLst>
          </p:cNvPr>
          <p:cNvGraphicFramePr>
            <a:graphicFrameLocks noGrp="1"/>
          </p:cNvGraphicFramePr>
          <p:nvPr/>
        </p:nvGraphicFramePr>
        <p:xfrm>
          <a:off x="27134641" y="710526"/>
          <a:ext cx="251551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51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2828347-ADEE-05FD-7D16-09E97CD98E71}"/>
                  </a:ext>
                </a:extLst>
              </p:cNvPr>
              <p:cNvSpPr txBox="1"/>
              <p:nvPr/>
            </p:nvSpPr>
            <p:spPr>
              <a:xfrm>
                <a:off x="32765020" y="710526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2828347-ADEE-05FD-7D16-09E97CD98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5020" y="710526"/>
                <a:ext cx="5644908" cy="199900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C797FE-3F4F-0DF4-17C2-CA39E55748A4}"/>
                  </a:ext>
                </a:extLst>
              </p:cNvPr>
              <p:cNvSpPr txBox="1"/>
              <p:nvPr/>
            </p:nvSpPr>
            <p:spPr>
              <a:xfrm>
                <a:off x="38409928" y="246304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C797FE-3F4F-0DF4-17C2-CA39E5574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9928" y="246304"/>
                <a:ext cx="7713961" cy="270856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9E3B24-7781-161D-F0E7-33D1852E6609}"/>
                  </a:ext>
                </a:extLst>
              </p:cNvPr>
              <p:cNvSpPr txBox="1"/>
              <p:nvPr/>
            </p:nvSpPr>
            <p:spPr>
              <a:xfrm>
                <a:off x="10477107" y="7566508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9E3B24-7781-161D-F0E7-33D1852E6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107" y="7566508"/>
                <a:ext cx="940963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51C574-8C4D-1E4D-B1EA-1DE10D6AA573}"/>
                  </a:ext>
                </a:extLst>
              </p:cNvPr>
              <p:cNvSpPr txBox="1"/>
              <p:nvPr/>
            </p:nvSpPr>
            <p:spPr>
              <a:xfrm>
                <a:off x="10517737" y="10005589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51C574-8C4D-1E4D-B1EA-1DE10D6AA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7737" y="10005589"/>
                <a:ext cx="940963" cy="12311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3B22B5-9A64-84B5-C4B2-0D92EE0DE7EB}"/>
                  </a:ext>
                </a:extLst>
              </p:cNvPr>
              <p:cNvSpPr txBox="1"/>
              <p:nvPr/>
            </p:nvSpPr>
            <p:spPr>
              <a:xfrm>
                <a:off x="10551875" y="12459578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3B22B5-9A64-84B5-C4B2-0D92EE0DE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1875" y="12459578"/>
                <a:ext cx="940963" cy="123110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B7BC5D-24D8-C5E3-E335-DEE113C498FE}"/>
                  </a:ext>
                </a:extLst>
              </p:cNvPr>
              <p:cNvSpPr txBox="1"/>
              <p:nvPr/>
            </p:nvSpPr>
            <p:spPr>
              <a:xfrm>
                <a:off x="10517737" y="14772660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B7BC5D-24D8-C5E3-E335-DEE113C49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7737" y="14772660"/>
                <a:ext cx="940963" cy="12311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D1D107-F16E-2AD6-F999-F31785E24769}"/>
              </a:ext>
            </a:extLst>
          </p:cNvPr>
          <p:cNvCxnSpPr>
            <a:cxnSpLocks/>
          </p:cNvCxnSpPr>
          <p:nvPr/>
        </p:nvCxnSpPr>
        <p:spPr>
          <a:xfrm>
            <a:off x="15198243" y="8454220"/>
            <a:ext cx="292608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E89FC1-EF53-B6CC-7615-AF051DC25D50}"/>
              </a:ext>
            </a:extLst>
          </p:cNvPr>
          <p:cNvCxnSpPr>
            <a:cxnSpLocks/>
          </p:cNvCxnSpPr>
          <p:nvPr/>
        </p:nvCxnSpPr>
        <p:spPr>
          <a:xfrm>
            <a:off x="15198243" y="10801180"/>
            <a:ext cx="292608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FE54CE4-5554-DC95-CC02-68542D45F6B9}"/>
              </a:ext>
            </a:extLst>
          </p:cNvPr>
          <p:cNvCxnSpPr>
            <a:cxnSpLocks/>
          </p:cNvCxnSpPr>
          <p:nvPr/>
        </p:nvCxnSpPr>
        <p:spPr>
          <a:xfrm>
            <a:off x="15198243" y="13111564"/>
            <a:ext cx="292608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570FC34-188B-6512-D03F-E934250ABD07}"/>
              </a:ext>
            </a:extLst>
          </p:cNvPr>
          <p:cNvCxnSpPr>
            <a:cxnSpLocks/>
          </p:cNvCxnSpPr>
          <p:nvPr/>
        </p:nvCxnSpPr>
        <p:spPr>
          <a:xfrm>
            <a:off x="15198243" y="15495100"/>
            <a:ext cx="292608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F569295-ED91-A0C9-8C92-87CDAE2B1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823451"/>
              </p:ext>
            </p:extLst>
          </p:nvPr>
        </p:nvGraphicFramePr>
        <p:xfrm>
          <a:off x="26106627" y="10876641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2,279,208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0A6B005-F4D9-707E-F87A-4C053ED71BFA}"/>
                  </a:ext>
                </a:extLst>
              </p:cNvPr>
              <p:cNvSpPr txBox="1"/>
              <p:nvPr/>
            </p:nvSpPr>
            <p:spPr>
              <a:xfrm>
                <a:off x="24210780" y="487130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0A6B005-F4D9-707E-F87A-4C053ED71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0780" y="4871300"/>
                <a:ext cx="7713961" cy="270856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9C66F97-1AEE-04DB-C7D6-6565C8D85ED4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1221923" y="8616462"/>
            <a:ext cx="4884704" cy="3435676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5C1F232-41EB-C820-06A7-2225B40D856F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21174110" y="12052138"/>
            <a:ext cx="4932517" cy="3442962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893DCDB-35A1-C593-0B53-215746CBD405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1221923" y="10637520"/>
            <a:ext cx="4884704" cy="1414618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AB157FF-D4E1-816A-781D-8CB1100C6148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21183204" y="12052138"/>
            <a:ext cx="4923423" cy="1414618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4AF1344-0B7A-889D-AA11-46FE953E143A}"/>
              </a:ext>
            </a:extLst>
          </p:cNvPr>
          <p:cNvSpPr txBox="1"/>
          <p:nvPr/>
        </p:nvSpPr>
        <p:spPr>
          <a:xfrm>
            <a:off x="22402800" y="8990910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F641B9-C17F-0270-E438-E3070DD90469}"/>
              </a:ext>
            </a:extLst>
          </p:cNvPr>
          <p:cNvSpPr txBox="1"/>
          <p:nvPr/>
        </p:nvSpPr>
        <p:spPr>
          <a:xfrm>
            <a:off x="22405823" y="10489572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FD8FEB-F26C-7C1B-75E2-9CA1333788BE}"/>
              </a:ext>
            </a:extLst>
          </p:cNvPr>
          <p:cNvSpPr txBox="1"/>
          <p:nvPr/>
        </p:nvSpPr>
        <p:spPr>
          <a:xfrm>
            <a:off x="22402800" y="12316721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898DBC-0461-5B1B-6B68-BF0DC2C6EEC1}"/>
              </a:ext>
            </a:extLst>
          </p:cNvPr>
          <p:cNvSpPr txBox="1"/>
          <p:nvPr/>
        </p:nvSpPr>
        <p:spPr>
          <a:xfrm>
            <a:off x="22402800" y="13467236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023FCF6D-F272-8EAC-27C3-675C0789D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582245"/>
              </p:ext>
            </p:extLst>
          </p:nvPr>
        </p:nvGraphicFramePr>
        <p:xfrm>
          <a:off x="35126964" y="10846162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569,802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7C1A6BB-D5DC-6254-6162-5A0D437B93A7}"/>
                  </a:ext>
                </a:extLst>
              </p:cNvPr>
              <p:cNvSpPr txBox="1"/>
              <p:nvPr/>
            </p:nvSpPr>
            <p:spPr>
              <a:xfrm>
                <a:off x="33231117" y="4967605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7C1A6BB-D5DC-6254-6162-5A0D437B9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1117" y="4967605"/>
                <a:ext cx="7713961" cy="270856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51B7F6B-3000-B5C3-3EC4-9A5797CD78C4}"/>
              </a:ext>
            </a:extLst>
          </p:cNvPr>
          <p:cNvCxnSpPr>
            <a:cxnSpLocks/>
          </p:cNvCxnSpPr>
          <p:nvPr/>
        </p:nvCxnSpPr>
        <p:spPr>
          <a:xfrm>
            <a:off x="29991678" y="12072564"/>
            <a:ext cx="512064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ABAF940-B655-CA8A-E325-E113F026788A}"/>
              </a:ext>
            </a:extLst>
          </p:cNvPr>
          <p:cNvSpPr txBox="1"/>
          <p:nvPr/>
        </p:nvSpPr>
        <p:spPr>
          <a:xfrm>
            <a:off x="30636112" y="11032418"/>
            <a:ext cx="3654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divide by </a:t>
            </a:r>
            <a:r>
              <a:rPr lang="en-US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218B9DC-6CFF-D997-839D-49B2EDC6BCCD}"/>
              </a:ext>
            </a:extLst>
          </p:cNvPr>
          <p:cNvSpPr/>
          <p:nvPr/>
        </p:nvSpPr>
        <p:spPr>
          <a:xfrm>
            <a:off x="4868085" y="5754734"/>
            <a:ext cx="5414848" cy="11326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A90ADF-6D4B-32B2-8FF9-EB8021C56A32}"/>
              </a:ext>
            </a:extLst>
          </p:cNvPr>
          <p:cNvCxnSpPr>
            <a:cxnSpLocks/>
          </p:cNvCxnSpPr>
          <p:nvPr/>
        </p:nvCxnSpPr>
        <p:spPr>
          <a:xfrm>
            <a:off x="3445198" y="8960188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804404-2EC8-F93B-C643-402EF8B32DE5}"/>
              </a:ext>
            </a:extLst>
          </p:cNvPr>
          <p:cNvCxnSpPr>
            <a:cxnSpLocks/>
          </p:cNvCxnSpPr>
          <p:nvPr/>
        </p:nvCxnSpPr>
        <p:spPr>
          <a:xfrm>
            <a:off x="3463216" y="11343724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785B26-D298-5C22-6A4F-6EF1039E0E1B}"/>
              </a:ext>
            </a:extLst>
          </p:cNvPr>
          <p:cNvCxnSpPr>
            <a:cxnSpLocks/>
          </p:cNvCxnSpPr>
          <p:nvPr/>
        </p:nvCxnSpPr>
        <p:spPr>
          <a:xfrm>
            <a:off x="3463216" y="13836988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41AD32D-3198-15F2-6DC3-52EB6394199F}"/>
              </a:ext>
            </a:extLst>
          </p:cNvPr>
          <p:cNvCxnSpPr>
            <a:cxnSpLocks/>
          </p:cNvCxnSpPr>
          <p:nvPr/>
        </p:nvCxnSpPr>
        <p:spPr>
          <a:xfrm>
            <a:off x="3542464" y="16110796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2146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F6162-BB85-C58D-1494-1A3BC7574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823A677-8BEB-BF81-3BCB-EF6986569DD7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0D0E582-7B5B-F72A-C8D7-2D7E7732511D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8F4D2D1-0552-7478-9FDE-535481DA7D2F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92548F7-D95F-ED5C-94F4-067783F3967D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5E0D9CB-E825-9CA6-0A1E-59FF860631A5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4AB7E62-3F10-9E5B-12EF-04A25A3837B6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B5FAED7-819E-BF02-AC56-C98C1BA2DBF2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B5FAED7-819E-BF02-AC56-C98C1BA2D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91659C5-B0C5-F0D9-6938-7444BC931250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91659C5-B0C5-F0D9-6938-7444BC931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4BF535D-E321-738C-DBC4-1EB2B6FD508A}"/>
              </a:ext>
            </a:extLst>
          </p:cNvPr>
          <p:cNvGraphicFramePr>
            <a:graphicFrameLocks noGrp="1"/>
          </p:cNvGraphicFramePr>
          <p:nvPr/>
        </p:nvGraphicFramePr>
        <p:xfrm>
          <a:off x="12241456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09A1AE6-FE29-26A5-2A6F-6DDE18DB4904}"/>
                  </a:ext>
                </a:extLst>
              </p:cNvPr>
              <p:cNvSpPr txBox="1"/>
              <p:nvPr/>
            </p:nvSpPr>
            <p:spPr>
              <a:xfrm>
                <a:off x="11364492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09A1AE6-FE29-26A5-2A6F-6DDE18DB4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4492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951C4A45-2C6D-4BFC-6958-640D6C37ECCA}"/>
              </a:ext>
            </a:extLst>
          </p:cNvPr>
          <p:cNvGraphicFramePr>
            <a:graphicFrameLocks noGrp="1"/>
          </p:cNvGraphicFramePr>
          <p:nvPr/>
        </p:nvGraphicFramePr>
        <p:xfrm>
          <a:off x="18217323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769,222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609,446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559,910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340,630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B9D873F-4120-FADE-B990-1F5CB25C0B31}"/>
                  </a:ext>
                </a:extLst>
              </p:cNvPr>
              <p:cNvSpPr txBox="1"/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B9D873F-4120-FADE-B990-1F5CB25C0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5E0A9E5-5B73-AD0F-4EB3-A6021089719D}"/>
                  </a:ext>
                </a:extLst>
              </p:cNvPr>
              <p:cNvSpPr txBox="1"/>
              <p:nvPr/>
            </p:nvSpPr>
            <p:spPr>
              <a:xfrm>
                <a:off x="15838735" y="5708566"/>
                <a:ext cx="7713961" cy="1134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  <m:r>
                        <m:rPr>
                          <m:nor/>
                        </m:rPr>
                        <a:rPr lang="en-US" sz="6000" b="1" dirty="0"/>
                        <m:t>. 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5E0A9E5-5B73-AD0F-4EB3-A60210897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8735" y="5708566"/>
                <a:ext cx="7713961" cy="11345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6600D39-622E-F0AA-F7E0-7862539EFD81}"/>
              </a:ext>
            </a:extLst>
          </p:cNvPr>
          <p:cNvGraphicFramePr>
            <a:graphicFrameLocks noGrp="1"/>
          </p:cNvGraphicFramePr>
          <p:nvPr/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062E516-9E37-7E40-B59E-C6D39313C34C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2EBD56-37DD-5834-6324-EC00E7695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13D709A-B9B8-3EDC-E467-2FB4480DF5FB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5C77091-EE34-167F-33F2-D30806E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0E5FAFDC-A096-4CAF-702A-D09726837F31}"/>
              </a:ext>
            </a:extLst>
          </p:cNvPr>
          <p:cNvGraphicFramePr>
            <a:graphicFrameLocks noGrp="1"/>
          </p:cNvGraphicFramePr>
          <p:nvPr/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7DA05D5-D170-EFBE-77F4-58DB07214EC6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6E1020A-0848-8E40-D1DF-6F1591F0F4F3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5570FB5-E17C-CB6C-64E6-45C756867D08}"/>
              </a:ext>
            </a:extLst>
          </p:cNvPr>
          <p:cNvSpPr/>
          <p:nvPr/>
        </p:nvSpPr>
        <p:spPr>
          <a:xfrm>
            <a:off x="33841019" y="-29497"/>
            <a:ext cx="16461460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F71C8AF-A628-9AFB-DC49-21551CFF1F46}"/>
                  </a:ext>
                </a:extLst>
              </p:cNvPr>
              <p:cNvSpPr txBox="1"/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F71C8AF-A628-9AFB-DC49-21551CFF1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AF6A6E-0A5A-6E6F-E094-CB7E0E30465B}"/>
              </a:ext>
            </a:extLst>
          </p:cNvPr>
          <p:cNvGraphicFramePr>
            <a:graphicFrameLocks noGrp="1"/>
          </p:cNvGraphicFramePr>
          <p:nvPr/>
        </p:nvGraphicFramePr>
        <p:xfrm>
          <a:off x="27134641" y="710526"/>
          <a:ext cx="251551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51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F43DE20-6CD3-3EEC-C284-0538786A8A14}"/>
                  </a:ext>
                </a:extLst>
              </p:cNvPr>
              <p:cNvSpPr txBox="1"/>
              <p:nvPr/>
            </p:nvSpPr>
            <p:spPr>
              <a:xfrm>
                <a:off x="32801596" y="710526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F43DE20-6CD3-3EEC-C284-0538786A8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1596" y="710526"/>
                <a:ext cx="5644908" cy="199900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74F838-B25A-A1FC-AFEB-F3E1CE745B4C}"/>
                  </a:ext>
                </a:extLst>
              </p:cNvPr>
              <p:cNvSpPr txBox="1"/>
              <p:nvPr/>
            </p:nvSpPr>
            <p:spPr>
              <a:xfrm>
                <a:off x="38446504" y="246304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74F838-B25A-A1FC-AFEB-F3E1CE745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6504" y="246304"/>
                <a:ext cx="7713961" cy="270856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E4663D-A739-9645-B31D-3555476101BF}"/>
                  </a:ext>
                </a:extLst>
              </p:cNvPr>
              <p:cNvSpPr txBox="1"/>
              <p:nvPr/>
            </p:nvSpPr>
            <p:spPr>
              <a:xfrm>
                <a:off x="10477107" y="7566508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E4663D-A739-9645-B31D-355547610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107" y="7566508"/>
                <a:ext cx="940963" cy="123110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6543A1-2BA8-3718-9450-FD3A51E631B4}"/>
                  </a:ext>
                </a:extLst>
              </p:cNvPr>
              <p:cNvSpPr txBox="1"/>
              <p:nvPr/>
            </p:nvSpPr>
            <p:spPr>
              <a:xfrm>
                <a:off x="10517737" y="10005589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6543A1-2BA8-3718-9450-FD3A51E63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7737" y="10005589"/>
                <a:ext cx="940963" cy="12311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8206F4-1359-4496-9470-8CCE96E6E5B9}"/>
                  </a:ext>
                </a:extLst>
              </p:cNvPr>
              <p:cNvSpPr txBox="1"/>
              <p:nvPr/>
            </p:nvSpPr>
            <p:spPr>
              <a:xfrm>
                <a:off x="10551875" y="12459578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8206F4-1359-4496-9470-8CCE96E6E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1875" y="12459578"/>
                <a:ext cx="940963" cy="123110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FB3451-9EAE-BB03-035D-4A14A14E7C10}"/>
                  </a:ext>
                </a:extLst>
              </p:cNvPr>
              <p:cNvSpPr txBox="1"/>
              <p:nvPr/>
            </p:nvSpPr>
            <p:spPr>
              <a:xfrm>
                <a:off x="10517737" y="14772660"/>
                <a:ext cx="94096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FB3451-9EAE-BB03-035D-4A14A14E7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7737" y="14772660"/>
                <a:ext cx="940963" cy="12311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ED60175-9805-0B49-59CB-92EE73923D47}"/>
              </a:ext>
            </a:extLst>
          </p:cNvPr>
          <p:cNvCxnSpPr>
            <a:cxnSpLocks/>
          </p:cNvCxnSpPr>
          <p:nvPr/>
        </p:nvCxnSpPr>
        <p:spPr>
          <a:xfrm>
            <a:off x="15198243" y="8454220"/>
            <a:ext cx="292608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81982F8-B25F-19E6-9452-BDB8775BFE98}"/>
              </a:ext>
            </a:extLst>
          </p:cNvPr>
          <p:cNvCxnSpPr>
            <a:cxnSpLocks/>
          </p:cNvCxnSpPr>
          <p:nvPr/>
        </p:nvCxnSpPr>
        <p:spPr>
          <a:xfrm>
            <a:off x="15198243" y="10801180"/>
            <a:ext cx="292608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E30067-D2F7-40CE-A015-63437C06CF0A}"/>
              </a:ext>
            </a:extLst>
          </p:cNvPr>
          <p:cNvCxnSpPr>
            <a:cxnSpLocks/>
          </p:cNvCxnSpPr>
          <p:nvPr/>
        </p:nvCxnSpPr>
        <p:spPr>
          <a:xfrm>
            <a:off x="15198243" y="13111564"/>
            <a:ext cx="292608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7F45A79-8B27-3018-4105-C5B83F7008B9}"/>
              </a:ext>
            </a:extLst>
          </p:cNvPr>
          <p:cNvCxnSpPr>
            <a:cxnSpLocks/>
          </p:cNvCxnSpPr>
          <p:nvPr/>
        </p:nvCxnSpPr>
        <p:spPr>
          <a:xfrm>
            <a:off x="15198243" y="15495100"/>
            <a:ext cx="292608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0AE8116-2A6C-9CF5-5E09-B36EC56FD255}"/>
              </a:ext>
            </a:extLst>
          </p:cNvPr>
          <p:cNvGraphicFramePr>
            <a:graphicFrameLocks noGrp="1"/>
          </p:cNvGraphicFramePr>
          <p:nvPr/>
        </p:nvGraphicFramePr>
        <p:xfrm>
          <a:off x="26106627" y="10876641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2,279,208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863251-17D8-9B6B-6CA1-F909328FE602}"/>
                  </a:ext>
                </a:extLst>
              </p:cNvPr>
              <p:cNvSpPr txBox="1"/>
              <p:nvPr/>
            </p:nvSpPr>
            <p:spPr>
              <a:xfrm>
                <a:off x="24210780" y="4871300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863251-17D8-9B6B-6CA1-F909328FE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0780" y="4871300"/>
                <a:ext cx="7713961" cy="270856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B665A7B-AA64-FFDC-0A92-D3077E477B0F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1221923" y="8616462"/>
            <a:ext cx="4884704" cy="3435676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08944E7-743F-5DAE-A450-1F94F14FC634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21174110" y="12052138"/>
            <a:ext cx="4932517" cy="3442962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DE0EFFE-4048-3260-9A3A-CF0DAAB64B83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1221923" y="10637520"/>
            <a:ext cx="4884704" cy="1414618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4C27ADD-A89B-DE3B-3A72-949FAC70AE3D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21183204" y="12052138"/>
            <a:ext cx="4923423" cy="1414618"/>
          </a:xfrm>
          <a:prstGeom prst="straightConnector1">
            <a:avLst/>
          </a:prstGeom>
          <a:ln w="889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AF731F2-B9CA-639E-753A-F51F7EB3D534}"/>
              </a:ext>
            </a:extLst>
          </p:cNvPr>
          <p:cNvSpPr txBox="1"/>
          <p:nvPr/>
        </p:nvSpPr>
        <p:spPr>
          <a:xfrm>
            <a:off x="22402800" y="8990910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1E1C83-8D27-2952-D07F-B778342EBE47}"/>
              </a:ext>
            </a:extLst>
          </p:cNvPr>
          <p:cNvSpPr txBox="1"/>
          <p:nvPr/>
        </p:nvSpPr>
        <p:spPr>
          <a:xfrm>
            <a:off x="22405823" y="10489572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FEB7FD-31DF-5B24-B2C2-CF334EF3866F}"/>
              </a:ext>
            </a:extLst>
          </p:cNvPr>
          <p:cNvSpPr txBox="1"/>
          <p:nvPr/>
        </p:nvSpPr>
        <p:spPr>
          <a:xfrm>
            <a:off x="22402800" y="12316721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061C18-093F-C168-47F1-806DC59E29C3}"/>
              </a:ext>
            </a:extLst>
          </p:cNvPr>
          <p:cNvSpPr txBox="1"/>
          <p:nvPr/>
        </p:nvSpPr>
        <p:spPr>
          <a:xfrm>
            <a:off x="22402800" y="13467236"/>
            <a:ext cx="110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sum</a:t>
            </a:r>
            <a:endParaRPr lang="en-US" b="1" dirty="0"/>
          </a:p>
        </p:txBody>
      </p: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A628CBFF-AC3D-B736-D2D7-D03D5080598A}"/>
              </a:ext>
            </a:extLst>
          </p:cNvPr>
          <p:cNvGraphicFramePr>
            <a:graphicFrameLocks noGrp="1"/>
          </p:cNvGraphicFramePr>
          <p:nvPr/>
        </p:nvGraphicFramePr>
        <p:xfrm>
          <a:off x="35126964" y="10846162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569,802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BF78BFF-7FCA-F6D5-083E-5552D50FA4FA}"/>
                  </a:ext>
                </a:extLst>
              </p:cNvPr>
              <p:cNvSpPr txBox="1"/>
              <p:nvPr/>
            </p:nvSpPr>
            <p:spPr>
              <a:xfrm>
                <a:off x="33231117" y="4967605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BF78BFF-7FCA-F6D5-083E-5552D50FA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1117" y="4967605"/>
                <a:ext cx="7713961" cy="270856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DD6222E-FE2C-8B8A-B8AD-6D807DD3DE5D}"/>
              </a:ext>
            </a:extLst>
          </p:cNvPr>
          <p:cNvCxnSpPr>
            <a:cxnSpLocks/>
          </p:cNvCxnSpPr>
          <p:nvPr/>
        </p:nvCxnSpPr>
        <p:spPr>
          <a:xfrm>
            <a:off x="29991678" y="12072564"/>
            <a:ext cx="512064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39A21FF-652C-E096-3A87-6B909AE831FE}"/>
              </a:ext>
            </a:extLst>
          </p:cNvPr>
          <p:cNvSpPr txBox="1"/>
          <p:nvPr/>
        </p:nvSpPr>
        <p:spPr>
          <a:xfrm>
            <a:off x="30636112" y="11032418"/>
            <a:ext cx="3654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divide by </a:t>
            </a:r>
            <a:r>
              <a:rPr lang="en-US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68A2D07-CC89-1974-EED7-7D06FA921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860996"/>
              </p:ext>
            </p:extLst>
          </p:nvPr>
        </p:nvGraphicFramePr>
        <p:xfrm>
          <a:off x="46179490" y="710526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569,802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C2743657-3D7F-1968-81C4-EED17334D4C2}"/>
              </a:ext>
            </a:extLst>
          </p:cNvPr>
          <p:cNvSpPr/>
          <p:nvPr/>
        </p:nvSpPr>
        <p:spPr>
          <a:xfrm>
            <a:off x="4868085" y="5754734"/>
            <a:ext cx="5414848" cy="11326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71335E-929A-D5D2-9F41-44292459E77E}"/>
              </a:ext>
            </a:extLst>
          </p:cNvPr>
          <p:cNvCxnSpPr>
            <a:cxnSpLocks/>
          </p:cNvCxnSpPr>
          <p:nvPr/>
        </p:nvCxnSpPr>
        <p:spPr>
          <a:xfrm>
            <a:off x="3445198" y="8960188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687E095-5A12-F553-058E-4A093DC76383}"/>
              </a:ext>
            </a:extLst>
          </p:cNvPr>
          <p:cNvCxnSpPr>
            <a:cxnSpLocks/>
          </p:cNvCxnSpPr>
          <p:nvPr/>
        </p:nvCxnSpPr>
        <p:spPr>
          <a:xfrm>
            <a:off x="3463216" y="11343724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84B558-BDAC-1A9E-D78F-B710F135D2FD}"/>
              </a:ext>
            </a:extLst>
          </p:cNvPr>
          <p:cNvCxnSpPr>
            <a:cxnSpLocks/>
          </p:cNvCxnSpPr>
          <p:nvPr/>
        </p:nvCxnSpPr>
        <p:spPr>
          <a:xfrm>
            <a:off x="3463216" y="13836988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CFAC35-6F91-9F64-C9E0-2AB21912F68A}"/>
              </a:ext>
            </a:extLst>
          </p:cNvPr>
          <p:cNvCxnSpPr>
            <a:cxnSpLocks/>
          </p:cNvCxnSpPr>
          <p:nvPr/>
        </p:nvCxnSpPr>
        <p:spPr>
          <a:xfrm>
            <a:off x="3542464" y="16110796"/>
            <a:ext cx="8778240" cy="0"/>
          </a:xfrm>
          <a:prstGeom prst="straightConnector1">
            <a:avLst/>
          </a:prstGeom>
          <a:ln w="263525">
            <a:solidFill>
              <a:srgbClr val="0000FF"/>
            </a:solidFill>
            <a:headEnd w="sm" len="med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9834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7E02F-412D-0530-073D-A6DC74B8D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2E72DF0-8FFF-A2A3-DACE-58EBC871A42A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1563589-B039-3F9A-8332-BA0A2A28CDC6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9772032-108B-7663-7CA5-1586E1B1C064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EBBC857-DC90-E46A-785C-D3677D6FF2ED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D28C217-60BA-7929-4408-CFAC90F1B57C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3C6A57E-50B8-9EDF-7364-564599894B62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0038ED9-CEAB-ABE3-AC46-15F7EF28231D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0038ED9-CEAB-ABE3-AC46-15F7EF282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10017B8-B670-4C8C-740A-F221E26A5F35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10017B8-B670-4C8C-740A-F221E26A5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04750F3-3CD7-00A6-7246-DDFC5AB57BDC}"/>
              </a:ext>
            </a:extLst>
          </p:cNvPr>
          <p:cNvGraphicFramePr>
            <a:graphicFrameLocks noGrp="1"/>
          </p:cNvGraphicFramePr>
          <p:nvPr/>
        </p:nvGraphicFramePr>
        <p:xfrm>
          <a:off x="10229776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4097256-864E-82C8-C9DE-0F13C27D864D}"/>
                  </a:ext>
                </a:extLst>
              </p:cNvPr>
              <p:cNvSpPr txBox="1"/>
              <p:nvPr/>
            </p:nvSpPr>
            <p:spPr>
              <a:xfrm>
                <a:off x="9352812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4097256-864E-82C8-C9DE-0F13C27D8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812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8B7A079-5315-032C-98AD-B47305EF9218}"/>
                  </a:ext>
                </a:extLst>
              </p:cNvPr>
              <p:cNvSpPr txBox="1"/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8B7A079-5315-032C-98AD-B47305EF9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5CCD16E-B703-25F5-3F56-A81ABD46D0AE}"/>
              </a:ext>
            </a:extLst>
          </p:cNvPr>
          <p:cNvSpPr/>
          <p:nvPr/>
        </p:nvSpPr>
        <p:spPr>
          <a:xfrm>
            <a:off x="33841019" y="-29497"/>
            <a:ext cx="16461460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63EE0E-6F4A-7613-A8AE-8531CAA140DD}"/>
                  </a:ext>
                </a:extLst>
              </p:cNvPr>
              <p:cNvSpPr txBox="1"/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63EE0E-6F4A-7613-A8AE-8531CAA14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C9E40C-3B7A-5877-F92A-9557105A8B86}"/>
              </a:ext>
            </a:extLst>
          </p:cNvPr>
          <p:cNvGraphicFramePr>
            <a:graphicFrameLocks noGrp="1"/>
          </p:cNvGraphicFramePr>
          <p:nvPr/>
        </p:nvGraphicFramePr>
        <p:xfrm>
          <a:off x="27134641" y="710526"/>
          <a:ext cx="251551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51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337442D-26B8-CF58-F518-0E068B0C1E28}"/>
                  </a:ext>
                </a:extLst>
              </p:cNvPr>
              <p:cNvSpPr txBox="1"/>
              <p:nvPr/>
            </p:nvSpPr>
            <p:spPr>
              <a:xfrm>
                <a:off x="32801596" y="710526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337442D-26B8-CF58-F518-0E068B0C1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1596" y="710526"/>
                <a:ext cx="5644908" cy="199900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63B2C8-B756-45EB-6621-2D12B53B8914}"/>
                  </a:ext>
                </a:extLst>
              </p:cNvPr>
              <p:cNvSpPr txBox="1"/>
              <p:nvPr/>
            </p:nvSpPr>
            <p:spPr>
              <a:xfrm>
                <a:off x="38446504" y="246304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63B2C8-B756-45EB-6621-2D12B53B8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6504" y="246304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7BF70AA-5023-1837-448E-C0CE064FB3D0}"/>
              </a:ext>
            </a:extLst>
          </p:cNvPr>
          <p:cNvGraphicFramePr>
            <a:graphicFrameLocks noGrp="1"/>
          </p:cNvGraphicFramePr>
          <p:nvPr/>
        </p:nvGraphicFramePr>
        <p:xfrm>
          <a:off x="46179490" y="425087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569,802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sp>
        <p:nvSpPr>
          <p:cNvPr id="53" name="Rectangle 52">
            <a:extLst>
              <a:ext uri="{FF2B5EF4-FFF2-40B4-BE49-F238E27FC236}">
                <a16:creationId xmlns:a16="http://schemas.microsoft.com/office/drawing/2014/main" id="{D99393DB-1C4D-61A9-6D96-FB39A7A8DA26}"/>
              </a:ext>
            </a:extLst>
          </p:cNvPr>
          <p:cNvSpPr/>
          <p:nvPr/>
        </p:nvSpPr>
        <p:spPr>
          <a:xfrm>
            <a:off x="4775085" y="5754734"/>
            <a:ext cx="9744426" cy="116282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6B1A937-7D84-4858-1F3F-83A2129AE94B}"/>
                  </a:ext>
                </a:extLst>
              </p:cNvPr>
              <p:cNvSpPr txBox="1"/>
              <p:nvPr/>
            </p:nvSpPr>
            <p:spPr>
              <a:xfrm>
                <a:off x="6114356" y="5305861"/>
                <a:ext cx="16336460" cy="8361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6600" dirty="0"/>
                  <a:t>Repeat until convergence {</a:t>
                </a:r>
              </a:p>
              <a:p>
                <a:endParaRPr lang="en-US" sz="6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6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66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6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6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sz="6600" b="1" i="1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6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6600" dirty="0">
                  <a:solidFill>
                    <a:schemeClr val="tx1"/>
                  </a:solidFill>
                </a:endParaRPr>
              </a:p>
              <a:p>
                <a:r>
                  <a:rPr lang="en-US" sz="66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6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66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6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6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sz="6600" b="1" i="1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6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6600" dirty="0"/>
              </a:p>
              <a:p>
                <a:r>
                  <a:rPr lang="en-US" sz="6000" dirty="0"/>
                  <a:t>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6000" dirty="0"/>
                  <a:t>)</a:t>
                </a:r>
                <a:endParaRPr lang="en-US" sz="6600" dirty="0"/>
              </a:p>
              <a:p>
                <a:r>
                  <a:rPr lang="en-US" sz="6600" dirty="0"/>
                  <a:t>}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6B1A937-7D84-4858-1F3F-83A2129AE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4356" y="5305861"/>
                <a:ext cx="16336460" cy="8361392"/>
              </a:xfrm>
              <a:prstGeom prst="rect">
                <a:avLst/>
              </a:prstGeom>
              <a:blipFill>
                <a:blip r:embed="rId12"/>
                <a:stretch>
                  <a:fillRect l="-2537" t="-2551" b="-4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57469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30A01-82DF-7D2A-1321-73CB4653C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2924325-AAED-1A68-5A75-F042F6D04DA9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20A4E2C-C1CB-8679-C985-023DFE96093E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878E45-A5F5-FA19-3A53-63BEB8680F12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0B150E7-A1F7-CC49-C835-E04062B3899F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6080F0C6-35C6-6AE7-4B09-B0719D762382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A0FE38F-B917-49AF-10A3-A3E80B989091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5C29121-5EEB-253A-BA2F-E850755F577A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5C29121-5EEB-253A-BA2F-E850755F5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1F700CC-2FA3-2C16-CCCE-7F99C1799556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1F700CC-2FA3-2C16-CCCE-7F99C1799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848F624-A47F-8F6C-3AD6-392CDE6B649C}"/>
              </a:ext>
            </a:extLst>
          </p:cNvPr>
          <p:cNvGraphicFramePr>
            <a:graphicFrameLocks noGrp="1"/>
          </p:cNvGraphicFramePr>
          <p:nvPr/>
        </p:nvGraphicFramePr>
        <p:xfrm>
          <a:off x="10229776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D89884A-3F57-BBE1-0C05-B759B24A7A42}"/>
                  </a:ext>
                </a:extLst>
              </p:cNvPr>
              <p:cNvSpPr txBox="1"/>
              <p:nvPr/>
            </p:nvSpPr>
            <p:spPr>
              <a:xfrm>
                <a:off x="9352812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D89884A-3F57-BBE1-0C05-B759B24A7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812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F07DEA8-8A89-E710-4BCA-FAB4BDC68E6D}"/>
                  </a:ext>
                </a:extLst>
              </p:cNvPr>
              <p:cNvSpPr txBox="1"/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F07DEA8-8A89-E710-4BCA-FAB4BDC68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8ECA914A-2902-6DCE-D52E-F008871D6557}"/>
              </a:ext>
            </a:extLst>
          </p:cNvPr>
          <p:cNvSpPr/>
          <p:nvPr/>
        </p:nvSpPr>
        <p:spPr>
          <a:xfrm>
            <a:off x="33841019" y="-29497"/>
            <a:ext cx="16461460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A9789E3-E30F-89FC-DAEC-1EEC8C2D86E1}"/>
                  </a:ext>
                </a:extLst>
              </p:cNvPr>
              <p:cNvSpPr txBox="1"/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A9789E3-E30F-89FC-DAEC-1EEC8C2D8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033ABF-6DFA-833C-4C54-756A08A1A256}"/>
              </a:ext>
            </a:extLst>
          </p:cNvPr>
          <p:cNvGraphicFramePr>
            <a:graphicFrameLocks noGrp="1"/>
          </p:cNvGraphicFramePr>
          <p:nvPr/>
        </p:nvGraphicFramePr>
        <p:xfrm>
          <a:off x="27134641" y="710526"/>
          <a:ext cx="251551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51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5F37218-4044-6ED9-7CF4-C6154E33BF2F}"/>
                  </a:ext>
                </a:extLst>
              </p:cNvPr>
              <p:cNvSpPr txBox="1"/>
              <p:nvPr/>
            </p:nvSpPr>
            <p:spPr>
              <a:xfrm>
                <a:off x="32801596" y="710526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5F37218-4044-6ED9-7CF4-C6154E33B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1596" y="710526"/>
                <a:ext cx="5644908" cy="199900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1B8A22-FC34-B6B6-F6E2-DA54BC64D922}"/>
                  </a:ext>
                </a:extLst>
              </p:cNvPr>
              <p:cNvSpPr txBox="1"/>
              <p:nvPr/>
            </p:nvSpPr>
            <p:spPr>
              <a:xfrm>
                <a:off x="38446504" y="246304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1B8A22-FC34-B6B6-F6E2-DA54BC64D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6504" y="246304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760F831-BF88-3E78-E2BD-F58CCAE3D7CA}"/>
              </a:ext>
            </a:extLst>
          </p:cNvPr>
          <p:cNvGraphicFramePr>
            <a:graphicFrameLocks noGrp="1"/>
          </p:cNvGraphicFramePr>
          <p:nvPr/>
        </p:nvGraphicFramePr>
        <p:xfrm>
          <a:off x="46179490" y="425087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569,802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sp>
        <p:nvSpPr>
          <p:cNvPr id="53" name="Rectangle 52">
            <a:extLst>
              <a:ext uri="{FF2B5EF4-FFF2-40B4-BE49-F238E27FC236}">
                <a16:creationId xmlns:a16="http://schemas.microsoft.com/office/drawing/2014/main" id="{8F901E6D-049C-3340-2002-396930F9578B}"/>
              </a:ext>
            </a:extLst>
          </p:cNvPr>
          <p:cNvSpPr/>
          <p:nvPr/>
        </p:nvSpPr>
        <p:spPr>
          <a:xfrm>
            <a:off x="4775085" y="5754734"/>
            <a:ext cx="9744426" cy="116282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B4479BA2-8125-F399-2BC8-69BEC2ADFEB8}"/>
              </a:ext>
            </a:extLst>
          </p:cNvPr>
          <p:cNvGraphicFramePr>
            <a:graphicFrameLocks noGrp="1"/>
          </p:cNvGraphicFramePr>
          <p:nvPr/>
        </p:nvGraphicFramePr>
        <p:xfrm>
          <a:off x="25746767" y="7508989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B69BDB0-7A9D-B41E-BB11-2EF09B0F26DF}"/>
              </a:ext>
            </a:extLst>
          </p:cNvPr>
          <p:cNvGraphicFramePr>
            <a:graphicFrameLocks noGrp="1"/>
          </p:cNvGraphicFramePr>
          <p:nvPr/>
        </p:nvGraphicFramePr>
        <p:xfrm>
          <a:off x="25746767" y="9859984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569,802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820F2AB-082C-D8A1-A27D-4D938459974B}"/>
                  </a:ext>
                </a:extLst>
              </p:cNvPr>
              <p:cNvSpPr txBox="1"/>
              <p:nvPr/>
            </p:nvSpPr>
            <p:spPr>
              <a:xfrm>
                <a:off x="20141287" y="7508989"/>
                <a:ext cx="5118410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820F2AB-082C-D8A1-A27D-4D9384599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1287" y="7508989"/>
                <a:ext cx="5118410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80F921F-817C-FCB6-D54A-99B98CDCCFEF}"/>
                  </a:ext>
                </a:extLst>
              </p:cNvPr>
              <p:cNvSpPr txBox="1"/>
              <p:nvPr/>
            </p:nvSpPr>
            <p:spPr>
              <a:xfrm>
                <a:off x="19754195" y="10000513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80F921F-817C-FCB6-D54A-99B98CDCC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4195" y="10000513"/>
                <a:ext cx="5644908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7B3F46-12DE-784E-DBB1-913222246973}"/>
                  </a:ext>
                </a:extLst>
              </p:cNvPr>
              <p:cNvSpPr txBox="1"/>
              <p:nvPr/>
            </p:nvSpPr>
            <p:spPr>
              <a:xfrm>
                <a:off x="5529140" y="5305861"/>
                <a:ext cx="16336460" cy="8361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6600" dirty="0"/>
                  <a:t>Repeat until convergence {</a:t>
                </a:r>
              </a:p>
              <a:p>
                <a:endParaRPr lang="en-US" sz="6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6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66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6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6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sz="6600" b="1" i="1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6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6600" dirty="0">
                  <a:solidFill>
                    <a:schemeClr val="tx1"/>
                  </a:solidFill>
                </a:endParaRPr>
              </a:p>
              <a:p>
                <a:r>
                  <a:rPr lang="en-US" sz="66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6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66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6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6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sz="6600" b="1" i="1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6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6600" dirty="0"/>
              </a:p>
              <a:p>
                <a:r>
                  <a:rPr lang="en-US" sz="6000" dirty="0"/>
                  <a:t>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6000" dirty="0"/>
                  <a:t>)</a:t>
                </a:r>
                <a:endParaRPr lang="en-US" sz="6600" dirty="0"/>
              </a:p>
              <a:p>
                <a:r>
                  <a:rPr lang="en-US" sz="6600" dirty="0"/>
                  <a:t>}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7B3F46-12DE-784E-DBB1-913222246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140" y="5305861"/>
                <a:ext cx="16336460" cy="8361392"/>
              </a:xfrm>
              <a:prstGeom prst="rect">
                <a:avLst/>
              </a:prstGeom>
              <a:blipFill>
                <a:blip r:embed="rId14"/>
                <a:stretch>
                  <a:fillRect l="-2537" t="-2551" b="-4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514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0C27C-E5BD-5359-ECCA-2595E2A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CB348CC-1057-0A84-8135-0A6C09729ACD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90A35AB-95F9-1775-7290-4FA7D012022A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E339D67-7244-C03F-5BCD-507E0366678C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97686F7-B00A-2180-DB02-DDE47F047D41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023C261-58F9-43EE-E2B5-A3230ED68351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0AA8CFC-BEBD-1475-6C1A-88FA23D18DFA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4EA002-AEE5-69DC-3D87-D681BEC93334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4EA002-AEE5-69DC-3D87-D681BEC93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1452698-C28C-3967-81FE-6CC036F77C29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1452698-C28C-3967-81FE-6CC036F77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191767D6-7D66-141C-BE3D-6FFE70373CC0}"/>
              </a:ext>
            </a:extLst>
          </p:cNvPr>
          <p:cNvGraphicFramePr>
            <a:graphicFrameLocks noGrp="1"/>
          </p:cNvGraphicFramePr>
          <p:nvPr/>
        </p:nvGraphicFramePr>
        <p:xfrm>
          <a:off x="10229776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46909D0-5A74-53AC-E688-EB3CEA2DA6D8}"/>
                  </a:ext>
                </a:extLst>
              </p:cNvPr>
              <p:cNvSpPr txBox="1"/>
              <p:nvPr/>
            </p:nvSpPr>
            <p:spPr>
              <a:xfrm>
                <a:off x="9352812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46909D0-5A74-53AC-E688-EB3CEA2DA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812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0141698-9149-8FA2-5592-FBFF6D5E3166}"/>
                  </a:ext>
                </a:extLst>
              </p:cNvPr>
              <p:cNvSpPr txBox="1"/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0141698-9149-8FA2-5592-FBFF6D5E3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F5D31A9-A8B0-0ED8-D7E5-73D21543F29D}"/>
              </a:ext>
            </a:extLst>
          </p:cNvPr>
          <p:cNvSpPr/>
          <p:nvPr/>
        </p:nvSpPr>
        <p:spPr>
          <a:xfrm>
            <a:off x="33841019" y="-29497"/>
            <a:ext cx="16461460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F293B64-264D-E318-D4CB-895451834D0D}"/>
                  </a:ext>
                </a:extLst>
              </p:cNvPr>
              <p:cNvSpPr txBox="1"/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F293B64-264D-E318-D4CB-895451834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E5E5F8-401F-38E2-4C00-4BE3617CFEAD}"/>
              </a:ext>
            </a:extLst>
          </p:cNvPr>
          <p:cNvGraphicFramePr>
            <a:graphicFrameLocks noGrp="1"/>
          </p:cNvGraphicFramePr>
          <p:nvPr/>
        </p:nvGraphicFramePr>
        <p:xfrm>
          <a:off x="27134641" y="710526"/>
          <a:ext cx="251551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51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377474F-C1B7-FA97-29CC-4362FE867530}"/>
                  </a:ext>
                </a:extLst>
              </p:cNvPr>
              <p:cNvSpPr txBox="1"/>
              <p:nvPr/>
            </p:nvSpPr>
            <p:spPr>
              <a:xfrm>
                <a:off x="32801596" y="710526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377474F-C1B7-FA97-29CC-4362FE867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1596" y="710526"/>
                <a:ext cx="5644908" cy="199900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D5E159-5149-F7CC-0E74-2587EA2DCE98}"/>
                  </a:ext>
                </a:extLst>
              </p:cNvPr>
              <p:cNvSpPr txBox="1"/>
              <p:nvPr/>
            </p:nvSpPr>
            <p:spPr>
              <a:xfrm>
                <a:off x="38446504" y="246304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D5E159-5149-F7CC-0E74-2587EA2DC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6504" y="246304"/>
                <a:ext cx="7713961" cy="2708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6DFEFFA-15A2-540C-E399-0FC558F54C09}"/>
              </a:ext>
            </a:extLst>
          </p:cNvPr>
          <p:cNvGraphicFramePr>
            <a:graphicFrameLocks noGrp="1"/>
          </p:cNvGraphicFramePr>
          <p:nvPr/>
        </p:nvGraphicFramePr>
        <p:xfrm>
          <a:off x="46179490" y="425087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569,802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sp>
        <p:nvSpPr>
          <p:cNvPr id="53" name="Rectangle 52">
            <a:extLst>
              <a:ext uri="{FF2B5EF4-FFF2-40B4-BE49-F238E27FC236}">
                <a16:creationId xmlns:a16="http://schemas.microsoft.com/office/drawing/2014/main" id="{52E3BF2D-CA10-39F0-B964-558487463EB2}"/>
              </a:ext>
            </a:extLst>
          </p:cNvPr>
          <p:cNvSpPr/>
          <p:nvPr/>
        </p:nvSpPr>
        <p:spPr>
          <a:xfrm>
            <a:off x="4775085" y="5754734"/>
            <a:ext cx="9744426" cy="116282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A955FFF3-FDAF-CA30-8009-3353012EE5CC}"/>
              </a:ext>
            </a:extLst>
          </p:cNvPr>
          <p:cNvGraphicFramePr>
            <a:graphicFrameLocks noGrp="1"/>
          </p:cNvGraphicFramePr>
          <p:nvPr/>
        </p:nvGraphicFramePr>
        <p:xfrm>
          <a:off x="25746767" y="7508989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DB8B7FE4-EFFA-A9C2-12B4-36BE2F5ACEDC}"/>
              </a:ext>
            </a:extLst>
          </p:cNvPr>
          <p:cNvGraphicFramePr>
            <a:graphicFrameLocks noGrp="1"/>
          </p:cNvGraphicFramePr>
          <p:nvPr/>
        </p:nvGraphicFramePr>
        <p:xfrm>
          <a:off x="25746767" y="9859984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569,802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4239BEC-B449-CC4B-80F3-262D021281BC}"/>
                  </a:ext>
                </a:extLst>
              </p:cNvPr>
              <p:cNvSpPr txBox="1"/>
              <p:nvPr/>
            </p:nvSpPr>
            <p:spPr>
              <a:xfrm>
                <a:off x="20141287" y="7508989"/>
                <a:ext cx="5118410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4239BEC-B449-CC4B-80F3-262D02128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1287" y="7508989"/>
                <a:ext cx="5118410" cy="200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18EA04-2D53-096E-CDD2-5CE5740A09A1}"/>
                  </a:ext>
                </a:extLst>
              </p:cNvPr>
              <p:cNvSpPr txBox="1"/>
              <p:nvPr/>
            </p:nvSpPr>
            <p:spPr>
              <a:xfrm>
                <a:off x="19754195" y="10000513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18EA04-2D53-096E-CDD2-5CE5740A0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4195" y="10000513"/>
                <a:ext cx="5644908" cy="1999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0691C37-8122-CCEC-A4CB-6E61328A979B}"/>
                  </a:ext>
                </a:extLst>
              </p:cNvPr>
              <p:cNvSpPr txBox="1"/>
              <p:nvPr/>
            </p:nvSpPr>
            <p:spPr>
              <a:xfrm>
                <a:off x="29699872" y="6731968"/>
                <a:ext cx="5724277" cy="18123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0691C37-8122-CCEC-A4CB-6E61328A9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9872" y="6731968"/>
                <a:ext cx="5724277" cy="181235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8A9E72BB-311C-0116-57BF-5FB411F23B23}"/>
              </a:ext>
            </a:extLst>
          </p:cNvPr>
          <p:cNvGraphicFramePr>
            <a:graphicFrameLocks noGrp="1"/>
          </p:cNvGraphicFramePr>
          <p:nvPr/>
        </p:nvGraphicFramePr>
        <p:xfrm>
          <a:off x="35924254" y="7419389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3.90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57159FD5-88A5-B31A-801D-597ED986F58E}"/>
              </a:ext>
            </a:extLst>
          </p:cNvPr>
          <p:cNvGraphicFramePr>
            <a:graphicFrameLocks noGrp="1"/>
          </p:cNvGraphicFramePr>
          <p:nvPr/>
        </p:nvGraphicFramePr>
        <p:xfrm>
          <a:off x="35924254" y="9770384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5,698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FE51954-7D8E-5B06-80E5-E7DCCC0F4640}"/>
              </a:ext>
            </a:extLst>
          </p:cNvPr>
          <p:cNvCxnSpPr>
            <a:cxnSpLocks/>
          </p:cNvCxnSpPr>
          <p:nvPr/>
        </p:nvCxnSpPr>
        <p:spPr>
          <a:xfrm>
            <a:off x="29669036" y="8597844"/>
            <a:ext cx="621792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315373E-81B1-9487-3F7A-D6036C476671}"/>
              </a:ext>
            </a:extLst>
          </p:cNvPr>
          <p:cNvCxnSpPr>
            <a:cxnSpLocks/>
          </p:cNvCxnSpPr>
          <p:nvPr/>
        </p:nvCxnSpPr>
        <p:spPr>
          <a:xfrm>
            <a:off x="29662091" y="10960044"/>
            <a:ext cx="621792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682173B-4184-1517-2ABA-39A7F4CC856A}"/>
                  </a:ext>
                </a:extLst>
              </p:cNvPr>
              <p:cNvSpPr txBox="1"/>
              <p:nvPr/>
            </p:nvSpPr>
            <p:spPr>
              <a:xfrm>
                <a:off x="29670373" y="9122617"/>
                <a:ext cx="5724277" cy="1808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682173B-4184-1517-2ABA-39A7F4CC8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0373" y="9122617"/>
                <a:ext cx="5724277" cy="180838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A1BE7F-7D04-503A-E19D-16A219492B7E}"/>
                  </a:ext>
                </a:extLst>
              </p:cNvPr>
              <p:cNvSpPr txBox="1"/>
              <p:nvPr/>
            </p:nvSpPr>
            <p:spPr>
              <a:xfrm>
                <a:off x="4943924" y="5305861"/>
                <a:ext cx="16336460" cy="8361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6600" dirty="0"/>
                  <a:t>Repeat until convergence {</a:t>
                </a:r>
              </a:p>
              <a:p>
                <a:endParaRPr lang="en-US" sz="6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6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66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6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6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sz="6600" b="1" i="1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6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6600" dirty="0">
                  <a:solidFill>
                    <a:schemeClr val="tx1"/>
                  </a:solidFill>
                </a:endParaRPr>
              </a:p>
              <a:p>
                <a:r>
                  <a:rPr lang="en-US" sz="66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6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66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6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6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sz="6600" b="1" i="1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6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6600" dirty="0"/>
              </a:p>
              <a:p>
                <a:r>
                  <a:rPr lang="en-US" sz="6000" dirty="0"/>
                  <a:t>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6000" dirty="0"/>
                  <a:t>)</a:t>
                </a:r>
                <a:endParaRPr lang="en-US" sz="6600" dirty="0"/>
              </a:p>
              <a:p>
                <a:r>
                  <a:rPr lang="en-US" sz="6600" dirty="0"/>
                  <a:t>}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A1BE7F-7D04-503A-E19D-16A219492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924" y="5305861"/>
                <a:ext cx="16336460" cy="8361392"/>
              </a:xfrm>
              <a:prstGeom prst="rect">
                <a:avLst/>
              </a:prstGeom>
              <a:blipFill>
                <a:blip r:embed="rId16"/>
                <a:stretch>
                  <a:fillRect l="-2537" t="-2551" b="-4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8274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83CB0-0BE1-8D2F-EBDC-4E8FDB1DA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42718DC-B999-CDF9-9F28-8F5277D36718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DDBDAA3-409E-F2DD-3DF3-0D8C3C5FDEA0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E9100CF-665C-3701-B76C-5E5B0B90A272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914F2BA-6EF7-1E2A-9C2E-8E94DD4AE1D0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CC5D533-98FE-E264-1E07-5238792A7C2A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9472B690-ECC5-EDB1-0D19-649CBC268634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1C90C17-FBE4-EDFF-B37E-F1176A28E8A1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7E06B2F-5C4F-61F7-9D8A-013C0C7DA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62A9FAC-D2B0-00EA-2B1F-DD00D26F249B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AD75507-20EF-49E9-EE46-1BCD44887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BC89A1C-C608-1FE8-7D83-C30446B9C899}"/>
              </a:ext>
            </a:extLst>
          </p:cNvPr>
          <p:cNvGraphicFramePr>
            <a:graphicFrameLocks noGrp="1"/>
          </p:cNvGraphicFramePr>
          <p:nvPr/>
        </p:nvGraphicFramePr>
        <p:xfrm>
          <a:off x="10229776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AE2CE74-1F33-9852-0F52-A90B6838027E}"/>
                  </a:ext>
                </a:extLst>
              </p:cNvPr>
              <p:cNvSpPr txBox="1"/>
              <p:nvPr/>
            </p:nvSpPr>
            <p:spPr>
              <a:xfrm>
                <a:off x="9352812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7B0C77B-C541-9CAB-3605-5A7FC170A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812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CF17DCD-FF17-6EE4-B77F-4494563D5CE9}"/>
                  </a:ext>
                </a:extLst>
              </p:cNvPr>
              <p:cNvSpPr txBox="1"/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E2B4C4-4E28-626D-C5A5-43724B730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DD25840D-AFD4-546F-76B7-8BA2F493676D}"/>
              </a:ext>
            </a:extLst>
          </p:cNvPr>
          <p:cNvGraphicFramePr>
            <a:graphicFrameLocks noGrp="1"/>
          </p:cNvGraphicFramePr>
          <p:nvPr/>
        </p:nvGraphicFramePr>
        <p:xfrm>
          <a:off x="40700713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837A33F-BC2B-6D8C-304F-309CC918030B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65579D0-B738-FB78-B70F-1300EAD4546D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417D58F3-6F29-49D7-B274-C61FD6ABAE00}"/>
              </a:ext>
            </a:extLst>
          </p:cNvPr>
          <p:cNvSpPr/>
          <p:nvPr/>
        </p:nvSpPr>
        <p:spPr>
          <a:xfrm>
            <a:off x="33841019" y="-29497"/>
            <a:ext cx="16461460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81DC828-D24C-A624-4E69-70C609675B87}"/>
                  </a:ext>
                </a:extLst>
              </p:cNvPr>
              <p:cNvSpPr txBox="1"/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6CC75DA-F619-FB05-2D21-288E2A821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EC51BA-7E98-AF0D-0D50-297E625068A2}"/>
              </a:ext>
            </a:extLst>
          </p:cNvPr>
          <p:cNvGraphicFramePr>
            <a:graphicFrameLocks noGrp="1"/>
          </p:cNvGraphicFramePr>
          <p:nvPr/>
        </p:nvGraphicFramePr>
        <p:xfrm>
          <a:off x="27134641" y="710526"/>
          <a:ext cx="251551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51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F28BC80-6428-4B8A-0962-D547844A42BC}"/>
                  </a:ext>
                </a:extLst>
              </p:cNvPr>
              <p:cNvSpPr txBox="1"/>
              <p:nvPr/>
            </p:nvSpPr>
            <p:spPr>
              <a:xfrm>
                <a:off x="32801596" y="710526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42C281F-23BA-8D76-C48A-C1A96A27C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1596" y="710526"/>
                <a:ext cx="5644908" cy="199900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779F61-636E-8BE3-672D-620C1603C2C6}"/>
                  </a:ext>
                </a:extLst>
              </p:cNvPr>
              <p:cNvSpPr txBox="1"/>
              <p:nvPr/>
            </p:nvSpPr>
            <p:spPr>
              <a:xfrm>
                <a:off x="38446504" y="246304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6A4231-D094-FF21-8659-129025258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6504" y="246304"/>
                <a:ext cx="7713961" cy="270856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E33283D-03F7-FD4E-5227-4BB6E9273CED}"/>
              </a:ext>
            </a:extLst>
          </p:cNvPr>
          <p:cNvGraphicFramePr>
            <a:graphicFrameLocks noGrp="1"/>
          </p:cNvGraphicFramePr>
          <p:nvPr/>
        </p:nvGraphicFramePr>
        <p:xfrm>
          <a:off x="46179490" y="425087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569,802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sp>
        <p:nvSpPr>
          <p:cNvPr id="53" name="Rectangle 52">
            <a:extLst>
              <a:ext uri="{FF2B5EF4-FFF2-40B4-BE49-F238E27FC236}">
                <a16:creationId xmlns:a16="http://schemas.microsoft.com/office/drawing/2014/main" id="{AC2A74F0-B415-DBCE-8F39-040979626BBA}"/>
              </a:ext>
            </a:extLst>
          </p:cNvPr>
          <p:cNvSpPr/>
          <p:nvPr/>
        </p:nvSpPr>
        <p:spPr>
          <a:xfrm>
            <a:off x="4775085" y="5754734"/>
            <a:ext cx="9744426" cy="116282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DCA6025A-8808-7D4E-C7AE-B5C086243FC9}"/>
              </a:ext>
            </a:extLst>
          </p:cNvPr>
          <p:cNvGraphicFramePr>
            <a:graphicFrameLocks noGrp="1"/>
          </p:cNvGraphicFramePr>
          <p:nvPr/>
        </p:nvGraphicFramePr>
        <p:xfrm>
          <a:off x="25746767" y="7508989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31DA6E0-AFD6-AA5A-3BB7-37EC13BFB571}"/>
              </a:ext>
            </a:extLst>
          </p:cNvPr>
          <p:cNvGraphicFramePr>
            <a:graphicFrameLocks noGrp="1"/>
          </p:cNvGraphicFramePr>
          <p:nvPr/>
        </p:nvGraphicFramePr>
        <p:xfrm>
          <a:off x="25746767" y="9859984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569,802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A69F338-D236-F4B8-1BFB-A2328B0C44FA}"/>
                  </a:ext>
                </a:extLst>
              </p:cNvPr>
              <p:cNvSpPr txBox="1"/>
              <p:nvPr/>
            </p:nvSpPr>
            <p:spPr>
              <a:xfrm>
                <a:off x="20141287" y="7508989"/>
                <a:ext cx="5118410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C69474D-B2C3-5665-7D1F-4CEEE4E7B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1287" y="7508989"/>
                <a:ext cx="5118410" cy="200336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A7A2FA2-6651-8B54-8249-BD86FF76BE4C}"/>
                  </a:ext>
                </a:extLst>
              </p:cNvPr>
              <p:cNvSpPr txBox="1"/>
              <p:nvPr/>
            </p:nvSpPr>
            <p:spPr>
              <a:xfrm>
                <a:off x="19754195" y="10000513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4575568-5A2A-8E42-E672-2B1BEE955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4195" y="10000513"/>
                <a:ext cx="5644908" cy="199900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6EEE2B4-7C5F-B45C-281A-4D673FFAF354}"/>
                  </a:ext>
                </a:extLst>
              </p:cNvPr>
              <p:cNvSpPr txBox="1"/>
              <p:nvPr/>
            </p:nvSpPr>
            <p:spPr>
              <a:xfrm>
                <a:off x="29699872" y="6731968"/>
                <a:ext cx="5724277" cy="18123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A92B828-370A-FD63-A9B5-C9F2EA1A9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9872" y="6731968"/>
                <a:ext cx="5724277" cy="181235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7AA83AE5-5BD2-976A-1AD1-32B725CD2AD0}"/>
              </a:ext>
            </a:extLst>
          </p:cNvPr>
          <p:cNvGraphicFramePr>
            <a:graphicFrameLocks noGrp="1"/>
          </p:cNvGraphicFramePr>
          <p:nvPr/>
        </p:nvGraphicFramePr>
        <p:xfrm>
          <a:off x="35924254" y="7419389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3.90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BB81FA46-4346-235B-7B90-B43757E7BDCE}"/>
              </a:ext>
            </a:extLst>
          </p:cNvPr>
          <p:cNvGraphicFramePr>
            <a:graphicFrameLocks noGrp="1"/>
          </p:cNvGraphicFramePr>
          <p:nvPr/>
        </p:nvGraphicFramePr>
        <p:xfrm>
          <a:off x="35924254" y="9770384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5,698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EFE3396-7E63-0709-CEED-E37973BEA9D7}"/>
              </a:ext>
            </a:extLst>
          </p:cNvPr>
          <p:cNvCxnSpPr>
            <a:cxnSpLocks/>
          </p:cNvCxnSpPr>
          <p:nvPr/>
        </p:nvCxnSpPr>
        <p:spPr>
          <a:xfrm>
            <a:off x="29669036" y="8597844"/>
            <a:ext cx="621792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8040A88-F463-AACF-97DD-F88E772A9138}"/>
              </a:ext>
            </a:extLst>
          </p:cNvPr>
          <p:cNvCxnSpPr>
            <a:cxnSpLocks/>
          </p:cNvCxnSpPr>
          <p:nvPr/>
        </p:nvCxnSpPr>
        <p:spPr>
          <a:xfrm>
            <a:off x="29662091" y="10960044"/>
            <a:ext cx="621792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A00D1B2-1259-4B7E-DBCA-0490931757B2}"/>
                  </a:ext>
                </a:extLst>
              </p:cNvPr>
              <p:cNvSpPr txBox="1"/>
              <p:nvPr/>
            </p:nvSpPr>
            <p:spPr>
              <a:xfrm>
                <a:off x="29670373" y="9122617"/>
                <a:ext cx="5724277" cy="1808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2CDFF7A-DBBA-D5AD-1A0A-DAEE73A00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0373" y="9122617"/>
                <a:ext cx="5724277" cy="180838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1BAA718E-8C68-FC4F-32DF-EBEED96D6297}"/>
              </a:ext>
            </a:extLst>
          </p:cNvPr>
          <p:cNvGraphicFramePr>
            <a:graphicFrameLocks noGrp="1"/>
          </p:cNvGraphicFramePr>
          <p:nvPr/>
        </p:nvGraphicFramePr>
        <p:xfrm>
          <a:off x="46147631" y="7350150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446.1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F239D87C-5125-538E-CCE5-C26D8D184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866872"/>
              </p:ext>
            </p:extLst>
          </p:nvPr>
        </p:nvGraphicFramePr>
        <p:xfrm>
          <a:off x="46147631" y="9701145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FD7F992-85AC-E285-B0EF-9DEEF7303EF9}"/>
              </a:ext>
            </a:extLst>
          </p:cNvPr>
          <p:cNvCxnSpPr>
            <a:cxnSpLocks/>
          </p:cNvCxnSpPr>
          <p:nvPr/>
        </p:nvCxnSpPr>
        <p:spPr>
          <a:xfrm>
            <a:off x="39846523" y="8594886"/>
            <a:ext cx="630936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6DC1D3F-7982-5E1A-8A00-847CBDA3A299}"/>
                  </a:ext>
                </a:extLst>
              </p:cNvPr>
              <p:cNvSpPr txBox="1"/>
              <p:nvPr/>
            </p:nvSpPr>
            <p:spPr>
              <a:xfrm>
                <a:off x="39905400" y="6759024"/>
                <a:ext cx="6287772" cy="18123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EA76A67-F967-3826-E81D-DCEAAC808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5400" y="6759024"/>
                <a:ext cx="6287772" cy="181235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A5E8EF2-DE15-3C57-502B-64B7EEABE4A0}"/>
              </a:ext>
            </a:extLst>
          </p:cNvPr>
          <p:cNvCxnSpPr>
            <a:cxnSpLocks/>
          </p:cNvCxnSpPr>
          <p:nvPr/>
        </p:nvCxnSpPr>
        <p:spPr>
          <a:xfrm>
            <a:off x="39846523" y="10830086"/>
            <a:ext cx="630936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CE022C2-8610-F9B9-F1C4-A0444CD98938}"/>
                  </a:ext>
                </a:extLst>
              </p:cNvPr>
              <p:cNvSpPr txBox="1"/>
              <p:nvPr/>
            </p:nvSpPr>
            <p:spPr>
              <a:xfrm>
                <a:off x="39905400" y="8994224"/>
                <a:ext cx="6287772" cy="1808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F92D583-46B6-F5A0-8B25-2812ED988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5400" y="8994224"/>
                <a:ext cx="6287772" cy="180838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EBA53A-DB6E-CE1F-DE8E-423CAEE9C467}"/>
                  </a:ext>
                </a:extLst>
              </p:cNvPr>
              <p:cNvSpPr txBox="1"/>
              <p:nvPr/>
            </p:nvSpPr>
            <p:spPr>
              <a:xfrm>
                <a:off x="4907348" y="5305861"/>
                <a:ext cx="16336460" cy="8361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6600" dirty="0"/>
                  <a:t>Repeat until convergence {</a:t>
                </a:r>
              </a:p>
              <a:p>
                <a:endParaRPr lang="en-US" sz="6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6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66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6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6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sz="6600" b="1" i="1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6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6600" dirty="0">
                  <a:solidFill>
                    <a:schemeClr val="tx1"/>
                  </a:solidFill>
                </a:endParaRPr>
              </a:p>
              <a:p>
                <a:r>
                  <a:rPr lang="en-US" sz="66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6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66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6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6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sz="6600" b="1" i="1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6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6600" dirty="0"/>
              </a:p>
              <a:p>
                <a:r>
                  <a:rPr lang="en-US" sz="6000" dirty="0"/>
                  <a:t>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6000" dirty="0"/>
                  <a:t>)</a:t>
                </a:r>
                <a:endParaRPr lang="en-US" sz="6600" dirty="0"/>
              </a:p>
              <a:p>
                <a:r>
                  <a:rPr lang="en-US" sz="6600" dirty="0"/>
                  <a:t>}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744689-38C9-1392-B355-981F4E55A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348" y="5305861"/>
                <a:ext cx="16336460" cy="8361392"/>
              </a:xfrm>
              <a:prstGeom prst="rect">
                <a:avLst/>
              </a:prstGeom>
              <a:blipFill>
                <a:blip r:embed="rId24"/>
                <a:stretch>
                  <a:fillRect l="-2537" t="-2551" b="-4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ADBD131-5886-887C-EBC1-7AAA67BD144E}"/>
              </a:ext>
            </a:extLst>
          </p:cNvPr>
          <p:cNvCxnSpPr/>
          <p:nvPr/>
        </p:nvCxnSpPr>
        <p:spPr>
          <a:xfrm>
            <a:off x="2377440" y="4876800"/>
            <a:ext cx="37856160" cy="2350466"/>
          </a:xfrm>
          <a:prstGeom prst="bentConnector3">
            <a:avLst>
              <a:gd name="adj1" fmla="val 100000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4690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3D875-D34D-BD16-0FB6-364481B1A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E9A2D0E-8D0E-51B9-5608-B701EACAB278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0178B8A-84CE-1DA1-EC85-AEA1AD7EF5D5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AB396DF-86A4-675E-4737-8CF119A258AC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1A2EDCD-3B07-A7AD-4108-FC23E3473F1E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F6C8EC7-8B7C-AA82-55AA-5D06EABB96F3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D5DC1AA-31B9-4124-CE5C-70DE3DF97C22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7E06B2F-5C4F-61F7-9D8A-013C0C7DA8D6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7E06B2F-5C4F-61F7-9D8A-013C0C7DA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AD75507-20EF-49E9-EE46-1BCD44887CB3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AD75507-20EF-49E9-EE46-1BCD44887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1C919586-3A5A-74B5-72F5-559F6AF88A7E}"/>
              </a:ext>
            </a:extLst>
          </p:cNvPr>
          <p:cNvGraphicFramePr>
            <a:graphicFrameLocks noGrp="1"/>
          </p:cNvGraphicFramePr>
          <p:nvPr/>
        </p:nvGraphicFramePr>
        <p:xfrm>
          <a:off x="10229776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7B0C77B-C541-9CAB-3605-5A7FC170A70C}"/>
                  </a:ext>
                </a:extLst>
              </p:cNvPr>
              <p:cNvSpPr txBox="1"/>
              <p:nvPr/>
            </p:nvSpPr>
            <p:spPr>
              <a:xfrm>
                <a:off x="9352812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7B0C77B-C541-9CAB-3605-5A7FC170A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812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E2B4C4-4E28-626D-C5A5-43724B730D8E}"/>
                  </a:ext>
                </a:extLst>
              </p:cNvPr>
              <p:cNvSpPr txBox="1"/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E2B4C4-4E28-626D-C5A5-43724B730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A7E45A8C-30E6-0925-6B99-8F612C6389EB}"/>
              </a:ext>
            </a:extLst>
          </p:cNvPr>
          <p:cNvGraphicFramePr>
            <a:graphicFrameLocks noGrp="1"/>
          </p:cNvGraphicFramePr>
          <p:nvPr/>
        </p:nvGraphicFramePr>
        <p:xfrm>
          <a:off x="40700713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1A2E809-89FC-838A-A6E8-890ADD903F7B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B925703-A601-C6AA-C918-E66446252FE3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1ED3885-E2C0-222A-175A-AC74064AF737}"/>
              </a:ext>
            </a:extLst>
          </p:cNvPr>
          <p:cNvSpPr/>
          <p:nvPr/>
        </p:nvSpPr>
        <p:spPr>
          <a:xfrm>
            <a:off x="33841019" y="-29497"/>
            <a:ext cx="16461460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6CC75DA-F619-FB05-2D21-288E2A821BFF}"/>
                  </a:ext>
                </a:extLst>
              </p:cNvPr>
              <p:cNvSpPr txBox="1"/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6CC75DA-F619-FB05-2D21-288E2A821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E76E7F-FEB1-5C58-F248-093197747E5C}"/>
              </a:ext>
            </a:extLst>
          </p:cNvPr>
          <p:cNvGraphicFramePr>
            <a:graphicFrameLocks noGrp="1"/>
          </p:cNvGraphicFramePr>
          <p:nvPr/>
        </p:nvGraphicFramePr>
        <p:xfrm>
          <a:off x="27134641" y="710526"/>
          <a:ext cx="251551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51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42C281F-23BA-8D76-C48A-C1A96A27C9AE}"/>
                  </a:ext>
                </a:extLst>
              </p:cNvPr>
              <p:cNvSpPr txBox="1"/>
              <p:nvPr/>
            </p:nvSpPr>
            <p:spPr>
              <a:xfrm>
                <a:off x="32801596" y="710526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42C281F-23BA-8D76-C48A-C1A96A27C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1596" y="710526"/>
                <a:ext cx="5644908" cy="199900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6A4231-D094-FF21-8659-129025258D4D}"/>
                  </a:ext>
                </a:extLst>
              </p:cNvPr>
              <p:cNvSpPr txBox="1"/>
              <p:nvPr/>
            </p:nvSpPr>
            <p:spPr>
              <a:xfrm>
                <a:off x="38446504" y="246304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6A4231-D094-FF21-8659-129025258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6504" y="246304"/>
                <a:ext cx="7713961" cy="270856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08E1BF6-3CBB-3392-864D-189AFACB882B}"/>
              </a:ext>
            </a:extLst>
          </p:cNvPr>
          <p:cNvGraphicFramePr>
            <a:graphicFrameLocks noGrp="1"/>
          </p:cNvGraphicFramePr>
          <p:nvPr/>
        </p:nvGraphicFramePr>
        <p:xfrm>
          <a:off x="46179490" y="425087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569,802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sp>
        <p:nvSpPr>
          <p:cNvPr id="53" name="Rectangle 52">
            <a:extLst>
              <a:ext uri="{FF2B5EF4-FFF2-40B4-BE49-F238E27FC236}">
                <a16:creationId xmlns:a16="http://schemas.microsoft.com/office/drawing/2014/main" id="{AF650E49-0E47-A332-62A5-FD462559A5C8}"/>
              </a:ext>
            </a:extLst>
          </p:cNvPr>
          <p:cNvSpPr/>
          <p:nvPr/>
        </p:nvSpPr>
        <p:spPr>
          <a:xfrm>
            <a:off x="4775085" y="5754734"/>
            <a:ext cx="9744426" cy="116282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43CA6270-82C7-6576-B143-AECBC272DF70}"/>
              </a:ext>
            </a:extLst>
          </p:cNvPr>
          <p:cNvGraphicFramePr>
            <a:graphicFrameLocks noGrp="1"/>
          </p:cNvGraphicFramePr>
          <p:nvPr/>
        </p:nvGraphicFramePr>
        <p:xfrm>
          <a:off x="25746767" y="7508989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31AF76F-2373-686B-53FF-E07EC7398280}"/>
              </a:ext>
            </a:extLst>
          </p:cNvPr>
          <p:cNvGraphicFramePr>
            <a:graphicFrameLocks noGrp="1"/>
          </p:cNvGraphicFramePr>
          <p:nvPr/>
        </p:nvGraphicFramePr>
        <p:xfrm>
          <a:off x="25746767" y="9859984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569,802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C69474D-B2C3-5665-7D1F-4CEEE4E7B05F}"/>
                  </a:ext>
                </a:extLst>
              </p:cNvPr>
              <p:cNvSpPr txBox="1"/>
              <p:nvPr/>
            </p:nvSpPr>
            <p:spPr>
              <a:xfrm>
                <a:off x="20141287" y="7508989"/>
                <a:ext cx="5118410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C69474D-B2C3-5665-7D1F-4CEEE4E7B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1287" y="7508989"/>
                <a:ext cx="5118410" cy="200336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4575568-5A2A-8E42-E672-2B1BEE9559FE}"/>
                  </a:ext>
                </a:extLst>
              </p:cNvPr>
              <p:cNvSpPr txBox="1"/>
              <p:nvPr/>
            </p:nvSpPr>
            <p:spPr>
              <a:xfrm>
                <a:off x="19754195" y="10000513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4575568-5A2A-8E42-E672-2B1BEE955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4195" y="10000513"/>
                <a:ext cx="5644908" cy="199900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A92B828-370A-FD63-A9B5-C9F2EA1A91B5}"/>
                  </a:ext>
                </a:extLst>
              </p:cNvPr>
              <p:cNvSpPr txBox="1"/>
              <p:nvPr/>
            </p:nvSpPr>
            <p:spPr>
              <a:xfrm>
                <a:off x="29699872" y="6731968"/>
                <a:ext cx="5724277" cy="18123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A92B828-370A-FD63-A9B5-C9F2EA1A9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9872" y="6731968"/>
                <a:ext cx="5724277" cy="181235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F09E25CD-0BAD-9134-46E8-20F36F4A2BF6}"/>
              </a:ext>
            </a:extLst>
          </p:cNvPr>
          <p:cNvGraphicFramePr>
            <a:graphicFrameLocks noGrp="1"/>
          </p:cNvGraphicFramePr>
          <p:nvPr/>
        </p:nvGraphicFramePr>
        <p:xfrm>
          <a:off x="35924254" y="7419389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3.90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2E27AD65-3A21-4F67-314A-9E8180402C85}"/>
              </a:ext>
            </a:extLst>
          </p:cNvPr>
          <p:cNvGraphicFramePr>
            <a:graphicFrameLocks noGrp="1"/>
          </p:cNvGraphicFramePr>
          <p:nvPr/>
        </p:nvGraphicFramePr>
        <p:xfrm>
          <a:off x="35924254" y="9770384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5,698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6FE22F4-5D0C-E32E-5C42-695702C13D6F}"/>
              </a:ext>
            </a:extLst>
          </p:cNvPr>
          <p:cNvCxnSpPr>
            <a:cxnSpLocks/>
          </p:cNvCxnSpPr>
          <p:nvPr/>
        </p:nvCxnSpPr>
        <p:spPr>
          <a:xfrm>
            <a:off x="29669036" y="8597844"/>
            <a:ext cx="621792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23628E3-BAB9-80A2-7ADA-9E4F8231BC85}"/>
              </a:ext>
            </a:extLst>
          </p:cNvPr>
          <p:cNvCxnSpPr>
            <a:cxnSpLocks/>
          </p:cNvCxnSpPr>
          <p:nvPr/>
        </p:nvCxnSpPr>
        <p:spPr>
          <a:xfrm>
            <a:off x="29662091" y="10960044"/>
            <a:ext cx="621792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2CDFF7A-DBBA-D5AD-1A0A-DAEE73A00BB3}"/>
                  </a:ext>
                </a:extLst>
              </p:cNvPr>
              <p:cNvSpPr txBox="1"/>
              <p:nvPr/>
            </p:nvSpPr>
            <p:spPr>
              <a:xfrm>
                <a:off x="29670373" y="9122617"/>
                <a:ext cx="5724277" cy="1808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2CDFF7A-DBBA-D5AD-1A0A-DAEE73A00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0373" y="9122617"/>
                <a:ext cx="5724277" cy="180838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E9339CE6-C439-DE8A-99DF-55DB67B4E85A}"/>
              </a:ext>
            </a:extLst>
          </p:cNvPr>
          <p:cNvGraphicFramePr>
            <a:graphicFrameLocks noGrp="1"/>
          </p:cNvGraphicFramePr>
          <p:nvPr/>
        </p:nvGraphicFramePr>
        <p:xfrm>
          <a:off x="46147631" y="7350150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446.1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5B96FBA0-9519-0396-5899-9D603C69E7DC}"/>
              </a:ext>
            </a:extLst>
          </p:cNvPr>
          <p:cNvGraphicFramePr>
            <a:graphicFrameLocks noGrp="1"/>
          </p:cNvGraphicFramePr>
          <p:nvPr/>
        </p:nvGraphicFramePr>
        <p:xfrm>
          <a:off x="46147631" y="9701145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-5,697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056E438-2563-12E3-D1FB-64B59814A23F}"/>
              </a:ext>
            </a:extLst>
          </p:cNvPr>
          <p:cNvCxnSpPr>
            <a:cxnSpLocks/>
          </p:cNvCxnSpPr>
          <p:nvPr/>
        </p:nvCxnSpPr>
        <p:spPr>
          <a:xfrm>
            <a:off x="39846523" y="8594886"/>
            <a:ext cx="630936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EA76A67-F967-3826-E81D-DCEAAC808375}"/>
                  </a:ext>
                </a:extLst>
              </p:cNvPr>
              <p:cNvSpPr txBox="1"/>
              <p:nvPr/>
            </p:nvSpPr>
            <p:spPr>
              <a:xfrm>
                <a:off x="39905400" y="6759024"/>
                <a:ext cx="6287772" cy="18123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EA76A67-F967-3826-E81D-DCEAAC808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5400" y="6759024"/>
                <a:ext cx="6287772" cy="181235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B9EDD05-2157-23D1-7472-809814F9DD25}"/>
              </a:ext>
            </a:extLst>
          </p:cNvPr>
          <p:cNvCxnSpPr>
            <a:cxnSpLocks/>
          </p:cNvCxnSpPr>
          <p:nvPr/>
        </p:nvCxnSpPr>
        <p:spPr>
          <a:xfrm>
            <a:off x="39846523" y="10830086"/>
            <a:ext cx="630936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F92D583-46B6-F5A0-8B25-2812ED988EAB}"/>
                  </a:ext>
                </a:extLst>
              </p:cNvPr>
              <p:cNvSpPr txBox="1"/>
              <p:nvPr/>
            </p:nvSpPr>
            <p:spPr>
              <a:xfrm>
                <a:off x="39905400" y="8994224"/>
                <a:ext cx="6287772" cy="1808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F92D583-46B6-F5A0-8B25-2812ED988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5400" y="8994224"/>
                <a:ext cx="6287772" cy="180838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744689-38C9-1392-B355-981F4E55AABD}"/>
                  </a:ext>
                </a:extLst>
              </p:cNvPr>
              <p:cNvSpPr txBox="1"/>
              <p:nvPr/>
            </p:nvSpPr>
            <p:spPr>
              <a:xfrm>
                <a:off x="4907348" y="5305861"/>
                <a:ext cx="16336460" cy="8361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6600" dirty="0"/>
                  <a:t>Repeat until convergence {</a:t>
                </a:r>
              </a:p>
              <a:p>
                <a:endParaRPr lang="en-US" sz="6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6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66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6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6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sz="6600" b="1" i="1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6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6600" dirty="0">
                  <a:solidFill>
                    <a:schemeClr val="tx1"/>
                  </a:solidFill>
                </a:endParaRPr>
              </a:p>
              <a:p>
                <a:r>
                  <a:rPr lang="en-US" sz="66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6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66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6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6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sz="6600" b="1" i="1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6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6600" dirty="0"/>
              </a:p>
              <a:p>
                <a:r>
                  <a:rPr lang="en-US" sz="6000" dirty="0"/>
                  <a:t>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6000" dirty="0"/>
                  <a:t>)</a:t>
                </a:r>
                <a:endParaRPr lang="en-US" sz="6600" dirty="0"/>
              </a:p>
              <a:p>
                <a:r>
                  <a:rPr lang="en-US" sz="6600" dirty="0"/>
                  <a:t>}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744689-38C9-1392-B355-981F4E55A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348" y="5305861"/>
                <a:ext cx="16336460" cy="8361392"/>
              </a:xfrm>
              <a:prstGeom prst="rect">
                <a:avLst/>
              </a:prstGeom>
              <a:blipFill>
                <a:blip r:embed="rId24"/>
                <a:stretch>
                  <a:fillRect l="-2537" t="-2551" b="-4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87E32E6-013A-3FB5-AEC9-AD94AD3564E6}"/>
              </a:ext>
            </a:extLst>
          </p:cNvPr>
          <p:cNvCxnSpPr/>
          <p:nvPr/>
        </p:nvCxnSpPr>
        <p:spPr>
          <a:xfrm>
            <a:off x="4754880" y="4876800"/>
            <a:ext cx="35570160" cy="4572000"/>
          </a:xfrm>
          <a:prstGeom prst="bentConnector3">
            <a:avLst>
              <a:gd name="adj1" fmla="val 100000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2423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9AB42-CC2C-918D-BAFA-ED95A9240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074DDFA-65CE-CCCD-7A29-B03BCEA9914A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DC81A38-DBD8-4E78-8A5F-0D358AEA8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745625"/>
              </p:ext>
            </p:extLst>
          </p:nvPr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446.1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87153D-3D17-6868-DAC7-E97AD2DCB435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FC40D93-F2DA-0ED6-5223-438A818AA72D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29E7CCD4-045D-CE59-E137-62CFDD3A6CCF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DE99C6B-5E2B-4052-6B42-EA479DD98087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EA469A-3CD9-77C4-84DD-ABA83FE574F8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EA469A-3CD9-77C4-84DD-ABA83FE57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07F8CC-8339-7E83-1ED7-E90408C238B5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07F8CC-8339-7E83-1ED7-E90408C23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982A62E-89C6-104F-A217-9F582F739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420615"/>
              </p:ext>
            </p:extLst>
          </p:nvPr>
        </p:nvGraphicFramePr>
        <p:xfrm>
          <a:off x="10229776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2D32302-937E-6E1A-792C-5B17758041F4}"/>
                  </a:ext>
                </a:extLst>
              </p:cNvPr>
              <p:cNvSpPr txBox="1"/>
              <p:nvPr/>
            </p:nvSpPr>
            <p:spPr>
              <a:xfrm>
                <a:off x="9352812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2D32302-937E-6E1A-792C-5B1775804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812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DB38059-D2EE-CB9F-1ED3-6503EC906F53}"/>
                  </a:ext>
                </a:extLst>
              </p:cNvPr>
              <p:cNvSpPr txBox="1"/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DB38059-D2EE-CB9F-1ED3-6503EC906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188651D-486D-25AA-662D-15344A546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921198"/>
              </p:ext>
            </p:extLst>
          </p:nvPr>
        </p:nvGraphicFramePr>
        <p:xfrm>
          <a:off x="40700713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E36408E-7847-7364-6A4C-DB61DAD8E006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49C0493-B69F-F9AE-50F3-7743CE52C7BE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242A423-3CC5-E0B5-1023-5855A53A4C14}"/>
              </a:ext>
            </a:extLst>
          </p:cNvPr>
          <p:cNvSpPr/>
          <p:nvPr/>
        </p:nvSpPr>
        <p:spPr>
          <a:xfrm>
            <a:off x="33841019" y="-29497"/>
            <a:ext cx="16461460" cy="18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852FB0A-9A26-8540-5031-0973493AEB46}"/>
                  </a:ext>
                </a:extLst>
              </p:cNvPr>
              <p:cNvSpPr txBox="1"/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852FB0A-9A26-8540-5031-0973493AE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62B354-9706-2A2C-47E3-F1932CDA5050}"/>
              </a:ext>
            </a:extLst>
          </p:cNvPr>
          <p:cNvGraphicFramePr>
            <a:graphicFrameLocks noGrp="1"/>
          </p:cNvGraphicFramePr>
          <p:nvPr/>
        </p:nvGraphicFramePr>
        <p:xfrm>
          <a:off x="27134641" y="710526"/>
          <a:ext cx="251551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51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004E24F-AA1F-CD9E-12F3-7ED7BF1E9396}"/>
                  </a:ext>
                </a:extLst>
              </p:cNvPr>
              <p:cNvSpPr txBox="1"/>
              <p:nvPr/>
            </p:nvSpPr>
            <p:spPr>
              <a:xfrm>
                <a:off x="32801596" y="710526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004E24F-AA1F-CD9E-12F3-7ED7BF1E9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1596" y="710526"/>
                <a:ext cx="5644908" cy="199900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AB38B7-C45A-A1ED-71C8-9860BF47A1DB}"/>
                  </a:ext>
                </a:extLst>
              </p:cNvPr>
              <p:cNvSpPr txBox="1"/>
              <p:nvPr/>
            </p:nvSpPr>
            <p:spPr>
              <a:xfrm>
                <a:off x="38446504" y="246304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AB38B7-C45A-A1ED-71C8-9860BF47A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6504" y="246304"/>
                <a:ext cx="7713961" cy="270856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EFA7E8F-185E-D0D8-A68A-3142BA19D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965477"/>
              </p:ext>
            </p:extLst>
          </p:nvPr>
        </p:nvGraphicFramePr>
        <p:xfrm>
          <a:off x="46179490" y="425087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569,802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sp>
        <p:nvSpPr>
          <p:cNvPr id="53" name="Rectangle 52">
            <a:extLst>
              <a:ext uri="{FF2B5EF4-FFF2-40B4-BE49-F238E27FC236}">
                <a16:creationId xmlns:a16="http://schemas.microsoft.com/office/drawing/2014/main" id="{8533CA63-8B50-1467-ED8B-9E1F7700CB6A}"/>
              </a:ext>
            </a:extLst>
          </p:cNvPr>
          <p:cNvSpPr/>
          <p:nvPr/>
        </p:nvSpPr>
        <p:spPr>
          <a:xfrm>
            <a:off x="4775085" y="5754734"/>
            <a:ext cx="9744426" cy="116282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F17DF339-8757-A769-0CE5-1F2BF2C31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000988"/>
              </p:ext>
            </p:extLst>
          </p:nvPr>
        </p:nvGraphicFramePr>
        <p:xfrm>
          <a:off x="25746767" y="7508989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CA74904C-8E75-1CD3-06E4-6F512B4A9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600289"/>
              </p:ext>
            </p:extLst>
          </p:nvPr>
        </p:nvGraphicFramePr>
        <p:xfrm>
          <a:off x="25746767" y="9859984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569,802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BD59324-9F24-88F4-C56B-0AF1A555FA1F}"/>
                  </a:ext>
                </a:extLst>
              </p:cNvPr>
              <p:cNvSpPr txBox="1"/>
              <p:nvPr/>
            </p:nvSpPr>
            <p:spPr>
              <a:xfrm>
                <a:off x="20141287" y="7508989"/>
                <a:ext cx="5118410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BD59324-9F24-88F4-C56B-0AF1A555F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1287" y="7508989"/>
                <a:ext cx="5118410" cy="200336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DD9D1EA-3AB1-C0E5-98C5-B81D3B8A55AB}"/>
                  </a:ext>
                </a:extLst>
              </p:cNvPr>
              <p:cNvSpPr txBox="1"/>
              <p:nvPr/>
            </p:nvSpPr>
            <p:spPr>
              <a:xfrm>
                <a:off x="19754195" y="10000513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DD9D1EA-3AB1-C0E5-98C5-B81D3B8A5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4195" y="10000513"/>
                <a:ext cx="5644908" cy="199900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DF27A69-FAB4-E118-2B43-C62CF94712CD}"/>
                  </a:ext>
                </a:extLst>
              </p:cNvPr>
              <p:cNvSpPr txBox="1"/>
              <p:nvPr/>
            </p:nvSpPr>
            <p:spPr>
              <a:xfrm>
                <a:off x="29699872" y="6731968"/>
                <a:ext cx="5724277" cy="18123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DF27A69-FAB4-E118-2B43-C62CF9471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9872" y="6731968"/>
                <a:ext cx="5724277" cy="181235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22F41F43-FE29-98D0-A196-D0A16D3A3F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305047"/>
              </p:ext>
            </p:extLst>
          </p:nvPr>
        </p:nvGraphicFramePr>
        <p:xfrm>
          <a:off x="35924254" y="7419389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3.90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B990E9A8-AC8D-BBE1-7C2E-507EA5263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286307"/>
              </p:ext>
            </p:extLst>
          </p:nvPr>
        </p:nvGraphicFramePr>
        <p:xfrm>
          <a:off x="35924254" y="9770384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5,698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128D3F0-D7D5-CE35-5C9C-EB58E9CE89D7}"/>
              </a:ext>
            </a:extLst>
          </p:cNvPr>
          <p:cNvCxnSpPr>
            <a:cxnSpLocks/>
          </p:cNvCxnSpPr>
          <p:nvPr/>
        </p:nvCxnSpPr>
        <p:spPr>
          <a:xfrm>
            <a:off x="29669036" y="8597844"/>
            <a:ext cx="621792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DD59697-29D5-05F2-76C8-13AC81F38CB3}"/>
              </a:ext>
            </a:extLst>
          </p:cNvPr>
          <p:cNvCxnSpPr>
            <a:cxnSpLocks/>
          </p:cNvCxnSpPr>
          <p:nvPr/>
        </p:nvCxnSpPr>
        <p:spPr>
          <a:xfrm>
            <a:off x="29662091" y="10960044"/>
            <a:ext cx="621792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A57C836-2804-D8B4-A52E-49C36C8FF44B}"/>
                  </a:ext>
                </a:extLst>
              </p:cNvPr>
              <p:cNvSpPr txBox="1"/>
              <p:nvPr/>
            </p:nvSpPr>
            <p:spPr>
              <a:xfrm>
                <a:off x="29670373" y="9122617"/>
                <a:ext cx="5724277" cy="1808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A57C836-2804-D8B4-A52E-49C36C8FF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0373" y="9122617"/>
                <a:ext cx="5724277" cy="180838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22884484-F38A-B6E2-BF0A-1F47A53BB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736422"/>
              </p:ext>
            </p:extLst>
          </p:nvPr>
        </p:nvGraphicFramePr>
        <p:xfrm>
          <a:off x="46147631" y="7350150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446.1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6B5CD000-3282-9F80-2270-0C4348CE9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458738"/>
              </p:ext>
            </p:extLst>
          </p:nvPr>
        </p:nvGraphicFramePr>
        <p:xfrm>
          <a:off x="46147631" y="9701145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-5,697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F9BED4A-E023-08CC-A115-FEEB2FDE8C99}"/>
              </a:ext>
            </a:extLst>
          </p:cNvPr>
          <p:cNvCxnSpPr>
            <a:cxnSpLocks/>
          </p:cNvCxnSpPr>
          <p:nvPr/>
        </p:nvCxnSpPr>
        <p:spPr>
          <a:xfrm>
            <a:off x="39846523" y="8594886"/>
            <a:ext cx="630936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5521825-85C3-868E-1F7F-32249DD69433}"/>
                  </a:ext>
                </a:extLst>
              </p:cNvPr>
              <p:cNvSpPr txBox="1"/>
              <p:nvPr/>
            </p:nvSpPr>
            <p:spPr>
              <a:xfrm>
                <a:off x="39905400" y="6759024"/>
                <a:ext cx="6287772" cy="18123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5521825-85C3-868E-1F7F-32249DD69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5400" y="6759024"/>
                <a:ext cx="6287772" cy="181235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8983DC7-13EB-6A23-D913-EB9D51CDBDFD}"/>
              </a:ext>
            </a:extLst>
          </p:cNvPr>
          <p:cNvCxnSpPr>
            <a:cxnSpLocks/>
          </p:cNvCxnSpPr>
          <p:nvPr/>
        </p:nvCxnSpPr>
        <p:spPr>
          <a:xfrm>
            <a:off x="39846523" y="10830086"/>
            <a:ext cx="630936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F2DD639-84B8-40B1-B270-B679AA87EBC0}"/>
                  </a:ext>
                </a:extLst>
              </p:cNvPr>
              <p:cNvSpPr txBox="1"/>
              <p:nvPr/>
            </p:nvSpPr>
            <p:spPr>
              <a:xfrm>
                <a:off x="39905400" y="8994224"/>
                <a:ext cx="6287772" cy="1808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F2DD639-84B8-40B1-B270-B679AA87E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5400" y="8994224"/>
                <a:ext cx="6287772" cy="180838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DADC958-435B-F21C-2147-014A557066D4}"/>
                  </a:ext>
                </a:extLst>
              </p:cNvPr>
              <p:cNvSpPr txBox="1"/>
              <p:nvPr/>
            </p:nvSpPr>
            <p:spPr>
              <a:xfrm>
                <a:off x="4834196" y="5305861"/>
                <a:ext cx="16336460" cy="8361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6600" dirty="0"/>
                  <a:t>Repeat until convergence {</a:t>
                </a:r>
              </a:p>
              <a:p>
                <a:endParaRPr lang="en-US" sz="6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6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66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6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6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sz="6600" b="1" i="1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6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6600" dirty="0">
                  <a:solidFill>
                    <a:schemeClr val="tx1"/>
                  </a:solidFill>
                </a:endParaRPr>
              </a:p>
              <a:p>
                <a:r>
                  <a:rPr lang="en-US" sz="66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6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66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6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6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sz="6600" b="1" i="1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6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6600" dirty="0"/>
              </a:p>
              <a:p>
                <a:r>
                  <a:rPr lang="en-US" sz="6000" dirty="0"/>
                  <a:t>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6000" dirty="0"/>
                  <a:t>)</a:t>
                </a:r>
                <a:endParaRPr lang="en-US" sz="6600" dirty="0"/>
              </a:p>
              <a:p>
                <a:r>
                  <a:rPr lang="en-US" sz="6600" dirty="0"/>
                  <a:t>}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DADC958-435B-F21C-2147-014A55706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196" y="5305861"/>
                <a:ext cx="16336460" cy="8361392"/>
              </a:xfrm>
              <a:prstGeom prst="rect">
                <a:avLst/>
              </a:prstGeom>
              <a:blipFill>
                <a:blip r:embed="rId24"/>
                <a:stretch>
                  <a:fillRect l="-2537" t="-2551" b="-4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AFF196E0-44A1-E9AC-8DBA-F8F8D2868E80}"/>
              </a:ext>
            </a:extLst>
          </p:cNvPr>
          <p:cNvCxnSpPr/>
          <p:nvPr/>
        </p:nvCxnSpPr>
        <p:spPr>
          <a:xfrm rot="10800000">
            <a:off x="2377440" y="3621025"/>
            <a:ext cx="45646848" cy="4083917"/>
          </a:xfrm>
          <a:prstGeom prst="bentConnector3">
            <a:avLst>
              <a:gd name="adj1" fmla="val 0"/>
            </a:avLst>
          </a:prstGeom>
          <a:ln w="1333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2879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DCCCD-8CB0-5215-F71C-6310FD73F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10C28D3-E6C8-36D8-364E-9199A7AF3D15}"/>
              </a:ext>
            </a:extLst>
          </p:cNvPr>
          <p:cNvGraphicFramePr>
            <a:graphicFrameLocks noGrp="1"/>
          </p:cNvGraphicFramePr>
          <p:nvPr/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073BF46-1D01-5613-1834-E5BA56181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943877"/>
              </p:ext>
            </p:extLst>
          </p:nvPr>
        </p:nvGraphicFramePr>
        <p:xfrm>
          <a:off x="28273" y="2954866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446.1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-5697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93AC5B-2E77-39C7-B7E9-075C9CD10652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6EC18C-96D6-18AE-E967-44D25C38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A24121E-0568-EE6A-D865-38AE2D4BE252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9C998C-FFED-8A43-5636-40055803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27C031BD-1AC1-E380-A1F9-53CDA03003F6}"/>
              </a:ext>
            </a:extLst>
          </p:cNvPr>
          <p:cNvGraphicFramePr>
            <a:graphicFrameLocks noGrp="1"/>
          </p:cNvGraphicFramePr>
          <p:nvPr/>
        </p:nvGraphicFramePr>
        <p:xfrm>
          <a:off x="49276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890B7150-5019-9EBB-9C6A-E2FCCB542C19}"/>
              </a:ext>
            </a:extLst>
          </p:cNvPr>
          <p:cNvGraphicFramePr>
            <a:graphicFrameLocks noGrp="1"/>
          </p:cNvGraphicFramePr>
          <p:nvPr/>
        </p:nvGraphicFramePr>
        <p:xfrm>
          <a:off x="76098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2CA2858-84B3-DA72-7264-335628B0FABD}"/>
                  </a:ext>
                </a:extLst>
              </p:cNvPr>
              <p:cNvSpPr txBox="1"/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2CA2858-84B3-DA72-7264-335628B0F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64" y="5754734"/>
                <a:ext cx="989464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5048DCB-47CE-7A85-BB9E-EBC78DCE8867}"/>
                  </a:ext>
                </a:extLst>
              </p:cNvPr>
              <p:cNvSpPr txBox="1"/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5048DCB-47CE-7A85-BB9E-EBC78DCE8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5" y="5802342"/>
                <a:ext cx="2348142" cy="946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40A1E414-4FEA-6C10-64CC-1DD29267B234}"/>
              </a:ext>
            </a:extLst>
          </p:cNvPr>
          <p:cNvGraphicFramePr>
            <a:graphicFrameLocks noGrp="1"/>
          </p:cNvGraphicFramePr>
          <p:nvPr/>
        </p:nvGraphicFramePr>
        <p:xfrm>
          <a:off x="10229776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430.4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bg1"/>
                          </a:solidFill>
                        </a:rPr>
                        <a:t>399.8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6F74881-1FFB-6D1A-A43F-56E0CDDC7A9E}"/>
                  </a:ext>
                </a:extLst>
              </p:cNvPr>
              <p:cNvSpPr txBox="1"/>
              <p:nvPr/>
            </p:nvSpPr>
            <p:spPr>
              <a:xfrm>
                <a:off x="9352812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6F74881-1FFB-6D1A-A43F-56E0CDDC7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812" y="5754734"/>
                <a:ext cx="4710713" cy="1042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A858C3-4183-94C1-3363-CB9452C1F110}"/>
                  </a:ext>
                </a:extLst>
              </p:cNvPr>
              <p:cNvSpPr txBox="1"/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A858C3-4183-94C1-3363-CB9452C1F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896" y="905033"/>
                <a:ext cx="5648653" cy="20033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9D1F1D0C-9E06-1164-413D-6564BEFD49D3}"/>
              </a:ext>
            </a:extLst>
          </p:cNvPr>
          <p:cNvGraphicFramePr>
            <a:graphicFrameLocks noGrp="1"/>
          </p:cNvGraphicFramePr>
          <p:nvPr/>
        </p:nvGraphicFramePr>
        <p:xfrm>
          <a:off x="40700713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0489195-78EC-C7B7-7563-4B3EE2976DE2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D6F97-B43D-A8C5-4BA9-998359E7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9161E11-6AF4-8413-E5C1-CE389E0D59C4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6A8E48-A792-15EB-6191-43FEFB81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D392D30-EBA0-1383-8A94-7AC415E5E721}"/>
              </a:ext>
            </a:extLst>
          </p:cNvPr>
          <p:cNvSpPr/>
          <p:nvPr/>
        </p:nvSpPr>
        <p:spPr>
          <a:xfrm>
            <a:off x="33841019" y="3419087"/>
            <a:ext cx="16461460" cy="136619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A915BF8-042C-70F5-930E-A8A57B079B60}"/>
                  </a:ext>
                </a:extLst>
              </p:cNvPr>
              <p:cNvSpPr txBox="1"/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A915BF8-042C-70F5-930E-A8A57B079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49" y="552436"/>
                <a:ext cx="6336490" cy="27085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B4FB09-DF95-3334-964B-38E4F9D2C8CA}"/>
              </a:ext>
            </a:extLst>
          </p:cNvPr>
          <p:cNvGraphicFramePr>
            <a:graphicFrameLocks noGrp="1"/>
          </p:cNvGraphicFramePr>
          <p:nvPr/>
        </p:nvGraphicFramePr>
        <p:xfrm>
          <a:off x="27134641" y="710526"/>
          <a:ext cx="251551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51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D8A93F6-EAA7-8F6D-AA20-7019B00AF6CA}"/>
                  </a:ext>
                </a:extLst>
              </p:cNvPr>
              <p:cNvSpPr txBox="1"/>
              <p:nvPr/>
            </p:nvSpPr>
            <p:spPr>
              <a:xfrm>
                <a:off x="32801596" y="710526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D8A93F6-EAA7-8F6D-AA20-7019B00AF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1596" y="710526"/>
                <a:ext cx="5644908" cy="199900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21A518-5F01-EAA4-5944-909D405C587A}"/>
                  </a:ext>
                </a:extLst>
              </p:cNvPr>
              <p:cNvSpPr txBox="1"/>
              <p:nvPr/>
            </p:nvSpPr>
            <p:spPr>
              <a:xfrm>
                <a:off x="38446504" y="246304"/>
                <a:ext cx="7713961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21A518-5F01-EAA4-5944-909D405C5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6504" y="246304"/>
                <a:ext cx="7713961" cy="270856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1EFD042-2AA7-8770-631E-6CEBFE6665D3}"/>
              </a:ext>
            </a:extLst>
          </p:cNvPr>
          <p:cNvGraphicFramePr>
            <a:graphicFrameLocks noGrp="1"/>
          </p:cNvGraphicFramePr>
          <p:nvPr/>
        </p:nvGraphicFramePr>
        <p:xfrm>
          <a:off x="46179490" y="425087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569,802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sp>
        <p:nvSpPr>
          <p:cNvPr id="53" name="Rectangle 52">
            <a:extLst>
              <a:ext uri="{FF2B5EF4-FFF2-40B4-BE49-F238E27FC236}">
                <a16:creationId xmlns:a16="http://schemas.microsoft.com/office/drawing/2014/main" id="{D1F586B2-3250-8D8A-ADA9-9C077DD6BF45}"/>
              </a:ext>
            </a:extLst>
          </p:cNvPr>
          <p:cNvSpPr/>
          <p:nvPr/>
        </p:nvSpPr>
        <p:spPr>
          <a:xfrm>
            <a:off x="4775085" y="5754734"/>
            <a:ext cx="9744426" cy="116282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A34C06BC-7B06-7B03-77C7-6CD33C1C44ED}"/>
              </a:ext>
            </a:extLst>
          </p:cNvPr>
          <p:cNvGraphicFramePr>
            <a:graphicFrameLocks noGrp="1"/>
          </p:cNvGraphicFramePr>
          <p:nvPr/>
        </p:nvGraphicFramePr>
        <p:xfrm>
          <a:off x="25746767" y="7508989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390.25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6001D2B-C68C-34F3-A129-D666E44E1962}"/>
              </a:ext>
            </a:extLst>
          </p:cNvPr>
          <p:cNvGraphicFramePr>
            <a:graphicFrameLocks noGrp="1"/>
          </p:cNvGraphicFramePr>
          <p:nvPr/>
        </p:nvGraphicFramePr>
        <p:xfrm>
          <a:off x="25746767" y="9859984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569,802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1681982-EAF1-62C7-49F9-D53A1C8A4509}"/>
                  </a:ext>
                </a:extLst>
              </p:cNvPr>
              <p:cNvSpPr txBox="1"/>
              <p:nvPr/>
            </p:nvSpPr>
            <p:spPr>
              <a:xfrm>
                <a:off x="20141287" y="7508989"/>
                <a:ext cx="5118410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1681982-EAF1-62C7-49F9-D53A1C8A4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1287" y="7508989"/>
                <a:ext cx="5118410" cy="200336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0211D7B-6168-0639-52D2-2F375A67F964}"/>
                  </a:ext>
                </a:extLst>
              </p:cNvPr>
              <p:cNvSpPr txBox="1"/>
              <p:nvPr/>
            </p:nvSpPr>
            <p:spPr>
              <a:xfrm>
                <a:off x="19754195" y="10000513"/>
                <a:ext cx="5644908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0211D7B-6168-0639-52D2-2F375A67F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4195" y="10000513"/>
                <a:ext cx="5644908" cy="199900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F94CD26-DED3-E117-2673-07DD2F0B553A}"/>
                  </a:ext>
                </a:extLst>
              </p:cNvPr>
              <p:cNvSpPr txBox="1"/>
              <p:nvPr/>
            </p:nvSpPr>
            <p:spPr>
              <a:xfrm>
                <a:off x="29699872" y="6731968"/>
                <a:ext cx="5724277" cy="18123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F94CD26-DED3-E117-2673-07DD2F0B5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9872" y="6731968"/>
                <a:ext cx="5724277" cy="181235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B74E6042-6E97-2DDD-994C-8223FDE3FE51}"/>
              </a:ext>
            </a:extLst>
          </p:cNvPr>
          <p:cNvGraphicFramePr>
            <a:graphicFrameLocks noGrp="1"/>
          </p:cNvGraphicFramePr>
          <p:nvPr/>
        </p:nvGraphicFramePr>
        <p:xfrm>
          <a:off x="35924254" y="7419389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3.90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1FDA71AA-697F-B2C6-5210-C6CA65580C6E}"/>
              </a:ext>
            </a:extLst>
          </p:cNvPr>
          <p:cNvGraphicFramePr>
            <a:graphicFrameLocks noGrp="1"/>
          </p:cNvGraphicFramePr>
          <p:nvPr/>
        </p:nvGraphicFramePr>
        <p:xfrm>
          <a:off x="35924254" y="9770384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5,698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AC8257F-918C-03C5-DE84-6AA1ABF5072D}"/>
              </a:ext>
            </a:extLst>
          </p:cNvPr>
          <p:cNvCxnSpPr>
            <a:cxnSpLocks/>
          </p:cNvCxnSpPr>
          <p:nvPr/>
        </p:nvCxnSpPr>
        <p:spPr>
          <a:xfrm>
            <a:off x="29669036" y="8597844"/>
            <a:ext cx="621792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45733A3-AF62-040A-8FFD-6B677D3ECD9F}"/>
              </a:ext>
            </a:extLst>
          </p:cNvPr>
          <p:cNvCxnSpPr>
            <a:cxnSpLocks/>
          </p:cNvCxnSpPr>
          <p:nvPr/>
        </p:nvCxnSpPr>
        <p:spPr>
          <a:xfrm>
            <a:off x="29662091" y="10960044"/>
            <a:ext cx="621792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04927B4-BA38-4704-EF31-CA7F577D5645}"/>
                  </a:ext>
                </a:extLst>
              </p:cNvPr>
              <p:cNvSpPr txBox="1"/>
              <p:nvPr/>
            </p:nvSpPr>
            <p:spPr>
              <a:xfrm>
                <a:off x="29670373" y="9122617"/>
                <a:ext cx="5724277" cy="1808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04927B4-BA38-4704-EF31-CA7F577D5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0373" y="9122617"/>
                <a:ext cx="5724277" cy="180838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D6AD774E-2F11-D0FC-345E-E66DA237F0A7}"/>
              </a:ext>
            </a:extLst>
          </p:cNvPr>
          <p:cNvGraphicFramePr>
            <a:graphicFrameLocks noGrp="1"/>
          </p:cNvGraphicFramePr>
          <p:nvPr/>
        </p:nvGraphicFramePr>
        <p:xfrm>
          <a:off x="46147631" y="7350150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446.1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4F07D612-0139-69EB-4D04-5A9E4049064D}"/>
              </a:ext>
            </a:extLst>
          </p:cNvPr>
          <p:cNvGraphicFramePr>
            <a:graphicFrameLocks noGrp="1"/>
          </p:cNvGraphicFramePr>
          <p:nvPr/>
        </p:nvGraphicFramePr>
        <p:xfrm>
          <a:off x="46147631" y="9701145"/>
          <a:ext cx="3922269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269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tx1"/>
                          </a:solidFill>
                        </a:rPr>
                        <a:t>-5,697</a:t>
                      </a:r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744DD06-2075-5BD9-B341-1B7A51059967}"/>
              </a:ext>
            </a:extLst>
          </p:cNvPr>
          <p:cNvCxnSpPr>
            <a:cxnSpLocks/>
          </p:cNvCxnSpPr>
          <p:nvPr/>
        </p:nvCxnSpPr>
        <p:spPr>
          <a:xfrm>
            <a:off x="39846523" y="8594886"/>
            <a:ext cx="630936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32530B1-1090-993D-BAA5-E048A9D86DC8}"/>
                  </a:ext>
                </a:extLst>
              </p:cNvPr>
              <p:cNvSpPr txBox="1"/>
              <p:nvPr/>
            </p:nvSpPr>
            <p:spPr>
              <a:xfrm>
                <a:off x="39905400" y="6759024"/>
                <a:ext cx="6287772" cy="18123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32530B1-1090-993D-BAA5-E048A9D86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5400" y="6759024"/>
                <a:ext cx="6287772" cy="181235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712C10D-13B0-1D55-A3AD-8755214885FE}"/>
              </a:ext>
            </a:extLst>
          </p:cNvPr>
          <p:cNvCxnSpPr>
            <a:cxnSpLocks/>
          </p:cNvCxnSpPr>
          <p:nvPr/>
        </p:nvCxnSpPr>
        <p:spPr>
          <a:xfrm>
            <a:off x="39846523" y="10830086"/>
            <a:ext cx="6309360" cy="0"/>
          </a:xfrm>
          <a:prstGeom prst="straightConnector1">
            <a:avLst/>
          </a:prstGeom>
          <a:ln w="889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D6B76A1-6229-9165-C57B-B5B2C6293D61}"/>
                  </a:ext>
                </a:extLst>
              </p:cNvPr>
              <p:cNvSpPr txBox="1"/>
              <p:nvPr/>
            </p:nvSpPr>
            <p:spPr>
              <a:xfrm>
                <a:off x="39905400" y="8994224"/>
                <a:ext cx="6287772" cy="1808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D6B76A1-6229-9165-C57B-B5B2C6293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5400" y="8994224"/>
                <a:ext cx="6287772" cy="180838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A611B48-2335-B9CE-5EB7-0F90ADDEAE79}"/>
                  </a:ext>
                </a:extLst>
              </p:cNvPr>
              <p:cNvSpPr txBox="1"/>
              <p:nvPr/>
            </p:nvSpPr>
            <p:spPr>
              <a:xfrm>
                <a:off x="4834196" y="5305861"/>
                <a:ext cx="16336460" cy="8361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6600" dirty="0"/>
                  <a:t>Repeat until convergence {</a:t>
                </a:r>
              </a:p>
              <a:p>
                <a:endParaRPr lang="en-US" sz="6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6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66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6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6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sz="6600" b="1" i="1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6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6600" dirty="0">
                  <a:solidFill>
                    <a:schemeClr val="tx1"/>
                  </a:solidFill>
                </a:endParaRPr>
              </a:p>
              <a:p>
                <a:r>
                  <a:rPr lang="en-US" sz="66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6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66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66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6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6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6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6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6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sz="6600" b="1" i="1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6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6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6600" dirty="0"/>
              </a:p>
              <a:p>
                <a:r>
                  <a:rPr lang="en-US" sz="6000" dirty="0"/>
                  <a:t>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66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6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6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6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6000" dirty="0"/>
                  <a:t>)</a:t>
                </a:r>
                <a:endParaRPr lang="en-US" sz="6600" dirty="0"/>
              </a:p>
              <a:p>
                <a:r>
                  <a:rPr lang="en-US" sz="6600" dirty="0"/>
                  <a:t>}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A611B48-2335-B9CE-5EB7-0F90ADDEA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196" y="5305861"/>
                <a:ext cx="16336460" cy="8361392"/>
              </a:xfrm>
              <a:prstGeom prst="rect">
                <a:avLst/>
              </a:prstGeom>
              <a:blipFill>
                <a:blip r:embed="rId24"/>
                <a:stretch>
                  <a:fillRect l="-2537" t="-2551" b="-4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B2D49495-A708-4674-AFB2-FC0D1853E885}"/>
              </a:ext>
            </a:extLst>
          </p:cNvPr>
          <p:cNvCxnSpPr>
            <a:cxnSpLocks/>
            <a:stCxn id="70" idx="0"/>
          </p:cNvCxnSpPr>
          <p:nvPr/>
        </p:nvCxnSpPr>
        <p:spPr>
          <a:xfrm rot="16200000" flipV="1">
            <a:off x="23694473" y="-14713147"/>
            <a:ext cx="5494905" cy="43333680"/>
          </a:xfrm>
          <a:prstGeom prst="bentConnector2">
            <a:avLst/>
          </a:prstGeom>
          <a:ln w="1333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4994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FB37E0-F166-2B87-DE63-60A5C329AB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854168"/>
              </p:ext>
            </p:extLst>
          </p:nvPr>
        </p:nvGraphicFramePr>
        <p:xfrm>
          <a:off x="28273" y="7319671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26E40F-4773-44FF-0C91-41C1D8563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336512"/>
              </p:ext>
            </p:extLst>
          </p:nvPr>
        </p:nvGraphicFramePr>
        <p:xfrm>
          <a:off x="153781" y="2933693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85C19C-5C43-D6CA-D841-973DE83DAD0B}"/>
                  </a:ext>
                </a:extLst>
              </p:cNvPr>
              <p:cNvSpPr txBox="1"/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85C19C-5C43-D6CA-D841-973DE83DA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50" y="1584963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D3A1E2-B78B-1D7D-D84D-B30E44D8D168}"/>
                  </a:ext>
                </a:extLst>
              </p:cNvPr>
              <p:cNvSpPr txBox="1"/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D3A1E2-B78B-1D7D-D84D-B30E44D8D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65" y="1584963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189F58-3BF9-3DEB-F6B8-09E3A981A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90300"/>
              </p:ext>
            </p:extLst>
          </p:nvPr>
        </p:nvGraphicFramePr>
        <p:xfrm>
          <a:off x="5156253" y="731967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BED73D-EBF5-4B18-B564-79245C7A3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899878"/>
              </p:ext>
            </p:extLst>
          </p:nvPr>
        </p:nvGraphicFramePr>
        <p:xfrm>
          <a:off x="7838493" y="7350151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2A6162-0B62-D0B2-8564-8FD69B98BCDE}"/>
                  </a:ext>
                </a:extLst>
              </p:cNvPr>
              <p:cNvSpPr txBox="1"/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2A6162-0B62-D0B2-8564-8FD69B98B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64" y="5754734"/>
                <a:ext cx="989464" cy="9469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820D95-DF61-329D-1401-6C616C0E897B}"/>
                  </a:ext>
                </a:extLst>
              </p:cNvPr>
              <p:cNvSpPr txBox="1"/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6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6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820D95-DF61-329D-1401-6C616C0E8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885" y="5802342"/>
                <a:ext cx="2348142" cy="946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07C4C7B-22A3-0397-8A03-D36F1D2D8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989429"/>
              </p:ext>
            </p:extLst>
          </p:nvPr>
        </p:nvGraphicFramePr>
        <p:xfrm>
          <a:off x="116871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E6F84A-B459-B57C-C98A-3BE42036ABDD}"/>
                  </a:ext>
                </a:extLst>
              </p:cNvPr>
              <p:cNvSpPr txBox="1"/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E6F84A-B459-B57C-C98A-3BE42036A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221" y="5754734"/>
                <a:ext cx="4710713" cy="10422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E8550EE-D69A-0268-345C-770798969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198388"/>
              </p:ext>
            </p:extLst>
          </p:nvPr>
        </p:nvGraphicFramePr>
        <p:xfrm>
          <a:off x="18329985" y="731967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355091E-7C5C-A4FB-EB3A-738C33F99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28488"/>
              </p:ext>
            </p:extLst>
          </p:nvPr>
        </p:nvGraphicFramePr>
        <p:xfrm>
          <a:off x="26739164" y="7350151"/>
          <a:ext cx="2956787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BED948-5C34-A462-03EF-3ADC35BFB921}"/>
                  </a:ext>
                </a:extLst>
              </p:cNvPr>
              <p:cNvSpPr txBox="1"/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BED948-5C34-A462-03EF-3ADC35BFB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210" y="2368094"/>
                <a:ext cx="5150335" cy="20033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E29468-9B3B-3F4D-EE3A-0ED082E01006}"/>
                  </a:ext>
                </a:extLst>
              </p:cNvPr>
              <p:cNvSpPr txBox="1"/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E29468-9B3B-3F4D-EE3A-0ED082E01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2389" y="2368094"/>
                <a:ext cx="5150335" cy="19990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7CDA4E7-0FCA-3ED9-930D-E2DDC1F4A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759868"/>
              </p:ext>
            </p:extLst>
          </p:nvPr>
        </p:nvGraphicFramePr>
        <p:xfrm>
          <a:off x="22910064" y="10876642"/>
          <a:ext cx="1934405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0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67F5941-DE29-22EA-B89F-2AC0CFF87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275368"/>
              </p:ext>
            </p:extLst>
          </p:nvPr>
        </p:nvGraphicFramePr>
        <p:xfrm>
          <a:off x="31171237" y="10876642"/>
          <a:ext cx="183313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134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BDDCB25-916A-3099-76AE-B50C293D2F5E}"/>
                  </a:ext>
                </a:extLst>
              </p:cNvPr>
              <p:cNvSpPr txBox="1"/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BDDCB25-916A-3099-76AE-B50C293D2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2640" y="4611109"/>
                <a:ext cx="6336490" cy="2708562"/>
              </a:xfrm>
              <a:prstGeom prst="rect">
                <a:avLst/>
              </a:prstGeom>
              <a:blipFill>
                <a:blip r:embed="rId9"/>
                <a:stretch>
                  <a:fillRect r="-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D070FC-60D4-CEC4-9D5F-D0BA6B23FA90}"/>
                  </a:ext>
                </a:extLst>
              </p:cNvPr>
              <p:cNvSpPr txBox="1"/>
              <p:nvPr/>
            </p:nvSpPr>
            <p:spPr>
              <a:xfrm>
                <a:off x="24294528" y="4595390"/>
                <a:ext cx="7928928" cy="2708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  <m:e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6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6000" b="1" dirty="0"/>
                            <m:t>. </m:t>
                          </m:r>
                          <m:sSup>
                            <m:sSup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60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D070FC-60D4-CEC4-9D5F-D0BA6B23F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4528" y="4595390"/>
                <a:ext cx="7928928" cy="2708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1868412-C9DF-657E-2810-C951ABBF4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497856"/>
              </p:ext>
            </p:extLst>
          </p:nvPr>
        </p:nvGraphicFramePr>
        <p:xfrm>
          <a:off x="35453141" y="967066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3EB33C2-9A88-291C-D572-7CA65CEED4D1}"/>
                  </a:ext>
                </a:extLst>
              </p:cNvPr>
              <p:cNvSpPr txBox="1"/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3EB33C2-9A88-291C-D572-7CA65CEED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1019" y="5316302"/>
                <a:ext cx="6162957" cy="20033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02217F-38BD-605C-F5F3-3F8AE9D30B9D}"/>
                  </a:ext>
                </a:extLst>
              </p:cNvPr>
              <p:cNvSpPr txBox="1"/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02217F-38BD-605C-F5F3-3F8AE9D30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110" y="7661597"/>
                <a:ext cx="6162957" cy="19990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3FDC002-971D-4A0D-FAF6-909A9ACB2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6706"/>
              </p:ext>
            </p:extLst>
          </p:nvPr>
        </p:nvGraphicFramePr>
        <p:xfrm>
          <a:off x="44394889" y="9701145"/>
          <a:ext cx="2956787" cy="470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787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EB2BB2C-CC1D-D993-85A8-0D20C5D5BDFD}"/>
                  </a:ext>
                </a:extLst>
              </p:cNvPr>
              <p:cNvSpPr txBox="1"/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EB2BB2C-CC1D-D993-85A8-0D20C5D5B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6506" y="5223897"/>
                <a:ext cx="7867665" cy="20033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9E9C7F7-46C1-86AD-1A75-BFB9CF0D395D}"/>
                  </a:ext>
                </a:extLst>
              </p:cNvPr>
              <p:cNvSpPr txBox="1"/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9E9C7F7-46C1-86AD-1A75-BFB9CF0D3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3022" y="7704941"/>
                <a:ext cx="7867665" cy="2003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8277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799</TotalTime>
  <Words>6945</Words>
  <Application>Microsoft Office PowerPoint</Application>
  <PresentationFormat>Custom</PresentationFormat>
  <Paragraphs>2755</Paragraphs>
  <Slides>75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Mr.Hafeez Anwar</dc:creator>
  <cp:lastModifiedBy>Mr.Hafeez Anwar</cp:lastModifiedBy>
  <cp:revision>18</cp:revision>
  <dcterms:created xsi:type="dcterms:W3CDTF">2025-02-02T13:18:34Z</dcterms:created>
  <dcterms:modified xsi:type="dcterms:W3CDTF">2025-09-12T05:13:13Z</dcterms:modified>
</cp:coreProperties>
</file>