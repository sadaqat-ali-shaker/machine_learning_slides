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5" r:id="rId2"/>
  </p:sldIdLst>
  <p:sldSz cx="50292000" cy="2011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30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0" y="3292265"/>
            <a:ext cx="37719000" cy="7003627"/>
          </a:xfrm>
        </p:spPr>
        <p:txBody>
          <a:bodyPr anchor="b"/>
          <a:lstStyle>
            <a:lvl1pPr algn="ctr"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10565978"/>
            <a:ext cx="37719000" cy="4856902"/>
          </a:xfrm>
        </p:spPr>
        <p:txBody>
          <a:bodyPr/>
          <a:lstStyle>
            <a:lvl1pPr marL="0" indent="0" algn="ctr">
              <a:buNone/>
              <a:defRPr sz="7040"/>
            </a:lvl1pPr>
            <a:lvl2pPr marL="1341105" indent="0" algn="ctr">
              <a:buNone/>
              <a:defRPr sz="5867"/>
            </a:lvl2pPr>
            <a:lvl3pPr marL="2682210" indent="0" algn="ctr">
              <a:buNone/>
              <a:defRPr sz="5280"/>
            </a:lvl3pPr>
            <a:lvl4pPr marL="4023314" indent="0" algn="ctr">
              <a:buNone/>
              <a:defRPr sz="4693"/>
            </a:lvl4pPr>
            <a:lvl5pPr marL="5364419" indent="0" algn="ctr">
              <a:buNone/>
              <a:defRPr sz="4693"/>
            </a:lvl5pPr>
            <a:lvl6pPr marL="6705524" indent="0" algn="ctr">
              <a:buNone/>
              <a:defRPr sz="4693"/>
            </a:lvl6pPr>
            <a:lvl7pPr marL="8046629" indent="0" algn="ctr">
              <a:buNone/>
              <a:defRPr sz="4693"/>
            </a:lvl7pPr>
            <a:lvl8pPr marL="9387733" indent="0" algn="ctr">
              <a:buNone/>
              <a:defRPr sz="4693"/>
            </a:lvl8pPr>
            <a:lvl9pPr marL="10728838" indent="0" algn="ctr">
              <a:buNone/>
              <a:defRPr sz="4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4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1" y="5015233"/>
            <a:ext cx="43376850" cy="8368029"/>
          </a:xfrm>
        </p:spPr>
        <p:txBody>
          <a:bodyPr anchor="b"/>
          <a:lstStyle>
            <a:lvl1pPr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1" y="13462426"/>
            <a:ext cx="43376850" cy="4400549"/>
          </a:xfrm>
        </p:spPr>
        <p:txBody>
          <a:bodyPr/>
          <a:lstStyle>
            <a:lvl1pPr marL="0" indent="0">
              <a:buNone/>
              <a:defRPr sz="7040">
                <a:solidFill>
                  <a:schemeClr val="tx1">
                    <a:tint val="82000"/>
                  </a:schemeClr>
                </a:solidFill>
              </a:defRPr>
            </a:lvl1pPr>
            <a:lvl2pPr marL="1341105" indent="0">
              <a:buNone/>
              <a:defRPr sz="5867">
                <a:solidFill>
                  <a:schemeClr val="tx1">
                    <a:tint val="82000"/>
                  </a:schemeClr>
                </a:solidFill>
              </a:defRPr>
            </a:lvl2pPr>
            <a:lvl3pPr marL="2682210" indent="0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3pPr>
            <a:lvl4pPr marL="4023314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4pPr>
            <a:lvl5pPr marL="5364419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5pPr>
            <a:lvl6pPr marL="6705524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6pPr>
            <a:lvl7pPr marL="8046629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7pPr>
            <a:lvl8pPr marL="9387733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8pPr>
            <a:lvl9pPr marL="10728838" indent="0">
              <a:buNone/>
              <a:defRPr sz="46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2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5355167"/>
            <a:ext cx="213741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5355167"/>
            <a:ext cx="213741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2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1071035"/>
            <a:ext cx="43376850" cy="38883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28" y="4931411"/>
            <a:ext cx="21275871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28" y="7348220"/>
            <a:ext cx="21275871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5" y="4931411"/>
            <a:ext cx="21380651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5" y="7348220"/>
            <a:ext cx="21380651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4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0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341120"/>
            <a:ext cx="16220478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2896448"/>
            <a:ext cx="25460325" cy="14295967"/>
          </a:xfrm>
        </p:spPr>
        <p:txBody>
          <a:bodyPr/>
          <a:lstStyle>
            <a:lvl1pPr>
              <a:defRPr sz="9387"/>
            </a:lvl1pPr>
            <a:lvl2pPr>
              <a:defRPr sz="8213"/>
            </a:lvl2pPr>
            <a:lvl3pPr>
              <a:defRPr sz="7040"/>
            </a:lvl3pPr>
            <a:lvl4pPr>
              <a:defRPr sz="5867"/>
            </a:lvl4pPr>
            <a:lvl5pPr>
              <a:defRPr sz="5867"/>
            </a:lvl5pPr>
            <a:lvl6pPr>
              <a:defRPr sz="5867"/>
            </a:lvl6pPr>
            <a:lvl7pPr>
              <a:defRPr sz="5867"/>
            </a:lvl7pPr>
            <a:lvl8pPr>
              <a:defRPr sz="5867"/>
            </a:lvl8pPr>
            <a:lvl9pPr>
              <a:defRPr sz="5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6035040"/>
            <a:ext cx="16220478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6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7" y="1341120"/>
            <a:ext cx="16220478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2896448"/>
            <a:ext cx="25460325" cy="14295967"/>
          </a:xfrm>
        </p:spPr>
        <p:txBody>
          <a:bodyPr anchor="t"/>
          <a:lstStyle>
            <a:lvl1pPr marL="0" indent="0">
              <a:buNone/>
              <a:defRPr sz="9387"/>
            </a:lvl1pPr>
            <a:lvl2pPr marL="1341105" indent="0">
              <a:buNone/>
              <a:defRPr sz="8213"/>
            </a:lvl2pPr>
            <a:lvl3pPr marL="2682210" indent="0">
              <a:buNone/>
              <a:defRPr sz="7040"/>
            </a:lvl3pPr>
            <a:lvl4pPr marL="4023314" indent="0">
              <a:buNone/>
              <a:defRPr sz="5867"/>
            </a:lvl4pPr>
            <a:lvl5pPr marL="5364419" indent="0">
              <a:buNone/>
              <a:defRPr sz="5867"/>
            </a:lvl5pPr>
            <a:lvl6pPr marL="6705524" indent="0">
              <a:buNone/>
              <a:defRPr sz="5867"/>
            </a:lvl6pPr>
            <a:lvl7pPr marL="8046629" indent="0">
              <a:buNone/>
              <a:defRPr sz="5867"/>
            </a:lvl7pPr>
            <a:lvl8pPr marL="9387733" indent="0">
              <a:buNone/>
              <a:defRPr sz="5867"/>
            </a:lvl8pPr>
            <a:lvl9pPr marL="10728838" indent="0">
              <a:buNone/>
              <a:defRPr sz="5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7" y="6035040"/>
            <a:ext cx="16220478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6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0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2" y="1071033"/>
            <a:ext cx="10844213" cy="170480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5" y="1071033"/>
            <a:ext cx="31903988" cy="170480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6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1071035"/>
            <a:ext cx="43376850" cy="3888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5355167"/>
            <a:ext cx="43376850" cy="1276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18645295"/>
            <a:ext cx="113157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AF41C-78D1-4F67-A094-2F19FC0CDBC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18645295"/>
            <a:ext cx="1697355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18645295"/>
            <a:ext cx="113157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2BB97-720D-4CE2-9F09-8DEF5F2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9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82210" rtl="0" eaLnBrk="1" latinLnBrk="0" hangingPunct="1">
        <a:lnSpc>
          <a:spcPct val="90000"/>
        </a:lnSpc>
        <a:spcBef>
          <a:spcPct val="0"/>
        </a:spcBef>
        <a:buNone/>
        <a:defRPr sz="12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0552" indent="-670552" algn="l" defTabSz="2682210" rtl="0" eaLnBrk="1" latinLnBrk="0" hangingPunct="1">
        <a:lnSpc>
          <a:spcPct val="90000"/>
        </a:lnSpc>
        <a:spcBef>
          <a:spcPts val="2933"/>
        </a:spcBef>
        <a:buFont typeface="Arial" panose="020B0604020202020204" pitchFamily="34" charset="0"/>
        <a:buChar char="•"/>
        <a:defRPr sz="8213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7040" kern="1200">
          <a:solidFill>
            <a:schemeClr val="tx1"/>
          </a:solidFill>
          <a:latin typeface="+mn-lt"/>
          <a:ea typeface="+mn-ea"/>
          <a:cs typeface="+mn-cs"/>
        </a:defRPr>
      </a:lvl2pPr>
      <a:lvl3pPr marL="3352762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867" kern="1200">
          <a:solidFill>
            <a:schemeClr val="tx1"/>
          </a:solidFill>
          <a:latin typeface="+mn-lt"/>
          <a:ea typeface="+mn-ea"/>
          <a:cs typeface="+mn-cs"/>
        </a:defRPr>
      </a:lvl3pPr>
      <a:lvl4pPr marL="469386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603497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737607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71718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1005828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1399390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1pPr>
      <a:lvl2pPr marL="1341105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68221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3pPr>
      <a:lvl4pPr marL="402331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536441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670552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04662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9387733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0728838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BD94-FE64-4ACB-53C3-BCFEE596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D3C1DD-F1BC-2522-3652-7EE49E8C0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480169"/>
              </p:ext>
            </p:extLst>
          </p:nvPr>
        </p:nvGraphicFramePr>
        <p:xfrm>
          <a:off x="2819132" y="10994915"/>
          <a:ext cx="4219386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904FF5-E1AE-FA69-DAD5-90FA06807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096300"/>
              </p:ext>
            </p:extLst>
          </p:nvPr>
        </p:nvGraphicFramePr>
        <p:xfrm>
          <a:off x="2930694" y="7096270"/>
          <a:ext cx="4219386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109693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6646-82B6-FA00-712F-12865B1BF9F7}"/>
                  </a:ext>
                </a:extLst>
              </p:cNvPr>
              <p:cNvSpPr txBox="1"/>
              <p:nvPr/>
            </p:nvSpPr>
            <p:spPr>
              <a:xfrm>
                <a:off x="5677511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6646-82B6-FA00-712F-12865B1BF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511" y="5897399"/>
                <a:ext cx="937846" cy="1186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1C777E-3141-3EF8-5212-FD0514A4A1BF}"/>
                  </a:ext>
                </a:extLst>
              </p:cNvPr>
              <p:cNvSpPr txBox="1"/>
              <p:nvPr/>
            </p:nvSpPr>
            <p:spPr>
              <a:xfrm>
                <a:off x="3544816" y="5897399"/>
                <a:ext cx="937846" cy="118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710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265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1C777E-3141-3EF8-5212-FD0514A4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816" y="5897399"/>
                <a:ext cx="937846" cy="1186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F8A3AF-8259-79A8-34AC-D4E93FFD4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46364"/>
              </p:ext>
            </p:extLst>
          </p:nvPr>
        </p:nvGraphicFramePr>
        <p:xfrm>
          <a:off x="7377348" y="10994915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948B1D-384B-4064-AA24-64450009C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984322"/>
              </p:ext>
            </p:extLst>
          </p:nvPr>
        </p:nvGraphicFramePr>
        <p:xfrm>
          <a:off x="9761560" y="11022008"/>
          <a:ext cx="2109693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93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r>
                        <a:rPr lang="en-US" sz="5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BAE88E-5075-CC62-9612-77CAC9D0305A}"/>
                  </a:ext>
                </a:extLst>
              </p:cNvPr>
              <p:cNvSpPr txBox="1"/>
              <p:nvPr/>
            </p:nvSpPr>
            <p:spPr>
              <a:xfrm>
                <a:off x="10376634" y="9603871"/>
                <a:ext cx="879524" cy="841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6399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BAE88E-5075-CC62-9612-77CAC9D0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634" y="9603871"/>
                <a:ext cx="879524" cy="841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2AD130-5E89-37E6-865E-75F943466A32}"/>
                  </a:ext>
                </a:extLst>
              </p:cNvPr>
              <p:cNvSpPr txBox="1"/>
              <p:nvPr/>
            </p:nvSpPr>
            <p:spPr>
              <a:xfrm>
                <a:off x="12979429" y="8970803"/>
                <a:ext cx="3628878" cy="1694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5332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2AD130-5E89-37E6-865E-75F94346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9429" y="8970803"/>
                <a:ext cx="3628878" cy="1694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E018D8-3733-EA2A-63BC-21FDF73E3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569043"/>
              </p:ext>
            </p:extLst>
          </p:nvPr>
        </p:nvGraphicFramePr>
        <p:xfrm>
          <a:off x="13182620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6DF22-EA74-4166-6B85-47583D1029AD}"/>
                  </a:ext>
                </a:extLst>
              </p:cNvPr>
              <p:cNvSpPr txBox="1"/>
              <p:nvPr/>
            </p:nvSpPr>
            <p:spPr>
              <a:xfrm>
                <a:off x="7470488" y="9559188"/>
                <a:ext cx="2128083" cy="926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332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6DF22-EA74-4166-6B85-47583D10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488" y="9559188"/>
                <a:ext cx="2128083" cy="9261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0F0840-11FB-B992-A733-FA2DF870E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09215"/>
              </p:ext>
            </p:extLst>
          </p:nvPr>
        </p:nvGraphicFramePr>
        <p:xfrm>
          <a:off x="19087332" y="10994915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AAADCC-C1BE-B94E-5444-73422AB29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76030"/>
              </p:ext>
            </p:extLst>
          </p:nvPr>
        </p:nvGraphicFramePr>
        <p:xfrm>
          <a:off x="26562157" y="11022008"/>
          <a:ext cx="2628255" cy="835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411C9-ADD6-8FE4-603E-F316AB00273A}"/>
                  </a:ext>
                </a:extLst>
              </p:cNvPr>
              <p:cNvSpPr txBox="1"/>
              <p:nvPr/>
            </p:nvSpPr>
            <p:spPr>
              <a:xfrm>
                <a:off x="18112410" y="6234294"/>
                <a:ext cx="4578076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411C9-ADD6-8FE4-603E-F316AB002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2410" y="6234294"/>
                <a:ext cx="4578076" cy="17902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F23016-D559-64F5-F462-803AA8EA7C20}"/>
                  </a:ext>
                </a:extLst>
              </p:cNvPr>
              <p:cNvSpPr txBox="1"/>
              <p:nvPr/>
            </p:nvSpPr>
            <p:spPr>
              <a:xfrm>
                <a:off x="25587246" y="6238142"/>
                <a:ext cx="4578076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F23016-D559-64F5-F462-803AA8EA7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7246" y="6238142"/>
                <a:ext cx="4578076" cy="17863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068D3C-A815-A1A2-34B0-6A922488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68183"/>
              </p:ext>
            </p:extLst>
          </p:nvPr>
        </p:nvGraphicFramePr>
        <p:xfrm>
          <a:off x="23158512" y="14156671"/>
          <a:ext cx="1719473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473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E663CA-9CE3-1A98-13E9-047497855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74769"/>
              </p:ext>
            </p:extLst>
          </p:nvPr>
        </p:nvGraphicFramePr>
        <p:xfrm>
          <a:off x="30501768" y="14156671"/>
          <a:ext cx="1629452" cy="2089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52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8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B0F74F-0B5F-0844-58E7-5524D71D6020}"/>
                  </a:ext>
                </a:extLst>
              </p:cNvPr>
              <p:cNvSpPr txBox="1"/>
              <p:nvPr/>
            </p:nvSpPr>
            <p:spPr>
              <a:xfrm>
                <a:off x="17534135" y="8489338"/>
                <a:ext cx="5632437" cy="2328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B0F74F-0B5F-0844-58E7-5524D71D6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4135" y="8489338"/>
                <a:ext cx="5632437" cy="2328266"/>
              </a:xfrm>
              <a:prstGeom prst="rect">
                <a:avLst/>
              </a:prstGeom>
              <a:blipFill>
                <a:blip r:embed="rId9"/>
                <a:stretch>
                  <a:fillRect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EAB7E0-A459-E1C9-0A9B-D4BD13B7C474}"/>
                  </a:ext>
                </a:extLst>
              </p:cNvPr>
              <p:cNvSpPr txBox="1"/>
              <p:nvPr/>
            </p:nvSpPr>
            <p:spPr>
              <a:xfrm>
                <a:off x="24389139" y="8573334"/>
                <a:ext cx="7047934" cy="2328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5332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5332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5332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5332" b="1" dirty="0"/>
                            <m:t>. </m:t>
                          </m:r>
                          <m:sSup>
                            <m:sSup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5332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5332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EAB7E0-A459-E1C9-0A9B-D4BD13B7C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9139" y="8573334"/>
                <a:ext cx="7047934" cy="23282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17C9041-1A0D-FE0B-F08B-C006F30A7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54927"/>
              </p:ext>
            </p:extLst>
          </p:nvPr>
        </p:nvGraphicFramePr>
        <p:xfrm>
          <a:off x="34307914" y="13084690"/>
          <a:ext cx="2628255" cy="417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02518-50AC-D6F9-C8FE-FC7875E6C6DA}"/>
                  </a:ext>
                </a:extLst>
              </p:cNvPr>
              <p:cNvSpPr txBox="1"/>
              <p:nvPr/>
            </p:nvSpPr>
            <p:spPr>
              <a:xfrm>
                <a:off x="32874908" y="9214156"/>
                <a:ext cx="5478184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02518-50AC-D6F9-C8FE-FC7875E6C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4908" y="9214156"/>
                <a:ext cx="5478184" cy="17902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684CB3-DE99-6ED4-738F-4F97EF8F919E}"/>
                  </a:ext>
                </a:extLst>
              </p:cNvPr>
              <p:cNvSpPr txBox="1"/>
              <p:nvPr/>
            </p:nvSpPr>
            <p:spPr>
              <a:xfrm>
                <a:off x="32879433" y="11298861"/>
                <a:ext cx="5478184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684CB3-DE99-6ED4-738F-4F97EF8F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9433" y="11298861"/>
                <a:ext cx="5478184" cy="17863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5B4D64E-C641-2FD5-D2C9-69F765533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84698"/>
              </p:ext>
            </p:extLst>
          </p:nvPr>
        </p:nvGraphicFramePr>
        <p:xfrm>
          <a:off x="42256132" y="13111783"/>
          <a:ext cx="2628255" cy="417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55">
                  <a:extLst>
                    <a:ext uri="{9D8B030D-6E8A-4147-A177-3AD203B41FA5}">
                      <a16:colId xmlns:a16="http://schemas.microsoft.com/office/drawing/2014/main" val="1762796350"/>
                    </a:ext>
                  </a:extLst>
                </a:gridCol>
              </a:tblGrid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69192"/>
                  </a:ext>
                </a:extLst>
              </a:tr>
              <a:tr h="2089772">
                <a:tc>
                  <a:txBody>
                    <a:bodyPr/>
                    <a:lstStyle/>
                    <a:p>
                      <a:pPr algn="ctr"/>
                      <a:endParaRPr lang="en-US" sz="58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81279" marR="81279" marT="40642" marB="40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6473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83743B-A0EA-F3EE-3A83-125B50102EA9}"/>
                  </a:ext>
                </a:extLst>
              </p:cNvPr>
              <p:cNvSpPr txBox="1"/>
              <p:nvPr/>
            </p:nvSpPr>
            <p:spPr>
              <a:xfrm>
                <a:off x="39982014" y="9132016"/>
                <a:ext cx="6993481" cy="179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83743B-A0EA-F3EE-3A83-125B50102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2014" y="9132016"/>
                <a:ext cx="6993481" cy="17902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603258-92B9-5049-3FEF-E2BDF0126064}"/>
                  </a:ext>
                </a:extLst>
              </p:cNvPr>
              <p:cNvSpPr txBox="1"/>
              <p:nvPr/>
            </p:nvSpPr>
            <p:spPr>
              <a:xfrm>
                <a:off x="39978919" y="11337391"/>
                <a:ext cx="6993481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5332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5332" b="1" i="1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332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603258-92B9-5049-3FEF-E2BDF0126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8919" y="11337391"/>
                <a:ext cx="6993481" cy="17863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EB608-4247-22BC-6DBE-769E4513FF77}"/>
                  </a:ext>
                </a:extLst>
              </p:cNvPr>
              <p:cNvSpPr txBox="1"/>
              <p:nvPr/>
            </p:nvSpPr>
            <p:spPr>
              <a:xfrm>
                <a:off x="13761599" y="7717488"/>
                <a:ext cx="2087686" cy="841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5332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5332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332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5332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5332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98" b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EB608-4247-22BC-6DBE-769E4513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1599" y="7717488"/>
                <a:ext cx="2087686" cy="8413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9F212EE-C1E6-F0A4-F4C7-A2FB751B3C17}"/>
              </a:ext>
            </a:extLst>
          </p:cNvPr>
          <p:cNvSpPr txBox="1"/>
          <p:nvPr/>
        </p:nvSpPr>
        <p:spPr>
          <a:xfrm>
            <a:off x="10636384" y="636575"/>
            <a:ext cx="2410820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/>
              <a:t>Logistic Regression workbook</a:t>
            </a:r>
          </a:p>
        </p:txBody>
      </p:sp>
    </p:spTree>
    <p:extLst>
      <p:ext uri="{BB962C8B-B14F-4D97-AF65-F5344CB8AC3E}">
        <p14:creationId xmlns:p14="http://schemas.microsoft.com/office/powerpoint/2010/main" val="10645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84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1</cp:revision>
  <dcterms:created xsi:type="dcterms:W3CDTF">2025-02-20T07:36:12Z</dcterms:created>
  <dcterms:modified xsi:type="dcterms:W3CDTF">2025-02-20T07:39:38Z</dcterms:modified>
</cp:coreProperties>
</file>